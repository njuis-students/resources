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57" r:id="rId2"/>
    <p:sldId id="751" r:id="rId3"/>
    <p:sldId id="752" r:id="rId4"/>
    <p:sldId id="753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howGuides="1">
      <p:cViewPr varScale="1">
        <p:scale>
          <a:sx n="104" d="100"/>
          <a:sy n="104" d="100"/>
        </p:scale>
        <p:origin x="1092" y="76"/>
      </p:cViewPr>
      <p:guideLst>
        <p:guide orient="horz" pos="4247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D3334-7219-4DF2-ACB9-257CECE4BBDE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22696-1242-4EA0-94A2-F325D9EE0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74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09302-2BFD-4CAC-A927-30E2F40E5F5B}" type="datetimeFigureOut">
              <a:rPr lang="zh-CN" altLang="en-US" smtClean="0"/>
              <a:pPr/>
              <a:t>2025/4/21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EC8F8-3242-4FD3-9524-A69238FFCD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96752"/>
            <a:ext cx="7772400" cy="1470025"/>
          </a:xfrm>
        </p:spPr>
        <p:txBody>
          <a:bodyPr>
            <a:no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多智能体系统与强化学习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4005064"/>
            <a:ext cx="9144000" cy="2852936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220000"/>
              </a:lnSpc>
            </a:pPr>
            <a:r>
              <a:rPr lang="zh-CN" altLang="en-US" sz="9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主讲人：高阳、杨林、杨天培</a:t>
            </a:r>
            <a:endParaRPr lang="en-US" altLang="zh-CN" sz="98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20000"/>
              </a:lnSpc>
            </a:pPr>
            <a:r>
              <a:rPr lang="en-US" altLang="zh-CN" sz="11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https://reinforcement-learning-2025.github.io/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288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C1850-612B-5CE5-7F03-23821D4F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C2084-8F96-687E-3151-C3820AE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课后实验四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F4ED4EA-904B-66B1-7C51-AEBAA4EF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80" y="1484784"/>
            <a:ext cx="8075240" cy="5256584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实验背景：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1400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CartPole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是一个经典的强化学习环境，智能体需要通过左右移动小车来保持杆子的平衡。智能体的目标是通过学习，使得杆子尽可能长时间地保持直立状态。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实验目标：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设计一个策略梯度神经网络，输入为环境状态（如 </a:t>
            </a:r>
            <a:r>
              <a:rPr lang="en-US" altLang="zh-CN" sz="1400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CartPole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的位置、速度、角度、角速度），输出为各离散动作的概率分布。</a:t>
            </a:r>
            <a:endParaRPr lang="en-US" altLang="zh-CN" sz="4000" b="1" dirty="0">
              <a:latin typeface="华文宋体" pitchFamily="2" charset="-122"/>
              <a:ea typeface="华文宋体" pitchFamily="2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实现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Reinforce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算法训练流程。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70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3D36-18B2-A3C3-E765-349459D6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DE8AC-93D2-DD2E-7BDF-5235F58B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课后实验五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6AA5D-490F-9C0D-9185-175175D2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80" y="1484784"/>
            <a:ext cx="8075240" cy="5256584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实验背景：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OpenAI Gym </a:t>
            </a:r>
            <a:r>
              <a:rPr lang="zh-CN" altLang="en-US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CarRacing-v2 </a:t>
            </a:r>
            <a:r>
              <a:rPr lang="zh-CN" altLang="en-US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连续环境中实现</a:t>
            </a: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DDPG</a:t>
            </a:r>
            <a:r>
              <a:rPr lang="zh-CN" altLang="en-US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endParaRPr lang="en-US" altLang="zh-CN" sz="1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实验目标：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直接处理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Car Racing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的三维连续动作空间，无需离散化，允许智能体输出连续数值动作。</a:t>
            </a:r>
            <a:endParaRPr lang="en-US" altLang="zh-CN" sz="4000" b="1" dirty="0">
              <a:latin typeface="华文宋体" pitchFamily="2" charset="-122"/>
              <a:ea typeface="华文宋体" pitchFamily="2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构建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DDPG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神经网络模型。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实现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DDPG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算法的训练流程，包含经验回放和目标网络更新。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训练智能体并绘制训练过程中的奖励曲线。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3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53A3-6009-9673-AED1-66CBC2B9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A5A1C-E2A6-4045-F458-5E455475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课后实验六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7D8EA2-DF92-012D-09CB-34EBC7F56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80" y="1283831"/>
            <a:ext cx="8075240" cy="525658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实验背景：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尝试使用基于</a:t>
            </a: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GYM</a:t>
            </a:r>
            <a:r>
              <a:rPr lang="zh-CN" altLang="en-US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构建自定义环境</a:t>
            </a: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一维导航</a:t>
            </a: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场景：智能体在一维坐标轴上（位置范围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0~9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），目标是从起点（位置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）移动到终点（位置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9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），避开中间的障碍物（位置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，进入会受罚）。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状态：当前位置（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0~9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，共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10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种离散状态）。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动作：离散动作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{0 =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左移，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 =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右移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}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，左移到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后无法再左移，右移到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9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后无法再右移。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奖励：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到达终点（位置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9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）：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+100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奖励，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episode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结束。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进入障碍物（位置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）：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-50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奖励，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episode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不结束。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其他情况：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-1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奖励（鼓励尽快到达终点）。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终止条件：到达终点或超过 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20 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步。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实验目标：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通过自定义环境构建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A2C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神经网络模型。</a:t>
            </a:r>
            <a:endParaRPr lang="en-US" altLang="zh-CN" sz="4000" b="1" dirty="0">
              <a:latin typeface="华文宋体" pitchFamily="2" charset="-122"/>
              <a:ea typeface="华文宋体" pitchFamily="2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实现</a:t>
            </a:r>
            <a:r>
              <a:rPr lang="en-US" altLang="zh-CN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A2C</a:t>
            </a:r>
            <a:r>
              <a:rPr lang="zh-CN" altLang="en-US" sz="1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训练</a:t>
            </a:r>
            <a:r>
              <a:rPr lang="zh-CN" altLang="en-US" sz="14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流程。</a:t>
            </a:r>
            <a:endParaRPr lang="en-US" altLang="zh-CN" sz="1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676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8778</TotalTime>
  <Words>354</Words>
  <Application>Microsoft Office PowerPoint</Application>
  <PresentationFormat>全屏显示(4:3)</PresentationFormat>
  <Paragraphs>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黑体</vt:lpstr>
      <vt:lpstr>华文宋体</vt:lpstr>
      <vt:lpstr>Arial</vt:lpstr>
      <vt:lpstr>Calibri</vt:lpstr>
      <vt:lpstr>Times New Roman</vt:lpstr>
      <vt:lpstr>Office 主题</vt:lpstr>
      <vt:lpstr>多智能体系统与强化学习</vt:lpstr>
      <vt:lpstr>课后实验四</vt:lpstr>
      <vt:lpstr>课后实验五</vt:lpstr>
      <vt:lpstr>课后实验六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计算思维之人工智能</dc:title>
  <dc:creator>高阳</dc:creator>
  <cp:lastModifiedBy>永铭 田</cp:lastModifiedBy>
  <cp:revision>359</cp:revision>
  <dcterms:created xsi:type="dcterms:W3CDTF">2012-05-02T00:33:57Z</dcterms:created>
  <dcterms:modified xsi:type="dcterms:W3CDTF">2025-04-21T00:50:49Z</dcterms:modified>
</cp:coreProperties>
</file>