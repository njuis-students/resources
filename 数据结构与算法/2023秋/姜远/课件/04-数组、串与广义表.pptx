
<file path=[Content_Types].xml><?xml version="1.0" encoding="utf-8"?>
<Types xmlns="http://schemas.openxmlformats.org/package/2006/content-types">
  <Default Extension="rels" ContentType="application/vnd.openxmlformats-package.relationships+xml"/>
  <Default Extension="xml" ContentType="application/xml"/>
  <Default Extension="wmf" ContentType="image/x-wmf"/>
  <Default Extension="bin" ContentType="application/vnd.openxmlformats-officedocument.oleObject"/>
  <Default Extension="png" ContentType="image/png"/>
  <Default Extension="doc" ContentType="application/msword"/>
  <Default Extension="jpeg" ContentType="image/jpeg"/>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diagrams/layout1.xml" ContentType="application/vnd.openxmlformats-officedocument.drawingml.diagramLayout+xml"/>
  <Override PartName="/ppt/diagrams/data1.xml" ContentType="application/vnd.openxmlformats-officedocument.drawingml.diagramData+xml"/>
  <Override PartName="/ppt/diagrams/drawing1.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drawings/vmlDrawing325.vml" ContentType="application/vnd.openxmlformats-officedocument.vmlDrawing"/>
  <Override PartName="/ppt/slides/slide12.xml" ContentType="application/vnd.openxmlformats-officedocument.presentationml.slide+xml"/>
  <Override PartName="/ppt/slides/slide13.xml" ContentType="application/vnd.openxmlformats-officedocument.presentationml.slide+xml"/>
  <Override PartName="/ppt/drawings/vmlDrawing326.vml" ContentType="application/vnd.openxmlformats-officedocument.vmlDrawing"/>
  <Override PartName="/ppt/slides/slide14.xml" ContentType="application/vnd.openxmlformats-officedocument.presentationml.slide+xml"/>
  <Override PartName="/ppt/drawings/vmlDrawing327.vml" ContentType="application/vnd.openxmlformats-officedocument.vmlDrawing"/>
  <Override PartName="/ppt/slides/slide15.xml" ContentType="application/vnd.openxmlformats-officedocument.presentationml.slide+xml"/>
  <Override PartName="/ppt/slides/slide16.xml" ContentType="application/vnd.openxmlformats-officedocument.presentationml.slide+xml"/>
  <Override PartName="/ppt/drawings/vmlDrawing328.vml" ContentType="application/vnd.openxmlformats-officedocument.vmlDrawing"/>
  <Override PartName="/ppt/slides/slide17.xml" ContentType="application/vnd.openxmlformats-officedocument.presentationml.slide+xml"/>
  <Override PartName="/ppt/slides/slide18.xml" ContentType="application/vnd.openxmlformats-officedocument.presentationml.slide+xml"/>
  <Override PartName="/ppt/drawings/vmlDrawing329.vml" ContentType="application/vnd.openxmlformats-officedocument.vmlDrawing"/>
  <Override PartName="/ppt/slides/slide19.xml" ContentType="application/vnd.openxmlformats-officedocument.presentationml.slide+xml"/>
  <Override PartName="/ppt/drawings/vmlDrawing330.vml" ContentType="application/vnd.openxmlformats-officedocument.vmlDrawing"/>
  <Override PartName="/ppt/slides/slide20.xml" ContentType="application/vnd.openxmlformats-officedocument.presentationml.slide+xml"/>
  <Override PartName="/ppt/drawings/vmlDrawing331.vml" ContentType="application/vnd.openxmlformats-officedocument.vmlDrawing"/>
  <Override PartName="/ppt/slides/slide21.xml" ContentType="application/vnd.openxmlformats-officedocument.presentationml.slide+xml"/>
  <Override PartName="/ppt/drawings/vmlDrawing332.vml" ContentType="application/vnd.openxmlformats-officedocument.vmlDrawing"/>
  <Override PartName="/ppt/slides/slide22.xml" ContentType="application/vnd.openxmlformats-officedocument.presentationml.slide+xml"/>
  <Override PartName="/ppt/slides/slide23.xml" ContentType="application/vnd.openxmlformats-officedocument.presentationml.slide+xml"/>
  <Override PartName="/ppt/drawings/vmlDrawing333.vml" ContentType="application/vnd.openxmlformats-officedocument.vmlDrawing"/>
  <Override PartName="/ppt/slides/slide24.xml" ContentType="application/vnd.openxmlformats-officedocument.presentationml.slide+xml"/>
  <Override PartName="/ppt/slides/slide25.xml" ContentType="application/vnd.openxmlformats-officedocument.presentationml.slide+xml"/>
  <Override PartName="/ppt/notesSlides/notesSlide1.xml" ContentType="application/vnd.openxmlformats-officedocument.presentationml.notesSlide+xml"/>
  <Override PartName="/ppt/drawings/vmlDrawing334.vml" ContentType="application/vnd.openxmlformats-officedocument.vmlDrawing"/>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drawings/vmlDrawing335.vml" ContentType="application/vnd.openxmlformats-officedocument.vmlDrawing"/>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drawings/vmlDrawing336.vml" ContentType="application/vnd.openxmlformats-officedocument.vmlDrawing"/>
  <Override PartName="/ppt/slides/slide35.xml" ContentType="application/vnd.openxmlformats-officedocument.presentationml.slide+xml"/>
  <Override PartName="/ppt/drawings/vmlDrawing337.vml" ContentType="application/vnd.openxmlformats-officedocument.vmlDrawing"/>
  <Override PartName="/ppt/slides/slide36.xml" ContentType="application/vnd.openxmlformats-officedocument.presentationml.slide+xml"/>
  <Override PartName="/ppt/drawings/vmlDrawing338.vml" ContentType="application/vnd.openxmlformats-officedocument.vmlDrawing"/>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drawings/vmlDrawing339.vml" ContentType="application/vnd.openxmlformats-officedocument.vmlDrawing"/>
  <Override PartName="/ppt/slides/slide43.xml" ContentType="application/vnd.openxmlformats-officedocument.presentationml.slide+xml"/>
  <Override PartName="/ppt/slides/slide44.xml" ContentType="application/vnd.openxmlformats-officedocument.presentationml.slide+xml"/>
  <Override PartName="/ppt/notesSlides/notesSlide2.xml" ContentType="application/vnd.openxmlformats-officedocument.presentationml.notesSlide+xml"/>
  <Override PartName="/ppt/slides/slide45.xml" ContentType="application/vnd.openxmlformats-officedocument.presentationml.slide+xml"/>
  <Override PartName="/ppt/slides/slide46.xml" ContentType="application/vnd.openxmlformats-officedocument.presentationml.slide+xml"/>
  <Override PartName="/ppt/notesSlides/notesSlide3.xml" ContentType="application/vnd.openxmlformats-officedocument.presentationml.notesSlide+xml"/>
  <Override PartName="/ppt/drawings/vmlDrawing340.vml" ContentType="application/vnd.openxmlformats-officedocument.vmlDrawing"/>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Slides/notesSlide4.xml" ContentType="application/vnd.openxmlformats-officedocument.presentationml.notes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drawings/vmlDrawing341.vml" ContentType="application/vnd.openxmlformats-officedocument.vmlDrawing"/>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Slides/notesSlide5.xml" ContentType="application/vnd.openxmlformats-officedocument.presentationml.notes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Slides/notesSlide6.xml" ContentType="application/vnd.openxmlformats-officedocument.presentationml.notes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Slides/notesSlide7.xml" ContentType="application/vnd.openxmlformats-officedocument.presentationml.notes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ink/ink31.xml" ContentType="application/inkml+xml"/>
  <Override PartName="/ppt/slides/slide101.xml" ContentType="application/vnd.openxmlformats-officedocument.presentationml.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ink/ink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drawings/vmlDrawing342.vml" ContentType="application/vnd.openxmlformats-officedocument.vmlDrawing"/>
  <Override PartName="/ppt/slides/slide107.xml" ContentType="application/vnd.openxmlformats-officedocument.presentationml.slide+xml"/>
  <Override PartName="/ppt/slides/slide108.xml" ContentType="application/vnd.openxmlformats-officedocument.presentationml.slide+xml"/>
  <Override PartName="/ppt/ink/ink32.xml" ContentType="application/inkml+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notesSlides/notesSlide8.xml" ContentType="application/vnd.openxmlformats-officedocument.presentationml.notesSlide+xml"/>
  <Override PartName="/ppt/slides/slide115.xml" ContentType="application/vnd.openxmlformats-officedocument.presentationml.slide+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Lst>
  <p:sldSz type="screen4x3" cy="6858000" cx="9144000"/>
  <p:notesSz cx="6858000" cy="9144000"/>
  <p:defaultText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defaultTextStyle>
</p:presentation>
</file>

<file path=ppt/commentAuthors.xml><?xml version="1.0" encoding="utf-8"?>
<p:cmAuthorLst xmlns:p="http://schemas.openxmlformats.org/presentationml/2006/main" xmlns:r="http://schemas.openxmlformats.org/officeDocument/2006/relationships" xmlns:a="http://schemas.openxmlformats.org/drawingml/2006/main">
  <p:cmAuthor id="1" name="Lamda" initials="L" lastIdx="1" clrIdx="0"/>
</p:cmAuthorLst>
</file>

<file path=ppt/presProps.xml><?xml version="1.0" encoding="utf-8"?>
<p:presentationPr xmlns:p="http://schemas.openxmlformats.org/presentationml/2006/main" xmlns:r="http://schemas.openxmlformats.org/officeDocument/2006/relationships" xmlns:a="http://schemas.openxmlformats.org/drawingml/2006/main">
  <p:clrMru>
    <a:srgbClr val="0066FF"/>
    <a:srgbClr val="0033CC"/>
    <a:srgbClr val="FF9900"/>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5620"/>
    <p:restoredTop sz="94660"/>
  </p:normalViewPr>
  <p:slideViewPr>
    <p:cSldViewPr snapToGrid="0">
      <p:cViewPr>
        <p:scale>
          <a:sx n="86" d="100"/>
          <a:sy n="86" d="100"/>
        </p:scale>
        <p:origin x="405" y="39"/>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slide" Target="slides/slide76.xml"/><Relationship Id="rId79" Type="http://schemas.openxmlformats.org/officeDocument/2006/relationships/slide" Target="slides/slide77.xml"/><Relationship Id="rId80"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slide" Target="slides/slide80.xml"/><Relationship Id="rId83" Type="http://schemas.openxmlformats.org/officeDocument/2006/relationships/slide" Target="slides/slide81.xml"/><Relationship Id="rId84" Type="http://schemas.openxmlformats.org/officeDocument/2006/relationships/slide" Target="slides/slide82.xml"/><Relationship Id="rId85" Type="http://schemas.openxmlformats.org/officeDocument/2006/relationships/slide" Target="slides/slide83.xml"/><Relationship Id="rId86" Type="http://schemas.openxmlformats.org/officeDocument/2006/relationships/slide" Target="slides/slide84.xml"/><Relationship Id="rId87" Type="http://schemas.openxmlformats.org/officeDocument/2006/relationships/slide" Target="slides/slide85.xml"/><Relationship Id="rId88" Type="http://schemas.openxmlformats.org/officeDocument/2006/relationships/slide" Target="slides/slide86.xml"/><Relationship Id="rId89" Type="http://schemas.openxmlformats.org/officeDocument/2006/relationships/slide" Target="slides/slide87.xml"/><Relationship Id="rId90" Type="http://schemas.openxmlformats.org/officeDocument/2006/relationships/slide" Target="slides/slide88.xml"/><Relationship Id="rId91" Type="http://schemas.openxmlformats.org/officeDocument/2006/relationships/slide" Target="slides/slide89.xml"/><Relationship Id="rId92" Type="http://schemas.openxmlformats.org/officeDocument/2006/relationships/slide" Target="slides/slide90.xml"/><Relationship Id="rId93" Type="http://schemas.openxmlformats.org/officeDocument/2006/relationships/slide" Target="slides/slide91.xml"/><Relationship Id="rId94" Type="http://schemas.openxmlformats.org/officeDocument/2006/relationships/slide" Target="slides/slide92.xml"/><Relationship Id="rId95" Type="http://schemas.openxmlformats.org/officeDocument/2006/relationships/slide" Target="slides/slide93.xml"/><Relationship Id="rId96" Type="http://schemas.openxmlformats.org/officeDocument/2006/relationships/slide" Target="slides/slide94.xml"/><Relationship Id="rId97" Type="http://schemas.openxmlformats.org/officeDocument/2006/relationships/slide" Target="slides/slide95.xml"/><Relationship Id="rId98" Type="http://schemas.openxmlformats.org/officeDocument/2006/relationships/slide" Target="slides/slide96.xml"/><Relationship Id="rId99" Type="http://schemas.openxmlformats.org/officeDocument/2006/relationships/slide" Target="slides/slide97.xml"/><Relationship Id="rId100" Type="http://schemas.openxmlformats.org/officeDocument/2006/relationships/slide" Target="slides/slide98.xml"/><Relationship Id="rId101" Type="http://schemas.openxmlformats.org/officeDocument/2006/relationships/slide" Target="slides/slide99.xml"/><Relationship Id="rId102" Type="http://schemas.openxmlformats.org/officeDocument/2006/relationships/slide" Target="slides/slide100.xml"/><Relationship Id="rId103" Type="http://schemas.openxmlformats.org/officeDocument/2006/relationships/slide" Target="slides/slide101.xml"/><Relationship Id="rId104" Type="http://schemas.openxmlformats.org/officeDocument/2006/relationships/slide" Target="slides/slide102.xml"/><Relationship Id="rId105" Type="http://schemas.openxmlformats.org/officeDocument/2006/relationships/slide" Target="slides/slide103.xml"/><Relationship Id="rId106" Type="http://schemas.openxmlformats.org/officeDocument/2006/relationships/slide" Target="slides/slide104.xml"/><Relationship Id="rId107" Type="http://schemas.openxmlformats.org/officeDocument/2006/relationships/slide" Target="slides/slide105.xml"/><Relationship Id="rId108" Type="http://schemas.openxmlformats.org/officeDocument/2006/relationships/slide" Target="slides/slide106.xml"/><Relationship Id="rId109" Type="http://schemas.openxmlformats.org/officeDocument/2006/relationships/slide" Target="slides/slide107.xml"/><Relationship Id="rId110" Type="http://schemas.openxmlformats.org/officeDocument/2006/relationships/slide" Target="slides/slide108.xml"/><Relationship Id="rId111" Type="http://schemas.openxmlformats.org/officeDocument/2006/relationships/slide" Target="slides/slide109.xml"/><Relationship Id="rId112" Type="http://schemas.openxmlformats.org/officeDocument/2006/relationships/slide" Target="slides/slide110.xml"/><Relationship Id="rId113" Type="http://schemas.openxmlformats.org/officeDocument/2006/relationships/slide" Target="slides/slide111.xml"/><Relationship Id="rId114" Type="http://schemas.openxmlformats.org/officeDocument/2006/relationships/slide" Target="slides/slide112.xml"/><Relationship Id="rId115" Type="http://schemas.openxmlformats.org/officeDocument/2006/relationships/slide" Target="slides/slide113.xml"/><Relationship Id="rId116" Type="http://schemas.openxmlformats.org/officeDocument/2006/relationships/slide" Target="slides/slide114.xml"/><Relationship Id="rId117" Type="http://schemas.openxmlformats.org/officeDocument/2006/relationships/slide" Target="slides/slide115.xml"/><Relationship Id="rId118" Type="http://schemas.openxmlformats.org/officeDocument/2006/relationships/slide" Target="slides/slide116.xml"/><Relationship Id="rId119" Type="http://schemas.openxmlformats.org/officeDocument/2006/relationships/slide" Target="slides/slide117.xml"/><Relationship Id="rId120" Type="http://schemas.openxmlformats.org/officeDocument/2006/relationships/slide" Target="slides/slide118.xml"/><Relationship Id="rId121" Type="http://schemas.openxmlformats.org/officeDocument/2006/relationships/slide" Target="slides/slide119.xml"/><Relationship Id="rId122" Type="http://schemas.openxmlformats.org/officeDocument/2006/relationships/slide" Target="slides/slide120.xml"/><Relationship Id="rId123" Type="http://schemas.openxmlformats.org/officeDocument/2006/relationships/slide" Target="slides/slide121.xml"/><Relationship Id="rId124" Type="http://schemas.openxmlformats.org/officeDocument/2006/relationships/slide" Target="slides/slide122.xml"/><Relationship Id="rId125" Type="http://schemas.openxmlformats.org/officeDocument/2006/relationships/slide" Target="slides/slide123.xml"/><Relationship Id="rId126" Type="http://schemas.openxmlformats.org/officeDocument/2006/relationships/slide" Target="slides/slide124.xml"/><Relationship Id="rId127" Type="http://schemas.openxmlformats.org/officeDocument/2006/relationships/slide" Target="slides/slide125.xml"/><Relationship Id="rId128" Type="http://schemas.openxmlformats.org/officeDocument/2006/relationships/slide" Target="slides/slide126.xml"/><Relationship Id="rId129" Type="http://schemas.openxmlformats.org/officeDocument/2006/relationships/slide" Target="slides/slide127.xml"/><Relationship Id="rId130" Type="http://schemas.openxmlformats.org/officeDocument/2006/relationships/slide" Target="slides/slide128.xml"/><Relationship Id="rId131" Type="http://schemas.openxmlformats.org/officeDocument/2006/relationships/slide" Target="slides/slide129.xml"/><Relationship Id="rId132" Type="http://schemas.openxmlformats.org/officeDocument/2006/relationships/slide" Target="slides/slide130.xml"/><Relationship Id="rId133" Type="http://schemas.openxmlformats.org/officeDocument/2006/relationships/slide" Target="slides/slide131.xml"/><Relationship Id="rId134" Type="http://schemas.openxmlformats.org/officeDocument/2006/relationships/slide" Target="slides/slide132.xml"/><Relationship Id="rId135" Type="http://schemas.openxmlformats.org/officeDocument/2006/relationships/tableStyles" Target="tableStyles.xml"/><Relationship Id="rId136" Type="http://schemas.openxmlformats.org/officeDocument/2006/relationships/presProps" Target="presProps.xml"/><Relationship Id="rId137" Type="http://schemas.openxmlformats.org/officeDocument/2006/relationships/viewProps" Target="viewProps.xml"/><Relationship Id="rId138" Type="http://schemas.openxmlformats.org/officeDocument/2006/relationships/commentAuthors" Target="commentAuthors.xml"/><Relationship Id="rId139"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9EC83A-AF59-4254-A540-3CBD54CD78F9}" type="doc">
      <dgm:prSet loTypeId="urn:microsoft.com/office/officeart/2008/layout/HorizontalMultiLevelHierarchy" loCatId="hierarchy" qsTypeId="urn:microsoft.com/office/officeart/2005/8/quickstyle/simple3" qsCatId="simple" csTypeId="urn:microsoft.com/office/officeart/2005/8/colors/accent1_2" csCatId="accent1" phldr="1"/>
      <dgm:spPr/>
      <dgm:t>
        <a:bodyPr/>
        <a:lstStyle/>
        <a:p>
          <a:endParaRPr lang="zh-CN" altLang="en-US"/>
        </a:p>
      </dgm:t>
    </dgm:pt>
    <dgm:pt modelId="{B82CCB28-A450-433B-8097-B8A81D25A035}">
      <dgm:prSet phldrT="[文本]"/>
      <dgm:spPr/>
      <dgm:t>
        <a:bodyPr vert="vert"/>
        <a:lstStyle/>
        <a:p>
          <a:r>
            <a:rPr lang="zh-CN" altLang="en-US" dirty="0"/>
            <a:t>数组</a:t>
          </a:r>
          <a:endParaRPr lang="en-US" altLang="zh-CN" dirty="0"/>
        </a:p>
        <a:p>
          <a:r>
            <a:rPr lang="en-US" altLang="zh-CN" dirty="0"/>
            <a:t>/</a:t>
          </a:r>
        </a:p>
        <a:p>
          <a:r>
            <a:rPr lang="zh-CN" altLang="en-US" dirty="0"/>
            <a:t>串</a:t>
          </a:r>
          <a:endParaRPr lang="en-US" altLang="zh-CN" dirty="0"/>
        </a:p>
        <a:p>
          <a:r>
            <a:rPr lang="en-US" altLang="zh-CN" dirty="0"/>
            <a:t>/</a:t>
          </a:r>
        </a:p>
        <a:p>
          <a:r>
            <a:rPr lang="zh-CN" altLang="en-US" dirty="0"/>
            <a:t>广义表</a:t>
          </a:r>
        </a:p>
      </dgm:t>
    </dgm:pt>
    <dgm:pt modelId="{73549F61-51E9-4EDE-97A8-04AA03569863}" type="parTrans" cxnId="{44DC7674-4A07-493B-A218-DD230FB9A030}">
      <dgm:prSet/>
      <dgm:spPr/>
      <dgm:t>
        <a:bodyPr/>
        <a:lstStyle/>
        <a:p>
          <a:endParaRPr lang="zh-CN" altLang="en-US"/>
        </a:p>
      </dgm:t>
    </dgm:pt>
    <dgm:pt modelId="{B56DE62E-0A9A-4C31-AAB4-FD08FD4519F8}" type="sibTrans" cxnId="{44DC7674-4A07-493B-A218-DD230FB9A030}">
      <dgm:prSet/>
      <dgm:spPr/>
      <dgm:t>
        <a:bodyPr/>
        <a:lstStyle/>
        <a:p>
          <a:endParaRPr lang="zh-CN" altLang="en-US"/>
        </a:p>
      </dgm:t>
    </dgm:pt>
    <dgm:pt modelId="{A8415E80-0C45-4582-8FB3-DC8F93E575CE}">
      <dgm:prSet phldrT="[文本]"/>
      <dgm:spPr/>
      <dgm:t>
        <a:bodyPr/>
        <a:lstStyle/>
        <a:p>
          <a:r>
            <a:rPr lang="zh-CN" altLang="en-US" dirty="0"/>
            <a:t>数组</a:t>
          </a:r>
        </a:p>
      </dgm:t>
    </dgm:pt>
    <dgm:pt modelId="{9265D78F-F6E1-417F-A772-F2A5C4511A66}" type="sibTrans" cxnId="{26C8D4F9-64F6-4B15-B640-733DB864F0F4}">
      <dgm:prSet/>
      <dgm:spPr/>
      <dgm:t>
        <a:bodyPr/>
        <a:lstStyle/>
        <a:p>
          <a:endParaRPr lang="zh-CN" altLang="en-US"/>
        </a:p>
      </dgm:t>
    </dgm:pt>
    <dgm:pt modelId="{14879AA1-7FEE-440A-A0CB-29C2803FFBB1}" type="parTrans" cxnId="{26C8D4F9-64F6-4B15-B640-733DB864F0F4}">
      <dgm:prSet/>
      <dgm:spPr/>
      <dgm:t>
        <a:bodyPr/>
        <a:lstStyle/>
        <a:p>
          <a:endParaRPr lang="zh-CN" altLang="en-US"/>
        </a:p>
      </dgm:t>
    </dgm:pt>
    <dgm:pt modelId="{4ECFF0AE-6DDC-4351-B36B-8E9534D82B50}">
      <dgm:prSet phldrT="[文本]"/>
      <dgm:spPr/>
      <dgm:t>
        <a:bodyPr/>
        <a:lstStyle/>
        <a:p>
          <a:r>
            <a:rPr lang="zh-CN" altLang="en-US" dirty="0"/>
            <a:t>串（字符串）</a:t>
          </a:r>
        </a:p>
      </dgm:t>
    </dgm:pt>
    <dgm:pt modelId="{A1B175EB-7C65-4869-BC58-F462B9C330A2}" type="sibTrans" cxnId="{D5797AF1-FA6D-4A18-8365-B98AE2BB3895}">
      <dgm:prSet/>
      <dgm:spPr/>
      <dgm:t>
        <a:bodyPr/>
        <a:lstStyle/>
        <a:p>
          <a:endParaRPr lang="zh-CN" altLang="en-US"/>
        </a:p>
      </dgm:t>
    </dgm:pt>
    <dgm:pt modelId="{C1B5ABC6-B975-4101-BA63-514B2117D731}" type="parTrans" cxnId="{D5797AF1-FA6D-4A18-8365-B98AE2BB3895}">
      <dgm:prSet/>
      <dgm:spPr/>
      <dgm:t>
        <a:bodyPr/>
        <a:lstStyle/>
        <a:p>
          <a:endParaRPr lang="zh-CN" altLang="en-US"/>
        </a:p>
      </dgm:t>
    </dgm:pt>
    <dgm:pt modelId="{D72CCC58-482D-4CB2-9DE6-BD2BEEA28B72}">
      <dgm:prSet phldrT="[文本]"/>
      <dgm:spPr/>
      <dgm:t>
        <a:bodyPr/>
        <a:lstStyle/>
        <a:p>
          <a:r>
            <a:rPr lang="zh-CN" altLang="en-US" dirty="0"/>
            <a:t>广义表</a:t>
          </a:r>
        </a:p>
      </dgm:t>
    </dgm:pt>
    <dgm:pt modelId="{63FDDC73-EA00-453F-95B1-28E2FEDBDC7D}" type="sibTrans" cxnId="{609551F9-220E-47DD-A3D7-AA46B22D52B6}">
      <dgm:prSet/>
      <dgm:spPr/>
      <dgm:t>
        <a:bodyPr/>
        <a:lstStyle/>
        <a:p>
          <a:endParaRPr lang="zh-CN" altLang="en-US"/>
        </a:p>
      </dgm:t>
    </dgm:pt>
    <dgm:pt modelId="{36A7E2F0-52F9-462C-92F4-8E89D3176C5F}" type="parTrans" cxnId="{609551F9-220E-47DD-A3D7-AA46B22D52B6}">
      <dgm:prSet/>
      <dgm:spPr/>
      <dgm:t>
        <a:bodyPr/>
        <a:lstStyle/>
        <a:p>
          <a:endParaRPr lang="zh-CN" altLang="en-US"/>
        </a:p>
      </dgm:t>
    </dgm:pt>
    <dgm:pt modelId="{764F9D96-D82A-49AB-8F34-94402076D185}">
      <dgm:prSet custT="1">
        <dgm:style>
          <a:lnRef idx="1">
            <a:schemeClr val="accent3"/>
          </a:lnRef>
          <a:fillRef idx="2">
            <a:schemeClr val="accent3"/>
          </a:fillRef>
          <a:effectRef idx="1">
            <a:schemeClr val="accent3"/>
          </a:effectRef>
          <a:fontRef idx="minor">
            <a:schemeClr val="dk1"/>
          </a:fontRef>
        </dgm:style>
      </dgm:prSet>
      <dgm:spPr>
        <a:ln/>
      </dgm:spPr>
      <dgm:t>
        <a:bodyPr spcFirstLastPara="0" vert="horz" wrap="square" lIns="8255" tIns="8255" rIns="8255" bIns="8255" numCol="1" spcCol="1270" anchor="ctr" anchorCtr="0"/>
        <a:lstStyle/>
        <a:p>
          <a:pPr marL="0" lvl="0" indent="0" algn="ctr" defTabSz="577850">
            <a:lnSpc>
              <a:spcPct val="90000"/>
            </a:lnSpc>
            <a:spcBef>
              <a:spcPct val="0"/>
            </a:spcBef>
            <a:spcAft>
              <a:spcPct val="35000"/>
            </a:spcAft>
            <a:buNone/>
          </a:pPr>
          <a:r>
            <a:rPr lang="zh-CN" altLang="en-US" sz="1300" kern="1200" dirty="0">
              <a:solidFill>
                <a:prstClr val="black"/>
              </a:solidFill>
              <a:latin typeface="Calibri" panose="020F0502020204030204"/>
              <a:ea typeface="等线" panose="02010600030101010101" pitchFamily="2" charset="-122"/>
              <a:cs typeface="+mn-cs"/>
            </a:rPr>
            <a:t>存储表示</a:t>
          </a:r>
        </a:p>
      </dgm:t>
    </dgm:pt>
    <dgm:pt modelId="{0E9AA06A-C31E-4E2F-95CD-0DFE2AAE018D}" type="parTrans" cxnId="{C9A0ABBF-B3CC-4599-B5D1-4635FA5726A4}">
      <dgm:prSet/>
      <dgm:spPr/>
      <dgm:t>
        <a:bodyPr/>
        <a:lstStyle/>
        <a:p>
          <a:endParaRPr lang="zh-CN" altLang="en-US"/>
        </a:p>
      </dgm:t>
    </dgm:pt>
    <dgm:pt modelId="{5A5CB626-B64B-44A5-B4F5-FD66E78F0E34}" type="sibTrans" cxnId="{C9A0ABBF-B3CC-4599-B5D1-4635FA5726A4}">
      <dgm:prSet/>
      <dgm:spPr/>
      <dgm:t>
        <a:bodyPr/>
        <a:lstStyle/>
        <a:p>
          <a:endParaRPr lang="zh-CN" altLang="en-US"/>
        </a:p>
      </dgm:t>
    </dgm:pt>
    <dgm:pt modelId="{F341A014-1481-40EF-89AB-C67467C98E34}">
      <dgm:prSet custT="1">
        <dgm:style>
          <a:lnRef idx="1">
            <a:schemeClr val="accent3"/>
          </a:lnRef>
          <a:fillRef idx="2">
            <a:schemeClr val="accent3"/>
          </a:fillRef>
          <a:effectRef idx="1">
            <a:schemeClr val="accent3"/>
          </a:effectRef>
          <a:fontRef idx="minor">
            <a:schemeClr val="dk1"/>
          </a:fontRef>
        </dgm:style>
      </dgm:prSet>
      <dgm:spPr>
        <a:ln/>
      </dgm:spPr>
      <dgm:t>
        <a:bodyPr spcFirstLastPara="0" vert="horz" wrap="square" lIns="8255" tIns="8255" rIns="8255" bIns="8255" numCol="1" spcCol="1270" anchor="ctr" anchorCtr="0"/>
        <a:lstStyle/>
        <a:p>
          <a:pPr marL="0" lvl="0" indent="0" algn="ctr" defTabSz="577850">
            <a:lnSpc>
              <a:spcPct val="90000"/>
            </a:lnSpc>
            <a:spcBef>
              <a:spcPct val="0"/>
            </a:spcBef>
            <a:spcAft>
              <a:spcPct val="35000"/>
            </a:spcAft>
            <a:buNone/>
          </a:pPr>
          <a:r>
            <a:rPr lang="zh-CN" altLang="en-US" sz="1300" kern="1200" dirty="0">
              <a:solidFill>
                <a:prstClr val="black"/>
              </a:solidFill>
              <a:latin typeface="Calibri" panose="020F0502020204030204"/>
              <a:ea typeface="等线" panose="02010600030101010101" pitchFamily="2" charset="-122"/>
              <a:cs typeface="+mn-cs"/>
            </a:rPr>
            <a:t>取表头表尾</a:t>
          </a:r>
        </a:p>
      </dgm:t>
    </dgm:pt>
    <dgm:pt modelId="{E5AD0E79-FDC6-417B-9595-A49214F24C8A}" type="parTrans" cxnId="{C9508321-8B96-4B07-BDFC-3A98741CF47F}">
      <dgm:prSet/>
      <dgm:spPr/>
      <dgm:t>
        <a:bodyPr/>
        <a:lstStyle/>
        <a:p>
          <a:endParaRPr lang="zh-CN" altLang="en-US"/>
        </a:p>
      </dgm:t>
    </dgm:pt>
    <dgm:pt modelId="{B10B5951-37B7-4760-B664-B8C77463797F}" type="sibTrans" cxnId="{C9508321-8B96-4B07-BDFC-3A98741CF47F}">
      <dgm:prSet/>
      <dgm:spPr/>
      <dgm:t>
        <a:bodyPr/>
        <a:lstStyle/>
        <a:p>
          <a:endParaRPr lang="zh-CN" altLang="en-US"/>
        </a:p>
      </dgm:t>
    </dgm:pt>
    <dgm:pt modelId="{3AC99315-2086-4C7F-B8D3-A974F28ABAC9}">
      <dgm:prSet>
        <dgm:style>
          <a:lnRef idx="1">
            <a:schemeClr val="accent6"/>
          </a:lnRef>
          <a:fillRef idx="2">
            <a:schemeClr val="accent6"/>
          </a:fillRef>
          <a:effectRef idx="1">
            <a:schemeClr val="accent6"/>
          </a:effectRef>
          <a:fontRef idx="minor">
            <a:schemeClr val="dk1"/>
          </a:fontRef>
        </dgm:style>
      </dgm:prSet>
      <dgm:spPr/>
      <dgm:t>
        <a:bodyPr/>
        <a:lstStyle/>
        <a:p>
          <a:r>
            <a:rPr lang="zh-CN" altLang="en-US" dirty="0"/>
            <a:t>基本操作</a:t>
          </a:r>
        </a:p>
      </dgm:t>
    </dgm:pt>
    <dgm:pt modelId="{C401E500-7339-4406-A6FA-D7F46774BBD6}" type="parTrans" cxnId="{721BF058-E814-466E-B567-2600512102B6}">
      <dgm:prSet/>
      <dgm:spPr/>
      <dgm:t>
        <a:bodyPr/>
        <a:lstStyle/>
        <a:p>
          <a:endParaRPr lang="zh-CN" altLang="en-US"/>
        </a:p>
      </dgm:t>
    </dgm:pt>
    <dgm:pt modelId="{75A70204-08F8-4135-ACA4-0F8A189C049D}" type="sibTrans" cxnId="{721BF058-E814-466E-B567-2600512102B6}">
      <dgm:prSet/>
      <dgm:spPr/>
      <dgm:t>
        <a:bodyPr/>
        <a:lstStyle/>
        <a:p>
          <a:endParaRPr lang="zh-CN" altLang="en-US"/>
        </a:p>
      </dgm:t>
    </dgm:pt>
    <dgm:pt modelId="{8DEBB55C-08C2-4B9E-B9B0-80419832A4E4}">
      <dgm:prSet>
        <dgm:style>
          <a:lnRef idx="1">
            <a:schemeClr val="accent6"/>
          </a:lnRef>
          <a:fillRef idx="2">
            <a:schemeClr val="accent6"/>
          </a:fillRef>
          <a:effectRef idx="1">
            <a:schemeClr val="accent6"/>
          </a:effectRef>
          <a:fontRef idx="minor">
            <a:schemeClr val="dk1"/>
          </a:fontRef>
        </dgm:style>
      </dgm:prSet>
      <dgm:spPr/>
      <dgm:t>
        <a:bodyPr/>
        <a:lstStyle/>
        <a:p>
          <a:r>
            <a:rPr lang="zh-CN" altLang="en-US" dirty="0"/>
            <a:t>取子串操作</a:t>
          </a:r>
        </a:p>
      </dgm:t>
    </dgm:pt>
    <dgm:pt modelId="{B101BD44-A231-49D1-98BF-0A3C07F744DD}" type="parTrans" cxnId="{C71CF4FF-16D8-4744-BCE2-435112D0EC17}">
      <dgm:prSet/>
      <dgm:spPr/>
      <dgm:t>
        <a:bodyPr/>
        <a:lstStyle/>
        <a:p>
          <a:endParaRPr lang="zh-CN" altLang="en-US"/>
        </a:p>
      </dgm:t>
    </dgm:pt>
    <dgm:pt modelId="{A9DD3ECE-A1D2-4272-A27D-8CA8FAE64155}" type="sibTrans" cxnId="{C71CF4FF-16D8-4744-BCE2-435112D0EC17}">
      <dgm:prSet/>
      <dgm:spPr/>
      <dgm:t>
        <a:bodyPr/>
        <a:lstStyle/>
        <a:p>
          <a:endParaRPr lang="zh-CN" altLang="en-US"/>
        </a:p>
      </dgm:t>
    </dgm:pt>
    <dgm:pt modelId="{51002C2C-F2E3-4636-B7CF-834C102647DF}">
      <dgm:prSet>
        <dgm:style>
          <a:lnRef idx="1">
            <a:schemeClr val="accent4"/>
          </a:lnRef>
          <a:fillRef idx="2">
            <a:schemeClr val="accent4"/>
          </a:fillRef>
          <a:effectRef idx="1">
            <a:schemeClr val="accent4"/>
          </a:effectRef>
          <a:fontRef idx="minor">
            <a:schemeClr val="dk1"/>
          </a:fontRef>
        </dgm:style>
      </dgm:prSet>
      <dgm:spPr/>
      <dgm:t>
        <a:bodyPr/>
        <a:lstStyle/>
        <a:p>
          <a:r>
            <a:rPr lang="zh-CN" altLang="en-US" dirty="0"/>
            <a:t>多维数组</a:t>
          </a:r>
        </a:p>
      </dgm:t>
    </dgm:pt>
    <dgm:pt modelId="{D3988862-9627-46F1-A298-1DD7C976FA2A}" type="parTrans" cxnId="{5762ABB9-F044-43AF-B19F-2D4540737045}">
      <dgm:prSet/>
      <dgm:spPr/>
      <dgm:t>
        <a:bodyPr/>
        <a:lstStyle/>
        <a:p>
          <a:endParaRPr lang="zh-CN" altLang="en-US"/>
        </a:p>
      </dgm:t>
    </dgm:pt>
    <dgm:pt modelId="{F03018C3-8D55-4CA7-8FD2-2D8F304DC5AB}" type="sibTrans" cxnId="{5762ABB9-F044-43AF-B19F-2D4540737045}">
      <dgm:prSet/>
      <dgm:spPr/>
      <dgm:t>
        <a:bodyPr/>
        <a:lstStyle/>
        <a:p>
          <a:endParaRPr lang="zh-CN" altLang="en-US"/>
        </a:p>
      </dgm:t>
    </dgm:pt>
    <dgm:pt modelId="{043D4455-0ACF-4964-BDB2-E8E13BA9FAEB}">
      <dgm:prSet>
        <dgm:style>
          <a:lnRef idx="1">
            <a:schemeClr val="accent4"/>
          </a:lnRef>
          <a:fillRef idx="2">
            <a:schemeClr val="accent4"/>
          </a:fillRef>
          <a:effectRef idx="1">
            <a:schemeClr val="accent4"/>
          </a:effectRef>
          <a:fontRef idx="minor">
            <a:schemeClr val="dk1"/>
          </a:fontRef>
        </dgm:style>
      </dgm:prSet>
      <dgm:spPr/>
      <dgm:t>
        <a:bodyPr/>
        <a:lstStyle/>
        <a:p>
          <a:r>
            <a:rPr lang="zh-CN" altLang="en-US" dirty="0"/>
            <a:t>特殊矩阵</a:t>
          </a:r>
        </a:p>
      </dgm:t>
    </dgm:pt>
    <dgm:pt modelId="{A12D656C-9672-4B11-8D36-FF735DDB6973}" type="parTrans" cxnId="{81AA73DB-9859-42E5-8448-2786AC7ABDD5}">
      <dgm:prSet/>
      <dgm:spPr/>
      <dgm:t>
        <a:bodyPr/>
        <a:lstStyle/>
        <a:p>
          <a:endParaRPr lang="zh-CN" altLang="en-US"/>
        </a:p>
      </dgm:t>
    </dgm:pt>
    <dgm:pt modelId="{33FB5423-C028-43A0-A488-7FED458B4F50}" type="sibTrans" cxnId="{81AA73DB-9859-42E5-8448-2786AC7ABDD5}">
      <dgm:prSet/>
      <dgm:spPr/>
      <dgm:t>
        <a:bodyPr/>
        <a:lstStyle/>
        <a:p>
          <a:endParaRPr lang="zh-CN" altLang="en-US"/>
        </a:p>
      </dgm:t>
    </dgm:pt>
    <dgm:pt modelId="{D8A8315A-2731-4B99-9535-86048E62BDFA}">
      <dgm:prSet>
        <dgm:style>
          <a:lnRef idx="1">
            <a:schemeClr val="accent3"/>
          </a:lnRef>
          <a:fillRef idx="2">
            <a:schemeClr val="accent3"/>
          </a:fillRef>
          <a:effectRef idx="1">
            <a:schemeClr val="accent3"/>
          </a:effectRef>
          <a:fontRef idx="minor">
            <a:schemeClr val="dk1"/>
          </a:fontRef>
        </dgm:style>
      </dgm:prSet>
      <dgm:spPr/>
      <dgm:t>
        <a:bodyPr/>
        <a:lstStyle/>
        <a:p>
          <a:r>
            <a:rPr lang="zh-CN" altLang="en-US" dirty="0"/>
            <a:t>二维、三维等</a:t>
          </a:r>
        </a:p>
      </dgm:t>
    </dgm:pt>
    <dgm:pt modelId="{C882DB23-F561-47AF-983B-976967EA42A5}" type="parTrans" cxnId="{1D25BF61-D6AE-4E0B-9B07-9EEA5173B779}">
      <dgm:prSet/>
      <dgm:spPr/>
      <dgm:t>
        <a:bodyPr/>
        <a:lstStyle/>
        <a:p>
          <a:endParaRPr lang="zh-CN" altLang="en-US"/>
        </a:p>
      </dgm:t>
    </dgm:pt>
    <dgm:pt modelId="{7B95D76C-50E6-440C-B43C-09B9C09CD1B9}" type="sibTrans" cxnId="{1D25BF61-D6AE-4E0B-9B07-9EEA5173B779}">
      <dgm:prSet/>
      <dgm:spPr/>
      <dgm:t>
        <a:bodyPr/>
        <a:lstStyle/>
        <a:p>
          <a:endParaRPr lang="zh-CN" altLang="en-US"/>
        </a:p>
      </dgm:t>
    </dgm:pt>
    <dgm:pt modelId="{E46D7F1A-E20C-4DA5-89C2-F7ECA35B2720}">
      <dgm:prSet>
        <dgm:style>
          <a:lnRef idx="1">
            <a:schemeClr val="accent4"/>
          </a:lnRef>
          <a:fillRef idx="2">
            <a:schemeClr val="accent4"/>
          </a:fillRef>
          <a:effectRef idx="1">
            <a:schemeClr val="accent4"/>
          </a:effectRef>
          <a:fontRef idx="minor">
            <a:schemeClr val="dk1"/>
          </a:fontRef>
        </dgm:style>
      </dgm:prSet>
      <dgm:spPr/>
      <dgm:t>
        <a:bodyPr/>
        <a:lstStyle/>
        <a:p>
          <a:r>
            <a:rPr lang="zh-CN" altLang="en-US" dirty="0"/>
            <a:t>稀疏矩阵</a:t>
          </a:r>
        </a:p>
      </dgm:t>
    </dgm:pt>
    <dgm:pt modelId="{06A0319B-8CB0-47BE-B07B-9A604D2EE872}" type="parTrans" cxnId="{95D28BCE-6777-4D15-864C-0C612598CCFC}">
      <dgm:prSet/>
      <dgm:spPr/>
      <dgm:t>
        <a:bodyPr/>
        <a:lstStyle/>
        <a:p>
          <a:endParaRPr lang="zh-CN" altLang="en-US"/>
        </a:p>
      </dgm:t>
    </dgm:pt>
    <dgm:pt modelId="{749DCC8F-4E49-4CBF-AD81-6A39747D7045}" type="sibTrans" cxnId="{95D28BCE-6777-4D15-864C-0C612598CCFC}">
      <dgm:prSet/>
      <dgm:spPr/>
      <dgm:t>
        <a:bodyPr/>
        <a:lstStyle/>
        <a:p>
          <a:endParaRPr lang="zh-CN" altLang="en-US"/>
        </a:p>
      </dgm:t>
    </dgm:pt>
    <dgm:pt modelId="{2941879F-E613-45BB-9966-D4D41B33ACC0}">
      <dgm:prSet>
        <dgm:style>
          <a:lnRef idx="1">
            <a:schemeClr val="accent3"/>
          </a:lnRef>
          <a:fillRef idx="2">
            <a:schemeClr val="accent3"/>
          </a:fillRef>
          <a:effectRef idx="1">
            <a:schemeClr val="accent3"/>
          </a:effectRef>
          <a:fontRef idx="minor">
            <a:schemeClr val="dk1"/>
          </a:fontRef>
        </dgm:style>
      </dgm:prSet>
      <dgm:spPr>
        <a:ln/>
      </dgm:spPr>
      <dgm:t>
        <a:bodyPr spcFirstLastPara="0" vert="horz" wrap="square" lIns="10795" tIns="10795" rIns="10795" bIns="10795" numCol="1" spcCol="1270" anchor="ctr" anchorCtr="0"/>
        <a:lstStyle/>
        <a:p>
          <a:r>
            <a:rPr lang="zh-CN" altLang="en-US" dirty="0"/>
            <a:t>三元组表示</a:t>
          </a:r>
        </a:p>
      </dgm:t>
    </dgm:pt>
    <dgm:pt modelId="{9B49D014-5CA9-4280-AAC2-869DEB91EBE8}" type="parTrans" cxnId="{68B35879-AABE-4B63-B07F-57D62752E9A7}">
      <dgm:prSet/>
      <dgm:spPr/>
      <dgm:t>
        <a:bodyPr/>
        <a:lstStyle/>
        <a:p>
          <a:endParaRPr lang="zh-CN" altLang="en-US"/>
        </a:p>
      </dgm:t>
    </dgm:pt>
    <dgm:pt modelId="{ADF7B97B-1577-4FFF-9490-22F7CF5A147E}" type="sibTrans" cxnId="{68B35879-AABE-4B63-B07F-57D62752E9A7}">
      <dgm:prSet/>
      <dgm:spPr/>
      <dgm:t>
        <a:bodyPr/>
        <a:lstStyle/>
        <a:p>
          <a:endParaRPr lang="zh-CN" altLang="en-US"/>
        </a:p>
      </dgm:t>
    </dgm:pt>
    <dgm:pt modelId="{5906402F-59E9-42AC-998C-9A31071F2704}">
      <dgm:prSet custT="1">
        <dgm:style>
          <a:lnRef idx="1">
            <a:schemeClr val="accent3"/>
          </a:lnRef>
          <a:fillRef idx="2">
            <a:schemeClr val="accent3"/>
          </a:fillRef>
          <a:effectRef idx="1">
            <a:schemeClr val="accent3"/>
          </a:effectRef>
          <a:fontRef idx="minor">
            <a:schemeClr val="dk1"/>
          </a:fontRef>
        </dgm:style>
      </dgm:prSet>
      <dgm:spPr>
        <a:ln/>
      </dgm:spPr>
      <dgm:t>
        <a:bodyPr spcFirstLastPara="0" vert="horz" wrap="square" lIns="10795" tIns="10795" rIns="10795" bIns="10795" numCol="1" spcCol="1270" anchor="ctr" anchorCtr="0"/>
        <a:lstStyle/>
        <a:p>
          <a:pPr marL="0" lvl="0" indent="0" algn="ctr" defTabSz="755650">
            <a:lnSpc>
              <a:spcPct val="90000"/>
            </a:lnSpc>
            <a:spcBef>
              <a:spcPct val="0"/>
            </a:spcBef>
            <a:spcAft>
              <a:spcPct val="35000"/>
            </a:spcAft>
            <a:buNone/>
          </a:pPr>
          <a:r>
            <a:rPr lang="zh-CN" altLang="en-US" sz="1300" kern="1200" dirty="0">
              <a:solidFill>
                <a:prstClr val="black"/>
              </a:solidFill>
              <a:latin typeface="Calibri" panose="020F0502020204030204"/>
              <a:ea typeface="等线" panose="02010600030101010101" pitchFamily="2" charset="-122"/>
              <a:cs typeface="+mn-cs"/>
            </a:rPr>
            <a:t>对称矩阵</a:t>
          </a:r>
        </a:p>
      </dgm:t>
    </dgm:pt>
    <dgm:pt modelId="{5C4E3F0C-93FC-41B7-88EC-C79DA46071F0}" type="parTrans" cxnId="{09DDE8B6-E493-4EDE-B77F-4548039F862E}">
      <dgm:prSet/>
      <dgm:spPr/>
      <dgm:t>
        <a:bodyPr/>
        <a:lstStyle/>
        <a:p>
          <a:endParaRPr lang="zh-CN" altLang="en-US"/>
        </a:p>
      </dgm:t>
    </dgm:pt>
    <dgm:pt modelId="{8A7F1D2A-39D0-4A9A-891C-F17F94273FB4}" type="sibTrans" cxnId="{09DDE8B6-E493-4EDE-B77F-4548039F862E}">
      <dgm:prSet/>
      <dgm:spPr/>
      <dgm:t>
        <a:bodyPr/>
        <a:lstStyle/>
        <a:p>
          <a:endParaRPr lang="zh-CN" altLang="en-US"/>
        </a:p>
      </dgm:t>
    </dgm:pt>
    <dgm:pt modelId="{1E9724D3-CF3C-4DF4-8E5B-1053948B360D}">
      <dgm:prSet>
        <dgm:style>
          <a:lnRef idx="1">
            <a:schemeClr val="accent6"/>
          </a:lnRef>
          <a:fillRef idx="2">
            <a:schemeClr val="accent6"/>
          </a:fillRef>
          <a:effectRef idx="1">
            <a:schemeClr val="accent6"/>
          </a:effectRef>
          <a:fontRef idx="minor">
            <a:schemeClr val="dk1"/>
          </a:fontRef>
        </dgm:style>
      </dgm:prSet>
      <dgm:spPr/>
      <dgm:t>
        <a:bodyPr/>
        <a:lstStyle/>
        <a:p>
          <a:r>
            <a:rPr lang="zh-CN" altLang="en-US" dirty="0"/>
            <a:t>模式匹配操作</a:t>
          </a:r>
        </a:p>
      </dgm:t>
    </dgm:pt>
    <dgm:pt modelId="{F78015EA-DCCD-43E5-8674-BBF0807D4733}" type="parTrans" cxnId="{7E27271F-B16D-476D-91E6-354588E2E03A}">
      <dgm:prSet/>
      <dgm:spPr/>
      <dgm:t>
        <a:bodyPr/>
        <a:lstStyle/>
        <a:p>
          <a:endParaRPr lang="zh-CN" altLang="en-US"/>
        </a:p>
      </dgm:t>
    </dgm:pt>
    <dgm:pt modelId="{640F39A7-1547-402A-A8F3-403FE697818A}" type="sibTrans" cxnId="{7E27271F-B16D-476D-91E6-354588E2E03A}">
      <dgm:prSet/>
      <dgm:spPr/>
      <dgm:t>
        <a:bodyPr/>
        <a:lstStyle/>
        <a:p>
          <a:endParaRPr lang="zh-CN" altLang="en-US"/>
        </a:p>
      </dgm:t>
    </dgm:pt>
    <dgm:pt modelId="{AB4C4DB0-151B-4092-9EE9-F2D7A60880F2}">
      <dgm:prSet>
        <dgm:style>
          <a:lnRef idx="1">
            <a:schemeClr val="accent3"/>
          </a:lnRef>
          <a:fillRef idx="2">
            <a:schemeClr val="accent3"/>
          </a:fillRef>
          <a:effectRef idx="1">
            <a:schemeClr val="accent3"/>
          </a:effectRef>
          <a:fontRef idx="minor">
            <a:schemeClr val="dk1"/>
          </a:fontRef>
        </dgm:style>
      </dgm:prSet>
      <dgm:spPr>
        <a:ln/>
      </dgm:spPr>
      <dgm:t>
        <a:bodyPr spcFirstLastPara="0" vert="horz" wrap="square" lIns="10795" tIns="10795" rIns="10795" bIns="10795" numCol="1" spcCol="1270" anchor="ctr" anchorCtr="0"/>
        <a:lstStyle/>
        <a:p>
          <a:r>
            <a:rPr lang="zh-CN" altLang="en-US" dirty="0"/>
            <a:t>正交链表表示</a:t>
          </a:r>
        </a:p>
      </dgm:t>
    </dgm:pt>
    <dgm:pt modelId="{C985811A-0370-4B06-818E-0064EC78803B}" type="parTrans" cxnId="{A873A864-3E78-41A9-9484-555B1DD60C27}">
      <dgm:prSet/>
      <dgm:spPr/>
      <dgm:t>
        <a:bodyPr/>
        <a:lstStyle/>
        <a:p>
          <a:endParaRPr lang="zh-CN" altLang="en-US"/>
        </a:p>
      </dgm:t>
    </dgm:pt>
    <dgm:pt modelId="{B9CA9C4D-824B-4A16-B715-C1FEB2AF6186}" type="sibTrans" cxnId="{A873A864-3E78-41A9-9484-555B1DD60C27}">
      <dgm:prSet/>
      <dgm:spPr/>
      <dgm:t>
        <a:bodyPr/>
        <a:lstStyle/>
        <a:p>
          <a:endParaRPr lang="zh-CN" altLang="en-US"/>
        </a:p>
      </dgm:t>
    </dgm:pt>
    <dgm:pt modelId="{DD4E7A89-6A65-43AB-AF19-A8920AC36D32}">
      <dgm:prSet>
        <dgm:style>
          <a:lnRef idx="1">
            <a:schemeClr val="accent3"/>
          </a:lnRef>
          <a:fillRef idx="2">
            <a:schemeClr val="accent3"/>
          </a:fillRef>
          <a:effectRef idx="1">
            <a:schemeClr val="accent3"/>
          </a:effectRef>
          <a:fontRef idx="minor">
            <a:schemeClr val="dk1"/>
          </a:fontRef>
        </dgm:style>
      </dgm:prSet>
      <dgm:spPr>
        <a:ln/>
      </dgm:spPr>
      <dgm:t>
        <a:bodyPr spcFirstLastPara="0" vert="horz" wrap="square" lIns="10795" tIns="10795" rIns="10795" bIns="10795" numCol="1" spcCol="1270" anchor="ctr" anchorCtr="0"/>
        <a:lstStyle/>
        <a:p>
          <a:pPr>
            <a:buNone/>
          </a:pPr>
          <a:r>
            <a:rPr lang="zh-CN" altLang="en-US" dirty="0">
              <a:solidFill>
                <a:prstClr val="black"/>
              </a:solidFill>
              <a:latin typeface="Calibri" panose="020F0502020204030204"/>
              <a:ea typeface="等线" panose="02010600030101010101" pitchFamily="2" charset="-122"/>
              <a:cs typeface="+mn-cs"/>
            </a:rPr>
            <a:t>三对角矩阵</a:t>
          </a:r>
        </a:p>
      </dgm:t>
    </dgm:pt>
    <dgm:pt modelId="{74A532F6-A54F-4205-8B6A-CA6BF7452FCC}" type="parTrans" cxnId="{C09B47FE-158C-4CE4-BE82-54BF76F5B861}">
      <dgm:prSet/>
      <dgm:spPr/>
      <dgm:t>
        <a:bodyPr/>
        <a:lstStyle/>
        <a:p>
          <a:endParaRPr lang="zh-CN" altLang="en-US"/>
        </a:p>
      </dgm:t>
    </dgm:pt>
    <dgm:pt modelId="{9224F193-43CA-422F-B922-11215255017A}" type="sibTrans" cxnId="{C09B47FE-158C-4CE4-BE82-54BF76F5B861}">
      <dgm:prSet/>
      <dgm:spPr/>
      <dgm:t>
        <a:bodyPr/>
        <a:lstStyle/>
        <a:p>
          <a:endParaRPr lang="zh-CN" altLang="en-US"/>
        </a:p>
      </dgm:t>
    </dgm:pt>
    <dgm:pt modelId="{70D988E3-7373-4825-B4B7-789077CCFDCB}">
      <dgm:prSet custT="1">
        <dgm:style>
          <a:lnRef idx="1">
            <a:schemeClr val="accent3"/>
          </a:lnRef>
          <a:fillRef idx="2">
            <a:schemeClr val="accent3"/>
          </a:fillRef>
          <a:effectRef idx="1">
            <a:schemeClr val="accent3"/>
          </a:effectRef>
          <a:fontRef idx="minor">
            <a:schemeClr val="dk1"/>
          </a:fontRef>
        </dgm:style>
      </dgm:prSet>
      <dgm:spPr>
        <a:ln/>
      </dgm:spPr>
      <dgm:t>
        <a:bodyPr spcFirstLastPara="0" vert="horz" wrap="square" lIns="8255" tIns="8255" rIns="8255" bIns="8255" numCol="1" spcCol="1270" anchor="ctr" anchorCtr="0"/>
        <a:lstStyle/>
        <a:p>
          <a:pPr marL="0" lvl="0" indent="0" algn="ctr" defTabSz="577850">
            <a:lnSpc>
              <a:spcPct val="90000"/>
            </a:lnSpc>
            <a:spcBef>
              <a:spcPct val="0"/>
            </a:spcBef>
            <a:spcAft>
              <a:spcPct val="35000"/>
            </a:spcAft>
            <a:buNone/>
          </a:pPr>
          <a:r>
            <a:rPr lang="zh-CN" altLang="en-US" sz="1300" kern="1200" dirty="0">
              <a:solidFill>
                <a:prstClr val="black"/>
              </a:solidFill>
              <a:latin typeface="Calibri" panose="020F0502020204030204"/>
              <a:ea typeface="等线" panose="02010600030101010101" pitchFamily="2" charset="-122"/>
              <a:cs typeface="+mn-cs"/>
            </a:rPr>
            <a:t>其他递归操作</a:t>
          </a:r>
        </a:p>
      </dgm:t>
    </dgm:pt>
    <dgm:pt modelId="{EDF61533-E524-4EF9-96B4-0813467F69A5}" type="parTrans" cxnId="{6601D523-1867-43B0-B8A3-A2168F383E2A}">
      <dgm:prSet/>
      <dgm:spPr/>
      <dgm:t>
        <a:bodyPr/>
        <a:lstStyle/>
        <a:p>
          <a:endParaRPr lang="zh-CN" altLang="en-US"/>
        </a:p>
      </dgm:t>
    </dgm:pt>
    <dgm:pt modelId="{8B117189-15E1-47C9-8B4C-CA181D3803B3}" type="sibTrans" cxnId="{6601D523-1867-43B0-B8A3-A2168F383E2A}">
      <dgm:prSet/>
      <dgm:spPr/>
      <dgm:t>
        <a:bodyPr/>
        <a:lstStyle/>
        <a:p>
          <a:endParaRPr lang="zh-CN" altLang="en-US"/>
        </a:p>
      </dgm:t>
    </dgm:pt>
    <dgm:pt modelId="{D3431C9A-83C2-448C-824D-06E32DB7CD92}">
      <dgm:prSet custT="1">
        <dgm:style>
          <a:lnRef idx="1">
            <a:schemeClr val="accent6"/>
          </a:lnRef>
          <a:fillRef idx="2">
            <a:schemeClr val="accent6"/>
          </a:fillRef>
          <a:effectRef idx="1">
            <a:schemeClr val="accent6"/>
          </a:effectRef>
          <a:fontRef idx="minor">
            <a:schemeClr val="dk1"/>
          </a:fontRef>
        </dgm:style>
      </dgm:prSet>
      <dgm:spPr>
        <a:ln/>
      </dgm:spPr>
      <dgm:t>
        <a:bodyPr spcFirstLastPara="0" vert="horz" wrap="square" lIns="8890" tIns="8890" rIns="8890" bIns="8890" numCol="1" spcCol="1270" anchor="ctr" anchorCtr="0"/>
        <a:lstStyle/>
        <a:p>
          <a:pPr marL="0" lvl="0" indent="0" algn="ctr" defTabSz="577850">
            <a:lnSpc>
              <a:spcPct val="90000"/>
            </a:lnSpc>
            <a:spcBef>
              <a:spcPct val="0"/>
            </a:spcBef>
            <a:spcAft>
              <a:spcPct val="35000"/>
            </a:spcAft>
            <a:buNone/>
          </a:pPr>
          <a:r>
            <a:rPr lang="zh-CN" altLang="en-US" sz="1300" kern="1200" dirty="0">
              <a:solidFill>
                <a:prstClr val="black"/>
              </a:solidFill>
              <a:latin typeface="Verdana"/>
              <a:ea typeface="微软雅黑" panose="020B0503020204020204" pitchFamily="34" charset="-122"/>
              <a:cs typeface="+mn-cs"/>
            </a:rPr>
            <a:t>复制</a:t>
          </a:r>
        </a:p>
      </dgm:t>
    </dgm:pt>
    <dgm:pt modelId="{14DA3671-8326-4271-AB66-9A9EB4E59880}" type="parTrans" cxnId="{BC1059BB-E47A-4A1F-BEAA-7BE2927CEF31}">
      <dgm:prSet/>
      <dgm:spPr/>
      <dgm:t>
        <a:bodyPr/>
        <a:lstStyle/>
        <a:p>
          <a:endParaRPr lang="zh-CN" altLang="en-US"/>
        </a:p>
      </dgm:t>
    </dgm:pt>
    <dgm:pt modelId="{44C16EFC-7C54-45FB-8986-34CC6418131D}" type="sibTrans" cxnId="{BC1059BB-E47A-4A1F-BEAA-7BE2927CEF31}">
      <dgm:prSet/>
      <dgm:spPr/>
      <dgm:t>
        <a:bodyPr/>
        <a:lstStyle/>
        <a:p>
          <a:endParaRPr lang="zh-CN" altLang="en-US"/>
        </a:p>
      </dgm:t>
    </dgm:pt>
    <dgm:pt modelId="{CDF57CE0-4EDF-43C5-BF60-0E797556DDB0}">
      <dgm:prSet custT="1">
        <dgm:style>
          <a:lnRef idx="1">
            <a:schemeClr val="accent6"/>
          </a:lnRef>
          <a:fillRef idx="2">
            <a:schemeClr val="accent6"/>
          </a:fillRef>
          <a:effectRef idx="1">
            <a:schemeClr val="accent6"/>
          </a:effectRef>
          <a:fontRef idx="minor">
            <a:schemeClr val="dk1"/>
          </a:fontRef>
        </dgm:style>
      </dgm:prSet>
      <dgm:spPr>
        <a:ln/>
      </dgm:spPr>
      <dgm:t>
        <a:bodyPr spcFirstLastPara="0" vert="horz" wrap="square" lIns="8890" tIns="8890" rIns="8890" bIns="8890" numCol="1" spcCol="1270" anchor="ctr" anchorCtr="0"/>
        <a:lstStyle/>
        <a:p>
          <a:pPr marL="0" lvl="0" indent="0" algn="ctr" defTabSz="577850">
            <a:lnSpc>
              <a:spcPct val="90000"/>
            </a:lnSpc>
            <a:spcBef>
              <a:spcPct val="0"/>
            </a:spcBef>
            <a:spcAft>
              <a:spcPct val="35000"/>
            </a:spcAft>
            <a:buNone/>
          </a:pPr>
          <a:r>
            <a:rPr lang="zh-CN" altLang="en-US" sz="1300" kern="1200" dirty="0">
              <a:solidFill>
                <a:prstClr val="black"/>
              </a:solidFill>
              <a:latin typeface="Verdana"/>
              <a:ea typeface="微软雅黑" panose="020B0503020204020204" pitchFamily="34" charset="-122"/>
              <a:cs typeface="+mn-cs"/>
            </a:rPr>
            <a:t>删除</a:t>
          </a:r>
        </a:p>
      </dgm:t>
    </dgm:pt>
    <dgm:pt modelId="{338BBD9B-4FFF-4734-8FD9-4F53FBBE173E}" type="parTrans" cxnId="{F765FE19-42B4-473A-9F3A-C5040D68677A}">
      <dgm:prSet/>
      <dgm:spPr/>
      <dgm:t>
        <a:bodyPr/>
        <a:lstStyle/>
        <a:p>
          <a:endParaRPr lang="zh-CN" altLang="en-US"/>
        </a:p>
      </dgm:t>
    </dgm:pt>
    <dgm:pt modelId="{EFEC618B-F685-44C2-8138-01E6144EBC61}" type="sibTrans" cxnId="{F765FE19-42B4-473A-9F3A-C5040D68677A}">
      <dgm:prSet/>
      <dgm:spPr/>
      <dgm:t>
        <a:bodyPr/>
        <a:lstStyle/>
        <a:p>
          <a:endParaRPr lang="zh-CN" altLang="en-US"/>
        </a:p>
      </dgm:t>
    </dgm:pt>
    <dgm:pt modelId="{11E84A56-4FD3-47BC-A0DE-B836E1937770}">
      <dgm:prSet custT="1">
        <dgm:style>
          <a:lnRef idx="1">
            <a:schemeClr val="accent6"/>
          </a:lnRef>
          <a:fillRef idx="2">
            <a:schemeClr val="accent6"/>
          </a:fillRef>
          <a:effectRef idx="1">
            <a:schemeClr val="accent6"/>
          </a:effectRef>
          <a:fontRef idx="minor">
            <a:schemeClr val="dk1"/>
          </a:fontRef>
        </dgm:style>
      </dgm:prSet>
      <dgm:spPr>
        <a:ln/>
      </dgm:spPr>
      <dgm:t>
        <a:bodyPr spcFirstLastPara="0" vert="horz" wrap="square" lIns="8890" tIns="8890" rIns="8890" bIns="8890" numCol="1" spcCol="1270" anchor="ctr" anchorCtr="0"/>
        <a:lstStyle/>
        <a:p>
          <a:pPr>
            <a:buNone/>
          </a:pPr>
          <a:r>
            <a:rPr lang="zh-CN" altLang="en-US" sz="1300" kern="1200" dirty="0">
              <a:solidFill>
                <a:prstClr val="black"/>
              </a:solidFill>
              <a:latin typeface="Calibri" panose="020F0502020204030204"/>
              <a:ea typeface="等线" panose="02010600030101010101" pitchFamily="2" charset="-122"/>
              <a:cs typeface="+mn-cs"/>
            </a:rPr>
            <a:t>求</a:t>
          </a:r>
          <a:r>
            <a:rPr lang="zh-CN" altLang="en-US" sz="1300" kern="1200" dirty="0">
              <a:solidFill>
                <a:prstClr val="black"/>
              </a:solidFill>
              <a:latin typeface="Verdana"/>
              <a:ea typeface="微软雅黑" panose="020B0503020204020204" pitchFamily="34" charset="-122"/>
              <a:cs typeface="+mn-cs"/>
            </a:rPr>
            <a:t>深度</a:t>
          </a:r>
        </a:p>
      </dgm:t>
    </dgm:pt>
    <dgm:pt modelId="{07A54603-8B1F-47B1-A59D-651A83806ABA}" type="parTrans" cxnId="{C8B7A040-B7FD-4E67-8C78-37B255E63A1E}">
      <dgm:prSet/>
      <dgm:spPr/>
      <dgm:t>
        <a:bodyPr/>
        <a:lstStyle/>
        <a:p>
          <a:endParaRPr lang="zh-CN" altLang="en-US"/>
        </a:p>
      </dgm:t>
    </dgm:pt>
    <dgm:pt modelId="{A58E33BA-3622-471E-B03B-B6A21D6F7AE9}" type="sibTrans" cxnId="{C8B7A040-B7FD-4E67-8C78-37B255E63A1E}">
      <dgm:prSet/>
      <dgm:spPr/>
      <dgm:t>
        <a:bodyPr/>
        <a:lstStyle/>
        <a:p>
          <a:endParaRPr lang="zh-CN" altLang="en-US"/>
        </a:p>
      </dgm:t>
    </dgm:pt>
    <dgm:pt modelId="{78C49BE8-DFFC-4106-9E28-805F7055ABA1}">
      <dgm:prSet>
        <dgm:style>
          <a:lnRef idx="1">
            <a:schemeClr val="accent6"/>
          </a:lnRef>
          <a:fillRef idx="2">
            <a:schemeClr val="accent6"/>
          </a:fillRef>
          <a:effectRef idx="1">
            <a:schemeClr val="accent6"/>
          </a:effectRef>
          <a:fontRef idx="minor">
            <a:schemeClr val="dk1"/>
          </a:fontRef>
        </dgm:style>
      </dgm:prSet>
      <dgm:spPr>
        <a:ln/>
      </dgm:spPr>
      <dgm:t>
        <a:bodyPr spcFirstLastPara="0" vert="horz" wrap="square" lIns="8890" tIns="8890" rIns="8890" bIns="8890" numCol="1" spcCol="1270" anchor="ctr" anchorCtr="0"/>
        <a:lstStyle/>
        <a:p>
          <a:pPr>
            <a:buNone/>
          </a:pPr>
          <a:r>
            <a:rPr lang="zh-CN" altLang="en-US" dirty="0">
              <a:solidFill>
                <a:prstClr val="black"/>
              </a:solidFill>
              <a:latin typeface="Calibri" panose="020F0502020204030204"/>
              <a:ea typeface="等线" panose="02010600030101010101" pitchFamily="2" charset="-122"/>
              <a:cs typeface="+mn-cs"/>
            </a:rPr>
            <a:t>建立广义表</a:t>
          </a:r>
        </a:p>
      </dgm:t>
    </dgm:pt>
    <dgm:pt modelId="{DD3693FD-92CC-452F-8F05-9791BD3CDFE8}" type="parTrans" cxnId="{A402414B-70F3-4205-93C4-1CF44C2278F8}">
      <dgm:prSet/>
      <dgm:spPr/>
      <dgm:t>
        <a:bodyPr/>
        <a:lstStyle/>
        <a:p>
          <a:endParaRPr lang="zh-CN" altLang="en-US"/>
        </a:p>
      </dgm:t>
    </dgm:pt>
    <dgm:pt modelId="{51696DFE-7414-45AA-B506-ED6B79337CE4}" type="sibTrans" cxnId="{A402414B-70F3-4205-93C4-1CF44C2278F8}">
      <dgm:prSet/>
      <dgm:spPr/>
      <dgm:t>
        <a:bodyPr/>
        <a:lstStyle/>
        <a:p>
          <a:endParaRPr lang="zh-CN" altLang="en-US"/>
        </a:p>
      </dgm:t>
    </dgm:pt>
    <dgm:pt modelId="{637DD5ED-E7C4-452F-B7A4-5AEA6F8E5725}" type="pres">
      <dgm:prSet presAssocID="{F79EC83A-AF59-4254-A540-3CBD54CD78F9}" presName="Name0" presStyleCnt="0">
        <dgm:presLayoutVars>
          <dgm:chPref val="1"/>
          <dgm:dir/>
          <dgm:animOne val="branch"/>
          <dgm:animLvl val="lvl"/>
          <dgm:resizeHandles val="exact"/>
        </dgm:presLayoutVars>
      </dgm:prSet>
      <dgm:spPr/>
    </dgm:pt>
    <dgm:pt modelId="{81C1AD8D-34A7-41AE-956E-35158D7337B7}" type="pres">
      <dgm:prSet presAssocID="{B82CCB28-A450-433B-8097-B8A81D25A035}" presName="root1" presStyleCnt="0"/>
      <dgm:spPr/>
    </dgm:pt>
    <dgm:pt modelId="{FA1F5A41-115E-4555-A06A-ED3D6762D5DD}" type="pres">
      <dgm:prSet presAssocID="{B82CCB28-A450-433B-8097-B8A81D25A035}" presName="LevelOneTextNode" presStyleLbl="node0" presStyleIdx="0" presStyleCnt="1" custScaleY="153927" custLinFactX="-74320" custLinFactNeighborX="-100000" custLinFactNeighborY="-3102">
        <dgm:presLayoutVars>
          <dgm:chPref val="3"/>
        </dgm:presLayoutVars>
      </dgm:prSet>
      <dgm:spPr/>
    </dgm:pt>
    <dgm:pt modelId="{6DAF0996-7427-484A-B87F-DA58593AD1AF}" type="pres">
      <dgm:prSet presAssocID="{B82CCB28-A450-433B-8097-B8A81D25A035}" presName="level2hierChild" presStyleCnt="0"/>
      <dgm:spPr/>
    </dgm:pt>
    <dgm:pt modelId="{56FE6A40-861E-414B-8E66-7EE845065008}" type="pres">
      <dgm:prSet presAssocID="{14879AA1-7FEE-440A-A0CB-29C2803FFBB1}" presName="conn2-1" presStyleLbl="parChTrans1D2" presStyleIdx="0" presStyleCnt="3"/>
      <dgm:spPr/>
    </dgm:pt>
    <dgm:pt modelId="{DF6BE689-F2F1-418A-A7C4-AC7E105EEFE9}" type="pres">
      <dgm:prSet presAssocID="{14879AA1-7FEE-440A-A0CB-29C2803FFBB1}" presName="connTx" presStyleLbl="parChTrans1D2" presStyleIdx="0" presStyleCnt="3"/>
      <dgm:spPr/>
    </dgm:pt>
    <dgm:pt modelId="{642B151A-54BE-458D-A34A-85503AC29AB7}" type="pres">
      <dgm:prSet presAssocID="{A8415E80-0C45-4582-8FB3-DC8F93E575CE}" presName="root2" presStyleCnt="0"/>
      <dgm:spPr/>
    </dgm:pt>
    <dgm:pt modelId="{24EDA40E-D6D1-4289-8F6A-D6FBF9484BAE}" type="pres">
      <dgm:prSet presAssocID="{A8415E80-0C45-4582-8FB3-DC8F93E575CE}" presName="LevelTwoTextNode" presStyleLbl="node2" presStyleIdx="0" presStyleCnt="3">
        <dgm:presLayoutVars>
          <dgm:chPref val="3"/>
        </dgm:presLayoutVars>
      </dgm:prSet>
      <dgm:spPr/>
    </dgm:pt>
    <dgm:pt modelId="{787808E3-E02A-40CF-B86F-B78DB2626A81}" type="pres">
      <dgm:prSet presAssocID="{A8415E80-0C45-4582-8FB3-DC8F93E575CE}" presName="level3hierChild" presStyleCnt="0"/>
      <dgm:spPr/>
    </dgm:pt>
    <dgm:pt modelId="{246E583C-A253-4D9E-8D72-8D18957008B3}" type="pres">
      <dgm:prSet presAssocID="{D3988862-9627-46F1-A298-1DD7C976FA2A}" presName="conn2-1" presStyleLbl="parChTrans1D3" presStyleIdx="0" presStyleCnt="9"/>
      <dgm:spPr/>
    </dgm:pt>
    <dgm:pt modelId="{C7257146-6EE0-4633-BD1A-46B3C63E68CF}" type="pres">
      <dgm:prSet presAssocID="{D3988862-9627-46F1-A298-1DD7C976FA2A}" presName="connTx" presStyleLbl="parChTrans1D3" presStyleIdx="0" presStyleCnt="9"/>
      <dgm:spPr/>
    </dgm:pt>
    <dgm:pt modelId="{80466FDB-EFE7-4B1F-9D95-A0E74D4B829A}" type="pres">
      <dgm:prSet presAssocID="{51002C2C-F2E3-4636-B7CF-834C102647DF}" presName="root2" presStyleCnt="0"/>
      <dgm:spPr/>
    </dgm:pt>
    <dgm:pt modelId="{63D48B74-6C88-464F-B592-CCAE18D72F68}" type="pres">
      <dgm:prSet presAssocID="{51002C2C-F2E3-4636-B7CF-834C102647DF}" presName="LevelTwoTextNode" presStyleLbl="node3" presStyleIdx="0" presStyleCnt="9">
        <dgm:presLayoutVars>
          <dgm:chPref val="3"/>
        </dgm:presLayoutVars>
      </dgm:prSet>
      <dgm:spPr/>
    </dgm:pt>
    <dgm:pt modelId="{60D281D5-A268-4B24-BAFD-8F3D39A10CF1}" type="pres">
      <dgm:prSet presAssocID="{51002C2C-F2E3-4636-B7CF-834C102647DF}" presName="level3hierChild" presStyleCnt="0"/>
      <dgm:spPr/>
    </dgm:pt>
    <dgm:pt modelId="{03610307-AD27-464A-A869-8C0B10F6CB03}" type="pres">
      <dgm:prSet presAssocID="{C882DB23-F561-47AF-983B-976967EA42A5}" presName="conn2-1" presStyleLbl="parChTrans1D4" presStyleIdx="0" presStyleCnt="9"/>
      <dgm:spPr/>
    </dgm:pt>
    <dgm:pt modelId="{9B9C6F25-456C-407B-8629-1C0E0ECC4A12}" type="pres">
      <dgm:prSet presAssocID="{C882DB23-F561-47AF-983B-976967EA42A5}" presName="connTx" presStyleLbl="parChTrans1D4" presStyleIdx="0" presStyleCnt="9"/>
      <dgm:spPr/>
    </dgm:pt>
    <dgm:pt modelId="{E96F56BD-A860-41E3-A157-FBF183AE3DC6}" type="pres">
      <dgm:prSet presAssocID="{D8A8315A-2731-4B99-9535-86048E62BDFA}" presName="root2" presStyleCnt="0"/>
      <dgm:spPr/>
    </dgm:pt>
    <dgm:pt modelId="{EBEEC6E0-81E9-4588-A529-2F59F516A08C}" type="pres">
      <dgm:prSet presAssocID="{D8A8315A-2731-4B99-9535-86048E62BDFA}" presName="LevelTwoTextNode" presStyleLbl="node4" presStyleIdx="0" presStyleCnt="9">
        <dgm:presLayoutVars>
          <dgm:chPref val="3"/>
        </dgm:presLayoutVars>
      </dgm:prSet>
      <dgm:spPr/>
    </dgm:pt>
    <dgm:pt modelId="{C1191F8C-C8B7-4255-AA4A-A99C4C8A6AF2}" type="pres">
      <dgm:prSet presAssocID="{D8A8315A-2731-4B99-9535-86048E62BDFA}" presName="level3hierChild" presStyleCnt="0"/>
      <dgm:spPr/>
    </dgm:pt>
    <dgm:pt modelId="{FAFEE5C8-3041-458C-BBD8-679877673B26}" type="pres">
      <dgm:prSet presAssocID="{A12D656C-9672-4B11-8D36-FF735DDB6973}" presName="conn2-1" presStyleLbl="parChTrans1D3" presStyleIdx="1" presStyleCnt="9"/>
      <dgm:spPr/>
    </dgm:pt>
    <dgm:pt modelId="{36AB34CB-7307-4DF2-93E5-391589DA4252}" type="pres">
      <dgm:prSet presAssocID="{A12D656C-9672-4B11-8D36-FF735DDB6973}" presName="connTx" presStyleLbl="parChTrans1D3" presStyleIdx="1" presStyleCnt="9"/>
      <dgm:spPr/>
    </dgm:pt>
    <dgm:pt modelId="{5B491D7A-7DC0-4335-83DA-12C19790B292}" type="pres">
      <dgm:prSet presAssocID="{043D4455-0ACF-4964-BDB2-E8E13BA9FAEB}" presName="root2" presStyleCnt="0"/>
      <dgm:spPr/>
    </dgm:pt>
    <dgm:pt modelId="{0E0CC125-D6D1-4573-9B80-12C3D8B29A80}" type="pres">
      <dgm:prSet presAssocID="{043D4455-0ACF-4964-BDB2-E8E13BA9FAEB}" presName="LevelTwoTextNode" presStyleLbl="node3" presStyleIdx="1" presStyleCnt="9">
        <dgm:presLayoutVars>
          <dgm:chPref val="3"/>
        </dgm:presLayoutVars>
      </dgm:prSet>
      <dgm:spPr/>
    </dgm:pt>
    <dgm:pt modelId="{348701D6-748C-4141-B69D-2589FF4AAE2B}" type="pres">
      <dgm:prSet presAssocID="{043D4455-0ACF-4964-BDB2-E8E13BA9FAEB}" presName="level3hierChild" presStyleCnt="0"/>
      <dgm:spPr/>
    </dgm:pt>
    <dgm:pt modelId="{014D1635-C09A-4DC6-AB6B-50D85BF392EB}" type="pres">
      <dgm:prSet presAssocID="{5C4E3F0C-93FC-41B7-88EC-C79DA46071F0}" presName="conn2-1" presStyleLbl="parChTrans1D4" presStyleIdx="1" presStyleCnt="9"/>
      <dgm:spPr/>
    </dgm:pt>
    <dgm:pt modelId="{30D1BDDD-02DF-4B71-B4A0-45D2990FA8B1}" type="pres">
      <dgm:prSet presAssocID="{5C4E3F0C-93FC-41B7-88EC-C79DA46071F0}" presName="connTx" presStyleLbl="parChTrans1D4" presStyleIdx="1" presStyleCnt="9"/>
      <dgm:spPr/>
    </dgm:pt>
    <dgm:pt modelId="{41A23D9F-CCB1-4C63-A267-026DF59E45CC}" type="pres">
      <dgm:prSet presAssocID="{5906402F-59E9-42AC-998C-9A31071F2704}" presName="root2" presStyleCnt="0"/>
      <dgm:spPr/>
    </dgm:pt>
    <dgm:pt modelId="{97BB5144-4898-4274-9F01-E3B10F22324F}" type="pres">
      <dgm:prSet presAssocID="{5906402F-59E9-42AC-998C-9A31071F2704}" presName="LevelTwoTextNode" presStyleLbl="node4" presStyleIdx="1" presStyleCnt="9" custLinFactNeighborY="1293">
        <dgm:presLayoutVars>
          <dgm:chPref val="3"/>
        </dgm:presLayoutVars>
      </dgm:prSet>
      <dgm:spPr>
        <a:xfrm>
          <a:off x="5883980" y="1196001"/>
          <a:ext cx="1565971" cy="477430"/>
        </a:xfrm>
        <a:prstGeom prst="rect">
          <a:avLst/>
        </a:prstGeom>
      </dgm:spPr>
    </dgm:pt>
    <dgm:pt modelId="{0586206D-5ABC-4008-8110-10A363174D29}" type="pres">
      <dgm:prSet presAssocID="{5906402F-59E9-42AC-998C-9A31071F2704}" presName="level3hierChild" presStyleCnt="0"/>
      <dgm:spPr/>
    </dgm:pt>
    <dgm:pt modelId="{2F668979-262E-45BE-90D2-31692619DD6E}" type="pres">
      <dgm:prSet presAssocID="{74A532F6-A54F-4205-8B6A-CA6BF7452FCC}" presName="conn2-1" presStyleLbl="parChTrans1D4" presStyleIdx="2" presStyleCnt="9"/>
      <dgm:spPr/>
    </dgm:pt>
    <dgm:pt modelId="{EB4A19E0-2BB6-4037-BAA1-85395174BB29}" type="pres">
      <dgm:prSet presAssocID="{74A532F6-A54F-4205-8B6A-CA6BF7452FCC}" presName="connTx" presStyleLbl="parChTrans1D4" presStyleIdx="2" presStyleCnt="9"/>
      <dgm:spPr/>
    </dgm:pt>
    <dgm:pt modelId="{6FEBB117-EA0D-45E0-810E-FF26FC9CB95E}" type="pres">
      <dgm:prSet presAssocID="{DD4E7A89-6A65-43AB-AF19-A8920AC36D32}" presName="root2" presStyleCnt="0"/>
      <dgm:spPr/>
    </dgm:pt>
    <dgm:pt modelId="{60F88E4E-6686-4E7E-ABA9-BB7564D3D240}" type="pres">
      <dgm:prSet presAssocID="{DD4E7A89-6A65-43AB-AF19-A8920AC36D32}" presName="LevelTwoTextNode" presStyleLbl="node4" presStyleIdx="2" presStyleCnt="9" custLinFactNeighborY="1293">
        <dgm:presLayoutVars>
          <dgm:chPref val="3"/>
        </dgm:presLayoutVars>
      </dgm:prSet>
      <dgm:spPr>
        <a:prstGeom prst="rect">
          <a:avLst/>
        </a:prstGeom>
      </dgm:spPr>
    </dgm:pt>
    <dgm:pt modelId="{7E92AEAE-C893-41D6-B6CF-2BC2EB0C8025}" type="pres">
      <dgm:prSet presAssocID="{DD4E7A89-6A65-43AB-AF19-A8920AC36D32}" presName="level3hierChild" presStyleCnt="0"/>
      <dgm:spPr/>
    </dgm:pt>
    <dgm:pt modelId="{FFF90BDD-7270-4EA1-B33E-E055EB8C57C6}" type="pres">
      <dgm:prSet presAssocID="{06A0319B-8CB0-47BE-B07B-9A604D2EE872}" presName="conn2-1" presStyleLbl="parChTrans1D3" presStyleIdx="2" presStyleCnt="9"/>
      <dgm:spPr/>
    </dgm:pt>
    <dgm:pt modelId="{AB8B9D25-3296-4501-A94D-B4A591F63247}" type="pres">
      <dgm:prSet presAssocID="{06A0319B-8CB0-47BE-B07B-9A604D2EE872}" presName="connTx" presStyleLbl="parChTrans1D3" presStyleIdx="2" presStyleCnt="9"/>
      <dgm:spPr/>
    </dgm:pt>
    <dgm:pt modelId="{6378A7A9-98CE-4961-89FD-09538420D27A}" type="pres">
      <dgm:prSet presAssocID="{E46D7F1A-E20C-4DA5-89C2-F7ECA35B2720}" presName="root2" presStyleCnt="0"/>
      <dgm:spPr/>
    </dgm:pt>
    <dgm:pt modelId="{1A195912-1ADA-4712-A7E4-E71796BA47C0}" type="pres">
      <dgm:prSet presAssocID="{E46D7F1A-E20C-4DA5-89C2-F7ECA35B2720}" presName="LevelTwoTextNode" presStyleLbl="node3" presStyleIdx="2" presStyleCnt="9">
        <dgm:presLayoutVars>
          <dgm:chPref val="3"/>
        </dgm:presLayoutVars>
      </dgm:prSet>
      <dgm:spPr/>
    </dgm:pt>
    <dgm:pt modelId="{04DFDD06-D19B-49D7-8DD0-84D52796C67F}" type="pres">
      <dgm:prSet presAssocID="{E46D7F1A-E20C-4DA5-89C2-F7ECA35B2720}" presName="level3hierChild" presStyleCnt="0"/>
      <dgm:spPr/>
    </dgm:pt>
    <dgm:pt modelId="{A2A9D0FD-1CFC-4EAF-83C4-A7C78DB9CE5C}" type="pres">
      <dgm:prSet presAssocID="{9B49D014-5CA9-4280-AAC2-869DEB91EBE8}" presName="conn2-1" presStyleLbl="parChTrans1D4" presStyleIdx="3" presStyleCnt="9"/>
      <dgm:spPr/>
    </dgm:pt>
    <dgm:pt modelId="{7FCA12E6-48C3-45E9-B9C9-7E441813ABFE}" type="pres">
      <dgm:prSet presAssocID="{9B49D014-5CA9-4280-AAC2-869DEB91EBE8}" presName="connTx" presStyleLbl="parChTrans1D4" presStyleIdx="3" presStyleCnt="9"/>
      <dgm:spPr/>
    </dgm:pt>
    <dgm:pt modelId="{93619DCF-A84C-41FA-8842-4DCF7751A0A6}" type="pres">
      <dgm:prSet presAssocID="{2941879F-E613-45BB-9966-D4D41B33ACC0}" presName="root2" presStyleCnt="0"/>
      <dgm:spPr/>
    </dgm:pt>
    <dgm:pt modelId="{99274974-6BD1-4108-8878-58E56DAED2AC}" type="pres">
      <dgm:prSet presAssocID="{2941879F-E613-45BB-9966-D4D41B33ACC0}" presName="LevelTwoTextNode" presStyleLbl="node4" presStyleIdx="3" presStyleCnt="9">
        <dgm:presLayoutVars>
          <dgm:chPref val="3"/>
        </dgm:presLayoutVars>
      </dgm:prSet>
      <dgm:spPr>
        <a:xfrm>
          <a:off x="5883980" y="1792789"/>
          <a:ext cx="1565971" cy="477430"/>
        </a:xfrm>
        <a:prstGeom prst="rect">
          <a:avLst/>
        </a:prstGeom>
      </dgm:spPr>
    </dgm:pt>
    <dgm:pt modelId="{0C45D628-9EE6-4859-9FDB-33E3F7E89869}" type="pres">
      <dgm:prSet presAssocID="{2941879F-E613-45BB-9966-D4D41B33ACC0}" presName="level3hierChild" presStyleCnt="0"/>
      <dgm:spPr/>
    </dgm:pt>
    <dgm:pt modelId="{783BBFF5-280C-48B9-99AA-0B22A2239523}" type="pres">
      <dgm:prSet presAssocID="{C985811A-0370-4B06-818E-0064EC78803B}" presName="conn2-1" presStyleLbl="parChTrans1D4" presStyleIdx="4" presStyleCnt="9"/>
      <dgm:spPr/>
    </dgm:pt>
    <dgm:pt modelId="{2D31AD20-6314-44AD-9B24-E36FFDBC7C7C}" type="pres">
      <dgm:prSet presAssocID="{C985811A-0370-4B06-818E-0064EC78803B}" presName="connTx" presStyleLbl="parChTrans1D4" presStyleIdx="4" presStyleCnt="9"/>
      <dgm:spPr/>
    </dgm:pt>
    <dgm:pt modelId="{D702C0F3-086A-43CB-8FEB-4B1759FAAC67}" type="pres">
      <dgm:prSet presAssocID="{AB4C4DB0-151B-4092-9EE9-F2D7A60880F2}" presName="root2" presStyleCnt="0"/>
      <dgm:spPr/>
    </dgm:pt>
    <dgm:pt modelId="{B58E8354-74E4-43A4-AC55-5A14384BEB2C}" type="pres">
      <dgm:prSet presAssocID="{AB4C4DB0-151B-4092-9EE9-F2D7A60880F2}" presName="LevelTwoTextNode" presStyleLbl="node4" presStyleIdx="4" presStyleCnt="9">
        <dgm:presLayoutVars>
          <dgm:chPref val="3"/>
        </dgm:presLayoutVars>
      </dgm:prSet>
      <dgm:spPr>
        <a:prstGeom prst="rect">
          <a:avLst/>
        </a:prstGeom>
      </dgm:spPr>
    </dgm:pt>
    <dgm:pt modelId="{67B950D0-1656-441E-AF49-BFCF33690F80}" type="pres">
      <dgm:prSet presAssocID="{AB4C4DB0-151B-4092-9EE9-F2D7A60880F2}" presName="level3hierChild" presStyleCnt="0"/>
      <dgm:spPr/>
    </dgm:pt>
    <dgm:pt modelId="{0AD23473-EBAC-444A-A7DB-0590ED3ED745}" type="pres">
      <dgm:prSet presAssocID="{C1B5ABC6-B975-4101-BA63-514B2117D731}" presName="conn2-1" presStyleLbl="parChTrans1D2" presStyleIdx="1" presStyleCnt="3"/>
      <dgm:spPr/>
    </dgm:pt>
    <dgm:pt modelId="{105B57B8-3D67-47FE-B058-F851076068CE}" type="pres">
      <dgm:prSet presAssocID="{C1B5ABC6-B975-4101-BA63-514B2117D731}" presName="connTx" presStyleLbl="parChTrans1D2" presStyleIdx="1" presStyleCnt="3"/>
      <dgm:spPr/>
    </dgm:pt>
    <dgm:pt modelId="{6EB07647-CAA4-44E2-A4A7-CE454C671092}" type="pres">
      <dgm:prSet presAssocID="{4ECFF0AE-6DDC-4351-B36B-8E9534D82B50}" presName="root2" presStyleCnt="0"/>
      <dgm:spPr/>
    </dgm:pt>
    <dgm:pt modelId="{C101CA10-F3E8-413F-8B35-5E13926C5D2A}" type="pres">
      <dgm:prSet presAssocID="{4ECFF0AE-6DDC-4351-B36B-8E9534D82B50}" presName="LevelTwoTextNode" presStyleLbl="node2" presStyleIdx="1" presStyleCnt="3">
        <dgm:presLayoutVars>
          <dgm:chPref val="3"/>
        </dgm:presLayoutVars>
      </dgm:prSet>
      <dgm:spPr/>
    </dgm:pt>
    <dgm:pt modelId="{778F4627-9D75-49DA-B204-4AAED26A1BAC}" type="pres">
      <dgm:prSet presAssocID="{4ECFF0AE-6DDC-4351-B36B-8E9534D82B50}" presName="level3hierChild" presStyleCnt="0"/>
      <dgm:spPr/>
    </dgm:pt>
    <dgm:pt modelId="{EBB6E4C9-B276-4E95-BA63-6CAB648789BA}" type="pres">
      <dgm:prSet presAssocID="{C401E500-7339-4406-A6FA-D7F46774BBD6}" presName="conn2-1" presStyleLbl="parChTrans1D3" presStyleIdx="3" presStyleCnt="9"/>
      <dgm:spPr/>
    </dgm:pt>
    <dgm:pt modelId="{B0525A31-400C-4DE3-A994-B0D6388DCEDE}" type="pres">
      <dgm:prSet presAssocID="{C401E500-7339-4406-A6FA-D7F46774BBD6}" presName="connTx" presStyleLbl="parChTrans1D3" presStyleIdx="3" presStyleCnt="9"/>
      <dgm:spPr/>
    </dgm:pt>
    <dgm:pt modelId="{39264E88-94BE-4117-AEEF-BA528A3CAC77}" type="pres">
      <dgm:prSet presAssocID="{3AC99315-2086-4C7F-B8D3-A974F28ABAC9}" presName="root2" presStyleCnt="0"/>
      <dgm:spPr/>
    </dgm:pt>
    <dgm:pt modelId="{8CBE48D5-5132-4831-831B-CFDB60BEE35B}" type="pres">
      <dgm:prSet presAssocID="{3AC99315-2086-4C7F-B8D3-A974F28ABAC9}" presName="LevelTwoTextNode" presStyleLbl="node3" presStyleIdx="3" presStyleCnt="9">
        <dgm:presLayoutVars>
          <dgm:chPref val="3"/>
        </dgm:presLayoutVars>
      </dgm:prSet>
      <dgm:spPr/>
    </dgm:pt>
    <dgm:pt modelId="{291EF35C-0B2D-4189-9837-69FBEB4F7700}" type="pres">
      <dgm:prSet presAssocID="{3AC99315-2086-4C7F-B8D3-A974F28ABAC9}" presName="level3hierChild" presStyleCnt="0"/>
      <dgm:spPr/>
    </dgm:pt>
    <dgm:pt modelId="{F89E7791-60A4-4571-9CD1-E71D89A26D2C}" type="pres">
      <dgm:prSet presAssocID="{B101BD44-A231-49D1-98BF-0A3C07F744DD}" presName="conn2-1" presStyleLbl="parChTrans1D3" presStyleIdx="4" presStyleCnt="9"/>
      <dgm:spPr/>
    </dgm:pt>
    <dgm:pt modelId="{CD496024-5830-42D0-A0EF-76EEE7EB14B1}" type="pres">
      <dgm:prSet presAssocID="{B101BD44-A231-49D1-98BF-0A3C07F744DD}" presName="connTx" presStyleLbl="parChTrans1D3" presStyleIdx="4" presStyleCnt="9"/>
      <dgm:spPr/>
    </dgm:pt>
    <dgm:pt modelId="{0148FC85-7183-4D27-97B4-1398713111F9}" type="pres">
      <dgm:prSet presAssocID="{8DEBB55C-08C2-4B9E-B9B0-80419832A4E4}" presName="root2" presStyleCnt="0"/>
      <dgm:spPr/>
    </dgm:pt>
    <dgm:pt modelId="{0B98D964-0E8B-4A2E-A6B9-239F918DB1CA}" type="pres">
      <dgm:prSet presAssocID="{8DEBB55C-08C2-4B9E-B9B0-80419832A4E4}" presName="LevelTwoTextNode" presStyleLbl="node3" presStyleIdx="4" presStyleCnt="9">
        <dgm:presLayoutVars>
          <dgm:chPref val="3"/>
        </dgm:presLayoutVars>
      </dgm:prSet>
      <dgm:spPr/>
    </dgm:pt>
    <dgm:pt modelId="{AB89D639-9BE7-41FC-A473-C3C8090D6677}" type="pres">
      <dgm:prSet presAssocID="{8DEBB55C-08C2-4B9E-B9B0-80419832A4E4}" presName="level3hierChild" presStyleCnt="0"/>
      <dgm:spPr/>
    </dgm:pt>
    <dgm:pt modelId="{1D241CDC-A527-4B7C-A332-15DA7D40C261}" type="pres">
      <dgm:prSet presAssocID="{F78015EA-DCCD-43E5-8674-BBF0807D4733}" presName="conn2-1" presStyleLbl="parChTrans1D3" presStyleIdx="5" presStyleCnt="9"/>
      <dgm:spPr/>
    </dgm:pt>
    <dgm:pt modelId="{3A5901A0-D1E5-4572-B128-B929DA2EF10D}" type="pres">
      <dgm:prSet presAssocID="{F78015EA-DCCD-43E5-8674-BBF0807D4733}" presName="connTx" presStyleLbl="parChTrans1D3" presStyleIdx="5" presStyleCnt="9"/>
      <dgm:spPr/>
    </dgm:pt>
    <dgm:pt modelId="{9373A1D8-DD92-45D2-B3FA-1C346FE534A8}" type="pres">
      <dgm:prSet presAssocID="{1E9724D3-CF3C-4DF4-8E5B-1053948B360D}" presName="root2" presStyleCnt="0"/>
      <dgm:spPr/>
    </dgm:pt>
    <dgm:pt modelId="{3BD7572F-5FF7-48ED-BB5D-7ED97C870522}" type="pres">
      <dgm:prSet presAssocID="{1E9724D3-CF3C-4DF4-8E5B-1053948B360D}" presName="LevelTwoTextNode" presStyleLbl="node3" presStyleIdx="5" presStyleCnt="9">
        <dgm:presLayoutVars>
          <dgm:chPref val="3"/>
        </dgm:presLayoutVars>
      </dgm:prSet>
      <dgm:spPr/>
    </dgm:pt>
    <dgm:pt modelId="{3E30D982-4AB5-4C58-B30D-FD572727136B}" type="pres">
      <dgm:prSet presAssocID="{1E9724D3-CF3C-4DF4-8E5B-1053948B360D}" presName="level3hierChild" presStyleCnt="0"/>
      <dgm:spPr/>
    </dgm:pt>
    <dgm:pt modelId="{C1C3A3B8-0CA8-4EE4-BA8C-360D1B3925AB}" type="pres">
      <dgm:prSet presAssocID="{36A7E2F0-52F9-462C-92F4-8E89D3176C5F}" presName="conn2-1" presStyleLbl="parChTrans1D2" presStyleIdx="2" presStyleCnt="3"/>
      <dgm:spPr/>
    </dgm:pt>
    <dgm:pt modelId="{C0426B37-2CC3-4F1D-A87D-D80EB32AB857}" type="pres">
      <dgm:prSet presAssocID="{36A7E2F0-52F9-462C-92F4-8E89D3176C5F}" presName="connTx" presStyleLbl="parChTrans1D2" presStyleIdx="2" presStyleCnt="3"/>
      <dgm:spPr/>
    </dgm:pt>
    <dgm:pt modelId="{E0D106EA-627F-4F2D-8564-558578021536}" type="pres">
      <dgm:prSet presAssocID="{D72CCC58-482D-4CB2-9DE6-BD2BEEA28B72}" presName="root2" presStyleCnt="0"/>
      <dgm:spPr/>
    </dgm:pt>
    <dgm:pt modelId="{7C324DE8-9F03-48D6-83F7-7EDE324401F1}" type="pres">
      <dgm:prSet presAssocID="{D72CCC58-482D-4CB2-9DE6-BD2BEEA28B72}" presName="LevelTwoTextNode" presStyleLbl="node2" presStyleIdx="2" presStyleCnt="3">
        <dgm:presLayoutVars>
          <dgm:chPref val="3"/>
        </dgm:presLayoutVars>
      </dgm:prSet>
      <dgm:spPr/>
    </dgm:pt>
    <dgm:pt modelId="{61194165-3124-4CA7-BA06-9A57D423D422}" type="pres">
      <dgm:prSet presAssocID="{D72CCC58-482D-4CB2-9DE6-BD2BEEA28B72}" presName="level3hierChild" presStyleCnt="0"/>
      <dgm:spPr/>
    </dgm:pt>
    <dgm:pt modelId="{F53B00F2-EC3E-4AE6-BC2D-FE87C9B51F8C}" type="pres">
      <dgm:prSet presAssocID="{0E9AA06A-C31E-4E2F-95CD-0DFE2AAE018D}" presName="conn2-1" presStyleLbl="parChTrans1D3" presStyleIdx="6" presStyleCnt="9"/>
      <dgm:spPr/>
    </dgm:pt>
    <dgm:pt modelId="{1003CA8A-B731-4AC3-A223-652492E63179}" type="pres">
      <dgm:prSet presAssocID="{0E9AA06A-C31E-4E2F-95CD-0DFE2AAE018D}" presName="connTx" presStyleLbl="parChTrans1D3" presStyleIdx="6" presStyleCnt="9"/>
      <dgm:spPr/>
    </dgm:pt>
    <dgm:pt modelId="{2F8A7525-92DC-4FD5-B499-50DA8FDF65E4}" type="pres">
      <dgm:prSet presAssocID="{764F9D96-D82A-49AB-8F34-94402076D185}" presName="root2" presStyleCnt="0"/>
      <dgm:spPr/>
    </dgm:pt>
    <dgm:pt modelId="{ECD42A47-7DEE-4633-91C4-907614E1B362}" type="pres">
      <dgm:prSet presAssocID="{764F9D96-D82A-49AB-8F34-94402076D185}" presName="LevelTwoTextNode" presStyleLbl="node3" presStyleIdx="6" presStyleCnt="9">
        <dgm:presLayoutVars>
          <dgm:chPref val="3"/>
        </dgm:presLayoutVars>
      </dgm:prSet>
      <dgm:spPr>
        <a:xfrm>
          <a:off x="4126247" y="3488983"/>
          <a:ext cx="1075454" cy="327882"/>
        </a:xfrm>
        <a:prstGeom prst="rect">
          <a:avLst/>
        </a:prstGeom>
      </dgm:spPr>
    </dgm:pt>
    <dgm:pt modelId="{B7711A0D-30B7-4939-AA2F-4711F593E0C2}" type="pres">
      <dgm:prSet presAssocID="{764F9D96-D82A-49AB-8F34-94402076D185}" presName="level3hierChild" presStyleCnt="0"/>
      <dgm:spPr/>
    </dgm:pt>
    <dgm:pt modelId="{9FACB7A1-22F6-4258-82E4-157C16A9B6DB}" type="pres">
      <dgm:prSet presAssocID="{E5AD0E79-FDC6-417B-9595-A49214F24C8A}" presName="conn2-1" presStyleLbl="parChTrans1D3" presStyleIdx="7" presStyleCnt="9"/>
      <dgm:spPr/>
    </dgm:pt>
    <dgm:pt modelId="{8AFD5793-281C-4536-A443-413BE17084B8}" type="pres">
      <dgm:prSet presAssocID="{E5AD0E79-FDC6-417B-9595-A49214F24C8A}" presName="connTx" presStyleLbl="parChTrans1D3" presStyleIdx="7" presStyleCnt="9"/>
      <dgm:spPr/>
    </dgm:pt>
    <dgm:pt modelId="{D16BE17E-7C33-4794-B8B4-EC62E9714C76}" type="pres">
      <dgm:prSet presAssocID="{F341A014-1481-40EF-89AB-C67467C98E34}" presName="root2" presStyleCnt="0"/>
      <dgm:spPr/>
    </dgm:pt>
    <dgm:pt modelId="{6A3427E1-A3C2-4768-8A0C-034702D2C42C}" type="pres">
      <dgm:prSet presAssocID="{F341A014-1481-40EF-89AB-C67467C98E34}" presName="LevelTwoTextNode" presStyleLbl="node3" presStyleIdx="7" presStyleCnt="9">
        <dgm:presLayoutVars>
          <dgm:chPref val="3"/>
        </dgm:presLayoutVars>
      </dgm:prSet>
      <dgm:spPr>
        <a:xfrm>
          <a:off x="4206128" y="4109698"/>
          <a:ext cx="1134365" cy="345843"/>
        </a:xfrm>
        <a:prstGeom prst="rect">
          <a:avLst/>
        </a:prstGeom>
      </dgm:spPr>
    </dgm:pt>
    <dgm:pt modelId="{9D4585AE-CD68-4931-885A-568A8163F9E7}" type="pres">
      <dgm:prSet presAssocID="{F341A014-1481-40EF-89AB-C67467C98E34}" presName="level3hierChild" presStyleCnt="0"/>
      <dgm:spPr/>
    </dgm:pt>
    <dgm:pt modelId="{1BAF74BB-C405-47DB-A9C1-2851DC72D8DA}" type="pres">
      <dgm:prSet presAssocID="{EDF61533-E524-4EF9-96B4-0813467F69A5}" presName="conn2-1" presStyleLbl="parChTrans1D3" presStyleIdx="8" presStyleCnt="9"/>
      <dgm:spPr/>
    </dgm:pt>
    <dgm:pt modelId="{737A5F3C-6C22-4A0D-9DA0-572A56D72F09}" type="pres">
      <dgm:prSet presAssocID="{EDF61533-E524-4EF9-96B4-0813467F69A5}" presName="connTx" presStyleLbl="parChTrans1D3" presStyleIdx="8" presStyleCnt="9"/>
      <dgm:spPr/>
    </dgm:pt>
    <dgm:pt modelId="{F065AC81-D903-4092-9388-96E09C718568}" type="pres">
      <dgm:prSet presAssocID="{70D988E3-7373-4825-B4B7-789077CCFDCB}" presName="root2" presStyleCnt="0"/>
      <dgm:spPr/>
    </dgm:pt>
    <dgm:pt modelId="{1CCFAE62-DDF4-4727-BA60-69577C4074DB}" type="pres">
      <dgm:prSet presAssocID="{70D988E3-7373-4825-B4B7-789077CCFDCB}" presName="LevelTwoTextNode" presStyleLbl="node3" presStyleIdx="8" presStyleCnt="9">
        <dgm:presLayoutVars>
          <dgm:chPref val="3"/>
        </dgm:presLayoutVars>
      </dgm:prSet>
      <dgm:spPr>
        <a:xfrm>
          <a:off x="4206128" y="4542002"/>
          <a:ext cx="1134365" cy="345843"/>
        </a:xfrm>
        <a:prstGeom prst="rect">
          <a:avLst/>
        </a:prstGeom>
      </dgm:spPr>
    </dgm:pt>
    <dgm:pt modelId="{E13D233D-AF03-48D2-8491-D1C639E3E709}" type="pres">
      <dgm:prSet presAssocID="{70D988E3-7373-4825-B4B7-789077CCFDCB}" presName="level3hierChild" presStyleCnt="0"/>
      <dgm:spPr/>
    </dgm:pt>
    <dgm:pt modelId="{B3375D5B-7418-4214-B421-5039CD5BF5CF}" type="pres">
      <dgm:prSet presAssocID="{14DA3671-8326-4271-AB66-9A9EB4E59880}" presName="conn2-1" presStyleLbl="parChTrans1D4" presStyleIdx="5" presStyleCnt="9"/>
      <dgm:spPr/>
    </dgm:pt>
    <dgm:pt modelId="{DDD4CD09-E406-40F7-AEE1-26C434CA3BD9}" type="pres">
      <dgm:prSet presAssocID="{14DA3671-8326-4271-AB66-9A9EB4E59880}" presName="connTx" presStyleLbl="parChTrans1D4" presStyleIdx="5" presStyleCnt="9"/>
      <dgm:spPr/>
    </dgm:pt>
    <dgm:pt modelId="{D988EA2D-3421-4ECE-9C53-397DEC64D623}" type="pres">
      <dgm:prSet presAssocID="{D3431C9A-83C2-448C-824D-06E32DB7CD92}" presName="root2" presStyleCnt="0"/>
      <dgm:spPr/>
    </dgm:pt>
    <dgm:pt modelId="{7AAFB8F9-FA17-445D-B5F4-BA77049671F9}" type="pres">
      <dgm:prSet presAssocID="{D3431C9A-83C2-448C-824D-06E32DB7CD92}" presName="LevelTwoTextNode" presStyleLbl="node4" presStyleIdx="5" presStyleCnt="9">
        <dgm:presLayoutVars>
          <dgm:chPref val="3"/>
        </dgm:presLayoutVars>
      </dgm:prSet>
      <dgm:spPr>
        <a:xfrm>
          <a:off x="5416792" y="3693909"/>
          <a:ext cx="1075454" cy="327882"/>
        </a:xfrm>
        <a:prstGeom prst="rect">
          <a:avLst/>
        </a:prstGeom>
      </dgm:spPr>
    </dgm:pt>
    <dgm:pt modelId="{7953E988-00B4-4ED2-8428-F87F03349887}" type="pres">
      <dgm:prSet presAssocID="{D3431C9A-83C2-448C-824D-06E32DB7CD92}" presName="level3hierChild" presStyleCnt="0"/>
      <dgm:spPr/>
    </dgm:pt>
    <dgm:pt modelId="{3A4ECB68-F637-4F98-A6B5-BB23BFD90755}" type="pres">
      <dgm:prSet presAssocID="{338BBD9B-4FFF-4734-8FD9-4F53FBBE173E}" presName="conn2-1" presStyleLbl="parChTrans1D4" presStyleIdx="6" presStyleCnt="9"/>
      <dgm:spPr/>
    </dgm:pt>
    <dgm:pt modelId="{CCA4F125-DFFF-426B-8FDE-C41EA06B45A2}" type="pres">
      <dgm:prSet presAssocID="{338BBD9B-4FFF-4734-8FD9-4F53FBBE173E}" presName="connTx" presStyleLbl="parChTrans1D4" presStyleIdx="6" presStyleCnt="9"/>
      <dgm:spPr/>
    </dgm:pt>
    <dgm:pt modelId="{422C2103-BFF6-4D72-850C-C66B50919CEA}" type="pres">
      <dgm:prSet presAssocID="{CDF57CE0-4EDF-43C5-BF60-0E797556DDB0}" presName="root2" presStyleCnt="0"/>
      <dgm:spPr/>
    </dgm:pt>
    <dgm:pt modelId="{3F2E7122-0E42-43F9-8159-683B04E5EEBB}" type="pres">
      <dgm:prSet presAssocID="{CDF57CE0-4EDF-43C5-BF60-0E797556DDB0}" presName="LevelTwoTextNode" presStyleLbl="node4" presStyleIdx="6" presStyleCnt="9">
        <dgm:presLayoutVars>
          <dgm:chPref val="3"/>
        </dgm:presLayoutVars>
      </dgm:prSet>
      <dgm:spPr>
        <a:xfrm>
          <a:off x="5416792" y="4103762"/>
          <a:ext cx="1075454" cy="327882"/>
        </a:xfrm>
        <a:prstGeom prst="rect">
          <a:avLst/>
        </a:prstGeom>
      </dgm:spPr>
    </dgm:pt>
    <dgm:pt modelId="{11E09D93-2AA0-4693-B178-20C8AFAC41E5}" type="pres">
      <dgm:prSet presAssocID="{CDF57CE0-4EDF-43C5-BF60-0E797556DDB0}" presName="level3hierChild" presStyleCnt="0"/>
      <dgm:spPr/>
    </dgm:pt>
    <dgm:pt modelId="{B37138C7-A3C1-41F7-9CB5-9668CE5A9014}" type="pres">
      <dgm:prSet presAssocID="{07A54603-8B1F-47B1-A59D-651A83806ABA}" presName="conn2-1" presStyleLbl="parChTrans1D4" presStyleIdx="7" presStyleCnt="9"/>
      <dgm:spPr/>
    </dgm:pt>
    <dgm:pt modelId="{BB3C924D-6BFE-4FDF-851A-2319540DA91C}" type="pres">
      <dgm:prSet presAssocID="{07A54603-8B1F-47B1-A59D-651A83806ABA}" presName="connTx" presStyleLbl="parChTrans1D4" presStyleIdx="7" presStyleCnt="9"/>
      <dgm:spPr/>
    </dgm:pt>
    <dgm:pt modelId="{10E92610-A4AE-4FB8-8995-F5CABF25EF49}" type="pres">
      <dgm:prSet presAssocID="{11E84A56-4FD3-47BC-A0DE-B836E1937770}" presName="root2" presStyleCnt="0"/>
      <dgm:spPr/>
    </dgm:pt>
    <dgm:pt modelId="{055946EF-3D89-4507-83D3-49EED3D33E13}" type="pres">
      <dgm:prSet presAssocID="{11E84A56-4FD3-47BC-A0DE-B836E1937770}" presName="LevelTwoTextNode" presStyleLbl="node4" presStyleIdx="7" presStyleCnt="9">
        <dgm:presLayoutVars>
          <dgm:chPref val="3"/>
        </dgm:presLayoutVars>
      </dgm:prSet>
      <dgm:spPr>
        <a:xfrm>
          <a:off x="5416792" y="4513615"/>
          <a:ext cx="1075454" cy="327882"/>
        </a:xfrm>
        <a:prstGeom prst="rect">
          <a:avLst/>
        </a:prstGeom>
      </dgm:spPr>
    </dgm:pt>
    <dgm:pt modelId="{60789F9A-8B88-4F62-B3B5-FD972843B224}" type="pres">
      <dgm:prSet presAssocID="{11E84A56-4FD3-47BC-A0DE-B836E1937770}" presName="level3hierChild" presStyleCnt="0"/>
      <dgm:spPr/>
    </dgm:pt>
    <dgm:pt modelId="{E01C1DB1-6C4C-4869-BF9F-2F60929EDCC2}" type="pres">
      <dgm:prSet presAssocID="{DD3693FD-92CC-452F-8F05-9791BD3CDFE8}" presName="conn2-1" presStyleLbl="parChTrans1D4" presStyleIdx="8" presStyleCnt="9"/>
      <dgm:spPr/>
    </dgm:pt>
    <dgm:pt modelId="{5FD385D7-637C-45FC-B174-6E8C8C99A134}" type="pres">
      <dgm:prSet presAssocID="{DD3693FD-92CC-452F-8F05-9791BD3CDFE8}" presName="connTx" presStyleLbl="parChTrans1D4" presStyleIdx="8" presStyleCnt="9"/>
      <dgm:spPr/>
    </dgm:pt>
    <dgm:pt modelId="{BF8EC922-0617-400B-846A-8999F6725E2B}" type="pres">
      <dgm:prSet presAssocID="{78C49BE8-DFFC-4106-9E28-805F7055ABA1}" presName="root2" presStyleCnt="0"/>
      <dgm:spPr/>
    </dgm:pt>
    <dgm:pt modelId="{4164EAFC-77A7-4504-B61E-9D241EEBC2D3}" type="pres">
      <dgm:prSet presAssocID="{78C49BE8-DFFC-4106-9E28-805F7055ABA1}" presName="LevelTwoTextNode" presStyleLbl="node4" presStyleIdx="8" presStyleCnt="9">
        <dgm:presLayoutVars>
          <dgm:chPref val="3"/>
        </dgm:presLayoutVars>
      </dgm:prSet>
      <dgm:spPr>
        <a:xfrm>
          <a:off x="5416792" y="4923468"/>
          <a:ext cx="1075454" cy="327882"/>
        </a:xfrm>
        <a:prstGeom prst="rect">
          <a:avLst/>
        </a:prstGeom>
      </dgm:spPr>
    </dgm:pt>
    <dgm:pt modelId="{60AD01E0-6F94-4C38-BFB9-85795E8320BA}" type="pres">
      <dgm:prSet presAssocID="{78C49BE8-DFFC-4106-9E28-805F7055ABA1}" presName="level3hierChild" presStyleCnt="0"/>
      <dgm:spPr/>
    </dgm:pt>
  </dgm:ptLst>
  <dgm:cxnLst>
    <dgm:cxn modelId="{2AC1F202-38AC-4E91-8617-C1C61AF80F3A}" type="presOf" srcId="{8DEBB55C-08C2-4B9E-B9B0-80419832A4E4}" destId="{0B98D964-0E8B-4A2E-A6B9-239F918DB1CA}" srcOrd="0" destOrd="0" presId="urn:microsoft.com/office/officeart/2008/layout/HorizontalMultiLevelHierarchy"/>
    <dgm:cxn modelId="{6222DE04-9038-4709-A9DA-368979989C4B}" type="presOf" srcId="{E46D7F1A-E20C-4DA5-89C2-F7ECA35B2720}" destId="{1A195912-1ADA-4712-A7E4-E71796BA47C0}" srcOrd="0" destOrd="0" presId="urn:microsoft.com/office/officeart/2008/layout/HorizontalMultiLevelHierarchy"/>
    <dgm:cxn modelId="{464E1F07-9BF9-4C0D-9991-B67977991766}" type="presOf" srcId="{F341A014-1481-40EF-89AB-C67467C98E34}" destId="{6A3427E1-A3C2-4768-8A0C-034702D2C42C}" srcOrd="0" destOrd="0" presId="urn:microsoft.com/office/officeart/2008/layout/HorizontalMultiLevelHierarchy"/>
    <dgm:cxn modelId="{D1FBFF12-D304-401D-8B4A-C886D5733783}" type="presOf" srcId="{9B49D014-5CA9-4280-AAC2-869DEB91EBE8}" destId="{7FCA12E6-48C3-45E9-B9C9-7E441813ABFE}" srcOrd="1" destOrd="0" presId="urn:microsoft.com/office/officeart/2008/layout/HorizontalMultiLevelHierarchy"/>
    <dgm:cxn modelId="{FEC2CF14-40A0-43CA-BF60-3352C72CA21E}" type="presOf" srcId="{338BBD9B-4FFF-4734-8FD9-4F53FBBE173E}" destId="{3A4ECB68-F637-4F98-A6B5-BB23BFD90755}" srcOrd="0" destOrd="0" presId="urn:microsoft.com/office/officeart/2008/layout/HorizontalMultiLevelHierarchy"/>
    <dgm:cxn modelId="{234CD115-EC6D-4C95-A1BB-7576A566D027}" type="presOf" srcId="{06A0319B-8CB0-47BE-B07B-9A604D2EE872}" destId="{AB8B9D25-3296-4501-A94D-B4A591F63247}" srcOrd="1" destOrd="0" presId="urn:microsoft.com/office/officeart/2008/layout/HorizontalMultiLevelHierarchy"/>
    <dgm:cxn modelId="{A05EAE18-7302-4BB7-967F-7630468D52DB}" type="presOf" srcId="{14879AA1-7FEE-440A-A0CB-29C2803FFBB1}" destId="{56FE6A40-861E-414B-8E66-7EE845065008}" srcOrd="0" destOrd="0" presId="urn:microsoft.com/office/officeart/2008/layout/HorizontalMultiLevelHierarchy"/>
    <dgm:cxn modelId="{F765FE19-42B4-473A-9F3A-C5040D68677A}" srcId="{70D988E3-7373-4825-B4B7-789077CCFDCB}" destId="{CDF57CE0-4EDF-43C5-BF60-0E797556DDB0}" srcOrd="1" destOrd="0" parTransId="{338BBD9B-4FFF-4734-8FD9-4F53FBBE173E}" sibTransId="{EFEC618B-F685-44C2-8138-01E6144EBC61}"/>
    <dgm:cxn modelId="{2565C91B-5884-45A5-A529-8B131E05D1F4}" type="presOf" srcId="{07A54603-8B1F-47B1-A59D-651A83806ABA}" destId="{B37138C7-A3C1-41F7-9CB5-9668CE5A9014}" srcOrd="0" destOrd="0" presId="urn:microsoft.com/office/officeart/2008/layout/HorizontalMultiLevelHierarchy"/>
    <dgm:cxn modelId="{2E82C91D-B0D5-4F1D-84A2-58A9944D1DCB}" type="presOf" srcId="{DD3693FD-92CC-452F-8F05-9791BD3CDFE8}" destId="{5FD385D7-637C-45FC-B174-6E8C8C99A134}" srcOrd="1" destOrd="0" presId="urn:microsoft.com/office/officeart/2008/layout/HorizontalMultiLevelHierarchy"/>
    <dgm:cxn modelId="{7E27271F-B16D-476D-91E6-354588E2E03A}" srcId="{4ECFF0AE-6DDC-4351-B36B-8E9534D82B50}" destId="{1E9724D3-CF3C-4DF4-8E5B-1053948B360D}" srcOrd="2" destOrd="0" parTransId="{F78015EA-DCCD-43E5-8674-BBF0807D4733}" sibTransId="{640F39A7-1547-402A-A8F3-403FE697818A}"/>
    <dgm:cxn modelId="{C0F5991F-9ABD-43DF-80E8-BA89EB83C43D}" type="presOf" srcId="{A8415E80-0C45-4582-8FB3-DC8F93E575CE}" destId="{24EDA40E-D6D1-4289-8F6A-D6FBF9484BAE}" srcOrd="0" destOrd="0" presId="urn:microsoft.com/office/officeart/2008/layout/HorizontalMultiLevelHierarchy"/>
    <dgm:cxn modelId="{101B1320-59EF-462F-A9FF-3DD3C759DF04}" type="presOf" srcId="{C1B5ABC6-B975-4101-BA63-514B2117D731}" destId="{105B57B8-3D67-47FE-B058-F851076068CE}" srcOrd="1" destOrd="0" presId="urn:microsoft.com/office/officeart/2008/layout/HorizontalMultiLevelHierarchy"/>
    <dgm:cxn modelId="{C9508321-8B96-4B07-BDFC-3A98741CF47F}" srcId="{D72CCC58-482D-4CB2-9DE6-BD2BEEA28B72}" destId="{F341A014-1481-40EF-89AB-C67467C98E34}" srcOrd="1" destOrd="0" parTransId="{E5AD0E79-FDC6-417B-9595-A49214F24C8A}" sibTransId="{B10B5951-37B7-4760-B664-B8C77463797F}"/>
    <dgm:cxn modelId="{6601D523-1867-43B0-B8A3-A2168F383E2A}" srcId="{D72CCC58-482D-4CB2-9DE6-BD2BEEA28B72}" destId="{70D988E3-7373-4825-B4B7-789077CCFDCB}" srcOrd="2" destOrd="0" parTransId="{EDF61533-E524-4EF9-96B4-0813467F69A5}" sibTransId="{8B117189-15E1-47C9-8B4C-CA181D3803B3}"/>
    <dgm:cxn modelId="{9FFF752C-A482-4815-828C-A0BC94DB728F}" type="presOf" srcId="{338BBD9B-4FFF-4734-8FD9-4F53FBBE173E}" destId="{CCA4F125-DFFF-426B-8FDE-C41EA06B45A2}" srcOrd="1" destOrd="0" presId="urn:microsoft.com/office/officeart/2008/layout/HorizontalMultiLevelHierarchy"/>
    <dgm:cxn modelId="{9BFCDE2E-DAEE-4E7F-AD56-055FD87DB42B}" type="presOf" srcId="{DD4E7A89-6A65-43AB-AF19-A8920AC36D32}" destId="{60F88E4E-6686-4E7E-ABA9-BB7564D3D240}" srcOrd="0" destOrd="0" presId="urn:microsoft.com/office/officeart/2008/layout/HorizontalMultiLevelHierarchy"/>
    <dgm:cxn modelId="{FCF12C38-1006-4864-838E-DA3FE25D339A}" type="presOf" srcId="{07A54603-8B1F-47B1-A59D-651A83806ABA}" destId="{BB3C924D-6BFE-4FDF-851A-2319540DA91C}" srcOrd="1" destOrd="0" presId="urn:microsoft.com/office/officeart/2008/layout/HorizontalMultiLevelHierarchy"/>
    <dgm:cxn modelId="{637AD938-D82B-448B-85DA-CFF10F2614F3}" type="presOf" srcId="{D3988862-9627-46F1-A298-1DD7C976FA2A}" destId="{C7257146-6EE0-4633-BD1A-46B3C63E68CF}" srcOrd="1" destOrd="0" presId="urn:microsoft.com/office/officeart/2008/layout/HorizontalMultiLevelHierarchy"/>
    <dgm:cxn modelId="{880AD83A-EB44-4399-81BA-B6F3B83492DC}" type="presOf" srcId="{C1B5ABC6-B975-4101-BA63-514B2117D731}" destId="{0AD23473-EBAC-444A-A7DB-0590ED3ED745}" srcOrd="0" destOrd="0" presId="urn:microsoft.com/office/officeart/2008/layout/HorizontalMultiLevelHierarchy"/>
    <dgm:cxn modelId="{F583053B-0C85-4D16-B782-98CCDDA0593A}" type="presOf" srcId="{4ECFF0AE-6DDC-4351-B36B-8E9534D82B50}" destId="{C101CA10-F3E8-413F-8B35-5E13926C5D2A}" srcOrd="0" destOrd="0" presId="urn:microsoft.com/office/officeart/2008/layout/HorizontalMultiLevelHierarchy"/>
    <dgm:cxn modelId="{1CB50D40-971F-4B03-931C-1464341369B1}" type="presOf" srcId="{C882DB23-F561-47AF-983B-976967EA42A5}" destId="{03610307-AD27-464A-A869-8C0B10F6CB03}" srcOrd="0" destOrd="0" presId="urn:microsoft.com/office/officeart/2008/layout/HorizontalMultiLevelHierarchy"/>
    <dgm:cxn modelId="{C8B7A040-B7FD-4E67-8C78-37B255E63A1E}" srcId="{70D988E3-7373-4825-B4B7-789077CCFDCB}" destId="{11E84A56-4FD3-47BC-A0DE-B836E1937770}" srcOrd="2" destOrd="0" parTransId="{07A54603-8B1F-47B1-A59D-651A83806ABA}" sibTransId="{A58E33BA-3622-471E-B03B-B6A21D6F7AE9}"/>
    <dgm:cxn modelId="{3CAE425E-17E9-40B6-927F-89658E2B0506}" type="presOf" srcId="{EDF61533-E524-4EF9-96B4-0813467F69A5}" destId="{1BAF74BB-C405-47DB-A9C1-2851DC72D8DA}" srcOrd="0" destOrd="0" presId="urn:microsoft.com/office/officeart/2008/layout/HorizontalMultiLevelHierarchy"/>
    <dgm:cxn modelId="{6806CB60-887B-4229-A0CA-A885A2EA8CDB}" type="presOf" srcId="{74A532F6-A54F-4205-8B6A-CA6BF7452FCC}" destId="{EB4A19E0-2BB6-4037-BAA1-85395174BB29}" srcOrd="1" destOrd="0" presId="urn:microsoft.com/office/officeart/2008/layout/HorizontalMultiLevelHierarchy"/>
    <dgm:cxn modelId="{60A75641-E621-4EC0-9C4A-373CD64CF976}" type="presOf" srcId="{14DA3671-8326-4271-AB66-9A9EB4E59880}" destId="{B3375D5B-7418-4214-B421-5039CD5BF5CF}" srcOrd="0" destOrd="0" presId="urn:microsoft.com/office/officeart/2008/layout/HorizontalMultiLevelHierarchy"/>
    <dgm:cxn modelId="{1D25BF61-D6AE-4E0B-9B07-9EEA5173B779}" srcId="{51002C2C-F2E3-4636-B7CF-834C102647DF}" destId="{D8A8315A-2731-4B99-9535-86048E62BDFA}" srcOrd="0" destOrd="0" parTransId="{C882DB23-F561-47AF-983B-976967EA42A5}" sibTransId="{7B95D76C-50E6-440C-B43C-09B9C09CD1B9}"/>
    <dgm:cxn modelId="{DE417462-CEE3-4BA1-AB30-3878819402A1}" type="presOf" srcId="{3AC99315-2086-4C7F-B8D3-A974F28ABAC9}" destId="{8CBE48D5-5132-4831-831B-CFDB60BEE35B}" srcOrd="0" destOrd="0" presId="urn:microsoft.com/office/officeart/2008/layout/HorizontalMultiLevelHierarchy"/>
    <dgm:cxn modelId="{A873A864-3E78-41A9-9484-555B1DD60C27}" srcId="{E46D7F1A-E20C-4DA5-89C2-F7ECA35B2720}" destId="{AB4C4DB0-151B-4092-9EE9-F2D7A60880F2}" srcOrd="1" destOrd="0" parTransId="{C985811A-0370-4B06-818E-0064EC78803B}" sibTransId="{B9CA9C4D-824B-4A16-B715-C1FEB2AF6186}"/>
    <dgm:cxn modelId="{0155EA66-19A1-4EC5-BAFD-304F72F93478}" type="presOf" srcId="{D8A8315A-2731-4B99-9535-86048E62BDFA}" destId="{EBEEC6E0-81E9-4588-A529-2F59F516A08C}" srcOrd="0" destOrd="0" presId="urn:microsoft.com/office/officeart/2008/layout/HorizontalMultiLevelHierarchy"/>
    <dgm:cxn modelId="{3BC82F68-AB3A-489A-B175-CB1ABAC8663C}" type="presOf" srcId="{9B49D014-5CA9-4280-AAC2-869DEB91EBE8}" destId="{A2A9D0FD-1CFC-4EAF-83C4-A7C78DB9CE5C}" srcOrd="0" destOrd="0" presId="urn:microsoft.com/office/officeart/2008/layout/HorizontalMultiLevelHierarchy"/>
    <dgm:cxn modelId="{E72C1E6A-FD23-4009-9C54-C3B63FAB487A}" type="presOf" srcId="{5C4E3F0C-93FC-41B7-88EC-C79DA46071F0}" destId="{30D1BDDD-02DF-4B71-B4A0-45D2990FA8B1}" srcOrd="1" destOrd="0" presId="urn:microsoft.com/office/officeart/2008/layout/HorizontalMultiLevelHierarchy"/>
    <dgm:cxn modelId="{A402414B-70F3-4205-93C4-1CF44C2278F8}" srcId="{70D988E3-7373-4825-B4B7-789077CCFDCB}" destId="{78C49BE8-DFFC-4106-9E28-805F7055ABA1}" srcOrd="3" destOrd="0" parTransId="{DD3693FD-92CC-452F-8F05-9791BD3CDFE8}" sibTransId="{51696DFE-7414-45AA-B506-ED6B79337CE4}"/>
    <dgm:cxn modelId="{C1414C6B-0879-47B5-BA9E-3224E73594F7}" type="presOf" srcId="{B101BD44-A231-49D1-98BF-0A3C07F744DD}" destId="{F89E7791-60A4-4571-9CD1-E71D89A26D2C}" srcOrd="0" destOrd="0" presId="urn:microsoft.com/office/officeart/2008/layout/HorizontalMultiLevelHierarchy"/>
    <dgm:cxn modelId="{AF08C56E-1BD2-4C20-83CC-8EDC3A3CE2EE}" type="presOf" srcId="{14DA3671-8326-4271-AB66-9A9EB4E59880}" destId="{DDD4CD09-E406-40F7-AEE1-26C434CA3BD9}" srcOrd="1" destOrd="0" presId="urn:microsoft.com/office/officeart/2008/layout/HorizontalMultiLevelHierarchy"/>
    <dgm:cxn modelId="{51D31052-69C3-43E1-BD30-A160B51AD4C2}" type="presOf" srcId="{78C49BE8-DFFC-4106-9E28-805F7055ABA1}" destId="{4164EAFC-77A7-4504-B61E-9D241EEBC2D3}" srcOrd="0" destOrd="0" presId="urn:microsoft.com/office/officeart/2008/layout/HorizontalMultiLevelHierarchy"/>
    <dgm:cxn modelId="{AD9C1473-54FA-4C47-9399-3DCEE4BD5630}" type="presOf" srcId="{D72CCC58-482D-4CB2-9DE6-BD2BEEA28B72}" destId="{7C324DE8-9F03-48D6-83F7-7EDE324401F1}" srcOrd="0" destOrd="0" presId="urn:microsoft.com/office/officeart/2008/layout/HorizontalMultiLevelHierarchy"/>
    <dgm:cxn modelId="{44DC7674-4A07-493B-A218-DD230FB9A030}" srcId="{F79EC83A-AF59-4254-A540-3CBD54CD78F9}" destId="{B82CCB28-A450-433B-8097-B8A81D25A035}" srcOrd="0" destOrd="0" parTransId="{73549F61-51E9-4EDE-97A8-04AA03569863}" sibTransId="{B56DE62E-0A9A-4C31-AAB4-FD08FD4519F8}"/>
    <dgm:cxn modelId="{8B9C5955-1928-4D15-98C4-2900B49DEC21}" type="presOf" srcId="{70D988E3-7373-4825-B4B7-789077CCFDCB}" destId="{1CCFAE62-DDF4-4727-BA60-69577C4074DB}" srcOrd="0" destOrd="0" presId="urn:microsoft.com/office/officeart/2008/layout/HorizontalMultiLevelHierarchy"/>
    <dgm:cxn modelId="{E3271B77-7B16-469A-BEF6-4345352A43C8}" type="presOf" srcId="{C401E500-7339-4406-A6FA-D7F46774BBD6}" destId="{EBB6E4C9-B276-4E95-BA63-6CAB648789BA}" srcOrd="0" destOrd="0" presId="urn:microsoft.com/office/officeart/2008/layout/HorizontalMultiLevelHierarchy"/>
    <dgm:cxn modelId="{5FC0EF78-242E-4E39-A0A8-0DA2B4227359}" type="presOf" srcId="{764F9D96-D82A-49AB-8F34-94402076D185}" destId="{ECD42A47-7DEE-4633-91C4-907614E1B362}" srcOrd="0" destOrd="0" presId="urn:microsoft.com/office/officeart/2008/layout/HorizontalMultiLevelHierarchy"/>
    <dgm:cxn modelId="{721BF058-E814-466E-B567-2600512102B6}" srcId="{4ECFF0AE-6DDC-4351-B36B-8E9534D82B50}" destId="{3AC99315-2086-4C7F-B8D3-A974F28ABAC9}" srcOrd="0" destOrd="0" parTransId="{C401E500-7339-4406-A6FA-D7F46774BBD6}" sibTransId="{75A70204-08F8-4135-ACA4-0F8A189C049D}"/>
    <dgm:cxn modelId="{68B35879-AABE-4B63-B07F-57D62752E9A7}" srcId="{E46D7F1A-E20C-4DA5-89C2-F7ECA35B2720}" destId="{2941879F-E613-45BB-9966-D4D41B33ACC0}" srcOrd="0" destOrd="0" parTransId="{9B49D014-5CA9-4280-AAC2-869DEB91EBE8}" sibTransId="{ADF7B97B-1577-4FFF-9490-22F7CF5A147E}"/>
    <dgm:cxn modelId="{E4266481-CF44-44CA-A577-C1C13D55AE6F}" type="presOf" srcId="{2941879F-E613-45BB-9966-D4D41B33ACC0}" destId="{99274974-6BD1-4108-8878-58E56DAED2AC}" srcOrd="0" destOrd="0" presId="urn:microsoft.com/office/officeart/2008/layout/HorizontalMultiLevelHierarchy"/>
    <dgm:cxn modelId="{F1DF0B82-76DB-4492-83F2-427C874DE430}" type="presOf" srcId="{D3431C9A-83C2-448C-824D-06E32DB7CD92}" destId="{7AAFB8F9-FA17-445D-B5F4-BA77049671F9}" srcOrd="0" destOrd="0" presId="urn:microsoft.com/office/officeart/2008/layout/HorizontalMultiLevelHierarchy"/>
    <dgm:cxn modelId="{F54F3882-4DFD-4532-9510-76F57E747F88}" type="presOf" srcId="{C985811A-0370-4B06-818E-0064EC78803B}" destId="{2D31AD20-6314-44AD-9B24-E36FFDBC7C7C}" srcOrd="1" destOrd="0" presId="urn:microsoft.com/office/officeart/2008/layout/HorizontalMultiLevelHierarchy"/>
    <dgm:cxn modelId="{67DFCE88-F66E-4CBB-9EED-5BB2A89AC8D0}" type="presOf" srcId="{EDF61533-E524-4EF9-96B4-0813467F69A5}" destId="{737A5F3C-6C22-4A0D-9DA0-572A56D72F09}" srcOrd="1" destOrd="0" presId="urn:microsoft.com/office/officeart/2008/layout/HorizontalMultiLevelHierarchy"/>
    <dgm:cxn modelId="{543CA98E-6B88-40DD-B80C-7D0A67783F6A}" type="presOf" srcId="{B101BD44-A231-49D1-98BF-0A3C07F744DD}" destId="{CD496024-5830-42D0-A0EF-76EEE7EB14B1}" srcOrd="1" destOrd="0" presId="urn:microsoft.com/office/officeart/2008/layout/HorizontalMultiLevelHierarchy"/>
    <dgm:cxn modelId="{6FF8FB9A-B6F6-41BD-9477-F56891A70C14}" type="presOf" srcId="{F78015EA-DCCD-43E5-8674-BBF0807D4733}" destId="{1D241CDC-A527-4B7C-A332-15DA7D40C261}" srcOrd="0" destOrd="0" presId="urn:microsoft.com/office/officeart/2008/layout/HorizontalMultiLevelHierarchy"/>
    <dgm:cxn modelId="{6FA81A9C-8F97-48C3-BA83-9112AEC6D138}" type="presOf" srcId="{F79EC83A-AF59-4254-A540-3CBD54CD78F9}" destId="{637DD5ED-E7C4-452F-B7A4-5AEA6F8E5725}" srcOrd="0" destOrd="0" presId="urn:microsoft.com/office/officeart/2008/layout/HorizontalMultiLevelHierarchy"/>
    <dgm:cxn modelId="{0826EE9D-150E-45E5-8CCF-A118DCF721C6}" type="presOf" srcId="{51002C2C-F2E3-4636-B7CF-834C102647DF}" destId="{63D48B74-6C88-464F-B592-CCAE18D72F68}" srcOrd="0" destOrd="0" presId="urn:microsoft.com/office/officeart/2008/layout/HorizontalMultiLevelHierarchy"/>
    <dgm:cxn modelId="{6883939F-66E5-4ED7-9A66-74C0EA6A8102}" type="presOf" srcId="{0E9AA06A-C31E-4E2F-95CD-0DFE2AAE018D}" destId="{F53B00F2-EC3E-4AE6-BC2D-FE87C9B51F8C}" srcOrd="0" destOrd="0" presId="urn:microsoft.com/office/officeart/2008/layout/HorizontalMultiLevelHierarchy"/>
    <dgm:cxn modelId="{D49E68A5-8F99-4ACF-8544-8C3733289A12}" type="presOf" srcId="{11E84A56-4FD3-47BC-A0DE-B836E1937770}" destId="{055946EF-3D89-4507-83D3-49EED3D33E13}" srcOrd="0" destOrd="0" presId="urn:microsoft.com/office/officeart/2008/layout/HorizontalMultiLevelHierarchy"/>
    <dgm:cxn modelId="{64BBA6A5-C437-446D-9E59-8F36A065ABA7}" type="presOf" srcId="{E5AD0E79-FDC6-417B-9595-A49214F24C8A}" destId="{8AFD5793-281C-4536-A443-413BE17084B8}" srcOrd="1" destOrd="0" presId="urn:microsoft.com/office/officeart/2008/layout/HorizontalMultiLevelHierarchy"/>
    <dgm:cxn modelId="{4B292CA9-1F6C-418F-8074-18BCED577B2C}" type="presOf" srcId="{C985811A-0370-4B06-818E-0064EC78803B}" destId="{783BBFF5-280C-48B9-99AA-0B22A2239523}" srcOrd="0" destOrd="0" presId="urn:microsoft.com/office/officeart/2008/layout/HorizontalMultiLevelHierarchy"/>
    <dgm:cxn modelId="{850253AB-7726-471F-9901-24787212DD18}" type="presOf" srcId="{CDF57CE0-4EDF-43C5-BF60-0E797556DDB0}" destId="{3F2E7122-0E42-43F9-8159-683B04E5EEBB}" srcOrd="0" destOrd="0" presId="urn:microsoft.com/office/officeart/2008/layout/HorizontalMultiLevelHierarchy"/>
    <dgm:cxn modelId="{DD380BAD-80CA-415E-A816-21AA6212A82A}" type="presOf" srcId="{06A0319B-8CB0-47BE-B07B-9A604D2EE872}" destId="{FFF90BDD-7270-4EA1-B33E-E055EB8C57C6}" srcOrd="0" destOrd="0" presId="urn:microsoft.com/office/officeart/2008/layout/HorizontalMultiLevelHierarchy"/>
    <dgm:cxn modelId="{06C366AE-7779-4A89-8522-052678066CC5}" type="presOf" srcId="{C401E500-7339-4406-A6FA-D7F46774BBD6}" destId="{B0525A31-400C-4DE3-A994-B0D6388DCEDE}" srcOrd="1" destOrd="0" presId="urn:microsoft.com/office/officeart/2008/layout/HorizontalMultiLevelHierarchy"/>
    <dgm:cxn modelId="{BD6A99B0-A33E-4705-837D-302A865257B7}" type="presOf" srcId="{36A7E2F0-52F9-462C-92F4-8E89D3176C5F}" destId="{C1C3A3B8-0CA8-4EE4-BA8C-360D1B3925AB}" srcOrd="0" destOrd="0" presId="urn:microsoft.com/office/officeart/2008/layout/HorizontalMultiLevelHierarchy"/>
    <dgm:cxn modelId="{E0BD4EB1-5710-40E4-A15F-735B72BC805A}" type="presOf" srcId="{AB4C4DB0-151B-4092-9EE9-F2D7A60880F2}" destId="{B58E8354-74E4-43A4-AC55-5A14384BEB2C}" srcOrd="0" destOrd="0" presId="urn:microsoft.com/office/officeart/2008/layout/HorizontalMultiLevelHierarchy"/>
    <dgm:cxn modelId="{B1507FB3-EF4F-4F30-8E75-7C3CCD2D0EAB}" type="presOf" srcId="{1E9724D3-CF3C-4DF4-8E5B-1053948B360D}" destId="{3BD7572F-5FF7-48ED-BB5D-7ED97C870522}" srcOrd="0" destOrd="0" presId="urn:microsoft.com/office/officeart/2008/layout/HorizontalMultiLevelHierarchy"/>
    <dgm:cxn modelId="{20FB08B5-7C72-441D-AA66-36E0CBF3EE79}" type="presOf" srcId="{E5AD0E79-FDC6-417B-9595-A49214F24C8A}" destId="{9FACB7A1-22F6-4258-82E4-157C16A9B6DB}" srcOrd="0" destOrd="0" presId="urn:microsoft.com/office/officeart/2008/layout/HorizontalMultiLevelHierarchy"/>
    <dgm:cxn modelId="{09DDE8B6-E493-4EDE-B77F-4548039F862E}" srcId="{043D4455-0ACF-4964-BDB2-E8E13BA9FAEB}" destId="{5906402F-59E9-42AC-998C-9A31071F2704}" srcOrd="0" destOrd="0" parTransId="{5C4E3F0C-93FC-41B7-88EC-C79DA46071F0}" sibTransId="{8A7F1D2A-39D0-4A9A-891C-F17F94273FB4}"/>
    <dgm:cxn modelId="{5762ABB9-F044-43AF-B19F-2D4540737045}" srcId="{A8415E80-0C45-4582-8FB3-DC8F93E575CE}" destId="{51002C2C-F2E3-4636-B7CF-834C102647DF}" srcOrd="0" destOrd="0" parTransId="{D3988862-9627-46F1-A298-1DD7C976FA2A}" sibTransId="{F03018C3-8D55-4CA7-8FD2-2D8F304DC5AB}"/>
    <dgm:cxn modelId="{62FE40BB-C6AA-4127-A8D8-D0B66C1321EF}" type="presOf" srcId="{C882DB23-F561-47AF-983B-976967EA42A5}" destId="{9B9C6F25-456C-407B-8629-1C0E0ECC4A12}" srcOrd="1" destOrd="0" presId="urn:microsoft.com/office/officeart/2008/layout/HorizontalMultiLevelHierarchy"/>
    <dgm:cxn modelId="{BC1059BB-E47A-4A1F-BEAA-7BE2927CEF31}" srcId="{70D988E3-7373-4825-B4B7-789077CCFDCB}" destId="{D3431C9A-83C2-448C-824D-06E32DB7CD92}" srcOrd="0" destOrd="0" parTransId="{14DA3671-8326-4271-AB66-9A9EB4E59880}" sibTransId="{44C16EFC-7C54-45FB-8986-34CC6418131D}"/>
    <dgm:cxn modelId="{C9A0ABBF-B3CC-4599-B5D1-4635FA5726A4}" srcId="{D72CCC58-482D-4CB2-9DE6-BD2BEEA28B72}" destId="{764F9D96-D82A-49AB-8F34-94402076D185}" srcOrd="0" destOrd="0" parTransId="{0E9AA06A-C31E-4E2F-95CD-0DFE2AAE018D}" sibTransId="{5A5CB626-B64B-44A5-B4F5-FD66E78F0E34}"/>
    <dgm:cxn modelId="{765BCACA-CCCA-4A33-894B-4D950D52FC62}" type="presOf" srcId="{14879AA1-7FEE-440A-A0CB-29C2803FFBB1}" destId="{DF6BE689-F2F1-418A-A7C4-AC7E105EEFE9}" srcOrd="1" destOrd="0" presId="urn:microsoft.com/office/officeart/2008/layout/HorizontalMultiLevelHierarchy"/>
    <dgm:cxn modelId="{95D28BCE-6777-4D15-864C-0C612598CCFC}" srcId="{A8415E80-0C45-4582-8FB3-DC8F93E575CE}" destId="{E46D7F1A-E20C-4DA5-89C2-F7ECA35B2720}" srcOrd="2" destOrd="0" parTransId="{06A0319B-8CB0-47BE-B07B-9A604D2EE872}" sibTransId="{749DCC8F-4E49-4CBF-AD81-6A39747D7045}"/>
    <dgm:cxn modelId="{81AA73DB-9859-42E5-8448-2786AC7ABDD5}" srcId="{A8415E80-0C45-4582-8FB3-DC8F93E575CE}" destId="{043D4455-0ACF-4964-BDB2-E8E13BA9FAEB}" srcOrd="1" destOrd="0" parTransId="{A12D656C-9672-4B11-8D36-FF735DDB6973}" sibTransId="{33FB5423-C028-43A0-A488-7FED458B4F50}"/>
    <dgm:cxn modelId="{51ADE0DB-D438-48D1-B3EA-19C1A76A6C68}" type="presOf" srcId="{5906402F-59E9-42AC-998C-9A31071F2704}" destId="{97BB5144-4898-4274-9F01-E3B10F22324F}" srcOrd="0" destOrd="0" presId="urn:microsoft.com/office/officeart/2008/layout/HorizontalMultiLevelHierarchy"/>
    <dgm:cxn modelId="{1C462CE3-EFC9-48BD-98B6-0E187092AC4C}" type="presOf" srcId="{A12D656C-9672-4B11-8D36-FF735DDB6973}" destId="{36AB34CB-7307-4DF2-93E5-391589DA4252}" srcOrd="1" destOrd="0" presId="urn:microsoft.com/office/officeart/2008/layout/HorizontalMultiLevelHierarchy"/>
    <dgm:cxn modelId="{6D7B2CEB-92EE-4DD6-8541-BDCC043AA913}" type="presOf" srcId="{F78015EA-DCCD-43E5-8674-BBF0807D4733}" destId="{3A5901A0-D1E5-4572-B128-B929DA2EF10D}" srcOrd="1" destOrd="0" presId="urn:microsoft.com/office/officeart/2008/layout/HorizontalMultiLevelHierarchy"/>
    <dgm:cxn modelId="{C06150EF-FA47-464C-AF77-3ED432DD17EB}" type="presOf" srcId="{0E9AA06A-C31E-4E2F-95CD-0DFE2AAE018D}" destId="{1003CA8A-B731-4AC3-A223-652492E63179}" srcOrd="1" destOrd="0" presId="urn:microsoft.com/office/officeart/2008/layout/HorizontalMultiLevelHierarchy"/>
    <dgm:cxn modelId="{29EBF7F0-2963-49A2-BE3C-226C67704786}" type="presOf" srcId="{DD3693FD-92CC-452F-8F05-9791BD3CDFE8}" destId="{E01C1DB1-6C4C-4869-BF9F-2F60929EDCC2}" srcOrd="0" destOrd="0" presId="urn:microsoft.com/office/officeart/2008/layout/HorizontalMultiLevelHierarchy"/>
    <dgm:cxn modelId="{D5797AF1-FA6D-4A18-8365-B98AE2BB3895}" srcId="{B82CCB28-A450-433B-8097-B8A81D25A035}" destId="{4ECFF0AE-6DDC-4351-B36B-8E9534D82B50}" srcOrd="1" destOrd="0" parTransId="{C1B5ABC6-B975-4101-BA63-514B2117D731}" sibTransId="{A1B175EB-7C65-4869-BC58-F462B9C330A2}"/>
    <dgm:cxn modelId="{F0336EF2-BF0D-47B3-BCD9-ECC057847543}" type="presOf" srcId="{B82CCB28-A450-433B-8097-B8A81D25A035}" destId="{FA1F5A41-115E-4555-A06A-ED3D6762D5DD}" srcOrd="0" destOrd="0" presId="urn:microsoft.com/office/officeart/2008/layout/HorizontalMultiLevelHierarchy"/>
    <dgm:cxn modelId="{923CE5F6-F081-4E6B-9351-15A7FC5169EF}" type="presOf" srcId="{043D4455-0ACF-4964-BDB2-E8E13BA9FAEB}" destId="{0E0CC125-D6D1-4573-9B80-12C3D8B29A80}" srcOrd="0" destOrd="0" presId="urn:microsoft.com/office/officeart/2008/layout/HorizontalMultiLevelHierarchy"/>
    <dgm:cxn modelId="{9B80E9F6-D850-4311-831A-E95BCDEE71AC}" type="presOf" srcId="{36A7E2F0-52F9-462C-92F4-8E89D3176C5F}" destId="{C0426B37-2CC3-4F1D-A87D-D80EB32AB857}" srcOrd="1" destOrd="0" presId="urn:microsoft.com/office/officeart/2008/layout/HorizontalMultiLevelHierarchy"/>
    <dgm:cxn modelId="{609551F9-220E-47DD-A3D7-AA46B22D52B6}" srcId="{B82CCB28-A450-433B-8097-B8A81D25A035}" destId="{D72CCC58-482D-4CB2-9DE6-BD2BEEA28B72}" srcOrd="2" destOrd="0" parTransId="{36A7E2F0-52F9-462C-92F4-8E89D3176C5F}" sibTransId="{63FDDC73-EA00-453F-95B1-28E2FEDBDC7D}"/>
    <dgm:cxn modelId="{22688DF9-162F-4CA1-ABB5-5E51B9DA17A0}" type="presOf" srcId="{5C4E3F0C-93FC-41B7-88EC-C79DA46071F0}" destId="{014D1635-C09A-4DC6-AB6B-50D85BF392EB}" srcOrd="0" destOrd="0" presId="urn:microsoft.com/office/officeart/2008/layout/HorizontalMultiLevelHierarchy"/>
    <dgm:cxn modelId="{26C8D4F9-64F6-4B15-B640-733DB864F0F4}" srcId="{B82CCB28-A450-433B-8097-B8A81D25A035}" destId="{A8415E80-0C45-4582-8FB3-DC8F93E575CE}" srcOrd="0" destOrd="0" parTransId="{14879AA1-7FEE-440A-A0CB-29C2803FFBB1}" sibTransId="{9265D78F-F6E1-417F-A772-F2A5C4511A66}"/>
    <dgm:cxn modelId="{C66FDFFA-CDA7-4431-98A9-029AF5FE2AE4}" type="presOf" srcId="{A12D656C-9672-4B11-8D36-FF735DDB6973}" destId="{FAFEE5C8-3041-458C-BBD8-679877673B26}" srcOrd="0" destOrd="0" presId="urn:microsoft.com/office/officeart/2008/layout/HorizontalMultiLevelHierarchy"/>
    <dgm:cxn modelId="{2DF61DFC-7AEA-4077-B0CF-BC97BEDCDA4D}" type="presOf" srcId="{D3988862-9627-46F1-A298-1DD7C976FA2A}" destId="{246E583C-A253-4D9E-8D72-8D18957008B3}" srcOrd="0" destOrd="0" presId="urn:microsoft.com/office/officeart/2008/layout/HorizontalMultiLevelHierarchy"/>
    <dgm:cxn modelId="{0D18A4FC-FB9B-4D05-9190-E91B5E60EC72}" type="presOf" srcId="{74A532F6-A54F-4205-8B6A-CA6BF7452FCC}" destId="{2F668979-262E-45BE-90D2-31692619DD6E}" srcOrd="0" destOrd="0" presId="urn:microsoft.com/office/officeart/2008/layout/HorizontalMultiLevelHierarchy"/>
    <dgm:cxn modelId="{C09B47FE-158C-4CE4-BE82-54BF76F5B861}" srcId="{043D4455-0ACF-4964-BDB2-E8E13BA9FAEB}" destId="{DD4E7A89-6A65-43AB-AF19-A8920AC36D32}" srcOrd="1" destOrd="0" parTransId="{74A532F6-A54F-4205-8B6A-CA6BF7452FCC}" sibTransId="{9224F193-43CA-422F-B922-11215255017A}"/>
    <dgm:cxn modelId="{C71CF4FF-16D8-4744-BCE2-435112D0EC17}" srcId="{4ECFF0AE-6DDC-4351-B36B-8E9534D82B50}" destId="{8DEBB55C-08C2-4B9E-B9B0-80419832A4E4}" srcOrd="1" destOrd="0" parTransId="{B101BD44-A231-49D1-98BF-0A3C07F744DD}" sibTransId="{A9DD3ECE-A1D2-4272-A27D-8CA8FAE64155}"/>
    <dgm:cxn modelId="{F0763C8C-F821-44A4-B3A8-7C309CCFBC87}" type="presParOf" srcId="{637DD5ED-E7C4-452F-B7A4-5AEA6F8E5725}" destId="{81C1AD8D-34A7-41AE-956E-35158D7337B7}" srcOrd="0" destOrd="0" presId="urn:microsoft.com/office/officeart/2008/layout/HorizontalMultiLevelHierarchy"/>
    <dgm:cxn modelId="{B003F6F6-CCA6-40DF-A770-A52AFFAB52A8}" type="presParOf" srcId="{81C1AD8D-34A7-41AE-956E-35158D7337B7}" destId="{FA1F5A41-115E-4555-A06A-ED3D6762D5DD}" srcOrd="0" destOrd="0" presId="urn:microsoft.com/office/officeart/2008/layout/HorizontalMultiLevelHierarchy"/>
    <dgm:cxn modelId="{49D71B93-605D-4C57-A77F-119E4EBBFF64}" type="presParOf" srcId="{81C1AD8D-34A7-41AE-956E-35158D7337B7}" destId="{6DAF0996-7427-484A-B87F-DA58593AD1AF}" srcOrd="1" destOrd="0" presId="urn:microsoft.com/office/officeart/2008/layout/HorizontalMultiLevelHierarchy"/>
    <dgm:cxn modelId="{B083CCDB-C468-4652-B1A6-E7EA8CF73841}" type="presParOf" srcId="{6DAF0996-7427-484A-B87F-DA58593AD1AF}" destId="{56FE6A40-861E-414B-8E66-7EE845065008}" srcOrd="0" destOrd="0" presId="urn:microsoft.com/office/officeart/2008/layout/HorizontalMultiLevelHierarchy"/>
    <dgm:cxn modelId="{FDF4BA61-7ABB-4739-B6BA-70F5CD45B103}" type="presParOf" srcId="{56FE6A40-861E-414B-8E66-7EE845065008}" destId="{DF6BE689-F2F1-418A-A7C4-AC7E105EEFE9}" srcOrd="0" destOrd="0" presId="urn:microsoft.com/office/officeart/2008/layout/HorizontalMultiLevelHierarchy"/>
    <dgm:cxn modelId="{762BDF13-DEED-4813-91B4-E27F9F847E78}" type="presParOf" srcId="{6DAF0996-7427-484A-B87F-DA58593AD1AF}" destId="{642B151A-54BE-458D-A34A-85503AC29AB7}" srcOrd="1" destOrd="0" presId="urn:microsoft.com/office/officeart/2008/layout/HorizontalMultiLevelHierarchy"/>
    <dgm:cxn modelId="{D782BCFB-7DD8-406E-A6AB-ABE0889F9C38}" type="presParOf" srcId="{642B151A-54BE-458D-A34A-85503AC29AB7}" destId="{24EDA40E-D6D1-4289-8F6A-D6FBF9484BAE}" srcOrd="0" destOrd="0" presId="urn:microsoft.com/office/officeart/2008/layout/HorizontalMultiLevelHierarchy"/>
    <dgm:cxn modelId="{18BD6C30-039E-46AE-8768-14B7B43BD9C6}" type="presParOf" srcId="{642B151A-54BE-458D-A34A-85503AC29AB7}" destId="{787808E3-E02A-40CF-B86F-B78DB2626A81}" srcOrd="1" destOrd="0" presId="urn:microsoft.com/office/officeart/2008/layout/HorizontalMultiLevelHierarchy"/>
    <dgm:cxn modelId="{C31140AF-E74F-4515-BD18-BD318FE36E82}" type="presParOf" srcId="{787808E3-E02A-40CF-B86F-B78DB2626A81}" destId="{246E583C-A253-4D9E-8D72-8D18957008B3}" srcOrd="0" destOrd="0" presId="urn:microsoft.com/office/officeart/2008/layout/HorizontalMultiLevelHierarchy"/>
    <dgm:cxn modelId="{79837ABD-26B7-45BE-B53E-03F4ACE35198}" type="presParOf" srcId="{246E583C-A253-4D9E-8D72-8D18957008B3}" destId="{C7257146-6EE0-4633-BD1A-46B3C63E68CF}" srcOrd="0" destOrd="0" presId="urn:microsoft.com/office/officeart/2008/layout/HorizontalMultiLevelHierarchy"/>
    <dgm:cxn modelId="{717D1D66-7E85-48C2-98C4-9DD600A22183}" type="presParOf" srcId="{787808E3-E02A-40CF-B86F-B78DB2626A81}" destId="{80466FDB-EFE7-4B1F-9D95-A0E74D4B829A}" srcOrd="1" destOrd="0" presId="urn:microsoft.com/office/officeart/2008/layout/HorizontalMultiLevelHierarchy"/>
    <dgm:cxn modelId="{B16877B6-9754-468D-8E8C-28768DE5F0E7}" type="presParOf" srcId="{80466FDB-EFE7-4B1F-9D95-A0E74D4B829A}" destId="{63D48B74-6C88-464F-B592-CCAE18D72F68}" srcOrd="0" destOrd="0" presId="urn:microsoft.com/office/officeart/2008/layout/HorizontalMultiLevelHierarchy"/>
    <dgm:cxn modelId="{87B331DF-E5C4-4CCD-98A7-6FB2D4155AEA}" type="presParOf" srcId="{80466FDB-EFE7-4B1F-9D95-A0E74D4B829A}" destId="{60D281D5-A268-4B24-BAFD-8F3D39A10CF1}" srcOrd="1" destOrd="0" presId="urn:microsoft.com/office/officeart/2008/layout/HorizontalMultiLevelHierarchy"/>
    <dgm:cxn modelId="{7A94F532-4768-4964-B5D4-428BAE8DF5B3}" type="presParOf" srcId="{60D281D5-A268-4B24-BAFD-8F3D39A10CF1}" destId="{03610307-AD27-464A-A869-8C0B10F6CB03}" srcOrd="0" destOrd="0" presId="urn:microsoft.com/office/officeart/2008/layout/HorizontalMultiLevelHierarchy"/>
    <dgm:cxn modelId="{BB1ADD72-9CC7-4F7D-910A-D796B634483F}" type="presParOf" srcId="{03610307-AD27-464A-A869-8C0B10F6CB03}" destId="{9B9C6F25-456C-407B-8629-1C0E0ECC4A12}" srcOrd="0" destOrd="0" presId="urn:microsoft.com/office/officeart/2008/layout/HorizontalMultiLevelHierarchy"/>
    <dgm:cxn modelId="{FCAF3ED6-9A82-4865-97A0-FD38CD55DC87}" type="presParOf" srcId="{60D281D5-A268-4B24-BAFD-8F3D39A10CF1}" destId="{E96F56BD-A860-41E3-A157-FBF183AE3DC6}" srcOrd="1" destOrd="0" presId="urn:microsoft.com/office/officeart/2008/layout/HorizontalMultiLevelHierarchy"/>
    <dgm:cxn modelId="{BE8D532A-6B0E-4D70-BEE6-79500FB3055A}" type="presParOf" srcId="{E96F56BD-A860-41E3-A157-FBF183AE3DC6}" destId="{EBEEC6E0-81E9-4588-A529-2F59F516A08C}" srcOrd="0" destOrd="0" presId="urn:microsoft.com/office/officeart/2008/layout/HorizontalMultiLevelHierarchy"/>
    <dgm:cxn modelId="{543C2CBD-224C-4EC5-8C35-8C93AB6BDF68}" type="presParOf" srcId="{E96F56BD-A860-41E3-A157-FBF183AE3DC6}" destId="{C1191F8C-C8B7-4255-AA4A-A99C4C8A6AF2}" srcOrd="1" destOrd="0" presId="urn:microsoft.com/office/officeart/2008/layout/HorizontalMultiLevelHierarchy"/>
    <dgm:cxn modelId="{071C59E5-8101-409A-95AE-8867E8B300D3}" type="presParOf" srcId="{787808E3-E02A-40CF-B86F-B78DB2626A81}" destId="{FAFEE5C8-3041-458C-BBD8-679877673B26}" srcOrd="2" destOrd="0" presId="urn:microsoft.com/office/officeart/2008/layout/HorizontalMultiLevelHierarchy"/>
    <dgm:cxn modelId="{DE5937B8-1ECB-4615-B7C7-9DDB2A9B0823}" type="presParOf" srcId="{FAFEE5C8-3041-458C-BBD8-679877673B26}" destId="{36AB34CB-7307-4DF2-93E5-391589DA4252}" srcOrd="0" destOrd="0" presId="urn:microsoft.com/office/officeart/2008/layout/HorizontalMultiLevelHierarchy"/>
    <dgm:cxn modelId="{F16E07ED-5198-4201-BB8A-8368C0C1D708}" type="presParOf" srcId="{787808E3-E02A-40CF-B86F-B78DB2626A81}" destId="{5B491D7A-7DC0-4335-83DA-12C19790B292}" srcOrd="3" destOrd="0" presId="urn:microsoft.com/office/officeart/2008/layout/HorizontalMultiLevelHierarchy"/>
    <dgm:cxn modelId="{A9C9DA17-69E3-4D07-B636-D0EC279887E0}" type="presParOf" srcId="{5B491D7A-7DC0-4335-83DA-12C19790B292}" destId="{0E0CC125-D6D1-4573-9B80-12C3D8B29A80}" srcOrd="0" destOrd="0" presId="urn:microsoft.com/office/officeart/2008/layout/HorizontalMultiLevelHierarchy"/>
    <dgm:cxn modelId="{AF3DC72B-4413-458F-8949-5A76B51C8894}" type="presParOf" srcId="{5B491D7A-7DC0-4335-83DA-12C19790B292}" destId="{348701D6-748C-4141-B69D-2589FF4AAE2B}" srcOrd="1" destOrd="0" presId="urn:microsoft.com/office/officeart/2008/layout/HorizontalMultiLevelHierarchy"/>
    <dgm:cxn modelId="{FFCB70D0-B037-4238-8318-AF953CC1C51A}" type="presParOf" srcId="{348701D6-748C-4141-B69D-2589FF4AAE2B}" destId="{014D1635-C09A-4DC6-AB6B-50D85BF392EB}" srcOrd="0" destOrd="0" presId="urn:microsoft.com/office/officeart/2008/layout/HorizontalMultiLevelHierarchy"/>
    <dgm:cxn modelId="{E4DA0B37-4443-474A-85A9-1439AD710438}" type="presParOf" srcId="{014D1635-C09A-4DC6-AB6B-50D85BF392EB}" destId="{30D1BDDD-02DF-4B71-B4A0-45D2990FA8B1}" srcOrd="0" destOrd="0" presId="urn:microsoft.com/office/officeart/2008/layout/HorizontalMultiLevelHierarchy"/>
    <dgm:cxn modelId="{0F5C344A-745D-4FBB-BB32-0C871D042C4F}" type="presParOf" srcId="{348701D6-748C-4141-B69D-2589FF4AAE2B}" destId="{41A23D9F-CCB1-4C63-A267-026DF59E45CC}" srcOrd="1" destOrd="0" presId="urn:microsoft.com/office/officeart/2008/layout/HorizontalMultiLevelHierarchy"/>
    <dgm:cxn modelId="{2A6F1863-3BF4-4986-A4D1-399FF5C5338B}" type="presParOf" srcId="{41A23D9F-CCB1-4C63-A267-026DF59E45CC}" destId="{97BB5144-4898-4274-9F01-E3B10F22324F}" srcOrd="0" destOrd="0" presId="urn:microsoft.com/office/officeart/2008/layout/HorizontalMultiLevelHierarchy"/>
    <dgm:cxn modelId="{51FC48AE-62E6-4D68-9772-9EA36DFE5BF1}" type="presParOf" srcId="{41A23D9F-CCB1-4C63-A267-026DF59E45CC}" destId="{0586206D-5ABC-4008-8110-10A363174D29}" srcOrd="1" destOrd="0" presId="urn:microsoft.com/office/officeart/2008/layout/HorizontalMultiLevelHierarchy"/>
    <dgm:cxn modelId="{E7969EA8-2D72-439C-AC03-8841CC49E05D}" type="presParOf" srcId="{348701D6-748C-4141-B69D-2589FF4AAE2B}" destId="{2F668979-262E-45BE-90D2-31692619DD6E}" srcOrd="2" destOrd="0" presId="urn:microsoft.com/office/officeart/2008/layout/HorizontalMultiLevelHierarchy"/>
    <dgm:cxn modelId="{3BFB483B-D390-4282-A4FB-A09596E7770D}" type="presParOf" srcId="{2F668979-262E-45BE-90D2-31692619DD6E}" destId="{EB4A19E0-2BB6-4037-BAA1-85395174BB29}" srcOrd="0" destOrd="0" presId="urn:microsoft.com/office/officeart/2008/layout/HorizontalMultiLevelHierarchy"/>
    <dgm:cxn modelId="{BCD9D758-9D11-417D-96CD-F42F1B5A381E}" type="presParOf" srcId="{348701D6-748C-4141-B69D-2589FF4AAE2B}" destId="{6FEBB117-EA0D-45E0-810E-FF26FC9CB95E}" srcOrd="3" destOrd="0" presId="urn:microsoft.com/office/officeart/2008/layout/HorizontalMultiLevelHierarchy"/>
    <dgm:cxn modelId="{FEC0DFCD-2C25-4BEE-B8BB-65E6F6D44D91}" type="presParOf" srcId="{6FEBB117-EA0D-45E0-810E-FF26FC9CB95E}" destId="{60F88E4E-6686-4E7E-ABA9-BB7564D3D240}" srcOrd="0" destOrd="0" presId="urn:microsoft.com/office/officeart/2008/layout/HorizontalMultiLevelHierarchy"/>
    <dgm:cxn modelId="{36E1BC43-0C96-4F1D-BE84-6B574111804D}" type="presParOf" srcId="{6FEBB117-EA0D-45E0-810E-FF26FC9CB95E}" destId="{7E92AEAE-C893-41D6-B6CF-2BC2EB0C8025}" srcOrd="1" destOrd="0" presId="urn:microsoft.com/office/officeart/2008/layout/HorizontalMultiLevelHierarchy"/>
    <dgm:cxn modelId="{BAEC50C1-A83D-4207-81D0-C62E12D52728}" type="presParOf" srcId="{787808E3-E02A-40CF-B86F-B78DB2626A81}" destId="{FFF90BDD-7270-4EA1-B33E-E055EB8C57C6}" srcOrd="4" destOrd="0" presId="urn:microsoft.com/office/officeart/2008/layout/HorizontalMultiLevelHierarchy"/>
    <dgm:cxn modelId="{713F5A6D-B8D0-4849-ACED-95DEB2D3850D}" type="presParOf" srcId="{FFF90BDD-7270-4EA1-B33E-E055EB8C57C6}" destId="{AB8B9D25-3296-4501-A94D-B4A591F63247}" srcOrd="0" destOrd="0" presId="urn:microsoft.com/office/officeart/2008/layout/HorizontalMultiLevelHierarchy"/>
    <dgm:cxn modelId="{11338FDF-BF65-430D-A2CB-BCD506139255}" type="presParOf" srcId="{787808E3-E02A-40CF-B86F-B78DB2626A81}" destId="{6378A7A9-98CE-4961-89FD-09538420D27A}" srcOrd="5" destOrd="0" presId="urn:microsoft.com/office/officeart/2008/layout/HorizontalMultiLevelHierarchy"/>
    <dgm:cxn modelId="{E1722254-ADD0-4525-AF02-910B32E9737B}" type="presParOf" srcId="{6378A7A9-98CE-4961-89FD-09538420D27A}" destId="{1A195912-1ADA-4712-A7E4-E71796BA47C0}" srcOrd="0" destOrd="0" presId="urn:microsoft.com/office/officeart/2008/layout/HorizontalMultiLevelHierarchy"/>
    <dgm:cxn modelId="{395C55DE-0944-4CC3-88BA-6302C8261960}" type="presParOf" srcId="{6378A7A9-98CE-4961-89FD-09538420D27A}" destId="{04DFDD06-D19B-49D7-8DD0-84D52796C67F}" srcOrd="1" destOrd="0" presId="urn:microsoft.com/office/officeart/2008/layout/HorizontalMultiLevelHierarchy"/>
    <dgm:cxn modelId="{040EA80D-FC36-41DE-8748-20C4A6C68852}" type="presParOf" srcId="{04DFDD06-D19B-49D7-8DD0-84D52796C67F}" destId="{A2A9D0FD-1CFC-4EAF-83C4-A7C78DB9CE5C}" srcOrd="0" destOrd="0" presId="urn:microsoft.com/office/officeart/2008/layout/HorizontalMultiLevelHierarchy"/>
    <dgm:cxn modelId="{7EF0D84F-9EE8-4CAE-81B9-A38D1235C6D0}" type="presParOf" srcId="{A2A9D0FD-1CFC-4EAF-83C4-A7C78DB9CE5C}" destId="{7FCA12E6-48C3-45E9-B9C9-7E441813ABFE}" srcOrd="0" destOrd="0" presId="urn:microsoft.com/office/officeart/2008/layout/HorizontalMultiLevelHierarchy"/>
    <dgm:cxn modelId="{046C986F-5E8D-4BAB-85DE-A6E9BF84EABE}" type="presParOf" srcId="{04DFDD06-D19B-49D7-8DD0-84D52796C67F}" destId="{93619DCF-A84C-41FA-8842-4DCF7751A0A6}" srcOrd="1" destOrd="0" presId="urn:microsoft.com/office/officeart/2008/layout/HorizontalMultiLevelHierarchy"/>
    <dgm:cxn modelId="{A1761388-93F2-410B-9492-B850FB533A3B}" type="presParOf" srcId="{93619DCF-A84C-41FA-8842-4DCF7751A0A6}" destId="{99274974-6BD1-4108-8878-58E56DAED2AC}" srcOrd="0" destOrd="0" presId="urn:microsoft.com/office/officeart/2008/layout/HorizontalMultiLevelHierarchy"/>
    <dgm:cxn modelId="{09B99D62-B34E-4391-9135-32A5F8C29A5A}" type="presParOf" srcId="{93619DCF-A84C-41FA-8842-4DCF7751A0A6}" destId="{0C45D628-9EE6-4859-9FDB-33E3F7E89869}" srcOrd="1" destOrd="0" presId="urn:microsoft.com/office/officeart/2008/layout/HorizontalMultiLevelHierarchy"/>
    <dgm:cxn modelId="{FB8C65C3-DC18-4964-8CAD-84F0673DC3F2}" type="presParOf" srcId="{04DFDD06-D19B-49D7-8DD0-84D52796C67F}" destId="{783BBFF5-280C-48B9-99AA-0B22A2239523}" srcOrd="2" destOrd="0" presId="urn:microsoft.com/office/officeart/2008/layout/HorizontalMultiLevelHierarchy"/>
    <dgm:cxn modelId="{2379A259-281F-4571-AAC6-420DAD809DD1}" type="presParOf" srcId="{783BBFF5-280C-48B9-99AA-0B22A2239523}" destId="{2D31AD20-6314-44AD-9B24-E36FFDBC7C7C}" srcOrd="0" destOrd="0" presId="urn:microsoft.com/office/officeart/2008/layout/HorizontalMultiLevelHierarchy"/>
    <dgm:cxn modelId="{3C1333F0-9A32-43DB-A6D3-A630A38957DF}" type="presParOf" srcId="{04DFDD06-D19B-49D7-8DD0-84D52796C67F}" destId="{D702C0F3-086A-43CB-8FEB-4B1759FAAC67}" srcOrd="3" destOrd="0" presId="urn:microsoft.com/office/officeart/2008/layout/HorizontalMultiLevelHierarchy"/>
    <dgm:cxn modelId="{EAB10A66-6461-4AEA-95E8-AF50C6E3DDCB}" type="presParOf" srcId="{D702C0F3-086A-43CB-8FEB-4B1759FAAC67}" destId="{B58E8354-74E4-43A4-AC55-5A14384BEB2C}" srcOrd="0" destOrd="0" presId="urn:microsoft.com/office/officeart/2008/layout/HorizontalMultiLevelHierarchy"/>
    <dgm:cxn modelId="{F04E7B9B-F52F-45AA-9D5D-5136561B5CE0}" type="presParOf" srcId="{D702C0F3-086A-43CB-8FEB-4B1759FAAC67}" destId="{67B950D0-1656-441E-AF49-BFCF33690F80}" srcOrd="1" destOrd="0" presId="urn:microsoft.com/office/officeart/2008/layout/HorizontalMultiLevelHierarchy"/>
    <dgm:cxn modelId="{D802ACF4-B37C-49C6-BE6F-5F15C3269819}" type="presParOf" srcId="{6DAF0996-7427-484A-B87F-DA58593AD1AF}" destId="{0AD23473-EBAC-444A-A7DB-0590ED3ED745}" srcOrd="2" destOrd="0" presId="urn:microsoft.com/office/officeart/2008/layout/HorizontalMultiLevelHierarchy"/>
    <dgm:cxn modelId="{8379F0C9-0D11-4750-9DD4-18221D000A5B}" type="presParOf" srcId="{0AD23473-EBAC-444A-A7DB-0590ED3ED745}" destId="{105B57B8-3D67-47FE-B058-F851076068CE}" srcOrd="0" destOrd="0" presId="urn:microsoft.com/office/officeart/2008/layout/HorizontalMultiLevelHierarchy"/>
    <dgm:cxn modelId="{95E95E59-E929-404E-BE6D-89236472ACC4}" type="presParOf" srcId="{6DAF0996-7427-484A-B87F-DA58593AD1AF}" destId="{6EB07647-CAA4-44E2-A4A7-CE454C671092}" srcOrd="3" destOrd="0" presId="urn:microsoft.com/office/officeart/2008/layout/HorizontalMultiLevelHierarchy"/>
    <dgm:cxn modelId="{8B458C5A-8080-40DE-BF7B-31E19B58AD75}" type="presParOf" srcId="{6EB07647-CAA4-44E2-A4A7-CE454C671092}" destId="{C101CA10-F3E8-413F-8B35-5E13926C5D2A}" srcOrd="0" destOrd="0" presId="urn:microsoft.com/office/officeart/2008/layout/HorizontalMultiLevelHierarchy"/>
    <dgm:cxn modelId="{8F846CE8-0E26-4B11-B5A4-1531906285A2}" type="presParOf" srcId="{6EB07647-CAA4-44E2-A4A7-CE454C671092}" destId="{778F4627-9D75-49DA-B204-4AAED26A1BAC}" srcOrd="1" destOrd="0" presId="urn:microsoft.com/office/officeart/2008/layout/HorizontalMultiLevelHierarchy"/>
    <dgm:cxn modelId="{A142FA24-7720-4AC3-B5DA-D16EB2750EE0}" type="presParOf" srcId="{778F4627-9D75-49DA-B204-4AAED26A1BAC}" destId="{EBB6E4C9-B276-4E95-BA63-6CAB648789BA}" srcOrd="0" destOrd="0" presId="urn:microsoft.com/office/officeart/2008/layout/HorizontalMultiLevelHierarchy"/>
    <dgm:cxn modelId="{4B9360FA-7D71-4A97-9C19-D9E5FBF588CE}" type="presParOf" srcId="{EBB6E4C9-B276-4E95-BA63-6CAB648789BA}" destId="{B0525A31-400C-4DE3-A994-B0D6388DCEDE}" srcOrd="0" destOrd="0" presId="urn:microsoft.com/office/officeart/2008/layout/HorizontalMultiLevelHierarchy"/>
    <dgm:cxn modelId="{57BD9A0E-19DC-486F-BD87-1BC82F22897F}" type="presParOf" srcId="{778F4627-9D75-49DA-B204-4AAED26A1BAC}" destId="{39264E88-94BE-4117-AEEF-BA528A3CAC77}" srcOrd="1" destOrd="0" presId="urn:microsoft.com/office/officeart/2008/layout/HorizontalMultiLevelHierarchy"/>
    <dgm:cxn modelId="{D6D61970-302C-4ECC-AED2-66480291BF6C}" type="presParOf" srcId="{39264E88-94BE-4117-AEEF-BA528A3CAC77}" destId="{8CBE48D5-5132-4831-831B-CFDB60BEE35B}" srcOrd="0" destOrd="0" presId="urn:microsoft.com/office/officeart/2008/layout/HorizontalMultiLevelHierarchy"/>
    <dgm:cxn modelId="{31A13C80-D3DB-4442-BC4B-FF0D05E8DEC9}" type="presParOf" srcId="{39264E88-94BE-4117-AEEF-BA528A3CAC77}" destId="{291EF35C-0B2D-4189-9837-69FBEB4F7700}" srcOrd="1" destOrd="0" presId="urn:microsoft.com/office/officeart/2008/layout/HorizontalMultiLevelHierarchy"/>
    <dgm:cxn modelId="{898A1E13-32AB-4DAB-A4CD-1C931B26CEDE}" type="presParOf" srcId="{778F4627-9D75-49DA-B204-4AAED26A1BAC}" destId="{F89E7791-60A4-4571-9CD1-E71D89A26D2C}" srcOrd="2" destOrd="0" presId="urn:microsoft.com/office/officeart/2008/layout/HorizontalMultiLevelHierarchy"/>
    <dgm:cxn modelId="{62FD62A2-7C97-469F-9225-776EFC027B11}" type="presParOf" srcId="{F89E7791-60A4-4571-9CD1-E71D89A26D2C}" destId="{CD496024-5830-42D0-A0EF-76EEE7EB14B1}" srcOrd="0" destOrd="0" presId="urn:microsoft.com/office/officeart/2008/layout/HorizontalMultiLevelHierarchy"/>
    <dgm:cxn modelId="{CCE506B1-6B9C-465F-8BEC-B184CF562497}" type="presParOf" srcId="{778F4627-9D75-49DA-B204-4AAED26A1BAC}" destId="{0148FC85-7183-4D27-97B4-1398713111F9}" srcOrd="3" destOrd="0" presId="urn:microsoft.com/office/officeart/2008/layout/HorizontalMultiLevelHierarchy"/>
    <dgm:cxn modelId="{56B302F3-D2DB-4948-B640-95F8B3FB3B7F}" type="presParOf" srcId="{0148FC85-7183-4D27-97B4-1398713111F9}" destId="{0B98D964-0E8B-4A2E-A6B9-239F918DB1CA}" srcOrd="0" destOrd="0" presId="urn:microsoft.com/office/officeart/2008/layout/HorizontalMultiLevelHierarchy"/>
    <dgm:cxn modelId="{16D3134E-D55C-4C51-8184-59A04974B76E}" type="presParOf" srcId="{0148FC85-7183-4D27-97B4-1398713111F9}" destId="{AB89D639-9BE7-41FC-A473-C3C8090D6677}" srcOrd="1" destOrd="0" presId="urn:microsoft.com/office/officeart/2008/layout/HorizontalMultiLevelHierarchy"/>
    <dgm:cxn modelId="{72B9BF50-9C75-492D-BFFD-11678A58BC5A}" type="presParOf" srcId="{778F4627-9D75-49DA-B204-4AAED26A1BAC}" destId="{1D241CDC-A527-4B7C-A332-15DA7D40C261}" srcOrd="4" destOrd="0" presId="urn:microsoft.com/office/officeart/2008/layout/HorizontalMultiLevelHierarchy"/>
    <dgm:cxn modelId="{CD58F977-48B7-4A6C-B086-2BE6E0C27710}" type="presParOf" srcId="{1D241CDC-A527-4B7C-A332-15DA7D40C261}" destId="{3A5901A0-D1E5-4572-B128-B929DA2EF10D}" srcOrd="0" destOrd="0" presId="urn:microsoft.com/office/officeart/2008/layout/HorizontalMultiLevelHierarchy"/>
    <dgm:cxn modelId="{D4E165DB-C293-4278-AB5D-AE7DF1F3ADE4}" type="presParOf" srcId="{778F4627-9D75-49DA-B204-4AAED26A1BAC}" destId="{9373A1D8-DD92-45D2-B3FA-1C346FE534A8}" srcOrd="5" destOrd="0" presId="urn:microsoft.com/office/officeart/2008/layout/HorizontalMultiLevelHierarchy"/>
    <dgm:cxn modelId="{4D5100C2-02DD-4511-A5B5-F85956D9D016}" type="presParOf" srcId="{9373A1D8-DD92-45D2-B3FA-1C346FE534A8}" destId="{3BD7572F-5FF7-48ED-BB5D-7ED97C870522}" srcOrd="0" destOrd="0" presId="urn:microsoft.com/office/officeart/2008/layout/HorizontalMultiLevelHierarchy"/>
    <dgm:cxn modelId="{9909012D-0BB7-4B75-AD77-AD81816A79E2}" type="presParOf" srcId="{9373A1D8-DD92-45D2-B3FA-1C346FE534A8}" destId="{3E30D982-4AB5-4C58-B30D-FD572727136B}" srcOrd="1" destOrd="0" presId="urn:microsoft.com/office/officeart/2008/layout/HorizontalMultiLevelHierarchy"/>
    <dgm:cxn modelId="{7DFD2BE3-DF28-4E94-A28C-4DAFE566A1E0}" type="presParOf" srcId="{6DAF0996-7427-484A-B87F-DA58593AD1AF}" destId="{C1C3A3B8-0CA8-4EE4-BA8C-360D1B3925AB}" srcOrd="4" destOrd="0" presId="urn:microsoft.com/office/officeart/2008/layout/HorizontalMultiLevelHierarchy"/>
    <dgm:cxn modelId="{680E9998-F015-44CF-91D9-5EE5B562C47C}" type="presParOf" srcId="{C1C3A3B8-0CA8-4EE4-BA8C-360D1B3925AB}" destId="{C0426B37-2CC3-4F1D-A87D-D80EB32AB857}" srcOrd="0" destOrd="0" presId="urn:microsoft.com/office/officeart/2008/layout/HorizontalMultiLevelHierarchy"/>
    <dgm:cxn modelId="{8C466CC4-631E-4D13-B38A-7D64D755550D}" type="presParOf" srcId="{6DAF0996-7427-484A-B87F-DA58593AD1AF}" destId="{E0D106EA-627F-4F2D-8564-558578021536}" srcOrd="5" destOrd="0" presId="urn:microsoft.com/office/officeart/2008/layout/HorizontalMultiLevelHierarchy"/>
    <dgm:cxn modelId="{867D76ED-6B1E-4221-AEFA-8427743DA749}" type="presParOf" srcId="{E0D106EA-627F-4F2D-8564-558578021536}" destId="{7C324DE8-9F03-48D6-83F7-7EDE324401F1}" srcOrd="0" destOrd="0" presId="urn:microsoft.com/office/officeart/2008/layout/HorizontalMultiLevelHierarchy"/>
    <dgm:cxn modelId="{922A8716-449A-4F8A-A28D-6CF64A2EE9BF}" type="presParOf" srcId="{E0D106EA-627F-4F2D-8564-558578021536}" destId="{61194165-3124-4CA7-BA06-9A57D423D422}" srcOrd="1" destOrd="0" presId="urn:microsoft.com/office/officeart/2008/layout/HorizontalMultiLevelHierarchy"/>
    <dgm:cxn modelId="{BEFD0D7A-699A-4347-906E-1E6AB8BFA9CB}" type="presParOf" srcId="{61194165-3124-4CA7-BA06-9A57D423D422}" destId="{F53B00F2-EC3E-4AE6-BC2D-FE87C9B51F8C}" srcOrd="0" destOrd="0" presId="urn:microsoft.com/office/officeart/2008/layout/HorizontalMultiLevelHierarchy"/>
    <dgm:cxn modelId="{8C3C8C95-719F-4583-9CB3-4E5865262EA2}" type="presParOf" srcId="{F53B00F2-EC3E-4AE6-BC2D-FE87C9B51F8C}" destId="{1003CA8A-B731-4AC3-A223-652492E63179}" srcOrd="0" destOrd="0" presId="urn:microsoft.com/office/officeart/2008/layout/HorizontalMultiLevelHierarchy"/>
    <dgm:cxn modelId="{3E6901E3-553E-401B-9671-7F101E2CA9EC}" type="presParOf" srcId="{61194165-3124-4CA7-BA06-9A57D423D422}" destId="{2F8A7525-92DC-4FD5-B499-50DA8FDF65E4}" srcOrd="1" destOrd="0" presId="urn:microsoft.com/office/officeart/2008/layout/HorizontalMultiLevelHierarchy"/>
    <dgm:cxn modelId="{2E85D6DA-08A6-4AF3-A36C-44AB3FC03E75}" type="presParOf" srcId="{2F8A7525-92DC-4FD5-B499-50DA8FDF65E4}" destId="{ECD42A47-7DEE-4633-91C4-907614E1B362}" srcOrd="0" destOrd="0" presId="urn:microsoft.com/office/officeart/2008/layout/HorizontalMultiLevelHierarchy"/>
    <dgm:cxn modelId="{90F15443-EC5A-4B02-BC1A-516D85941584}" type="presParOf" srcId="{2F8A7525-92DC-4FD5-B499-50DA8FDF65E4}" destId="{B7711A0D-30B7-4939-AA2F-4711F593E0C2}" srcOrd="1" destOrd="0" presId="urn:microsoft.com/office/officeart/2008/layout/HorizontalMultiLevelHierarchy"/>
    <dgm:cxn modelId="{D6BF2204-F0D5-4D19-8971-184A05C62A31}" type="presParOf" srcId="{61194165-3124-4CA7-BA06-9A57D423D422}" destId="{9FACB7A1-22F6-4258-82E4-157C16A9B6DB}" srcOrd="2" destOrd="0" presId="urn:microsoft.com/office/officeart/2008/layout/HorizontalMultiLevelHierarchy"/>
    <dgm:cxn modelId="{02B49DBB-4B64-4E98-B117-3D93784EC564}" type="presParOf" srcId="{9FACB7A1-22F6-4258-82E4-157C16A9B6DB}" destId="{8AFD5793-281C-4536-A443-413BE17084B8}" srcOrd="0" destOrd="0" presId="urn:microsoft.com/office/officeart/2008/layout/HorizontalMultiLevelHierarchy"/>
    <dgm:cxn modelId="{120318D1-5271-44D3-AD1B-F782F46FB337}" type="presParOf" srcId="{61194165-3124-4CA7-BA06-9A57D423D422}" destId="{D16BE17E-7C33-4794-B8B4-EC62E9714C76}" srcOrd="3" destOrd="0" presId="urn:microsoft.com/office/officeart/2008/layout/HorizontalMultiLevelHierarchy"/>
    <dgm:cxn modelId="{C95A2B7B-CD27-4C44-8F1C-E054D25D11F0}" type="presParOf" srcId="{D16BE17E-7C33-4794-B8B4-EC62E9714C76}" destId="{6A3427E1-A3C2-4768-8A0C-034702D2C42C}" srcOrd="0" destOrd="0" presId="urn:microsoft.com/office/officeart/2008/layout/HorizontalMultiLevelHierarchy"/>
    <dgm:cxn modelId="{28A84EEE-0052-426D-A770-55440742729C}" type="presParOf" srcId="{D16BE17E-7C33-4794-B8B4-EC62E9714C76}" destId="{9D4585AE-CD68-4931-885A-568A8163F9E7}" srcOrd="1" destOrd="0" presId="urn:microsoft.com/office/officeart/2008/layout/HorizontalMultiLevelHierarchy"/>
    <dgm:cxn modelId="{4DAAAFA5-2CC6-443C-BF58-B1091A81C9F1}" type="presParOf" srcId="{61194165-3124-4CA7-BA06-9A57D423D422}" destId="{1BAF74BB-C405-47DB-A9C1-2851DC72D8DA}" srcOrd="4" destOrd="0" presId="urn:microsoft.com/office/officeart/2008/layout/HorizontalMultiLevelHierarchy"/>
    <dgm:cxn modelId="{FEB71860-09D1-4AB5-A51E-E22A5E8AD813}" type="presParOf" srcId="{1BAF74BB-C405-47DB-A9C1-2851DC72D8DA}" destId="{737A5F3C-6C22-4A0D-9DA0-572A56D72F09}" srcOrd="0" destOrd="0" presId="urn:microsoft.com/office/officeart/2008/layout/HorizontalMultiLevelHierarchy"/>
    <dgm:cxn modelId="{348D23E7-110D-4F49-A5C6-E678F8DD4470}" type="presParOf" srcId="{61194165-3124-4CA7-BA06-9A57D423D422}" destId="{F065AC81-D903-4092-9388-96E09C718568}" srcOrd="5" destOrd="0" presId="urn:microsoft.com/office/officeart/2008/layout/HorizontalMultiLevelHierarchy"/>
    <dgm:cxn modelId="{19FA0B57-0FE6-4E33-8A2A-9E6AABDE7215}" type="presParOf" srcId="{F065AC81-D903-4092-9388-96E09C718568}" destId="{1CCFAE62-DDF4-4727-BA60-69577C4074DB}" srcOrd="0" destOrd="0" presId="urn:microsoft.com/office/officeart/2008/layout/HorizontalMultiLevelHierarchy"/>
    <dgm:cxn modelId="{918B0682-6F3F-41EE-AA36-CB92D5EE00C2}" type="presParOf" srcId="{F065AC81-D903-4092-9388-96E09C718568}" destId="{E13D233D-AF03-48D2-8491-D1C639E3E709}" srcOrd="1" destOrd="0" presId="urn:microsoft.com/office/officeart/2008/layout/HorizontalMultiLevelHierarchy"/>
    <dgm:cxn modelId="{236BDD8B-C249-46D2-8622-EAA8063165AF}" type="presParOf" srcId="{E13D233D-AF03-48D2-8491-D1C639E3E709}" destId="{B3375D5B-7418-4214-B421-5039CD5BF5CF}" srcOrd="0" destOrd="0" presId="urn:microsoft.com/office/officeart/2008/layout/HorizontalMultiLevelHierarchy"/>
    <dgm:cxn modelId="{006E5C4A-F26B-4F24-9520-B2DCDF4B212F}" type="presParOf" srcId="{B3375D5B-7418-4214-B421-5039CD5BF5CF}" destId="{DDD4CD09-E406-40F7-AEE1-26C434CA3BD9}" srcOrd="0" destOrd="0" presId="urn:microsoft.com/office/officeart/2008/layout/HorizontalMultiLevelHierarchy"/>
    <dgm:cxn modelId="{224D89DA-4CF2-4C21-8713-B00F1C4FE876}" type="presParOf" srcId="{E13D233D-AF03-48D2-8491-D1C639E3E709}" destId="{D988EA2D-3421-4ECE-9C53-397DEC64D623}" srcOrd="1" destOrd="0" presId="urn:microsoft.com/office/officeart/2008/layout/HorizontalMultiLevelHierarchy"/>
    <dgm:cxn modelId="{69AD39CC-D44A-45B5-94EC-C6303AFB2A3B}" type="presParOf" srcId="{D988EA2D-3421-4ECE-9C53-397DEC64D623}" destId="{7AAFB8F9-FA17-445D-B5F4-BA77049671F9}" srcOrd="0" destOrd="0" presId="urn:microsoft.com/office/officeart/2008/layout/HorizontalMultiLevelHierarchy"/>
    <dgm:cxn modelId="{2B505E95-B6E9-4909-8E7F-C7BEB96B9D46}" type="presParOf" srcId="{D988EA2D-3421-4ECE-9C53-397DEC64D623}" destId="{7953E988-00B4-4ED2-8428-F87F03349887}" srcOrd="1" destOrd="0" presId="urn:microsoft.com/office/officeart/2008/layout/HorizontalMultiLevelHierarchy"/>
    <dgm:cxn modelId="{D9B2003C-8076-4A8B-9FAC-5A9B5837AD10}" type="presParOf" srcId="{E13D233D-AF03-48D2-8491-D1C639E3E709}" destId="{3A4ECB68-F637-4F98-A6B5-BB23BFD90755}" srcOrd="2" destOrd="0" presId="urn:microsoft.com/office/officeart/2008/layout/HorizontalMultiLevelHierarchy"/>
    <dgm:cxn modelId="{41A8EF05-9DB7-4A0C-9A08-1D5439698CE5}" type="presParOf" srcId="{3A4ECB68-F637-4F98-A6B5-BB23BFD90755}" destId="{CCA4F125-DFFF-426B-8FDE-C41EA06B45A2}" srcOrd="0" destOrd="0" presId="urn:microsoft.com/office/officeart/2008/layout/HorizontalMultiLevelHierarchy"/>
    <dgm:cxn modelId="{8AFCD0CE-DA3A-4665-8112-3AB8E884C836}" type="presParOf" srcId="{E13D233D-AF03-48D2-8491-D1C639E3E709}" destId="{422C2103-BFF6-4D72-850C-C66B50919CEA}" srcOrd="3" destOrd="0" presId="urn:microsoft.com/office/officeart/2008/layout/HorizontalMultiLevelHierarchy"/>
    <dgm:cxn modelId="{A562B1CE-F604-494F-AAB9-E9ED6A93BE7A}" type="presParOf" srcId="{422C2103-BFF6-4D72-850C-C66B50919CEA}" destId="{3F2E7122-0E42-43F9-8159-683B04E5EEBB}" srcOrd="0" destOrd="0" presId="urn:microsoft.com/office/officeart/2008/layout/HorizontalMultiLevelHierarchy"/>
    <dgm:cxn modelId="{7DEF3636-458E-46E3-9EAA-AC54A28F6997}" type="presParOf" srcId="{422C2103-BFF6-4D72-850C-C66B50919CEA}" destId="{11E09D93-2AA0-4693-B178-20C8AFAC41E5}" srcOrd="1" destOrd="0" presId="urn:microsoft.com/office/officeart/2008/layout/HorizontalMultiLevelHierarchy"/>
    <dgm:cxn modelId="{4694FB9B-D8DF-4459-9643-14E360AD15FE}" type="presParOf" srcId="{E13D233D-AF03-48D2-8491-D1C639E3E709}" destId="{B37138C7-A3C1-41F7-9CB5-9668CE5A9014}" srcOrd="4" destOrd="0" presId="urn:microsoft.com/office/officeart/2008/layout/HorizontalMultiLevelHierarchy"/>
    <dgm:cxn modelId="{E6407E50-397B-4D19-A754-1FD7542D5932}" type="presParOf" srcId="{B37138C7-A3C1-41F7-9CB5-9668CE5A9014}" destId="{BB3C924D-6BFE-4FDF-851A-2319540DA91C}" srcOrd="0" destOrd="0" presId="urn:microsoft.com/office/officeart/2008/layout/HorizontalMultiLevelHierarchy"/>
    <dgm:cxn modelId="{5A453884-5A8B-4E8E-AF50-329988E8BBC8}" type="presParOf" srcId="{E13D233D-AF03-48D2-8491-D1C639E3E709}" destId="{10E92610-A4AE-4FB8-8995-F5CABF25EF49}" srcOrd="5" destOrd="0" presId="urn:microsoft.com/office/officeart/2008/layout/HorizontalMultiLevelHierarchy"/>
    <dgm:cxn modelId="{82673E0B-08A8-4A17-8903-64E47DCB4360}" type="presParOf" srcId="{10E92610-A4AE-4FB8-8995-F5CABF25EF49}" destId="{055946EF-3D89-4507-83D3-49EED3D33E13}" srcOrd="0" destOrd="0" presId="urn:microsoft.com/office/officeart/2008/layout/HorizontalMultiLevelHierarchy"/>
    <dgm:cxn modelId="{EFCF4C6D-95F9-4470-8E42-25F36BC70208}" type="presParOf" srcId="{10E92610-A4AE-4FB8-8995-F5CABF25EF49}" destId="{60789F9A-8B88-4F62-B3B5-FD972843B224}" srcOrd="1" destOrd="0" presId="urn:microsoft.com/office/officeart/2008/layout/HorizontalMultiLevelHierarchy"/>
    <dgm:cxn modelId="{628C36C7-A690-4CE6-A7E7-B4BCEF14FFF8}" type="presParOf" srcId="{E13D233D-AF03-48D2-8491-D1C639E3E709}" destId="{E01C1DB1-6C4C-4869-BF9F-2F60929EDCC2}" srcOrd="6" destOrd="0" presId="urn:microsoft.com/office/officeart/2008/layout/HorizontalMultiLevelHierarchy"/>
    <dgm:cxn modelId="{71E6F74D-886C-4D6A-9E92-934DEF2B200B}" type="presParOf" srcId="{E01C1DB1-6C4C-4869-BF9F-2F60929EDCC2}" destId="{5FD385D7-637C-45FC-B174-6E8C8C99A134}" srcOrd="0" destOrd="0" presId="urn:microsoft.com/office/officeart/2008/layout/HorizontalMultiLevelHierarchy"/>
    <dgm:cxn modelId="{23A09725-6D39-4DD2-A56C-BDF8C3FAD93A}" type="presParOf" srcId="{E13D233D-AF03-48D2-8491-D1C639E3E709}" destId="{BF8EC922-0617-400B-846A-8999F6725E2B}" srcOrd="7" destOrd="0" presId="urn:microsoft.com/office/officeart/2008/layout/HorizontalMultiLevelHierarchy"/>
    <dgm:cxn modelId="{D649CC1E-4775-4E3F-B8D4-0022A37EAB21}" type="presParOf" srcId="{BF8EC922-0617-400B-846A-8999F6725E2B}" destId="{4164EAFC-77A7-4504-B61E-9D241EEBC2D3}" srcOrd="0" destOrd="0" presId="urn:microsoft.com/office/officeart/2008/layout/HorizontalMultiLevelHierarchy"/>
    <dgm:cxn modelId="{35A66A07-D4E1-4AB8-B4D9-B66597879859}" type="presParOf" srcId="{BF8EC922-0617-400B-846A-8999F6725E2B}" destId="{60AD01E0-6F94-4C38-BFB9-85795E8320BA}" srcOrd="1" destOrd="0" presId="urn:microsoft.com/office/officeart/2008/layout/HorizontalMultiLevelHierarchy"/>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1C1DB1-6C4C-4869-BF9F-2F60929EDCC2}">
      <dsp:nvSpPr>
        <dsp:cNvPr id="0" name=""/>
        <dsp:cNvSpPr/>
      </dsp:nvSpPr>
      <dsp:spPr>
        <a:xfrm>
          <a:off x="5194769" y="4645228"/>
          <a:ext cx="246088" cy="703376"/>
        </a:xfrm>
        <a:custGeom>
          <a:avLst/>
          <a:gdLst/>
          <a:ahLst/>
          <a:cxnLst/>
          <a:rect l="0" t="0" r="0" b="0"/>
          <a:pathLst>
            <a:path>
              <a:moveTo>
                <a:pt x="0" y="0"/>
              </a:moveTo>
              <a:lnTo>
                <a:pt x="123044" y="0"/>
              </a:lnTo>
              <a:lnTo>
                <a:pt x="123044" y="703376"/>
              </a:lnTo>
              <a:lnTo>
                <a:pt x="246088" y="70337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299184" y="4978287"/>
        <a:ext cx="37259" cy="37259"/>
      </dsp:txXfrm>
    </dsp:sp>
    <dsp:sp modelId="{B37138C7-A3C1-41F7-9CB5-9668CE5A9014}">
      <dsp:nvSpPr>
        <dsp:cNvPr id="0" name=""/>
        <dsp:cNvSpPr/>
      </dsp:nvSpPr>
      <dsp:spPr>
        <a:xfrm>
          <a:off x="5194769" y="4645228"/>
          <a:ext cx="246088" cy="234458"/>
        </a:xfrm>
        <a:custGeom>
          <a:avLst/>
          <a:gdLst/>
          <a:ahLst/>
          <a:cxnLst/>
          <a:rect l="0" t="0" r="0" b="0"/>
          <a:pathLst>
            <a:path>
              <a:moveTo>
                <a:pt x="0" y="0"/>
              </a:moveTo>
              <a:lnTo>
                <a:pt x="123044" y="0"/>
              </a:lnTo>
              <a:lnTo>
                <a:pt x="123044" y="234458"/>
              </a:lnTo>
              <a:lnTo>
                <a:pt x="246088" y="23445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309316" y="4753960"/>
        <a:ext cx="16994" cy="16994"/>
      </dsp:txXfrm>
    </dsp:sp>
    <dsp:sp modelId="{3A4ECB68-F637-4F98-A6B5-BB23BFD90755}">
      <dsp:nvSpPr>
        <dsp:cNvPr id="0" name=""/>
        <dsp:cNvSpPr/>
      </dsp:nvSpPr>
      <dsp:spPr>
        <a:xfrm>
          <a:off x="5194769" y="4410769"/>
          <a:ext cx="246088" cy="234458"/>
        </a:xfrm>
        <a:custGeom>
          <a:avLst/>
          <a:gdLst/>
          <a:ahLst/>
          <a:cxnLst/>
          <a:rect l="0" t="0" r="0" b="0"/>
          <a:pathLst>
            <a:path>
              <a:moveTo>
                <a:pt x="0" y="234458"/>
              </a:moveTo>
              <a:lnTo>
                <a:pt x="123044" y="234458"/>
              </a:lnTo>
              <a:lnTo>
                <a:pt x="123044" y="0"/>
              </a:lnTo>
              <a:lnTo>
                <a:pt x="246088"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309316" y="4519501"/>
        <a:ext cx="16994" cy="16994"/>
      </dsp:txXfrm>
    </dsp:sp>
    <dsp:sp modelId="{B3375D5B-7418-4214-B421-5039CD5BF5CF}">
      <dsp:nvSpPr>
        <dsp:cNvPr id="0" name=""/>
        <dsp:cNvSpPr/>
      </dsp:nvSpPr>
      <dsp:spPr>
        <a:xfrm>
          <a:off x="5194769" y="3941851"/>
          <a:ext cx="246088" cy="703376"/>
        </a:xfrm>
        <a:custGeom>
          <a:avLst/>
          <a:gdLst/>
          <a:ahLst/>
          <a:cxnLst/>
          <a:rect l="0" t="0" r="0" b="0"/>
          <a:pathLst>
            <a:path>
              <a:moveTo>
                <a:pt x="0" y="703376"/>
              </a:moveTo>
              <a:lnTo>
                <a:pt x="123044" y="703376"/>
              </a:lnTo>
              <a:lnTo>
                <a:pt x="123044" y="0"/>
              </a:lnTo>
              <a:lnTo>
                <a:pt x="246088"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299184" y="4274910"/>
        <a:ext cx="37259" cy="37259"/>
      </dsp:txXfrm>
    </dsp:sp>
    <dsp:sp modelId="{1BAF74BB-C405-47DB-A9C1-2851DC72D8DA}">
      <dsp:nvSpPr>
        <dsp:cNvPr id="0" name=""/>
        <dsp:cNvSpPr/>
      </dsp:nvSpPr>
      <dsp:spPr>
        <a:xfrm>
          <a:off x="3718240" y="4176310"/>
          <a:ext cx="246088" cy="468917"/>
        </a:xfrm>
        <a:custGeom>
          <a:avLst/>
          <a:gdLst/>
          <a:ahLst/>
          <a:cxnLst/>
          <a:rect l="0" t="0" r="0" b="0"/>
          <a:pathLst>
            <a:path>
              <a:moveTo>
                <a:pt x="0" y="0"/>
              </a:moveTo>
              <a:lnTo>
                <a:pt x="123044" y="0"/>
              </a:lnTo>
              <a:lnTo>
                <a:pt x="123044" y="468917"/>
              </a:lnTo>
              <a:lnTo>
                <a:pt x="246088" y="46891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828045" y="4397530"/>
        <a:ext cx="26478" cy="26478"/>
      </dsp:txXfrm>
    </dsp:sp>
    <dsp:sp modelId="{9FACB7A1-22F6-4258-82E4-157C16A9B6DB}">
      <dsp:nvSpPr>
        <dsp:cNvPr id="0" name=""/>
        <dsp:cNvSpPr/>
      </dsp:nvSpPr>
      <dsp:spPr>
        <a:xfrm>
          <a:off x="3718240" y="4130590"/>
          <a:ext cx="246088" cy="91440"/>
        </a:xfrm>
        <a:custGeom>
          <a:avLst/>
          <a:gdLst/>
          <a:ahLst/>
          <a:cxnLst/>
          <a:rect l="0" t="0" r="0" b="0"/>
          <a:pathLst>
            <a:path>
              <a:moveTo>
                <a:pt x="0" y="45720"/>
              </a:moveTo>
              <a:lnTo>
                <a:pt x="246088"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835132" y="4170158"/>
        <a:ext cx="12304" cy="12304"/>
      </dsp:txXfrm>
    </dsp:sp>
    <dsp:sp modelId="{F53B00F2-EC3E-4AE6-BC2D-FE87C9B51F8C}">
      <dsp:nvSpPr>
        <dsp:cNvPr id="0" name=""/>
        <dsp:cNvSpPr/>
      </dsp:nvSpPr>
      <dsp:spPr>
        <a:xfrm>
          <a:off x="3718240" y="3707392"/>
          <a:ext cx="246088" cy="468917"/>
        </a:xfrm>
        <a:custGeom>
          <a:avLst/>
          <a:gdLst/>
          <a:ahLst/>
          <a:cxnLst/>
          <a:rect l="0" t="0" r="0" b="0"/>
          <a:pathLst>
            <a:path>
              <a:moveTo>
                <a:pt x="0" y="468917"/>
              </a:moveTo>
              <a:lnTo>
                <a:pt x="123044" y="468917"/>
              </a:lnTo>
              <a:lnTo>
                <a:pt x="123044" y="0"/>
              </a:lnTo>
              <a:lnTo>
                <a:pt x="246088"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828045" y="3928612"/>
        <a:ext cx="26478" cy="26478"/>
      </dsp:txXfrm>
    </dsp:sp>
    <dsp:sp modelId="{C1C3A3B8-0CA8-4EE4-BA8C-360D1B3925AB}">
      <dsp:nvSpPr>
        <dsp:cNvPr id="0" name=""/>
        <dsp:cNvSpPr/>
      </dsp:nvSpPr>
      <dsp:spPr>
        <a:xfrm>
          <a:off x="1587777" y="2532467"/>
          <a:ext cx="900022" cy="1643843"/>
        </a:xfrm>
        <a:custGeom>
          <a:avLst/>
          <a:gdLst/>
          <a:ahLst/>
          <a:cxnLst/>
          <a:rect l="0" t="0" r="0" b="0"/>
          <a:pathLst>
            <a:path>
              <a:moveTo>
                <a:pt x="0" y="0"/>
              </a:moveTo>
              <a:lnTo>
                <a:pt x="450011" y="0"/>
              </a:lnTo>
              <a:lnTo>
                <a:pt x="450011" y="1643843"/>
              </a:lnTo>
              <a:lnTo>
                <a:pt x="900022" y="164384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zh-CN" altLang="en-US" sz="600" kern="1200"/>
        </a:p>
      </dsp:txBody>
      <dsp:txXfrm>
        <a:off x="1990936" y="3307536"/>
        <a:ext cx="93705" cy="93705"/>
      </dsp:txXfrm>
    </dsp:sp>
    <dsp:sp modelId="{1D241CDC-A527-4B7C-A332-15DA7D40C261}">
      <dsp:nvSpPr>
        <dsp:cNvPr id="0" name=""/>
        <dsp:cNvSpPr/>
      </dsp:nvSpPr>
      <dsp:spPr>
        <a:xfrm>
          <a:off x="3718240" y="2769557"/>
          <a:ext cx="246088" cy="468917"/>
        </a:xfrm>
        <a:custGeom>
          <a:avLst/>
          <a:gdLst/>
          <a:ahLst/>
          <a:cxnLst/>
          <a:rect l="0" t="0" r="0" b="0"/>
          <a:pathLst>
            <a:path>
              <a:moveTo>
                <a:pt x="0" y="0"/>
              </a:moveTo>
              <a:lnTo>
                <a:pt x="123044" y="0"/>
              </a:lnTo>
              <a:lnTo>
                <a:pt x="123044" y="468917"/>
              </a:lnTo>
              <a:lnTo>
                <a:pt x="246088" y="46891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828045" y="2990776"/>
        <a:ext cx="26478" cy="26478"/>
      </dsp:txXfrm>
    </dsp:sp>
    <dsp:sp modelId="{F89E7791-60A4-4571-9CD1-E71D89A26D2C}">
      <dsp:nvSpPr>
        <dsp:cNvPr id="0" name=""/>
        <dsp:cNvSpPr/>
      </dsp:nvSpPr>
      <dsp:spPr>
        <a:xfrm>
          <a:off x="3718240" y="2723837"/>
          <a:ext cx="246088" cy="91440"/>
        </a:xfrm>
        <a:custGeom>
          <a:avLst/>
          <a:gdLst/>
          <a:ahLst/>
          <a:cxnLst/>
          <a:rect l="0" t="0" r="0" b="0"/>
          <a:pathLst>
            <a:path>
              <a:moveTo>
                <a:pt x="0" y="45720"/>
              </a:moveTo>
              <a:lnTo>
                <a:pt x="246088"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835132" y="2763404"/>
        <a:ext cx="12304" cy="12304"/>
      </dsp:txXfrm>
    </dsp:sp>
    <dsp:sp modelId="{EBB6E4C9-B276-4E95-BA63-6CAB648789BA}">
      <dsp:nvSpPr>
        <dsp:cNvPr id="0" name=""/>
        <dsp:cNvSpPr/>
      </dsp:nvSpPr>
      <dsp:spPr>
        <a:xfrm>
          <a:off x="3718240" y="2300639"/>
          <a:ext cx="246088" cy="468917"/>
        </a:xfrm>
        <a:custGeom>
          <a:avLst/>
          <a:gdLst/>
          <a:ahLst/>
          <a:cxnLst/>
          <a:rect l="0" t="0" r="0" b="0"/>
          <a:pathLst>
            <a:path>
              <a:moveTo>
                <a:pt x="0" y="468917"/>
              </a:moveTo>
              <a:lnTo>
                <a:pt x="123044" y="468917"/>
              </a:lnTo>
              <a:lnTo>
                <a:pt x="123044" y="0"/>
              </a:lnTo>
              <a:lnTo>
                <a:pt x="246088"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828045" y="2521858"/>
        <a:ext cx="26478" cy="26478"/>
      </dsp:txXfrm>
    </dsp:sp>
    <dsp:sp modelId="{0AD23473-EBAC-444A-A7DB-0590ED3ED745}">
      <dsp:nvSpPr>
        <dsp:cNvPr id="0" name=""/>
        <dsp:cNvSpPr/>
      </dsp:nvSpPr>
      <dsp:spPr>
        <a:xfrm>
          <a:off x="1587777" y="2532467"/>
          <a:ext cx="900022" cy="237089"/>
        </a:xfrm>
        <a:custGeom>
          <a:avLst/>
          <a:gdLst/>
          <a:ahLst/>
          <a:cxnLst/>
          <a:rect l="0" t="0" r="0" b="0"/>
          <a:pathLst>
            <a:path>
              <a:moveTo>
                <a:pt x="0" y="0"/>
              </a:moveTo>
              <a:lnTo>
                <a:pt x="450011" y="0"/>
              </a:lnTo>
              <a:lnTo>
                <a:pt x="450011" y="237089"/>
              </a:lnTo>
              <a:lnTo>
                <a:pt x="900022" y="23708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2014520" y="2627743"/>
        <a:ext cx="46536" cy="46536"/>
      </dsp:txXfrm>
    </dsp:sp>
    <dsp:sp modelId="{783BBFF5-280C-48B9-99AA-0B22A2239523}">
      <dsp:nvSpPr>
        <dsp:cNvPr id="0" name=""/>
        <dsp:cNvSpPr/>
      </dsp:nvSpPr>
      <dsp:spPr>
        <a:xfrm>
          <a:off x="5194769" y="1831721"/>
          <a:ext cx="246088" cy="234458"/>
        </a:xfrm>
        <a:custGeom>
          <a:avLst/>
          <a:gdLst/>
          <a:ahLst/>
          <a:cxnLst/>
          <a:rect l="0" t="0" r="0" b="0"/>
          <a:pathLst>
            <a:path>
              <a:moveTo>
                <a:pt x="0" y="0"/>
              </a:moveTo>
              <a:lnTo>
                <a:pt x="123044" y="0"/>
              </a:lnTo>
              <a:lnTo>
                <a:pt x="123044" y="234458"/>
              </a:lnTo>
              <a:lnTo>
                <a:pt x="246088" y="23445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309316" y="1940453"/>
        <a:ext cx="16994" cy="16994"/>
      </dsp:txXfrm>
    </dsp:sp>
    <dsp:sp modelId="{A2A9D0FD-1CFC-4EAF-83C4-A7C78DB9CE5C}">
      <dsp:nvSpPr>
        <dsp:cNvPr id="0" name=""/>
        <dsp:cNvSpPr/>
      </dsp:nvSpPr>
      <dsp:spPr>
        <a:xfrm>
          <a:off x="5194769" y="1597262"/>
          <a:ext cx="246088" cy="234458"/>
        </a:xfrm>
        <a:custGeom>
          <a:avLst/>
          <a:gdLst/>
          <a:ahLst/>
          <a:cxnLst/>
          <a:rect l="0" t="0" r="0" b="0"/>
          <a:pathLst>
            <a:path>
              <a:moveTo>
                <a:pt x="0" y="234458"/>
              </a:moveTo>
              <a:lnTo>
                <a:pt x="123044" y="234458"/>
              </a:lnTo>
              <a:lnTo>
                <a:pt x="123044" y="0"/>
              </a:lnTo>
              <a:lnTo>
                <a:pt x="246088"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309316" y="1705994"/>
        <a:ext cx="16994" cy="16994"/>
      </dsp:txXfrm>
    </dsp:sp>
    <dsp:sp modelId="{FFF90BDD-7270-4EA1-B33E-E055EB8C57C6}">
      <dsp:nvSpPr>
        <dsp:cNvPr id="0" name=""/>
        <dsp:cNvSpPr/>
      </dsp:nvSpPr>
      <dsp:spPr>
        <a:xfrm>
          <a:off x="3718240" y="1011114"/>
          <a:ext cx="246088" cy="820606"/>
        </a:xfrm>
        <a:custGeom>
          <a:avLst/>
          <a:gdLst/>
          <a:ahLst/>
          <a:cxnLst/>
          <a:rect l="0" t="0" r="0" b="0"/>
          <a:pathLst>
            <a:path>
              <a:moveTo>
                <a:pt x="0" y="0"/>
              </a:moveTo>
              <a:lnTo>
                <a:pt x="123044" y="0"/>
              </a:lnTo>
              <a:lnTo>
                <a:pt x="123044" y="820606"/>
              </a:lnTo>
              <a:lnTo>
                <a:pt x="246088" y="82060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819867" y="1400000"/>
        <a:ext cx="42835" cy="42835"/>
      </dsp:txXfrm>
    </dsp:sp>
    <dsp:sp modelId="{2F668979-262E-45BE-90D2-31692619DD6E}">
      <dsp:nvSpPr>
        <dsp:cNvPr id="0" name=""/>
        <dsp:cNvSpPr/>
      </dsp:nvSpPr>
      <dsp:spPr>
        <a:xfrm>
          <a:off x="5194769" y="893885"/>
          <a:ext cx="246088" cy="239309"/>
        </a:xfrm>
        <a:custGeom>
          <a:avLst/>
          <a:gdLst/>
          <a:ahLst/>
          <a:cxnLst/>
          <a:rect l="0" t="0" r="0" b="0"/>
          <a:pathLst>
            <a:path>
              <a:moveTo>
                <a:pt x="0" y="0"/>
              </a:moveTo>
              <a:lnTo>
                <a:pt x="123044" y="0"/>
              </a:lnTo>
              <a:lnTo>
                <a:pt x="123044" y="239309"/>
              </a:lnTo>
              <a:lnTo>
                <a:pt x="246088" y="23930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309232" y="1004958"/>
        <a:ext cx="17163" cy="17163"/>
      </dsp:txXfrm>
    </dsp:sp>
    <dsp:sp modelId="{014D1635-C09A-4DC6-AB6B-50D85BF392EB}">
      <dsp:nvSpPr>
        <dsp:cNvPr id="0" name=""/>
        <dsp:cNvSpPr/>
      </dsp:nvSpPr>
      <dsp:spPr>
        <a:xfrm>
          <a:off x="5194769" y="664276"/>
          <a:ext cx="246088" cy="229608"/>
        </a:xfrm>
        <a:custGeom>
          <a:avLst/>
          <a:gdLst/>
          <a:ahLst/>
          <a:cxnLst/>
          <a:rect l="0" t="0" r="0" b="0"/>
          <a:pathLst>
            <a:path>
              <a:moveTo>
                <a:pt x="0" y="229608"/>
              </a:moveTo>
              <a:lnTo>
                <a:pt x="123044" y="229608"/>
              </a:lnTo>
              <a:lnTo>
                <a:pt x="123044" y="0"/>
              </a:lnTo>
              <a:lnTo>
                <a:pt x="246088"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309399" y="770666"/>
        <a:ext cx="16828" cy="16828"/>
      </dsp:txXfrm>
    </dsp:sp>
    <dsp:sp modelId="{FAFEE5C8-3041-458C-BBD8-679877673B26}">
      <dsp:nvSpPr>
        <dsp:cNvPr id="0" name=""/>
        <dsp:cNvSpPr/>
      </dsp:nvSpPr>
      <dsp:spPr>
        <a:xfrm>
          <a:off x="3718240" y="893885"/>
          <a:ext cx="246088" cy="117229"/>
        </a:xfrm>
        <a:custGeom>
          <a:avLst/>
          <a:gdLst/>
          <a:ahLst/>
          <a:cxnLst/>
          <a:rect l="0" t="0" r="0" b="0"/>
          <a:pathLst>
            <a:path>
              <a:moveTo>
                <a:pt x="0" y="117229"/>
              </a:moveTo>
              <a:lnTo>
                <a:pt x="123044" y="117229"/>
              </a:lnTo>
              <a:lnTo>
                <a:pt x="123044" y="0"/>
              </a:lnTo>
              <a:lnTo>
                <a:pt x="246088"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834470" y="945685"/>
        <a:ext cx="13629" cy="13629"/>
      </dsp:txXfrm>
    </dsp:sp>
    <dsp:sp modelId="{03610307-AD27-464A-A869-8C0B10F6CB03}">
      <dsp:nvSpPr>
        <dsp:cNvPr id="0" name=""/>
        <dsp:cNvSpPr/>
      </dsp:nvSpPr>
      <dsp:spPr>
        <a:xfrm>
          <a:off x="5194769" y="144788"/>
          <a:ext cx="246088" cy="91440"/>
        </a:xfrm>
        <a:custGeom>
          <a:avLst/>
          <a:gdLst/>
          <a:ahLst/>
          <a:cxnLst/>
          <a:rect l="0" t="0" r="0" b="0"/>
          <a:pathLst>
            <a:path>
              <a:moveTo>
                <a:pt x="0" y="45720"/>
              </a:moveTo>
              <a:lnTo>
                <a:pt x="246088"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311661" y="184356"/>
        <a:ext cx="12304" cy="12304"/>
      </dsp:txXfrm>
    </dsp:sp>
    <dsp:sp modelId="{246E583C-A253-4D9E-8D72-8D18957008B3}">
      <dsp:nvSpPr>
        <dsp:cNvPr id="0" name=""/>
        <dsp:cNvSpPr/>
      </dsp:nvSpPr>
      <dsp:spPr>
        <a:xfrm>
          <a:off x="3718240" y="190508"/>
          <a:ext cx="246088" cy="820606"/>
        </a:xfrm>
        <a:custGeom>
          <a:avLst/>
          <a:gdLst/>
          <a:ahLst/>
          <a:cxnLst/>
          <a:rect l="0" t="0" r="0" b="0"/>
          <a:pathLst>
            <a:path>
              <a:moveTo>
                <a:pt x="0" y="820606"/>
              </a:moveTo>
              <a:lnTo>
                <a:pt x="123044" y="820606"/>
              </a:lnTo>
              <a:lnTo>
                <a:pt x="123044" y="0"/>
              </a:lnTo>
              <a:lnTo>
                <a:pt x="246088"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819867" y="579393"/>
        <a:ext cx="42835" cy="42835"/>
      </dsp:txXfrm>
    </dsp:sp>
    <dsp:sp modelId="{56FE6A40-861E-414B-8E66-7EE845065008}">
      <dsp:nvSpPr>
        <dsp:cNvPr id="0" name=""/>
        <dsp:cNvSpPr/>
      </dsp:nvSpPr>
      <dsp:spPr>
        <a:xfrm>
          <a:off x="1587777" y="1011114"/>
          <a:ext cx="900022" cy="1521352"/>
        </a:xfrm>
        <a:custGeom>
          <a:avLst/>
          <a:gdLst/>
          <a:ahLst/>
          <a:cxnLst/>
          <a:rect l="0" t="0" r="0" b="0"/>
          <a:pathLst>
            <a:path>
              <a:moveTo>
                <a:pt x="0" y="1521352"/>
              </a:moveTo>
              <a:lnTo>
                <a:pt x="450011" y="1521352"/>
              </a:lnTo>
              <a:lnTo>
                <a:pt x="450011" y="0"/>
              </a:lnTo>
              <a:lnTo>
                <a:pt x="900022"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zh-CN" altLang="en-US" sz="600" kern="1200"/>
        </a:p>
      </dsp:txBody>
      <dsp:txXfrm>
        <a:off x="1993598" y="1727599"/>
        <a:ext cx="88382" cy="88382"/>
      </dsp:txXfrm>
    </dsp:sp>
    <dsp:sp modelId="{FA1F5A41-115E-4555-A06A-ED3D6762D5DD}">
      <dsp:nvSpPr>
        <dsp:cNvPr id="0" name=""/>
        <dsp:cNvSpPr/>
      </dsp:nvSpPr>
      <dsp:spPr>
        <a:xfrm rot="16200000">
          <a:off x="-119349" y="2344900"/>
          <a:ext cx="3039121" cy="375134"/>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vert"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数组</a:t>
          </a:r>
          <a:endParaRPr lang="en-US" altLang="zh-CN" sz="1900" kern="1200" dirty="0"/>
        </a:p>
        <a:p>
          <a:pPr marL="0" lvl="0" indent="0" algn="ctr" defTabSz="844550">
            <a:lnSpc>
              <a:spcPct val="90000"/>
            </a:lnSpc>
            <a:spcBef>
              <a:spcPct val="0"/>
            </a:spcBef>
            <a:spcAft>
              <a:spcPct val="35000"/>
            </a:spcAft>
            <a:buNone/>
          </a:pPr>
          <a:r>
            <a:rPr lang="en-US" altLang="zh-CN" sz="1900" kern="1200" dirty="0"/>
            <a:t>/</a:t>
          </a:r>
        </a:p>
        <a:p>
          <a:pPr marL="0" lvl="0" indent="0" algn="ctr" defTabSz="844550">
            <a:lnSpc>
              <a:spcPct val="90000"/>
            </a:lnSpc>
            <a:spcBef>
              <a:spcPct val="0"/>
            </a:spcBef>
            <a:spcAft>
              <a:spcPct val="35000"/>
            </a:spcAft>
            <a:buNone/>
          </a:pPr>
          <a:r>
            <a:rPr lang="zh-CN" altLang="en-US" sz="1900" kern="1200" dirty="0"/>
            <a:t>串</a:t>
          </a:r>
          <a:endParaRPr lang="en-US" altLang="zh-CN" sz="1900" kern="1200" dirty="0"/>
        </a:p>
        <a:p>
          <a:pPr marL="0" lvl="0" indent="0" algn="ctr" defTabSz="844550">
            <a:lnSpc>
              <a:spcPct val="90000"/>
            </a:lnSpc>
            <a:spcBef>
              <a:spcPct val="0"/>
            </a:spcBef>
            <a:spcAft>
              <a:spcPct val="35000"/>
            </a:spcAft>
            <a:buNone/>
          </a:pPr>
          <a:r>
            <a:rPr lang="en-US" altLang="zh-CN" sz="1900" kern="1200" dirty="0"/>
            <a:t>/</a:t>
          </a:r>
        </a:p>
        <a:p>
          <a:pPr marL="0" lvl="0" indent="0" algn="ctr" defTabSz="844550">
            <a:lnSpc>
              <a:spcPct val="90000"/>
            </a:lnSpc>
            <a:spcBef>
              <a:spcPct val="0"/>
            </a:spcBef>
            <a:spcAft>
              <a:spcPct val="35000"/>
            </a:spcAft>
            <a:buNone/>
          </a:pPr>
          <a:r>
            <a:rPr lang="zh-CN" altLang="en-US" sz="1900" kern="1200" dirty="0"/>
            <a:t>广义表</a:t>
          </a:r>
        </a:p>
      </dsp:txBody>
      <dsp:txXfrm>
        <a:off x="-119349" y="2344900"/>
        <a:ext cx="3039121" cy="375134"/>
      </dsp:txXfrm>
    </dsp:sp>
    <dsp:sp modelId="{24EDA40E-D6D1-4289-8F6A-D6FBF9484BAE}">
      <dsp:nvSpPr>
        <dsp:cNvPr id="0" name=""/>
        <dsp:cNvSpPr/>
      </dsp:nvSpPr>
      <dsp:spPr>
        <a:xfrm>
          <a:off x="2487800" y="823547"/>
          <a:ext cx="1230440" cy="375134"/>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数组</a:t>
          </a:r>
        </a:p>
      </dsp:txBody>
      <dsp:txXfrm>
        <a:off x="2487800" y="823547"/>
        <a:ext cx="1230440" cy="375134"/>
      </dsp:txXfrm>
    </dsp:sp>
    <dsp:sp modelId="{63D48B74-6C88-464F-B592-CCAE18D72F68}">
      <dsp:nvSpPr>
        <dsp:cNvPr id="0" name=""/>
        <dsp:cNvSpPr/>
      </dsp:nvSpPr>
      <dsp:spPr>
        <a:xfrm>
          <a:off x="3964328" y="2941"/>
          <a:ext cx="1230440" cy="375134"/>
        </a:xfrm>
        <a:prstGeom prst="rect">
          <a:avLst/>
        </a:prstGeom>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6350" cap="flat" cmpd="sng" algn="ctr">
          <a:solidFill>
            <a:schemeClr val="accent4"/>
          </a:solidFill>
          <a:prstDash val="solid"/>
          <a:miter lim="800000"/>
        </a:ln>
        <a:effectLst/>
        <a:scene3d>
          <a:camera prst="orthographicFront"/>
          <a:lightRig rig="flat" dir="t"/>
        </a:scene3d>
        <a:sp3d/>
      </dsp:spPr>
      <dsp:style>
        <a:lnRef idx="1">
          <a:schemeClr val="accent4"/>
        </a:lnRef>
        <a:fillRef idx="2">
          <a:schemeClr val="accent4"/>
        </a:fillRef>
        <a:effectRef idx="1">
          <a:schemeClr val="accent4"/>
        </a:effectRef>
        <a:fontRef idx="minor">
          <a:schemeClr val="dk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多维数组</a:t>
          </a:r>
        </a:p>
      </dsp:txBody>
      <dsp:txXfrm>
        <a:off x="3964328" y="2941"/>
        <a:ext cx="1230440" cy="375134"/>
      </dsp:txXfrm>
    </dsp:sp>
    <dsp:sp modelId="{EBEEC6E0-81E9-4588-A529-2F59F516A08C}">
      <dsp:nvSpPr>
        <dsp:cNvPr id="0" name=""/>
        <dsp:cNvSpPr/>
      </dsp:nvSpPr>
      <dsp:spPr>
        <a:xfrm>
          <a:off x="5440857" y="2941"/>
          <a:ext cx="1230440" cy="375134"/>
        </a:xfrm>
        <a:prstGeom prst="rect">
          <a:avLst/>
        </a:prstGeom>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a:scene3d>
          <a:camera prst="orthographicFront"/>
          <a:lightRig rig="flat" dir="t"/>
        </a:scene3d>
        <a:sp3d/>
      </dsp:spPr>
      <dsp:style>
        <a:lnRef idx="1">
          <a:schemeClr val="accent3"/>
        </a:lnRef>
        <a:fillRef idx="2">
          <a:schemeClr val="accent3"/>
        </a:fillRef>
        <a:effectRef idx="1">
          <a:schemeClr val="accent3"/>
        </a:effectRef>
        <a:fontRef idx="minor">
          <a:schemeClr val="dk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二维、三维等</a:t>
          </a:r>
        </a:p>
      </dsp:txBody>
      <dsp:txXfrm>
        <a:off x="5440857" y="2941"/>
        <a:ext cx="1230440" cy="375134"/>
      </dsp:txXfrm>
    </dsp:sp>
    <dsp:sp modelId="{0E0CC125-D6D1-4573-9B80-12C3D8B29A80}">
      <dsp:nvSpPr>
        <dsp:cNvPr id="0" name=""/>
        <dsp:cNvSpPr/>
      </dsp:nvSpPr>
      <dsp:spPr>
        <a:xfrm>
          <a:off x="3964328" y="706318"/>
          <a:ext cx="1230440" cy="375134"/>
        </a:xfrm>
        <a:prstGeom prst="rect">
          <a:avLst/>
        </a:prstGeom>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6350" cap="flat" cmpd="sng" algn="ctr">
          <a:solidFill>
            <a:schemeClr val="accent4"/>
          </a:solidFill>
          <a:prstDash val="solid"/>
          <a:miter lim="800000"/>
        </a:ln>
        <a:effectLst/>
        <a:scene3d>
          <a:camera prst="orthographicFront"/>
          <a:lightRig rig="flat" dir="t"/>
        </a:scene3d>
        <a:sp3d/>
      </dsp:spPr>
      <dsp:style>
        <a:lnRef idx="1">
          <a:schemeClr val="accent4"/>
        </a:lnRef>
        <a:fillRef idx="2">
          <a:schemeClr val="accent4"/>
        </a:fillRef>
        <a:effectRef idx="1">
          <a:schemeClr val="accent4"/>
        </a:effectRef>
        <a:fontRef idx="minor">
          <a:schemeClr val="dk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特殊矩阵</a:t>
          </a:r>
        </a:p>
      </dsp:txBody>
      <dsp:txXfrm>
        <a:off x="3964328" y="706318"/>
        <a:ext cx="1230440" cy="375134"/>
      </dsp:txXfrm>
    </dsp:sp>
    <dsp:sp modelId="{97BB5144-4898-4274-9F01-E3B10F22324F}">
      <dsp:nvSpPr>
        <dsp:cNvPr id="0" name=""/>
        <dsp:cNvSpPr/>
      </dsp:nvSpPr>
      <dsp:spPr>
        <a:xfrm>
          <a:off x="5440857" y="476709"/>
          <a:ext cx="1230440" cy="375134"/>
        </a:xfrm>
        <a:prstGeom prst="rect">
          <a:avLst/>
        </a:prstGeom>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a:scene3d>
          <a:camera prst="orthographicFront"/>
          <a:lightRig rig="flat" dir="t"/>
        </a:scene3d>
        <a:sp3d/>
      </dsp:spPr>
      <dsp:style>
        <a:lnRef idx="1">
          <a:schemeClr val="accent3"/>
        </a:lnRef>
        <a:fillRef idx="2">
          <a:schemeClr val="accent3"/>
        </a:fillRef>
        <a:effectRef idx="1">
          <a:schemeClr val="accent3"/>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zh-CN" altLang="en-US" sz="1300" kern="1200" dirty="0">
              <a:solidFill>
                <a:prstClr val="black"/>
              </a:solidFill>
              <a:latin typeface="Calibri" panose="020F0502020204030204"/>
              <a:ea typeface="等线" panose="02010600030101010101" pitchFamily="2" charset="-122"/>
              <a:cs typeface="+mn-cs"/>
            </a:rPr>
            <a:t>对称矩阵</a:t>
          </a:r>
        </a:p>
      </dsp:txBody>
      <dsp:txXfrm>
        <a:off x="5440857" y="476709"/>
        <a:ext cx="1230440" cy="375134"/>
      </dsp:txXfrm>
    </dsp:sp>
    <dsp:sp modelId="{60F88E4E-6686-4E7E-ABA9-BB7564D3D240}">
      <dsp:nvSpPr>
        <dsp:cNvPr id="0" name=""/>
        <dsp:cNvSpPr/>
      </dsp:nvSpPr>
      <dsp:spPr>
        <a:xfrm>
          <a:off x="5440857" y="945627"/>
          <a:ext cx="1230440" cy="375134"/>
        </a:xfrm>
        <a:prstGeom prst="rect">
          <a:avLst/>
        </a:prstGeom>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a:scene3d>
          <a:camera prst="orthographicFront"/>
          <a:lightRig rig="flat" dir="t"/>
        </a:scene3d>
        <a:sp3d/>
      </dsp:spPr>
      <dsp:style>
        <a:lnRef idx="1">
          <a:schemeClr val="accent3"/>
        </a:lnRef>
        <a:fillRef idx="2">
          <a:schemeClr val="accent3"/>
        </a:fillRef>
        <a:effectRef idx="1">
          <a:schemeClr val="accent3"/>
        </a:effectRef>
        <a:fontRef idx="minor">
          <a:schemeClr val="dk1"/>
        </a:fontRef>
      </dsp:style>
      <dsp:txBody>
        <a:bodyPr spcFirstLastPara="0" vert="horz" wrap="square" lIns="10795" tIns="10795" rIns="10795" bIns="1079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solidFill>
                <a:prstClr val="black"/>
              </a:solidFill>
              <a:latin typeface="Calibri" panose="020F0502020204030204"/>
              <a:ea typeface="等线" panose="02010600030101010101" pitchFamily="2" charset="-122"/>
              <a:cs typeface="+mn-cs"/>
            </a:rPr>
            <a:t>三对角矩阵</a:t>
          </a:r>
        </a:p>
      </dsp:txBody>
      <dsp:txXfrm>
        <a:off x="5440857" y="945627"/>
        <a:ext cx="1230440" cy="375134"/>
      </dsp:txXfrm>
    </dsp:sp>
    <dsp:sp modelId="{1A195912-1ADA-4712-A7E4-E71796BA47C0}">
      <dsp:nvSpPr>
        <dsp:cNvPr id="0" name=""/>
        <dsp:cNvSpPr/>
      </dsp:nvSpPr>
      <dsp:spPr>
        <a:xfrm>
          <a:off x="3964328" y="1644154"/>
          <a:ext cx="1230440" cy="375134"/>
        </a:xfrm>
        <a:prstGeom prst="rect">
          <a:avLst/>
        </a:prstGeom>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6350" cap="flat" cmpd="sng" algn="ctr">
          <a:solidFill>
            <a:schemeClr val="accent4"/>
          </a:solidFill>
          <a:prstDash val="solid"/>
          <a:miter lim="800000"/>
        </a:ln>
        <a:effectLst/>
        <a:scene3d>
          <a:camera prst="orthographicFront"/>
          <a:lightRig rig="flat" dir="t"/>
        </a:scene3d>
        <a:sp3d/>
      </dsp:spPr>
      <dsp:style>
        <a:lnRef idx="1">
          <a:schemeClr val="accent4"/>
        </a:lnRef>
        <a:fillRef idx="2">
          <a:schemeClr val="accent4"/>
        </a:fillRef>
        <a:effectRef idx="1">
          <a:schemeClr val="accent4"/>
        </a:effectRef>
        <a:fontRef idx="minor">
          <a:schemeClr val="dk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稀疏矩阵</a:t>
          </a:r>
        </a:p>
      </dsp:txBody>
      <dsp:txXfrm>
        <a:off x="3964328" y="1644154"/>
        <a:ext cx="1230440" cy="375134"/>
      </dsp:txXfrm>
    </dsp:sp>
    <dsp:sp modelId="{99274974-6BD1-4108-8878-58E56DAED2AC}">
      <dsp:nvSpPr>
        <dsp:cNvPr id="0" name=""/>
        <dsp:cNvSpPr/>
      </dsp:nvSpPr>
      <dsp:spPr>
        <a:xfrm>
          <a:off x="5440857" y="1409695"/>
          <a:ext cx="1230440" cy="375134"/>
        </a:xfrm>
        <a:prstGeom prst="rect">
          <a:avLst/>
        </a:prstGeom>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a:scene3d>
          <a:camera prst="orthographicFront"/>
          <a:lightRig rig="flat" dir="t"/>
        </a:scene3d>
        <a:sp3d/>
      </dsp:spPr>
      <dsp:style>
        <a:lnRef idx="1">
          <a:schemeClr val="accent3"/>
        </a:lnRef>
        <a:fillRef idx="2">
          <a:schemeClr val="accent3"/>
        </a:fillRef>
        <a:effectRef idx="1">
          <a:schemeClr val="accent3"/>
        </a:effectRef>
        <a:fontRef idx="minor">
          <a:schemeClr val="dk1"/>
        </a:fontRef>
      </dsp:style>
      <dsp:txBody>
        <a:bodyPr spcFirstLastPara="0" vert="horz" wrap="square" lIns="10795" tIns="10795" rIns="10795" bIns="1079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三元组表示</a:t>
          </a:r>
        </a:p>
      </dsp:txBody>
      <dsp:txXfrm>
        <a:off x="5440857" y="1409695"/>
        <a:ext cx="1230440" cy="375134"/>
      </dsp:txXfrm>
    </dsp:sp>
    <dsp:sp modelId="{B58E8354-74E4-43A4-AC55-5A14384BEB2C}">
      <dsp:nvSpPr>
        <dsp:cNvPr id="0" name=""/>
        <dsp:cNvSpPr/>
      </dsp:nvSpPr>
      <dsp:spPr>
        <a:xfrm>
          <a:off x="5440857" y="1878612"/>
          <a:ext cx="1230440" cy="375134"/>
        </a:xfrm>
        <a:prstGeom prst="rect">
          <a:avLst/>
        </a:prstGeom>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a:scene3d>
          <a:camera prst="orthographicFront"/>
          <a:lightRig rig="flat" dir="t"/>
        </a:scene3d>
        <a:sp3d/>
      </dsp:spPr>
      <dsp:style>
        <a:lnRef idx="1">
          <a:schemeClr val="accent3"/>
        </a:lnRef>
        <a:fillRef idx="2">
          <a:schemeClr val="accent3"/>
        </a:fillRef>
        <a:effectRef idx="1">
          <a:schemeClr val="accent3"/>
        </a:effectRef>
        <a:fontRef idx="minor">
          <a:schemeClr val="dk1"/>
        </a:fontRef>
      </dsp:style>
      <dsp:txBody>
        <a:bodyPr spcFirstLastPara="0" vert="horz" wrap="square" lIns="10795" tIns="10795" rIns="10795" bIns="1079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正交链表表示</a:t>
          </a:r>
        </a:p>
      </dsp:txBody>
      <dsp:txXfrm>
        <a:off x="5440857" y="1878612"/>
        <a:ext cx="1230440" cy="375134"/>
      </dsp:txXfrm>
    </dsp:sp>
    <dsp:sp modelId="{C101CA10-F3E8-413F-8B35-5E13926C5D2A}">
      <dsp:nvSpPr>
        <dsp:cNvPr id="0" name=""/>
        <dsp:cNvSpPr/>
      </dsp:nvSpPr>
      <dsp:spPr>
        <a:xfrm>
          <a:off x="2487800" y="2581989"/>
          <a:ext cx="1230440" cy="375134"/>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串（字符串）</a:t>
          </a:r>
        </a:p>
      </dsp:txBody>
      <dsp:txXfrm>
        <a:off x="2487800" y="2581989"/>
        <a:ext cx="1230440" cy="375134"/>
      </dsp:txXfrm>
    </dsp:sp>
    <dsp:sp modelId="{8CBE48D5-5132-4831-831B-CFDB60BEE35B}">
      <dsp:nvSpPr>
        <dsp:cNvPr id="0" name=""/>
        <dsp:cNvSpPr/>
      </dsp:nvSpPr>
      <dsp:spPr>
        <a:xfrm>
          <a:off x="3964328" y="2113071"/>
          <a:ext cx="1230440" cy="375134"/>
        </a:xfrm>
        <a:prstGeom prst="rect">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6350" cap="flat" cmpd="sng" algn="ctr">
          <a:solidFill>
            <a:schemeClr val="accent6"/>
          </a:solidFill>
          <a:prstDash val="solid"/>
          <a:miter lim="800000"/>
        </a:ln>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基本操作</a:t>
          </a:r>
        </a:p>
      </dsp:txBody>
      <dsp:txXfrm>
        <a:off x="3964328" y="2113071"/>
        <a:ext cx="1230440" cy="375134"/>
      </dsp:txXfrm>
    </dsp:sp>
    <dsp:sp modelId="{0B98D964-0E8B-4A2E-A6B9-239F918DB1CA}">
      <dsp:nvSpPr>
        <dsp:cNvPr id="0" name=""/>
        <dsp:cNvSpPr/>
      </dsp:nvSpPr>
      <dsp:spPr>
        <a:xfrm>
          <a:off x="3964328" y="2581989"/>
          <a:ext cx="1230440" cy="375134"/>
        </a:xfrm>
        <a:prstGeom prst="rect">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6350" cap="flat" cmpd="sng" algn="ctr">
          <a:solidFill>
            <a:schemeClr val="accent6"/>
          </a:solidFill>
          <a:prstDash val="solid"/>
          <a:miter lim="800000"/>
        </a:ln>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取子串操作</a:t>
          </a:r>
        </a:p>
      </dsp:txBody>
      <dsp:txXfrm>
        <a:off x="3964328" y="2581989"/>
        <a:ext cx="1230440" cy="375134"/>
      </dsp:txXfrm>
    </dsp:sp>
    <dsp:sp modelId="{3BD7572F-5FF7-48ED-BB5D-7ED97C870522}">
      <dsp:nvSpPr>
        <dsp:cNvPr id="0" name=""/>
        <dsp:cNvSpPr/>
      </dsp:nvSpPr>
      <dsp:spPr>
        <a:xfrm>
          <a:off x="3964328" y="3050907"/>
          <a:ext cx="1230440" cy="375134"/>
        </a:xfrm>
        <a:prstGeom prst="rect">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6350" cap="flat" cmpd="sng" algn="ctr">
          <a:solidFill>
            <a:schemeClr val="accent6"/>
          </a:solidFill>
          <a:prstDash val="solid"/>
          <a:miter lim="800000"/>
        </a:ln>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模式匹配操作</a:t>
          </a:r>
        </a:p>
      </dsp:txBody>
      <dsp:txXfrm>
        <a:off x="3964328" y="3050907"/>
        <a:ext cx="1230440" cy="375134"/>
      </dsp:txXfrm>
    </dsp:sp>
    <dsp:sp modelId="{7C324DE8-9F03-48D6-83F7-7EDE324401F1}">
      <dsp:nvSpPr>
        <dsp:cNvPr id="0" name=""/>
        <dsp:cNvSpPr/>
      </dsp:nvSpPr>
      <dsp:spPr>
        <a:xfrm>
          <a:off x="2487800" y="3988743"/>
          <a:ext cx="1230440" cy="375134"/>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广义表</a:t>
          </a:r>
        </a:p>
      </dsp:txBody>
      <dsp:txXfrm>
        <a:off x="2487800" y="3988743"/>
        <a:ext cx="1230440" cy="375134"/>
      </dsp:txXfrm>
    </dsp:sp>
    <dsp:sp modelId="{ECD42A47-7DEE-4633-91C4-907614E1B362}">
      <dsp:nvSpPr>
        <dsp:cNvPr id="0" name=""/>
        <dsp:cNvSpPr/>
      </dsp:nvSpPr>
      <dsp:spPr>
        <a:xfrm>
          <a:off x="3964328" y="3519825"/>
          <a:ext cx="1230440" cy="375134"/>
        </a:xfrm>
        <a:prstGeom prst="rect">
          <a:avLst/>
        </a:prstGeom>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a:scene3d>
          <a:camera prst="orthographicFront"/>
          <a:lightRig rig="flat" dir="t"/>
        </a:scene3d>
        <a:sp3d/>
      </dsp:spPr>
      <dsp:style>
        <a:lnRef idx="1">
          <a:schemeClr val="accent3"/>
        </a:lnRef>
        <a:fillRef idx="2">
          <a:schemeClr val="accent3"/>
        </a:fillRef>
        <a:effectRef idx="1">
          <a:schemeClr val="accent3"/>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zh-CN" altLang="en-US" sz="1300" kern="1200" dirty="0">
              <a:solidFill>
                <a:prstClr val="black"/>
              </a:solidFill>
              <a:latin typeface="Calibri" panose="020F0502020204030204"/>
              <a:ea typeface="等线" panose="02010600030101010101" pitchFamily="2" charset="-122"/>
              <a:cs typeface="+mn-cs"/>
            </a:rPr>
            <a:t>存储表示</a:t>
          </a:r>
        </a:p>
      </dsp:txBody>
      <dsp:txXfrm>
        <a:off x="3964328" y="3519825"/>
        <a:ext cx="1230440" cy="375134"/>
      </dsp:txXfrm>
    </dsp:sp>
    <dsp:sp modelId="{6A3427E1-A3C2-4768-8A0C-034702D2C42C}">
      <dsp:nvSpPr>
        <dsp:cNvPr id="0" name=""/>
        <dsp:cNvSpPr/>
      </dsp:nvSpPr>
      <dsp:spPr>
        <a:xfrm>
          <a:off x="3964328" y="3988743"/>
          <a:ext cx="1230440" cy="375134"/>
        </a:xfrm>
        <a:prstGeom prst="rect">
          <a:avLst/>
        </a:prstGeom>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a:scene3d>
          <a:camera prst="orthographicFront"/>
          <a:lightRig rig="flat" dir="t"/>
        </a:scene3d>
        <a:sp3d/>
      </dsp:spPr>
      <dsp:style>
        <a:lnRef idx="1">
          <a:schemeClr val="accent3"/>
        </a:lnRef>
        <a:fillRef idx="2">
          <a:schemeClr val="accent3"/>
        </a:fillRef>
        <a:effectRef idx="1">
          <a:schemeClr val="accent3"/>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zh-CN" altLang="en-US" sz="1300" kern="1200" dirty="0">
              <a:solidFill>
                <a:prstClr val="black"/>
              </a:solidFill>
              <a:latin typeface="Calibri" panose="020F0502020204030204"/>
              <a:ea typeface="等线" panose="02010600030101010101" pitchFamily="2" charset="-122"/>
              <a:cs typeface="+mn-cs"/>
            </a:rPr>
            <a:t>取表头表尾</a:t>
          </a:r>
        </a:p>
      </dsp:txBody>
      <dsp:txXfrm>
        <a:off x="3964328" y="3988743"/>
        <a:ext cx="1230440" cy="375134"/>
      </dsp:txXfrm>
    </dsp:sp>
    <dsp:sp modelId="{1CCFAE62-DDF4-4727-BA60-69577C4074DB}">
      <dsp:nvSpPr>
        <dsp:cNvPr id="0" name=""/>
        <dsp:cNvSpPr/>
      </dsp:nvSpPr>
      <dsp:spPr>
        <a:xfrm>
          <a:off x="3964328" y="4457661"/>
          <a:ext cx="1230440" cy="375134"/>
        </a:xfrm>
        <a:prstGeom prst="rect">
          <a:avLst/>
        </a:prstGeom>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a:scene3d>
          <a:camera prst="orthographicFront"/>
          <a:lightRig rig="flat" dir="t"/>
        </a:scene3d>
        <a:sp3d/>
      </dsp:spPr>
      <dsp:style>
        <a:lnRef idx="1">
          <a:schemeClr val="accent3"/>
        </a:lnRef>
        <a:fillRef idx="2">
          <a:schemeClr val="accent3"/>
        </a:fillRef>
        <a:effectRef idx="1">
          <a:schemeClr val="accent3"/>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zh-CN" altLang="en-US" sz="1300" kern="1200" dirty="0">
              <a:solidFill>
                <a:prstClr val="black"/>
              </a:solidFill>
              <a:latin typeface="Calibri" panose="020F0502020204030204"/>
              <a:ea typeface="等线" panose="02010600030101010101" pitchFamily="2" charset="-122"/>
              <a:cs typeface="+mn-cs"/>
            </a:rPr>
            <a:t>其他递归操作</a:t>
          </a:r>
        </a:p>
      </dsp:txBody>
      <dsp:txXfrm>
        <a:off x="3964328" y="4457661"/>
        <a:ext cx="1230440" cy="375134"/>
      </dsp:txXfrm>
    </dsp:sp>
    <dsp:sp modelId="{7AAFB8F9-FA17-445D-B5F4-BA77049671F9}">
      <dsp:nvSpPr>
        <dsp:cNvPr id="0" name=""/>
        <dsp:cNvSpPr/>
      </dsp:nvSpPr>
      <dsp:spPr>
        <a:xfrm>
          <a:off x="5440857" y="3754284"/>
          <a:ext cx="1230440" cy="375134"/>
        </a:xfrm>
        <a:prstGeom prst="rect">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6350" cap="flat" cmpd="sng" algn="ctr">
          <a:solidFill>
            <a:schemeClr val="accent6"/>
          </a:solidFill>
          <a:prstDash val="solid"/>
          <a:miter lim="800000"/>
        </a:ln>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8890" tIns="8890" rIns="8890" bIns="8890" numCol="1" spcCol="1270" anchor="ctr" anchorCtr="0">
          <a:noAutofit/>
        </a:bodyPr>
        <a:lstStyle/>
        <a:p>
          <a:pPr marL="0" lvl="0" indent="0" algn="ctr" defTabSz="577850">
            <a:lnSpc>
              <a:spcPct val="90000"/>
            </a:lnSpc>
            <a:spcBef>
              <a:spcPct val="0"/>
            </a:spcBef>
            <a:spcAft>
              <a:spcPct val="35000"/>
            </a:spcAft>
            <a:buNone/>
          </a:pPr>
          <a:r>
            <a:rPr lang="zh-CN" altLang="en-US" sz="1300" kern="1200" dirty="0">
              <a:solidFill>
                <a:prstClr val="black"/>
              </a:solidFill>
              <a:latin typeface="Verdana"/>
              <a:ea typeface="微软雅黑" panose="020B0503020204020204" pitchFamily="34" charset="-122"/>
              <a:cs typeface="+mn-cs"/>
            </a:rPr>
            <a:t>复制</a:t>
          </a:r>
        </a:p>
      </dsp:txBody>
      <dsp:txXfrm>
        <a:off x="5440857" y="3754284"/>
        <a:ext cx="1230440" cy="375134"/>
      </dsp:txXfrm>
    </dsp:sp>
    <dsp:sp modelId="{3F2E7122-0E42-43F9-8159-683B04E5EEBB}">
      <dsp:nvSpPr>
        <dsp:cNvPr id="0" name=""/>
        <dsp:cNvSpPr/>
      </dsp:nvSpPr>
      <dsp:spPr>
        <a:xfrm>
          <a:off x="5440857" y="4223202"/>
          <a:ext cx="1230440" cy="375134"/>
        </a:xfrm>
        <a:prstGeom prst="rect">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6350" cap="flat" cmpd="sng" algn="ctr">
          <a:solidFill>
            <a:schemeClr val="accent6"/>
          </a:solidFill>
          <a:prstDash val="solid"/>
          <a:miter lim="800000"/>
        </a:ln>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8890" tIns="8890" rIns="8890" bIns="8890" numCol="1" spcCol="1270" anchor="ctr" anchorCtr="0">
          <a:noAutofit/>
        </a:bodyPr>
        <a:lstStyle/>
        <a:p>
          <a:pPr marL="0" lvl="0" indent="0" algn="ctr" defTabSz="577850">
            <a:lnSpc>
              <a:spcPct val="90000"/>
            </a:lnSpc>
            <a:spcBef>
              <a:spcPct val="0"/>
            </a:spcBef>
            <a:spcAft>
              <a:spcPct val="35000"/>
            </a:spcAft>
            <a:buNone/>
          </a:pPr>
          <a:r>
            <a:rPr lang="zh-CN" altLang="en-US" sz="1300" kern="1200" dirty="0">
              <a:solidFill>
                <a:prstClr val="black"/>
              </a:solidFill>
              <a:latin typeface="Verdana"/>
              <a:ea typeface="微软雅黑" panose="020B0503020204020204" pitchFamily="34" charset="-122"/>
              <a:cs typeface="+mn-cs"/>
            </a:rPr>
            <a:t>删除</a:t>
          </a:r>
        </a:p>
      </dsp:txBody>
      <dsp:txXfrm>
        <a:off x="5440857" y="4223202"/>
        <a:ext cx="1230440" cy="375134"/>
      </dsp:txXfrm>
    </dsp:sp>
    <dsp:sp modelId="{055946EF-3D89-4507-83D3-49EED3D33E13}">
      <dsp:nvSpPr>
        <dsp:cNvPr id="0" name=""/>
        <dsp:cNvSpPr/>
      </dsp:nvSpPr>
      <dsp:spPr>
        <a:xfrm>
          <a:off x="5440857" y="4692120"/>
          <a:ext cx="1230440" cy="375134"/>
        </a:xfrm>
        <a:prstGeom prst="rect">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6350" cap="flat" cmpd="sng" algn="ctr">
          <a:solidFill>
            <a:schemeClr val="accent6"/>
          </a:solidFill>
          <a:prstDash val="solid"/>
          <a:miter lim="800000"/>
        </a:ln>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8890" tIns="8890" rIns="8890" bIns="8890" numCol="1" spcCol="1270" anchor="ctr" anchorCtr="0">
          <a:noAutofit/>
        </a:bodyPr>
        <a:lstStyle/>
        <a:p>
          <a:pPr marL="0" lvl="0" indent="0" algn="ctr" defTabSz="577850">
            <a:lnSpc>
              <a:spcPct val="90000"/>
            </a:lnSpc>
            <a:spcBef>
              <a:spcPct val="0"/>
            </a:spcBef>
            <a:spcAft>
              <a:spcPct val="35000"/>
            </a:spcAft>
            <a:buNone/>
          </a:pPr>
          <a:r>
            <a:rPr lang="zh-CN" altLang="en-US" sz="1300" kern="1200" dirty="0">
              <a:solidFill>
                <a:prstClr val="black"/>
              </a:solidFill>
              <a:latin typeface="Calibri" panose="020F0502020204030204"/>
              <a:ea typeface="等线" panose="02010600030101010101" pitchFamily="2" charset="-122"/>
              <a:cs typeface="+mn-cs"/>
            </a:rPr>
            <a:t>求</a:t>
          </a:r>
          <a:r>
            <a:rPr lang="zh-CN" altLang="en-US" sz="1300" kern="1200" dirty="0">
              <a:solidFill>
                <a:prstClr val="black"/>
              </a:solidFill>
              <a:latin typeface="Verdana"/>
              <a:ea typeface="微软雅黑" panose="020B0503020204020204" pitchFamily="34" charset="-122"/>
              <a:cs typeface="+mn-cs"/>
            </a:rPr>
            <a:t>深度</a:t>
          </a:r>
        </a:p>
      </dsp:txBody>
      <dsp:txXfrm>
        <a:off x="5440857" y="4692120"/>
        <a:ext cx="1230440" cy="375134"/>
      </dsp:txXfrm>
    </dsp:sp>
    <dsp:sp modelId="{4164EAFC-77A7-4504-B61E-9D241EEBC2D3}">
      <dsp:nvSpPr>
        <dsp:cNvPr id="0" name=""/>
        <dsp:cNvSpPr/>
      </dsp:nvSpPr>
      <dsp:spPr>
        <a:xfrm>
          <a:off x="5440857" y="5161038"/>
          <a:ext cx="1230440" cy="375134"/>
        </a:xfrm>
        <a:prstGeom prst="rect">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6350" cap="flat" cmpd="sng" algn="ctr">
          <a:solidFill>
            <a:schemeClr val="accent6"/>
          </a:solidFill>
          <a:prstDash val="solid"/>
          <a:miter lim="800000"/>
        </a:ln>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8890" tIns="8890" rIns="8890" bIns="8890" numCol="1" spcCol="1270" anchor="ctr" anchorCtr="0">
          <a:noAutofit/>
        </a:bodyPr>
        <a:lstStyle/>
        <a:p>
          <a:pPr marL="0" lvl="0" indent="0" algn="ctr" defTabSz="666750">
            <a:lnSpc>
              <a:spcPct val="90000"/>
            </a:lnSpc>
            <a:spcBef>
              <a:spcPct val="0"/>
            </a:spcBef>
            <a:spcAft>
              <a:spcPct val="35000"/>
            </a:spcAft>
            <a:buNone/>
          </a:pPr>
          <a:r>
            <a:rPr lang="zh-CN" altLang="en-US" sz="1500" kern="1200" dirty="0">
              <a:solidFill>
                <a:prstClr val="black"/>
              </a:solidFill>
              <a:latin typeface="Calibri" panose="020F0502020204030204"/>
              <a:ea typeface="等线" panose="02010600030101010101" pitchFamily="2" charset="-122"/>
              <a:cs typeface="+mn-cs"/>
            </a:rPr>
            <a:t>建立广义表</a:t>
          </a:r>
        </a:p>
      </dsp:txBody>
      <dsp:txXfrm>
        <a:off x="5440857" y="5161038"/>
        <a:ext cx="1230440" cy="375134"/>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325.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26.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27.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28.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29.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30.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3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3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3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34.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335.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36.vml.rels><?xml version="1.0" encoding="UTF-8" standalone="yes"?>
<Relationships xmlns="http://schemas.openxmlformats.org/package/2006/relationships"><Relationship Id="rId1" Type="http://schemas.openxmlformats.org/officeDocument/2006/relationships/image" Target="../media/image14.wmf"/><Relationship Id="rId2" Type="http://schemas.openxmlformats.org/officeDocument/2006/relationships/image" Target="../media/image15.wmf"/></Relationships>
</file>

<file path=ppt/drawings/_rels/vmlDrawing337.vml.rels><?xml version="1.0" encoding="UTF-8" standalone="yes"?>
<Relationships xmlns="http://schemas.openxmlformats.org/package/2006/relationships"><Relationship Id="rId1" Type="http://schemas.openxmlformats.org/officeDocument/2006/relationships/image" Target="../media/image16.emf"/><Relationship Id="rId2" Type="http://schemas.openxmlformats.org/officeDocument/2006/relationships/image" Target="../media/image17.emf"/></Relationships>
</file>

<file path=ppt/drawings/_rels/vmlDrawing33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39.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34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341.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342.vml.rels><?xml version="1.0" encoding="UTF-8" standalone="yes"?>
<Relationships xmlns="http://schemas.openxmlformats.org/package/2006/relationships"><Relationship Id="rId1" Type="http://schemas.openxmlformats.org/officeDocument/2006/relationships/image" Target="../media/image29.wmf"/><Relationship Id="rId2" Type="http://schemas.openxmlformats.org/officeDocument/2006/relationships/image" Target="../media/image30.wmf"/></Relationships>
</file>

<file path=ppt/ink/ink2.xml><?xml version="1.0" encoding="utf-8"?>
<inkml:ink xmlns:inkml="http://www.w3.org/2003/InkML">
  <inkml:definitions>
    <inkml:context xml:id="ctx0">
      <inkml:inkSource xml:id="inkSrc0">
        <inkml:traceFormat>
          <inkml:channel name="X" type="integer" max="25977" units="cm"/>
          <inkml:channel name="Y" type="integer" max="17318" units="cm"/>
          <inkml:channel name="T" type="integer" max="2.14748E9" units="dev"/>
        </inkml:traceFormat>
        <inkml:channelProperties>
          <inkml:channelProperty channel="X" name="resolution" value="1000.26953" units="1/cm"/>
          <inkml:channelProperty channel="Y" name="resolution" value="1000.46216" units="1/cm"/>
          <inkml:channelProperty channel="T" name="resolution" value="1" units="1/dev"/>
        </inkml:channelProperties>
      </inkml:inkSource>
      <inkml:timestamp xml:id="ts0" timeString="2020-10-27T02:51:45.326"/>
    </inkml:context>
    <inkml:brush xml:id="br0">
      <inkml:brushProperty name="width" value="0.05292" units="cm"/>
      <inkml:brushProperty name="height" value="0.05292" units="cm"/>
      <inkml:brushProperty name="color" value="#FF0000"/>
    </inkml:brush>
  </inkml:definitions>
  <inkml:trace contextRef="#ctx0" brushRef="#br0">8068 7328 0,'0'0'15</inkml:trace>
</inkml:ink>
</file>

<file path=ppt/ink/ink3.xml><?xml version="1.0" encoding="utf-8"?>
<inkml:ink xmlns:inkml="http://www.w3.org/2003/InkML">
  <inkml:definitions>
    <inkml:context xml:id="ctx0">
      <inkml:inkSource xml:id="inkSrc0">
        <inkml:traceFormat>
          <inkml:channel name="X" type="integer" max="25977" units="cm"/>
          <inkml:channel name="Y" type="integer" max="17318" units="cm"/>
          <inkml:channel name="T" type="integer" max="2.14748E9" units="dev"/>
        </inkml:traceFormat>
        <inkml:channelProperties>
          <inkml:channelProperty channel="X" name="resolution" value="1000.26953" units="1/cm"/>
          <inkml:channelProperty channel="Y" name="resolution" value="1000.46216" units="1/cm"/>
          <inkml:channelProperty channel="T" name="resolution" value="1" units="1/dev"/>
        </inkml:channelProperties>
      </inkml:inkSource>
      <inkml:timestamp xml:id="ts0" timeString="2020-10-27T02:38:32.378"/>
    </inkml:context>
    <inkml:brush xml:id="br0">
      <inkml:brushProperty name="width" value="0.05292" units="cm"/>
      <inkml:brushProperty name="height" value="0.05292" units="cm"/>
      <inkml:brushProperty name="color" value="#FF0000"/>
    </inkml:brush>
  </inkml:definitions>
  <inkml:trace contextRef="#ctx0" brushRef="#br0">22024 7264 0,'0'0'16</inkml:trace>
</inkml:ink>
</file>

<file path=ppt/ink/ink4.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4900.137 11132.291 148.517, 4914.221 11191.254 266.05, 4922.898 11247.529 298.534, 4929.802 11300.475 321.628, 4934.7 11342.075 339.605, 4942.004 11400.413 354.976, 4947.527 11446.304 365.894, 4954.938 11508.593 377.259, 4960.205 11555.764 389.586, 4967.966 11625.167 411.473, 4977.917 11705.135 453.11, 4983.718 11746.796 480.136, 4992.108 11804.755 528.794, 5001.017 11875.616 583.168, 5007.654 11925.062 631.728, 5014.615 11981.26 671.486, 5026.147 12069.712 718.651, 5036.201 12145.117 738.953, 5043.385 12205.68 732.946, 5049.917 12268.038 666.77, 5008.54 12221.562 275.068, 4987.774 12166.876 225.291, 4963.107 12097.101 186.318, 4946.706 12051.113 100.947</trace>
</ink>
</file>

<file path=ppt/ink/ink5.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4767.64 11128.545 136.826, 4802.242 11078.344 138.871, 4849.197 11037.236 216.505, 4898.296 11002.275 333.134, 4951.757 10970.383 429.441, 4994.025 10949.413 462.513, 5041.468 10932.337 476.31, 5090.592 10913.667 486.267, 5150.576 10891.875 495.197, 5196.918 10877.905 505.603, 5246.058 10863.197 520.608, 5294.24 10847.066 543.528, 5340.601 10831.715 571.338, 5396.447 10814.088 606.338, 5459.175 10796.221 646.162, 5502.213 10784.406 681.037, 5551.642 10769.601 711.621, 5604.654 10754.403 731.745, 5647.246 10741.287 742.479, 5720.918 10718.259 742.237, 5779.72 10701.453 734.591, 5834.72 10687.291 745.244, 5900.836 10675.59 772.043, 5964.996 10686.376 793.272, 6023.043 10735.497 805.438, 6045.464 10802.494 808.728, 6051.741 10880.352 807.717, 6050.749 10925.097 806.8, 6044.988 10983.536 806.713, 6035.481 11051.249 807.156, 6028.229 11099.976 807.996, 6018.135 11163.988 808.984, 6008.195 11234.498 809.976, 5996.956 11327.372 810.779, 5989.92 11397.796 811.707, 5984.819 11452.268 812.573, 5980.72 11522.913 813.786, 5978.323 11575.682 815.087, 5974.994 11643.869 816.624, 5972.339 11695.274 817.759, 5968.608 11758.903 818.797, 5965.595 11804.12 819.637, 5963.025 11863.429 820.578, 5962.415 11906.563 821.691, 5962.461 11957.371 823.148, 5961.385 12038.528 822.903, 5959.786 12111.96 810.881, 5958.933 12180.101 742.845, 5957.684 12239.989 534.908, 5915.461 12275.481 177.029, 5869.719 12269.815 90.112</trace>
</ink>
</file>

<file path=ppt/ink/ink6.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5212.627 12371.207 136.826, 5166.184 12374.984 136.826, 5210.843 12365.521 359.362, 5254.407 12351.26 383.895, 5312.208 12330.719 403.823, 5354.469 12313.867 419.666, 5399.973 12295.366 467.659, 5449.485 12276.449 521.331, 5499.898 12258.439 595.857, 5557.731 12238.096 671.086, 5617.536 12218.096 733.112, 5659.257 12205.128 771.028, 5708.224 12190.583 794.48, 5759.376 12173.607 797.984, 5843.217 12148.694 732.871, 5896.004 12137.603 654.911, 5946.683 12125.575 546.17, 5997.065 12112.87 326.491</trace>
</ink>
</file>

<file path=ppt/ink/ink7.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5665.114 11414.544 136.826, 5692.28 11369.956 166.271, 5745.198 11333.891 207.934, 5790.63 11307.137 250.087, 5844.271 11280.943 307.403, 5904.865 11261.132 361.498, 5946.949 11249.647 396.427, 5991.249 11238.32 423.131, 6037.84 11229.297 446.734, 6090.122 11220.464 473.4, 6139.615 11211.733 510.479, 6192.237 11202.695 550.037, 6272.367 11190.235 614.863, 6340.057 11180.625 658.724, 6391.416 11173.292 689.797, 6459.803 11163.375 718.095, 6512.466 11156.351 737.128, 6580.002 11147.574 752.256, 6631.495 11140.147 761.08, 6703.426 11129.897 767.813, 6757.906 11122.734 771.877, 6828.446 11114.63 775.296, 6883.266 11108.805 778.049, 6952.187 11101.274 780.802, 7003.595 11095.997 782.819, 7067.578 11088.977 784.344, 7121.216 11082.714 785.241, 7185.773 11075.139 784.687, 7234.691 11069.813 783.724, 7296.001 11063.206 780.018, 7341.975 11057.845 773.105, 7398.481 11050.505 759.573, 7439.924 11044.99 741.819, 7493.741 11037.416 714.719, 7537.146 11030.622 691.703, 7588.247 11019.744 672.871, 7674.073 10996.455 643.964, 7750.77 10968.273 590.357, 7814.415 10935.579 475.001, 7858.202 10894.008 331.166, 7882.548 10851.286 109.716</trace>
</ink>
</file>

<file path=ppt/ink/ink8.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7512.559 10577.776 136.826, 7472.137 10574.019 136.826, 7526.025 10600.968 501.156, 7578.956 10622.076 550.72, 7644.238 10646.246 614.84, 7712.048 10665.879 694.496, 7756.501 10677.04 729.421, 7824.888 10691.938 774.452, 7906.8 10708.013 795.944, 7985.712 10721.818 804.956, 8057.474 10734.685 808.042, 8129.637 10746.034 807.571, 8208.687 10759.46 811.305, 8282.643 10775.006 829.29, 8349.072 10799.068 858.877, 8355.427 10868.308 865.022, 8304.684 10937.531 865.116, 8231.038 11014.462 864.259, 8176.455 11064.248 862.676, 8135.218 11100.987 860.089, 8054.838 11170.739 824.171, 8012.602 11209.697 756.695, 7952.947 11259.004 582.569, 7885.363 11277.75 357.581</trace>
</ink>
</file>

<file path=ppt/ink/ink9.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8525.029 10313.009 136.826, 8554.393 10373.332 143.478, 8571.681 10436.424 176.064, 8580.564 10487.214 207.035, 8586.877 10547.622 236.045, 8590.429 10603.938 267.247, 8591.393 10669.572 295.302, 8590.684 10735.109 318.989, 8589.449 10806.019 342.543, 8587.878 10847.621 357.895, 8586.177 10910.318 383.908, 8584.853 10953.578 395.958, 8583.547 11000.546 406.541, 8581.722 11066.266 421.856, 8580.194 11108.343 428.275, 8578.759 11151.004 433.782, 8576.806 11210.732 443.198, 8573.794 11288.813 492.919, 8571.817 11344.161 544.5, 8569.969 11412.332 608.164, 8567.6 11481.305 668.394, 8564.283 11558.741 726.205, 8562.47 11607.728 734.006, 8559.762 11673.812 699.122, 8557.616 11737.791 539.259, 8559.489 11681.87 325.569, 8560.995 11622.2 290.38, 8560.59 11574.799 253.438, 8549.268 11507.071 216.376, 8537.593 11452.143 185.283, 8529.924 11406.69 171.634, 8522.723 11350.736 161.449, 8516.44 11305.849 118.594, 8510.03 11252.187 70.197</trace>
</ink>
</file>

<file path=ppt/ink/ink10.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8438.782 10258.057 136.826, 8474.436 10215.707 198.118, 8516.11 10208.576 347.612, 8558.535 10208.909 471.635, 8608.633 10213.578 521.171, 8668.99 10219.383 560.38, 8741.851 10224.088 641.602, 8828.709 10224.234 735.343, 8919.837 10219.11 796.043, 9010.306 10211.006 819.973, 9095.037 10203.678 826.872, 9175.355 10198.908 828.694, 9246.26 10199.656 830.328, 9287.72 10204.783 831.394, 9363.635 10223.395 833.408, 9423.96 10272.473 838.015, 9458.14 10333.508 846.123, 9472.264 10375.894 849.876, 9483.015 10447.092 852.913, 9484.362 10487.917 853.675, 9483.962 10534.633 854.44, 9481.687 10579.974 855.046, 9475.839 10632.206 855.35, 9468.687 10679.089 855.469, 9459.351 10731.89 855.494, 9450.029 10779.694 855.352, 9439.512 10833.596 855.165, 9425.427 10910.957 854.764, 9415.816 10971.575 854.507, 9409.379 11017.872 854.31, 9402.326 11079.262 854.156, 9397.254 11123.479 854.062, 9391.946 11177.552 854.172, 9381.327 11266.328 854.493, 9371.584 11346.032 854.752, 9363.975 11423.721 855.108, 9357.581 11497.615 854.112, 9352.324 11543.882 849.346, 9347.322 11584.559 840.711, 9336.667 11656.484 814.616, 9304.247 11710.907 661.94, 9251.83 11725.361 462.961, 9205.815 11721.972 360.973, 9151.963 11712.735 265.536</trace>
</ink>
</file>

<file path=ppt/ink/ink11.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8697.524 11676.815 136.826, 8651.643 11676.814 136.826, 8711.643 11676.814 361.276, 8752.053 11676.814 421.62, 8818.928 11673.616 531.277, 8886.776 11671.64 607.929, 8954.979 11668.496 641.083, 9024.408 11664.851 680.078, 9089.386 11660.066 725.614, 9149.847 11655.244 748.094, 9213.967 11649.526 724.613, 9271.19 11643.371 646.812, 9318.087 11630.354 487.411</trace>
</ink>
</file>

<file path=ppt/ink/ink12.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8996.266 11780.474 136.826, 8986.173 11824.082 136.826, 8987.937 11868.855 136.826, 8991.597 11923.641 141.316, 8995.153 11973.996 147.095, 8999.687 12027.533 152.072, 9003.766 12068.494 155.654, 9008.977 12118.636 161.298, 9015.771 12173.279 170.592, 9022.317 12225.423 178.57, 9029.543 12281.556 183.924, 9034.692 12325.587 185.997, 9038.935 12376.854 181.95, 9038.63 12429.527 171.034</trace>
</ink>
</file>

<file path=ppt/ink/ink13.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8761.273 12302.518 136.826, 8792.699 12344.626 136.826, 8815.617 12387.586 136.826, 8842.558 12431.466 136.826, 8885.965 12462.909 140.387, 8932.033 12467.844 149.617, 8985.03 12456.277 163.134, 9026.04 12439.149 170.191, 9067.218 12412.497 178.637, 9108.123 12380.978 202.803, 9150.706 12341.585 225.921, 9192.666 12304.198 237.249, 9245.698 12248.918 224.962, 9279.771 12205.663 197.448, 9305.526 12164.098 177.966, 9330.652 12118.871 135.256</trace>
</ink>
</file>

<file path=ppt/ink/ink14.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9748.744 11024.886 136.826, 9802.421 11006.949 136.826, 9853.232 10998.449 140.679, 9896.107 10993.134 158.624, 9952.012 10988.933 187.511, 9995.742 10989.408 206.868, 10043.608 10989.643 223.638, 10088.72 10989.051 233.527, 10139.098 10990.005 238.419, 10186.238 10990.704 240.837, 10239.146 10990.537 243.143, 10288.482 10990.178 245.208, 10339.854 10988.419 249.071, 10393.194 10984.891 257.051, 10452.382 10980.316 266.446, 10505.791 10974.161 281.31, 10560.602 10967.595 297.988, 10608.531 10961.498 319.546, 10658.906 10952.645 340.591, 10703.279 10944.295 362.475, 10744.569 10934.065 378.605, 10801.824 10911.257 389.266, 10844.961 10888.934 379.437, 10890 10863.769 351.415, 10939.462 10828.856 285.012, 10981.616 10787.049 147.603</trace>
</ink>
</file>

<file path=ppt/ink/ink15.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10821.214 10515.331 136.826, 10862.34 10518.128 299.991, 10914.265 10520.952 339.983, 10958.938 10522.374 362.735, 11003.54 10524.108 376.283, 11062.898 10526.511 386.394, 11125.436 10530.634 398.251, 11183.241 10531.467 427.579, 11242.958 10530.682 459.818, 11299.616 10527.371 488.845, 11356.827 10525.484 554.297, 11407.121 10528.144 655.436, 11431.542 10589.012 728.282, 11397.061 10640.908 708.183, 11352.657 10702.196 675.552, 11319.826 10742.998 651.285, 11269.426 10797.472 597.386, 11216.329 10853.376 524.295, 11180.541 10898.466 452.593, 11140.929 10949.334 350.463, 11108.246 10991.097 252.493, 11077.083 11031.355 100.014</trace>
</ink>
</file>

<file path=ppt/ink/ink16.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11624.939 10298.021 136.826, 11635.605 10342.929 138.742, 11649.402 10402.896 158.692, 11656.982 10461.801 178.315, 11660.356 10505.79 189.5, 11663.169 10558.374 213.982, 11664.307 10611.177 238.019, 11663.122 10668.705 260.415, 11659.819 10725.803 280.998, 11656.786 10791.121 298.83, 11654.761 10831.688 305.117, 11651.701 10890.663 313.017, 11647.49 10969.087 324.014, 11643.846 11025.423 338.596, 11639.106 11099.914 362.151, 11635.677 11153.766 390.9, 11630.589 11218.685 418.156, 11627.46 11267.032 438.449, 11624.7 11330.979 443.883, 11621.956 11375.147 441.568, 11618.777 11424.754 428.379, 11616.066 11475.075 399.743, 11614.549 11534.538 310.603</trace>
</ink>
</file>

<file path=ppt/ink/ink17.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11628.689 10093.2 136.826, 11628.687 10046.026 136.826, 11652.017 10001.303 136.826, 11695.851 9977.208 136.826, 11746.133 9960.212 165.852, 11797.7 9951.621 207.777, 11842.028 9947.259 231.92, 11882.498 9943.688 244.54, 11936.32 9939.441 256.226, 11977.428 9935.792 264.883, 12021.456 9930.015 273.161, 12069.946 9925.278 286.61, 12119.354 9921.39 302.041, 12166.286 9918.024 329.377, 12215.474 9913.843 360.704, 12264.008 9909.808 394.787, 12314.663 9904.61 422.722, 12362.922 9900.116 442.182, 12409.694 9896.621 452.333, 12457.195 9893.145 457.523, 12506.843 9889.804 457.677, 12570.308 9886.826 459.354, 12617.382 9886.198 468.3, 12672.614 9885.915 491.711, 12724.328 9885.408 524.507, 12786.104 9891.044 573.082, 12847.431 9904.479 621.607, 12896.072 9928.024 663.957, 12938.033 9965.452 693.794, 12962.177 10024.98 712.052, 12969.119 10092.308 741.832, 12967.471 10160.087 769.395, 12964.347 10200.407 780.19, 12957.193 10283.631 798.034, 12952.83 10331.871 804.521, 12949.548 10386.026 810, 12945.136 10468.707 819.772, 12941.088 10539.89 826.629, 12938.406 10595.452 833.03, 12935.831 10668.659 840.554, 12934.032 10724.11 846.133, 12930.365 10801.512 850.275, 12927.236 10861.156 852.958, 12921.981 10939.375 854.893, 12918.762 10995.697 855.592, 12916.234 11063.152 856.154, 12913.745 11111.106 856.465, 12909.786 11172.82 856.585, 12906.707 11218.338 856.547, 12902.488 11280.4 856.442, 12899.705 11328.694 856.342, 12896.642 11390.345 856.305, 12894.365 11434.813 856.339, 12891.961 11487.535 856.412, 12889.253 11573.039 856.558, 12887.975 11646.76 856.699, 12888.706 11690.882 856.847, 12891.392 11731.32 856.911, 12900 11802.698 855.169, 12909.821 11867.752 727.672, 12864.789 11843.863 274.787, 12824.294 11808.425 185.499, 12780.99 11773.738 145.368, 12737.318 11741.76 105.912</trace>
</ink>
</file>

<file path=ppt/ink/ink18.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12073.677 11734.265 136.826, 12031.708 11735.683 136.826, 11980.601 11744.131 136.826, 11940.229 11749.237 136.826, 11924.773 11705.005 161.946, 11966.971 11679.744 165.699, 12010.241 11657.795 169.326, 12075.877 11631.598 182.446, 12129.43 11613.183 207.999, 12177.721 11597.329 245.999, 12225.88 11582.566 291.091, 12273.58 11568.548 338.981, 12324.502 11556.205 381.194, 12369.898 11547.5 415.287, 12416.203 11540.408 440.6, 12475.787 11534.312 457.396, 12534.386 11531.708 466.78, 12595.275 11532.157 471.564, 12653.264 11537.869 469.229, 12720.228 11549.583 461.796, 12776.9 11562.938 455.967, 12826.169 11572.271 447.99, 12870.233 11578.671 413.874, 12918.183 11581.328 368.511, 12970.652 11575.41 310.695</trace>
</ink>
</file>

<file path=ppt/ink/ink19.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5247.626 9504.965 136.826, 5247.626 9464.354 171.526, 5220.506 9418.352 380.706, 5170.124 9402.318 542.463, 5121.24 9458.395 503.44, 5099.83 9501.767 474.909, 5081.083 9553.762 467.5, 5068.235 9598.191 472.365, 5053.105 9664.892 484.531, 5045.428 9705.593 489.881, 5035.694 9758.562 498.688, 5026.407 9812.046 518.535, 5019.761 9853.729 536.763, 5008.389 9927.66 580.945, 5001.189 9983.115 611.154, 4993.417 10041.357 630.568, 4987.094 10085.289 641.006, 4980.535 10132.7 648.336, 4970.933 10191.871 656.802, 4963.399 10233.882 661.524, 4948.349 10304.217 676.784, 4933.637 10367.943 691.867, 4921.084 10428.919 705.335, 4913.716 10470.409 722.14, 4903.636 10525.742 740.475, 4887.801 10598.176 738.986, 4871.771 10656.587 731.742, 4848.819 10714.132 715.937</trace>
</ink>
</file>

<file path=ppt/ink/ink20.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4691.392 10306.764 136.826, 4691.392 10265.967 136.826, 4745.089 10228.397 163.829, 4787.795 10204.284 234.254, 4841.823 10175.363 314.502, 4904.328 10144.082 396.69, 4955.436 10122.655 420.974, 4996.202 10105.626 456.855, 5039.415 10091.389 503.913, 5084.302 10079.263 536.117, 5127.318 10073.71 484.791</trace>
</ink>
</file>

<file path=ppt/ink/ink21.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5271.375 11435.308 136.826, 5313.604 11400.28 136.826, 5380.474 11363.521 136.826, 5430.506 11343.871 136.826, 5500.857 11319.569 136.826, 5543.376 11308.236 139.646, 5591.341 11298.721 144.97, 5655.929 11286.881 155.733, 5731.334 11283.243 172.984, 5784.004 11286.185 189.223, 5843.985 11304.851 203.694, 5885.752 11324.411 213.103, 5930.851 11362.542 221.168, 5954.251 11412.664 223.25, 5954.008 11476.448 226.204, 5941.644 11521.287 227.962, 5918.249 11568.103 229.433, 5869.358 11631.63 231.123, 5819.665 11683.553 233.79, 5758.986 11740.533 240.552, 5696.247 11783.802 254.301, 5647.608 11808.115 266.567, 5593.575 11827.196 281.172, 5528.797 11840.589 300.827, 5479.358 11845.696 317.136, 5432.249 11844.859 331.845, 5381.446 11837.59 347.011, 5321.947 11819.751 360.126, 5279.395 11802.481 369.183, 5226.44 11769.424 376.437, 5172.984 11720.377 381.195, 5134.812 11672.521 381.775, 5107.318 11612.397 380.284, 5097.345 11572.153 379.3, 5090.999 11527.024 378.208, 5090.123 11477.409 377.124, 5096.649 11400.621 375.314, 5108.823 11353.135 374.534, 5127.019 11304.265 373.73, 5152.593 11253.002 372.807, 5186.14 11201.251 372.023, 5226.167 11151.021 370.723, 5289.981 11080.519 368.252, 5332.229 11043.628 364.269, 5386.741 11007.684 359.332, 5450.902 10975.339 354.228, 5517.783 10948.807 346.577, 5587.724 10927.815 338.365, 5633.001 10914.434 331.044, 5692.361 10901.998 323.767, 5754.646 10893.7 316.583, 5815.086 10890.077 309.689, 5881.586 10892.387 303.388, 5924.574 10894.055 298.69, 5978.759 10902.39 296.42, 6037.537 10916.793 295.374, 6122.718 10944.83 296.848, 6182.739 10977.3 298.426, 6244.406 11018.84 300.282, 6300.134 11065.343 302.007, 6348.503 11116.371 303.579, 6388 11168.531 304.174, 6432.662 11246.533 304.232, 6446.901 11295.903 303.315, 6455.713 11348.374 297.368, 6461.153 11425.81 284.242, 6455.979 11471.531 276.281, 6445.75 11517.383 264.466, 6423.746 11584.448 242.577, 6378.308 11664.801 220.296, 6333.701 11728.393 202.596, 6259.181 11804.46 189.999, 6217.819 11846.181 185.377, 6175.06 11887.702 184.343, 6129.084 11927.98 184.194, 6058.407 11982.989 189.87, 6014.689 12012.282 197.266, 5969.422 12039.744 205.183, 5897.553 12078.78 224.144, 5856.246 12098.278 237.353, 5811.448 12118.702 250.67, 5745.375 12146.75 279.772, 5703.033 12161.796 299.78, 5654.519 12176.726 318.484, 5603.705 12189.833 340.186, 5554.051 12201.34 362.266, 5497.387 12210.593 383.674, 5447.13 12215.585 401.973, 5399.569 12216.09 417.872, 5354.267 12212.326 431.878, 5291.295 12201.994 453.289, 5219.447 12168.228 465.945, 5150.182 12105.941 472.837, 5120.593 12063.729 472.955, 5081.387 11995.471 471.566, 5066.707 11945.5 469.114, 5055.834 11885.993 466.272, 5047.337 11793.615 461.012, 5051.798 11734.892 454.891, 5061.962 11671.22 447.558, 5068.7 11630.048 440.868, 5084.277 11573.868 434.703, 5106.821 11509.879 425.826, 5136.659 11441.569 416.551, 5167.164 11380.648 407.856, 5205.192 11317.483 398.211, 5250.753 11252.502 388.524, 5280.332 11210.653 379.916, 5322.989 11158.516 366.859, 5377.229 11101.934 352.686, 5440.422 11043 338.495, 5481.348 11005.094 326.007, 5538.382 10959.557 311.687, 5606.292 10911.269 297.402, 5680.884 10863.713 284.028, 5729.124 10833.123 272.704, 5796.119 10798.497 262.472, 5873.812 10763.145 253.073, 5959.472 10729.426 247.877, 6048.939 10699.843 244.755, 6141.751 10674.709 242.705, 6234.894 10654.385 240.99, 6295.025 10641.461 240.925, 6365.621 10632.872 241.619, 6435.487 10630.171 242.556, 6503.073 10634.174 243.26, 6575.343 10649.828 243.961, 6639.6 10672.142 244.313, 6695.964 10703.628 244.109, 6760.508 10751.841 243.248, 6801.354 10834.892 239.215, 6812.607 10892.969 236.861, 6811.167 10971.887 229.95, 6803.282 11050.578 221.726, 6797.766 11101.557 214.348, 6784.188 11163.774 206.888, 6765.845 11225.257 198.23, 6739.289 11289.145 189.559, 6705.104 11353.523 182.371, 6669.071 11411.974 176.66, 6632.305 11463.809 171.897, 6588.894 11513.093 170.593, 6545.269 11558.307 172.751, 6495.716 11601.06 176.295, 6421.86 11662.029 183.14, 6374.073 11697.044 187.364, 6320.149 11732.773 191.592, 6244.249 11782.762 198.38, 6200.433 11810.803 201.224, 6149.6 11841.666 206.058, 6091.933 11873.946 211.618, 6031.677 11904.491 217.249, 5970.338 11932.766 227.78, 5879.13 11971.42 248.405, 5828.595 11991.205 266.577, 5772.688 12011.595 287.352, 5713.982 12030.445 308.342, 5655.656 12045.211 332.629, 5597.651 12055.521 356.173, 5512.355 12065.285 397.922, 5466.424 12065.945 416.616, 5421.048 12063.27 434.208, 5357.674 12055.24 459.499, 5284.329 12026.045 473.728, 5231.871 11992.499 479.118, 5174.246 11928.726 479.787, 5149.149 11886.386 478.275, 5130.828 11845.613 476.306, 5117.146 11782.778 473.142, 5108.462 11742 470.294, 5101.24 11685.018 467.035, 5097.168 11621.538 463.755, 5098.957 11552.363 457.628, 5100.303 11507.589 452.408, 5104.42 11461.389 446.307, 5114.773 11403.686 440.126, 5132.234 11338.076 431.489, 5143.614 11295.611 423.835, 5165.227 11237.925 415.828, 5195.238 11169.854 407.83, 5233.396 11095.447 395.651, 5279.034 11015.983 382.335, 5330.812 10935.905 367.226, 5391.075 10857.272 351.633, 5430.204 10806.392 338.139, 5483.031 10745.78 325.288, 5545.163 10681.066 312.855, 5614.817 10613.305 300.69, 5690.5 10544.857 289.821, 5773.181 10478.18 278.384, 5860.82 10415.314 268.982, 5952.981 10355.823 260.929, 6044.959 10301.146 251.681, 6142.081 10250.457 242.462, 6205.21 10217.509 234.165, 6283.125 10183.174 224.196, 6369.312 10151.457 214.655, 6459.087 10123.654 205.812, 6517.027 10105.915 198.02, 6593.26 10091.146 187.867, 6677.386 10080.927 177.702, 6763.518 10075.869 168.24, 6819.069 10072.805 160.935, 6882.606 10075.896 154.916, 6950.957 10085.878 149.499, 7027.254 10101.853 145.614, 7098.094 10120.784 142.561, 7158.759 10141.61 140.022, 7209.719 10163.123 137.736, 7255.335 10181.226 112.56, 7295.442 10201.888 69.641</trace>
</ink>
</file>

<file path=ppt/ink/ink22.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6226.348 9405.834 136.826, 6224.454 9450.879 141.778, 6217.865 9500.805 155.72, 6208.032 9562.945 166.934, 6198.543 9622.197 171.939, 6190.3 9669.29 174.501, 6177.345 9734.424 174.376, 6166.375 9787.095 173.947, 6147.729 9861.429 174.702, 6133.069 9919.021 177.19, 6114.05 9993.207 182.147, 6103.494 10037.202 187.901, 6093.128 10081.099 195.006, 6082.396 10125.58 204.249, 6067.923 10187.352 221.152, 6054.34 10252.7 239.274, 6044.793 10299.5 255.312, 6034.511 10353.311 267.877, 6025.85 10415.893 277.029, 6020.048 10471.747 279.328, 6017.188 10522.054 274.37, 6021.228 10573.405 264.732, 6030.678 10619.258 241.612, 6071.034 10619.406 179.89, 6091.329 10578.888 163.132, 6110.811 10522.129 147.828, 6123.081 10455.721 141.758, 6129.431 10399.78 138.37, 6133.045 10343.621 117.389, 6136.085 10303.651 19.535</trace>
</ink>
</file>

<file path=ppt/ink/ink23.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6181.349 9402.087 136.826, 6181.348 9355.286 136.826, 6229.476 9328.639 147.016, 6276.005 9339.324 220.286, 6332.578 9362.458 281.215, 6382.269 9388.218 287.838, 6426.048 9412.736 270.963, 6467.261 9438.787 241.588, 6505.6 9482.137 183.27</trace>
</ink>
</file>

<file path=ppt/ink/ink24.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6037.603 10117.71 136.826, 6048.518 10076.372 140.782, 6100.939 10066.746 311.577, 6148.426 10057.323 458.133, 6213.646 10039.387 592.388, 6280.296 10021.488 620.79, 6347.923 10004.069 622.109, 6411.639 9991.863 613.45, 6451.95 9986.225 603.69, 6526.413 9975.185 579.227, 6582.568 9967.023 558.152, 6639.43 9958.784 500.861, 6689.002 9953.533 448.949, 6751.187 9947.77 357.359, 6806.925 9940.429 262.534, 6853.274 9925.763 189.502</trace>
</ink>
</file>

<file path=ppt/ink/ink25.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7288.816 9708.068 136.826, 7331.795 9671.416 144.586, 7378.564 9660.574 159.524, 7421.556 9655.116 174.193, 7479.008 9653.755 195.518, 7528.903 9655.783 217.397, 7582.293 9660.244 242.71, 7635.337 9667.368 269.149, 7693.78 9677.321 289.295, 7744.595 9687.79 305.373, 7796.213 9701.884 317.29, 7849.107 9718.421 327.318, 7903.99 9737.264 335.438, 7952.964 9754.23 341.512, 7999.356 9770.594 346.476, 8055.003 9793.138 350.611, 8104.317 9813.656 353.474, 8147.937 9832.223 355.181, 8199.835 9854.024 357.937, 8246.963 9873.298 357.727, 8291.27 9873.342 292.923, 8330.197 9832.71 177.622</trace>
</ink>
</file>

<file path=ppt/ink/ink26.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8393.784 9544.462 136.826, 8417.2 9586.64 187.646, 8464.108 9638.36 234.877, 8506.621 9683.963 265.556, 8545.173 9725.021 279.046, 8588.688 9770.932 284.962, 8633.598 9817.274 285.634, 8667.637 9859.296 297.853, 8690.597 9902.196 304.921, 8647.653 9944.395 329.044, 8604.567 9959.109 338.102, 8560.154 9967.609 359.639, 8509.145 9977.001 371.063, 8456.992 9994.06 359.914, 8403.757 10019.592 321.173, 8356.661 10038.808 266.355</trace>
</ink>
</file>

<file path=ppt/ink/ink27.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9798.743 6399.401 136.826, 9847.531 6399.402 136.826, 9888.961 6398.67 136.826, 9935.33 6398.928 145.587, 9984.013 6405.666 183.528, 9987.241 6455.612 153.674, 9958.352 6499.043 153.957, 9919.007 6552.296 148.114, 9871.018 6606.171 140.994, 9826.137 6653.99 137.133, 9789.906 6696.255 136.826, 9832.794 6722.941 154.496, 9875.982 6701.484 179.501, 9918.723 6670.36 185.67, 9962.751 6633.922 180.036, 10012.049 6593.623 174.786, 10056.78 6552.601 171.988, 10095.579 6510.354 174.106, 10130.944 6469.999 191.47, 10162.843 6426.973 218.488, 10139.526 6467.933 208.036, 10117.35 6511.186 193.381, 10096.678 6555.562 187.244, 10076.593 6599.408 185.706, 10060.58 6640.91 186.371, 10045.478 6681.382 186.493, 10029.592 6724.695 179.929, 10011.488 6767.526 174.815, 10057.544 6793.29 164.72, 10033.914 6838.91 156.494, 9986.169 6880.301 152.625, 9943.953 6917.02 145.366, 9903.91 6949.883 140.508, 9851.833 6991.901 137.324, 9805.46 7029.563 136.826, 9763.507 7063.603 136.826, 9810.218 7046.741 143.563, 9854.486 7017.467 142.387, 9899.062 6990.413 139.556, 9941.145 6967.387 137.554, 9990.197 6946.516 136.826, 10036.61 6933.81 136.826, 10081.506 6930.686 140.741, 10122.465 6963.104 162.913, 10126.5 7016.621 202.843, 10115.365 7066.382 213.27, 10100.843 7112.342 211.936, 10085.555 7154.311 207.672, 10070.952 7199.112 203.734, 10070.214 7243.475 225.571, 10120.018 7222.8 221.368, 10168.312 7175.703 197.047, 10204.068 7126.86 185.392, 10232.926 7080.659 180.873, 10256.489 7032.623 174.024, 10261.179 6987.948 160.402, 10220.723 6976.541 151.349, 10176.929 6989.333 157.129, 10136.075 7037.115 199.569, 10169.736 7083.252 214.131, 10218.36 7102.196 221.648, 10270.722 7105.699 225.525, 10311.632 7099 228.154, 10357.674 7082.255 233.609, 10399.119 7065.935 239.327, 10446.531 7044.679 247.095, 10502.907 7011.704 252.787, 10557.91 6968.418 230.052</trace>
</ink>
</file>

<file path=ppt/ink/ink28.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10802.464 6368.178 136.826, 10805.371 6409.349 283.4, 10808.57 6450.907 257.562, 10806.312 6493.454 252.143, 10787.137 6543.638 210.735, 10755.17 6583.642 164.521, 10722.272 6625.586 137.345, 10770.15 6651.547 283.274, 10824.579 6649.578 358.599, 10865.412 6645.775 384.67, 10922.263 6640.115 406.618, 10979.187 6649.579 417.959, 10978.091 6692.874 413.267, 10944.794 6750.745 395.497, 10912.746 6797.811 362.349, 10870.904 6842.935 307.095, 10830.708 6877.279 248.332, 10788.721 6910.738 192.432, 10744.89 6946.256 157.567, 10699.124 6983.328 138.145, 10743.211 6953.88 218.743, 10784.347 6919.824 250.257, 10833.994 6883.169 281.098, 10884.688 6846.955 303.397, 10934.848 6807.877 322.368, 10983.774 6768.827 331.273, 11031.736 6731.613 334.92, 11077.353 6695.52 328.581, 11123.1 6656.05 318.516, 11163.454 6621.063 306.922, 11203.917 6585.455 297.353, 11259.351 6537.837 286.453, 11304.451 6499.557 281.108, 11344.904 6455.175 276.612, 11369.613 6406.885 237.499</trace>
</ink>
</file>

<file path=ppt/ink/ink29.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11274.95 6376.92 136.826, 11233.831 6386.584 136.826, 11188.635 6414.04 136.826, 11152.375 6463.214 136.826, 11129.339 6505.591 151.037, 11108.466 6546.73 185.519, 11082.741 6596.841 231.554, 11048.243 6659.9 270.74, 11012.712 6721.732 293.07, 10986.347 6766.613 301.508, 10957.728 6813.481 306.75, 10922.399 6867.899 312.027, 10881.148 6924.482 318.157, 10831.726 6987.154 325.635, 10785.011 7044.711 330.302, 10752.113 7085.16 330.625, 10715.994 7129.015 323.969, 10680.659 7172.465 309.85</trace>
</ink>
</file>

<file path=ppt/ink/ink30.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11123.704 6821.531 136.826, 11164.081 6830.653 136.826, 11209.666 6866.845 224.552, 11262.045 6911.565 419.42, 11305.322 6956.992 615.162, 11358.485 7021.27 780.793, 11415.077 7084.982 824.42, 11458.847 7135.466 826.419, 11515.286 7200.138 810.093, 11569.71 7256.96 802.346, 11635.872 7292.611 798.996, 11698.826 7298.698 796.728, 11779.848 7258.882 770.016, 11820.332 7205.649 623.505, 11841.184 7162.484 134.267</trace>
</ink>
</file>

<file path=ppt/ink/ink31.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0-10-27T04:02:35.911"/>
    </inkml:context>
    <inkml:brush xml:id="br0">
      <inkml:brushProperty name="width" value="0.05292" units="cm"/>
      <inkml:brushProperty name="height" value="0.05292" units="cm"/>
      <inkml:brushProperty name="color" value="#FF0000"/>
    </inkml:brush>
    <inkml:context xml:id="ctx1">
      <inkml:inkSource xml:id="inkSrc1">
        <inkml:traceFormat>
          <inkml:channel name="X" type="integer" max="25977" units="cm"/>
          <inkml:channel name="Y" type="integer" max="17318" units="cm"/>
          <inkml:channel name="T" type="integer" max="2.14748E9" units="dev"/>
        </inkml:traceFormat>
        <inkml:channelProperties>
          <inkml:channelProperty channel="X" name="resolution" value="1000.26953" units="1/cm"/>
          <inkml:channelProperty channel="Y" name="resolution" value="1000.46216" units="1/cm"/>
          <inkml:channelProperty channel="T" name="resolution" value="1" units="1/dev"/>
        </inkml:channelProperties>
      </inkml:inkSource>
      <inkml:timestamp xml:id="ts1" timeString="2020-10-27T02:35:29.457"/>
    </inkml:context>
  </inkml:definitions>
  <inkml:trace contextRef="#ctx0" brushRef="#br0">23 0 17593 469,'-23'17'-4202'0</inkml:trace>
  <inkml:trace contextRef="#ctx1" brushRef="#br0">4967 7141 0,'0'0'15</inkml:trace>
  <inkml:trace contextRef="#ctx1" brushRef="#br0" timeOffset="143.158">5443 6770 0,'0'0'0,"0"0"15</inkml:trace>
</inkml:ink>
</file>

<file path=ppt/ink/ink32.xml><?xml version="1.0" encoding="utf-8"?>
<inkml:ink xmlns:inkml="http://www.w3.org/2003/InkML">
  <inkml:definitions>
    <inkml:context xml:id="ctx0">
      <inkml:inkSource xml:id="inkSrc0">
        <inkml:traceFormat>
          <inkml:channel name="X" type="integer" max="25977" units="cm"/>
          <inkml:channel name="Y" type="integer" max="17318" units="cm"/>
          <inkml:channel name="T" type="integer" max="2.14748E9" units="dev"/>
        </inkml:traceFormat>
        <inkml:channelProperties>
          <inkml:channelProperty channel="X" name="resolution" value="1000.26953" units="1/cm"/>
          <inkml:channelProperty channel="Y" name="resolution" value="1000.46216" units="1/cm"/>
          <inkml:channelProperty channel="T" name="resolution" value="1" units="1/dev"/>
        </inkml:channelProperties>
      </inkml:inkSource>
      <inkml:timestamp xml:id="ts0" timeString="2020-10-27T02:55:41.229"/>
    </inkml:context>
    <inkml:brush xml:id="br0">
      <inkml:brushProperty name="width" value="0.05292" units="cm"/>
      <inkml:brushProperty name="height" value="0.05292" units="cm"/>
      <inkml:brushProperty name="color" value="#FF0000"/>
    </inkml:brush>
    <inkml:context xml:id="ctx1">
      <inkml:inkSource xml:id="inkSrc3">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1" timeString="2020-10-27T02:58:25.710"/>
    </inkml:context>
  </inkml:definitions>
  <inkml:trace contextRef="#ctx0" brushRef="#br0">20830 7994 0</inkml:trace>
  <inkml:trace contextRef="#ctx0" brushRef="#br0" timeOffset="60535.875">12178 10978 0,'0'0'0,"0"0"15,0 0-15</inkml:trace>
  <inkml:trace contextRef="#ctx0" brushRef="#br0" timeOffset="125950.425">13549 6227 0</inkml:trace>
  <inkml:trace contextRef="#ctx1" brushRef="#br0">6518 11264 19343 0,'0'0'1728'0,"0"0"-1392"16,0 0-336-16,0 0 0 0,-6 3 832 0,6-3 80 16,-8 5 32-16,8-5 0 0,0 0-624 0,0 0-128 15,0 8-32-15,0-8-7008 16,4 13-1392-16</inkml:trace>
</inkml:ink>
</file>

<file path=ppt/ink/ink33.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7283.383 3271.518 136.826, 7331.277 3271.518 214.063, 7379.422 3269.252 240.308, 7424.158 3267.85 255.548, 7478.185 3268.215 267.627, 7535.797 3266.242 283.284, 7586.91 3263.026 300.179, 7634.442 3256.613 306.697, 7675.752 3246.832 303.693</trace>
</ink>
</file>

<file path=ppt/ink/ink34.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8323.354 2916.828 136.826, 8303.449 2876.821 153.111, 8252.227 2854.653 266.628, 8209.165 2870.345 322.872, 8159.493 2912.508 340.011, 8119.479 2959.08 321.615, 8082.691 3016.425 291.399, 8063.678 3057.011 278.728, 8043.183 3106.688 269.715, 8027.542 3159.181 271.263, 8018.241 3207.86 278.357, 8014.87 3252.792 283.922, 8016.654 3300.878 289.365, 8023.637 3344.174 296.336, 8041.771 3384.921 309.477, 8091.858 3400.634 359.104, 8138.681 3373.073 365.001, 8180.896 3331.321 360.261, 8225.779 3278.19 357.018, 8260.249 3228.153 354.032, 8292.909 3173.708 348.066, 8318.565 3126.824 327.009, 8340.872 3076.444 296.443, 8365.207 3025.729 266.876, 8385.771 2974.591 246.341, 8399.441 2924.717 246.472, 8356.251 2937.448 266.846, 8328.47 2987.044 266.75, 8312.224 3034.074 263.839, 8298.664 3080.08 258.019, 8292.248 3120.511 254.41, 8293.281 3163.21 257.062, 8316.559 3209.382 309.486, 8365.734 3212.041 312.803, 8416.688 3195.781 298.527, 8457.397 3176.099 251.129, 8498.246 3157.25 176.175</trace>
</ink>
</file>

<file path=ppt/ink/ink35.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8274.604 3516.304 136.826, 8274.605 3567.43 181.885, 8274.605 3617.341 215.098, 8273.719 3673.153 244.614, 8270.174 3723.374 270.685, 8266.511 3771.091 299.587, 8260.396 3825.458 328.346, 8253.072 3890.561 359.218, 8248.257 3945.423 374.957, 8245.152 3990.377 379.732, 8243.434 4039.729 382.993, 8252.178 4083.156 336.043</trace>
</ink>
</file>

<file path=ppt/ink/ink36.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8238.355 4210.696 136.826, 8238.357 4258.946 139.495, 8238.357 4300.847 145.928, 8238.357 4344.658 155.627, 8237.625 4392.302 170.122, 8233.935 4435.773 199.283, 8228.357 4485.51 231.156, 8222.339 4532.904 259.371, 8217.933 4573.067 279.204, 8214.204 4621.528 299.019, 8210.304 4674.074 354.667, 8205.579 4733.9 424.939, 8217.518 4692.365 183.971, 8226.591 4651.771 176.521, 8239.091 4610.247 167.446, 8260.776 4563.537 147.664, 8299.765 4519.493 139.405, 8345.666 4507.578 153.965, 8387.125 4511.291 172.825, 8430.506 4528.925 182.01, 8472.104 4566.977 233.685, 8494.636 4610.6 272.276, 8501.448 4657.343 345.336, 8482.995 4701.579 413.497, 8434.547 4736.523 532.527, 8390.215 4755.351 586.782, 8339.658 4768.398 611.839, 8287.911 4777.699 626.169, 8229.637 4788.777 614.574, 8169.713 4802.472 521.693, 8125.031 4811.769 317.447</trace>
</ink>
</file>

<file path=ppt/ink/ink37.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8697.092 3131.641 136.826, 8739.395 3131.641 140.371, 8781.222 3131.641 149.986, 8832.172 3131.641 160.872, 8880.692 3131.641 197.908, 8924.815 3131.641 220.699, 8965.288 3131.198 223.522, 9008.52 3124.154 229.111, 9055.899 3113.244 233.687, 9099.71 3096.92 205.637, 9142.362 3077.336 186.998, 9182.72 3085.209 110.511</trace>
</ink>
</file>

<file path=ppt/ink/ink38.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10102.052 2328.593 136.826, 10145.999 2337.314 136.826, 10189.14 2345.763 241.227, 10248.308 2351.993 458.821, 10302.448 2353.387 600.951, 10362.839 2349.987 682.216, 10430.596 2342.931 729.82, 10505.75 2334.426 710.652, 10568.29 2330.049 572.807, 10616.285 2327.581 379.033, 10656.615 2306.909 145.602</trace>
</ink>
</file>

<file path=ppt/ink/ink39.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10677.034 2066.323 136.826, 10684.243 2115.131 136.826, 10693.125 2161.594 175.516, 10697.445 2203.327 224.283, 10700.787 2254.707 298.327, 10701.817 2306.23 380.082, 10701.459 2370.504 462.923, 10702.256 2429.292 525.286, 10705.965 2483.882 557.28, 10715.209 2539.136 557.075, 10729.26 2581.728 439.086</trace>
</ink>
</file>

<file path=ppt/ink/ink40.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10658.284 1927.694 136.826, 10712.185 1927.694 385.958, 10757.392 1927.694 489.635, 10813.028 1927.694 612.847, 10875.371 1927.694 724.419, 10948.303 1927.694 788.392, 11020.425 1928.137 802.583, 11085.977 1933.723 804.578, 11149.781 1950.84 791.161, 11190.675 1994.842 789.415, 11194.249 2063.504 797.777, 11182.587 2127.645 804.517, 11164.278 2206.671 810.055, 11146.544 2272.273 809.408, 11131.16 2334.107 755.88, 11117.929 2387.908 486.956, 11067.955 2411.508 204.708</trace>
</ink>
</file>

<file path=ppt/ink/ink41.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10725.783 2549.65 136.826, 10771.799 2564.892 423.915, 10819.521 2555.849 512.519, 10875.609 2537.277 585.848, 10933.906 2511.325 662.646, 10993.203 2484.126 709.45, 11046.146 2459.183 742.215, 11106.97 2435.239 725.49, 11158.528 2419.992 520.339</trace>
</ink>
</file>

<file path=ppt/ink/ink42.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10934.526 2236.174 136.826, 10934.526 2287.973 136.826, 10933.794 2338.484 149.936, 10931.755 2400.093 167.807, 10928.216 2459.919 182.771, 10924.543 2503.264 189.73, 10921.826 2550.369 200.773, 10919.673 2593.517 211.865, 10918.326 2637.274 229.891, 10917.313 2690.026 262.304, 10918.723 2735.961 298.501, 10920.938 2781.51 341.168, 10927.727 2839.946 389.399, 10932.923 2880.623 399.156, 10947.721 2931.173 177.956</trace>
</ink>
</file>

<file path=ppt/ink/ink43.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10779.531 2861.877 136.826, 10811.017 2906.377 294.831, 10825.91 2952.533 321.977, 10838.384 2995.5 367.731, 10849.278 3036.644 407.411, 10863.021 3081.01 436.566, 10892.053 3132.787 485.935, 10944.055 3133.444 518.198, 10972.804 3092.192 533.586, 10999.089 3043.368 538.549, 11024.042 2995.589 538.677, 11054.532 2950.386 515.627</trace>
</ink>
</file>

<file path=ppt/ink/ink44.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10784.532 3295.248 147.858, 10787.511 3343.422 174.586, 10793.037 3385.787 189.874, 10797.766 3431.872 210.139, 10802.272 3483.812 237.028, 10807.341 3544.295 271.754, 10812.273 3601.951 299.075, 10815.59 3643.935 310.187, 10819.575 3692.301 318.148, 10826.567 3743.285 320.931, 10835.03 3796.545 314.635, 10843.303 3738.827 162.088, 10836.931 3688.24 146.674, 10828.262 3647.777 140.736</trace>
</ink>
</file>

<file path=ppt/ink/ink45.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10797.03 3207.824 136.826, 10844.169 3207.824 218.052, 10891.403 3207.824 345.003, 10941.888 3207.824 417.552, 10990.364 3207.824 464.457, 11044.58 3207.824 502.399, 11086.501 3208.555 523.07, 11131.184 3214.031 531.098, 11171.999 3232.665 527.732, 11212.973 3294.812 520.831, 11222.381 3346.61 537.459, 11223.825 3395.039 598.866, 11220.441 3445.131 679.586, 11211.554 3512.472 726.025, 11196.708 3578.428 707.271, 11177.473 3634.296 604.657, 11139.532 3684.857 344.699, 11090.372 3708.766 179.178, 11042.771 3718.791 142.156</trace>
</ink>
</file>

<file path=ppt/ink/ink46.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10820.78 3766.086 136.826, 10867.329 3754.997 245.865, 10916.275 3731.713 315.224, 10959.237 3709.636 345.469, 11001.934 3687.589 366.968, 11048.619 3665.053 381.91, 11099.225 3640.912 329.274</trace>
</ink>
</file>

<file path=ppt/ink/ink47.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10938.276 3461.352 136.826, 10890.123 3473.533 171.839, 10853.803 3519.318 240.891, 10849.381 3566.701 293.115, 10887.834 3613.279 260.712, 10930.967 3627.955 224.085, 10975.545 3592.921 201.964, 10989.376 3546.599 178.663, 10994.073 3503.277 148.634, 11038.107 3527.665 257.216, 11092.58 3557.383 283.793, 11134.017 3545.167 224.274</trace>
</ink>
</file>

<file path=ppt/ink/ink48.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11265.767 3470.094 136.826, 11313.438 3470.094 305.809, 11363.618 3470.094 459.27, 11407.948 3470.094 587.679, 11463.687 3470.094 687.735, 11523.926 3467.492 702.564, 11579.908 3463.704 698.405, 11650.683 3462.033 676.296, 11713.253 3455.866 520.185</trace>
</ink>
</file>

<file path=ppt/ink/ink49.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11730.753 3327.719 136.826, 11752.671 3371.257 196.641, 11762.416 3419.497 268.435, 11768.764 3460.816 298.682, 11773.649 3502.159 315.465, 11779.277 3549.14 326.923</trace>
</ink>
</file>

<file path=ppt/ink/ink50.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11748.252 3192.837 136.826, 11797.741 3192.837 213.359, 11839.062 3194.198 290.083, 11883.549 3196.643 379.092, 11924.927 3199.154 455.326, 11976.67 3204.616 502.224, 12041.562 3217.474 512.706, 12087.749 3230.212 523.623, 12137.487 3277.598 574.518, 12145.283 3326.042 591.843, 12133.742 3378.036 592.344, 12106.855 3435.349 577.494, 12070.474 3483.99 554.055, 12030.294 3524.99 480.041, 11974.742 3566.873 366.44, 11924.849 3599.562 285.069, 11877.652 3627.696 221.02, 11831.666 3651.5 170.203, 11790.779 3662.533 151.769, 11823.914 3615.918 176.349, 11867.594 3581.967 180.007, 11917.414 3546.412 194.665, 11965.948 3515.756 224.541, 12010.641 3490.854 230.174, 12051.074 3475.682 43.087</trace>
</ink>
</file>

<file path=ppt/ink/ink51.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11850.749 3357.693 136.826, 11858.708 3407.627 277.928, 11861.572 3454.329 309.323, 11863.121 3499.562 281.02, 11873.379 3456.394 136.826, 11892.589 3413.011 136.826, 11932.895 3380.089 136.826, 11975.162 3401.878 186.685, 11978.109 3443.362 221.086, 11949.791 3489.168 296.631, 11896.49 3514.18 367.411, 11855.372 3504.913 262.173</trace>
</ink>
</file>

<file path=ppt/ink/ink52.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11184.519 2226.183 136.826, 11239.804 2226.183 298.492, 11288.009 2226.183 351.423, 11336.416 2226.183 432.144, 11391.305 2219 495.574, 11449.102 2208.337 539.135, 11521.182 2194 574.251, 11589.038 2181.727 617.591, 11654.053 2171.038 656.032, 11713.062 2163.425 680.197, 11785.662 2155.148 689.466, 11853.958 2150.284 686.906, 11924.312 2144.058 684.818, 11984.298 2134.16 697.454, 12037.5 2125.109 683.097</trace>
</ink>
</file>

<file path=ppt/ink/ink53.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12254.488 1915.205 136.826, 12254.488 1966.827 228.771, 12254.488 2007.566 264.636, 12255.218 2059.726 300.472, 12255.164 2118.784 345.999, 12254.673 2172.674 404.026, 12254.532 2223.816 458.721, 12255.528 2278.612 499.191, 12255.836 2326.646 506.903, 12256.872 2367.85 476.927, 12270.791 2321.778 198.672, 12270.128 2279.456 172.537, 12266.773 2232.923 100.959</trace>
</ink>
</file>

<file path=ppt/ink/ink54.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12288.237 1785.318 136.826, 12332.438 1789.613 234.579, 12374.573 1792.934 331.179, 12439.371 1791.845 414.011, 12480.584 1787.893 434.384, 12534.714 1782.282 465.627, 12586.965 1775.781 527.152, 12644.49 1770.722 612.974, 12710.602 1770.235 684.887, 12775.399 1776.385 704.014, 12834.601 1792.627 704.941, 12887.777 1830.53 727.635, 12912.862 1887.212 759.488, 12917.858 1953.292 773.363, 12913.164 2024.057 789.008, 12908.331 2066.962 797.273, 12901.137 2107.471 801.19, 12888.314 2181.741 798.294, 12877.74 2249.689 795.216, 12862.433 2318.092 773.074, 12832.364 2365.934 524.63</trace>
</ink>
</file>

<file path=ppt/ink/ink55.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12375.734 2421.012 136.826, 12419.044 2421.013 265.892, 12473.391 2420.126 327.937, 12520.816 2414.967 365.855, 12564.235 2407.003 380.704, 12622.463 2400.522 414.431, 12672.201 2393.955 449.069, 12713.882 2389.043 468.462, 12760.985 2382.951 473.698, 12801.976 2377.838 420.495</trace>
</ink>
</file>

<file path=ppt/ink/ink56.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11916.998 2142.506 136.826, 11960.651 2130.695 143.592, 12003.026 2119.782 146.103, 12052.871 2112.09 149.587, 12099.226 2108.223 159.766, 12142.438 2106.007 163.273</trace>
</ink>
</file>

<file path=ppt/ink/ink57.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12670.726 2143.755 136.826, 12670.726 2186.507 151.441, 12670.726 2233.328 158.631, 12670.726 2275.118 169.353, 12670.726 2326.798 185.658, 12670.726 2377.171 198.363, 12669.243 2428.729 214.489, 12666.673 2479.29 229.988, 12664.623 2519.435 242.269, 12661.926 2568.363 258.389, 12658.704 2617.425 271.824, 12656.459 2663.301 281.423, 12653.766 2705.995 291.084, 12650.164 2755.934 301.713, 12646.832 2812.221 306.327, 12644.851 2853.308 315.747, 12642.538 2894.866 336.346, 12657.978 2852.702 137.155</trace>
</ink>
</file>

<file path=ppt/ink/ink58.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12451.982 2855.632 136.826, 12480.301 2896.277 138.501, 12499.232 2937.385 153.039, 12515.815 2977.533 167.124, 12561.755 3006.707 184.991, 12596.526 2966.432 184.922, 12624.011 2917.893 176.661, 12644.2 2875.775 158.188, 12661.874 2833.42 142.311, 12674.22 2791.576 136.826</trace>
</ink>
</file>

<file path=ppt/ink/ink59.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12449.482 3104.165 136.826, 12474.242 3153.022 173.365, 12490.304 3204.388 205.756, 12502.855 3252.68 221.64, 12510.682 3306.077 210.954, 12509.922 3352.359 184.846, 12483 3309.773 90.112</trace>
</ink>
</file>

<file path=ppt/ink/ink60.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12500.73 3045.466 136.826, 12545.984 3032.081 167.669, 12587.562 3020.09 214.693, 12633.409 3009.347 254.12, 12683.739 3001.634 288.466, 12732.951 2997.14 346.16, 12779.842 2994.799 394.75, 12822.246 2993.275 419.839, 12884.581 2996.274 422.041, 12940.137 3009.197 408.67, 12980.408 3048.749 427.012, 12986.018 3103.984 470.155, 12969.521 3150.9 476.262, 12934.952 3207.096 473.132, 12900.484 3250.441 465.615, 12847.935 3311.291 430.211, 12801.312 3364.36 356.728, 12758.534 3403.345 293.149, 12715.864 3436.818 205.005</trace>
</ink>
</file>

<file path=ppt/ink/ink61.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12393.233 3527.544 136.826, 12441.163 3514.814 218.71, 12481.489 3498.728 223.302, 12528.922 3475.83 229.627, 12570.349 3452.57 245.009, 12613.493 3428.408 270.767, 12655.665 3406.613 294.64, 12695.777 3387.26 315.663, 12738.172 3370.652 328.396, 12789.526 3356.933 317.519</trace>
</ink>
</file>

<file path=ppt/ink/ink62.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12583.229 3317.728 136.826, 12574.184 3368.893 157.144, 12570.664 3417.109 181.142, 12567.367 3469.791 202.364, 12563.072 3527.876 225.039, 12559.377 3570.354 243.391, 12555.244 3619.934 271.355, 12551.276 3670.144 311.625, 12546.874 3726.361 360.956, 12543.621 3767.162 387.889, 12540.857 3813.441 404.097, 12537.713 3855.365 407.451, 12531.49 3911.66 408.039, 12512.842 3961.101 306.148, 12504.369 4013.789 300.813, 12493.468 4062.064 309.277, 12485.688 4103.011 320.867, 12479.698 4154.657 331.262, 12519.903 4182.624 329.362, 12568.766 4191.057 351.741, 12614.806 4200.668 367.626, 12663.592 4205.095 360.585, 12705.125 4198.714 238.941</trace>
</ink>
</file>

<file path=ppt/ink/ink63.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12201.989 4229.43 136.826, 12221.721 4269.592 136.826, 12245.826 4313.439 141.291, 12265.073 4355.216 165.526, 12282.242 4403.373 198.758, 12295.914 4449.529 218.73, 12306.411 4494 219.582, 12314.77 4542.584 212.122, 12317.994 4590.004 194.483</trace>
</ink>
</file>

<file path=ppt/ink/ink64.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12395.733 4097.046 136.826, 12442.632 4103.765 232.128, 12486.394 4107.926 319.258, 12531.951 4112.171 368.749, 12574.668 4120.358 384.93, 12618.205 4132.176 395.065, 12659.835 4144.013 402.059, 12719.55 4170.476 405.25, 12764.242 4202.694 405.367, 12799.559 4249.675 415.152, 12814.706 4302.744 431.336, 12816.279 4344.558 445.034, 12811.634 4388.448 457.403, 12800.16 4431.208 455.339, 12771.396 4491.058 436.442, 12732.915 4538.264 370.638, 12688.119 4574.466 265.04, 12645.034 4599.615 188.788</trace>
</ink>
</file>

<file path=ppt/ink/ink65.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12425.732 4646.565 136.826, 12466.934 4625.526 140.752, 12507.774 4605.663 151.693, 12554.234 4581.739 169.942, 12601.622 4556.429 201.492, 12649.001 4529.888 228.602, 12689.209 4502.707 234.242, 12730.905 4469.108 217.461, 12757.251 4423.542 147.205</trace>
</ink>
</file>

<file path=ppt/ink/ink66.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12464.481 4273.142 136.826, 12423.537 4273.142 136.826, 12393.773 4317.988 164.591, 12388.684 4358.498 206.727, 12393.795 4398.513 235.771, 12429.212 4442.239 274.823, 12470.477 4441.398 260.73, 12515.464 4417.451 211.359, 12550.199 4376.484 159.754, 12574.356 4334.099 143.541, 12605.17 4374.438 136.826, 12648.688 4398.624 105.912</trace>
</ink>
</file>

<file path=ppt/ink/ink67.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12771.974 4389.29 136.826, 12816.775 4344.527 273.729, 12860.566 4309.591 295.889, 12904.406 4284.09 301.123, 12947.73 4264.92 298.75, 13001.76 4247.975 242.794, 13047.862 4238.088 149.551</trace>
</ink>
</file>

<file path=ppt/ink/ink68.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13095.713 4045.841 136.826, 13104.484 4094.714 219.532, 13110.514 4139.123 302.642, 13114.513 4190.215 374.949, 13116.942 4243.479 436.552, 13118.038 4296.506 476.901, 13118.206 4343.411 494.226, 13118.214 4398.099 498.956, 13119.254 4439.14 506.851, 13131.528 4397.043 222.469</trace>
</ink>
</file>

<file path=ppt/ink/ink69.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13130.712 3960.915 136.826, 13192.658 3960.029 425.508, 13249.087 3952.69 494.945, 13300.018 3945.76 525.373, 13354.312 3939.995 541.678, 13408.212 3936.646 547.914, 13460.333 3938.385 548.534, 13506.321 3945.47 550.875, 13549.509 3959.399 551.877, 13605.249 3994.571 547.491, 13648.647 4048.053 542.555, 13673.163 4092.24 536.974, 13692.639 4140.159 537.839, 13706.867 4189.53 551.627, 13715.226 4236.108 589.106, 13714.245 4283.566 637.428, 13701.718 4336.078 659.838, 13675.9 4387.607 631.934, 13640.46 4427.577 506.127, 13600.283 4447.535 335.114, 13552.693 4452.161 252.978</trace>
</ink>
</file>

<file path=ppt/ink/ink70.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13355.706 4133.264 136.826, 13355.705 4182.647 238.123, 13355.705 4232.691 280.668, 13353.611 4276.083 312.943, 13349.676 4317.118 381.609, 13345.657 4271.12 231.57, 13355.174 4227 164.575, 13383.578 4185.89 136.826, 13431.085 4177.749 154.743, 13476.324 4195.78 184.776, 13521.627 4239.131 252.143, 13525.893 4296.344 309.321, 13510.409 4338.75 341.077, 13475.363 4384.054 426.346, 13418.506 4426.631 444.631, 13378.258 4448.89 377.219, 13330.095 4468.323 296.627, 13288.02 4481.777 153.291</trace>
</ink>
</file>

<file path=ppt/ink/ink71.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13083.214 4492.95 136.826, 13126.647 4472.013 136.826, 13170.122 4450.941 146.718, 13227.052 4421.281 199.46, 13277.082 4396.793 269.38, 13329.754 4373.394 340.69, 13390.368 4348.734 429.773, 13430.833 4340.066 495.853, 13492.719 4335.191 573.236, 13551.541 4335.777 605.638, 13610.658 4338.948 550.961, 13651.037 4349.354 224.135</trace>
</ink>
</file>

<file path=ppt/ink/ink72.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12794.472 3225.309 136.826, 12841.646 3223.979 179.185, 12890.117 3210.693 208.333, 12933.043 3196.473 235.927, 12977.192 3180.08 258.68, 13026.438 3163.789 279.458, 13075.452 3148.425 312.997, 13120.372 3137.747 335.859, 13161.861 3132.184 341.825, 13216.208 3129.275 333.716, 13264.738 3131.436 324.761, 13314 3139.65 274.934, 13358.126 3150.982 219.502</trace>
</ink>
</file>

<file path=ppt/ink/ink73.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13284.458 3044.217 136.826, 13328.882 3044.217 257.179, 13371.475 3053.562 274.889, 13420.804 3070.375 309.496, 13461.597 3089.635 326.857, 13511.368 3111.665 345.277, 13552.772 3128.939 355.477, 13570.159 3169.055 387.323, 13527.374 3207.069 506.892, 13479.917 3250.804 582.253, 13431.153 3301.83 367.122</trace>
</ink>
</file>

<file path=ppt/ink/ink74.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12929.468 2033.851 136.826, 12971.877 2027.454 257.144, 13015.349 2014.514 347.005, 13068.446 1997.507 416.579, 13113.747 1983.69 464.688, 13184.391 1961.468 542.778, 13228.323 1947.527 588.728, 13286.832 1930.761 640.51, 13344.695 1915.402 673.021, 13388.182 1903.987 687.554, 13461.962 1886.043 696.21, 13529.653 1870.915 663.188, 13588.138 1859.373 590.453, 13644.628 1852.028 525.235, 13695.26 1846.385 481.37, 13739.824 1842.855 426.343, 13790.729 1835.854 281.419</trace>
</ink>
</file>

<file path=ppt/ink/ink75.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13619.448 1674.166 136.826, 13669.888 1693.113 276.998, 13715.389 1701.154 316.648, 13767.883 1706.044 344.042, 13820.304 1707.808 389.987, 13872.59 1712.632 453.225, 13867.7 1767.908 478.844, 13844.53 1813.802 492.739, 13820.789 1854.059 508.955, 13784.768 1907.43 508.578, 13759.224 1962.008 326.488</trace>
</ink>
</file>

<file path=ppt/ink/ink76.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13988.188 1786.567 136.826, 13996.405 1847.003 317.357, 13994.166 1903.319 350.286, 13992.407 1943.901 337.434, 13988.006 2000.795 293.274, 13985.041 2042.789 267.518</trace>
</ink>
</file>

<file path=ppt/ink/ink77.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13839.441 1597.982 136.826, 13852.672 1644.55 204.774, 13863.279 1689.441 207.184, 13870.888 1729.803 206.008, 13878.798 1784.894 211.475, 13884.461 1825.583 219.019, 13889.154 1866.619 236.301, 13894.992 1922.025 282.897, 13900.075 1967.018 321.296, 13906.046 2020.495 380.256, 13910.025 2077.848 434.037, 13912.422 2124.157 463.416, 13914.72 2178.144 494.824, 13916.845 2229.477 513.185, 13918.925 2282.961 518.932, 13919.706 2328.289 502.378, 13923.474 2281.976 149.613</trace>
</ink>
</file>

<file path=ppt/ink/ink78.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13916.938 1529.292 136.826, 13960.107 1529.292 302.309, 14001.265 1530.654 365.324, 14049.261 1534.935 407.501, 14103.631 1539.378 442.122, 14166.49 1544.289 475.597, 14224.604 1549.872 510.643, 14284.238 1553.048 532.678, 14341.643 1553.074 542.538, 14394.335 1549.59 550.035, 14451.979 1546.296 553.405, 14494.374 1545.307 544.507, 14544.616 1546.667 533.901, 14591.945 1553.616 558.297, 14638.603 1575.012 643.72, 14661.329 1626.357 663.099, 14660.425 1683.107 662.794, 14652.938 1748.81 668.188, 14647.814 1815.557 686.563, 14643.879 1883.796 729.566, 14641.327 1953.381 762.259, 14639.59 2017.928 771.946, 14637.933 2091.806 759.136, 14633.497 2164.121 695.931, 14628.021 2220.223 599.807, 14618.4 2265.364 451.984, 14589.595 2306.282 333.211</trace>
</ink>
</file>

<file path=ppt/ink/ink79.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14079.435 2332.34 136.826, 14132.056 2304.696 386.636, 14201.701 2279.166 461.207, 14245.725 2261.839 477.254, 14299.475 2241.221 485.219, 14353.057 2222.455 489.368, 14393.451 2213.13 494.715, 14457.661 2204.482 524.803, 14511.606 2199.769 573.012, 14564.741 2197.897 605.51, 14616.839 2199.883 603.274, 14666.497 2206.828 465.519, 14710.293 2234.69 107.494</trace>
</ink>
</file>

<file path=ppt/ink/ink80.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13716.945 2980.523 140.79, 13742.278 3026.958 240.903, 13758.989 3067.922 277.447, 13775.282 3120.846 323.22, 13787.09 3167.315 366.845, 13795.961 3208.743 385.07, 13803.531 3252.574 384.491, 13808.455 3298.022 377.026, 13808.752 3345.655 329.416</trace>
</ink>
</file>

<file path=ppt/ink/ink81.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13798.192 2830.654 136.826, 13839.908 2830.654 136.826, 13883.415 2830.654 192.551, 13932.671 2830.654 286.895, 13976.907 2829.005 347.333, 14031.907 2825.435 390.336, 14077.731 2821.874 408.998, 14137.515 2819.438 427.356, 14186.262 2819.989 433.192, 14241.667 2824.935 433.623, 14293.024 2841.873 454.578, 14293.488 2903.196 480.351, 14281.346 2944.102 485.321, 14266.734 2991.014 487.274, 14251.864 3041.143 488.713, 14236.129 3094.512 490.306, 14220.699 3142.724 489.137, 14205.096 3184.565 482.551, 14187.344 3225.023 455.521, 14163.929 3268.376 363.153, 14133.354 3310.571 255.305</trace>
</ink>
</file>

<file path=ppt/ink/ink82.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13834.441 3471.344 136.826, 13880.638 3451.54 225.673, 13923.061 3428.333 282.953, 13975.528 3396.118 344.435, 14016.424 3371.708 377.356, 14064.892 3344.451 416.842, 14108.061 3324.242 430.39, 14164.837 3304.085 389.27, 14206.084 3294.161 229.562</trace>
</ink>
</file>

<file path=ppt/ink/ink83.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14070.686 3169.108 136.826, 14077.161 3218.911 156.648, 14080.776 3271.631 172.199, 14082.87 3322.447 191.043, 14084.062 3381.962 218.41, 14084.311 3432.792 244.147, 14084.867 3496.15 282.556, 14084.622 3539.814 308.047, 14085.245 3586.136 330.643, 14084.777 3629.049 346.333, 14084.138 3672.967 358.259, 14083.57 3713.275 364.065, 14083.338 3755.208 367.067, 14082.29 3809.532 365.64, 14083.019 3874.217 356.246, 14082.12 3928.753 341.223, 14081.956 3972.922 304.06, 14083.054 4019.315 211.658</trace>
</ink>
</file>

<file path=ppt/ink/ink84.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13951.938 4089.553 136.826, 13964.522 4134.108 139.391, 13973.636 4175.423 161.33, 13983.183 4227.062 199.825, 13991.686 4279.936 237.979, 13998.398 4321.818 259.495, 14006.661 4377.01 283.39, 14012.318 4425.914 306.615, 14016.562 4475.154 331.533, 14018.593 4516.33 347.096, 14019.348 4567.235 337.465, 14019.436 4616.471 270.113</trace>
</ink>
</file>

<file path=ppt/ink/ink85.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13991.937 3994.635 136.826, 14036.779 3994.635 338.864, 14081.801 3994.635 427.468, 14130.73 3994.635 461.961, 14183.799 3994.635 477.816, 14235.956 3994.635 496.604, 14284.954 3994.635 539.831, 14339.315 3994.635 572.212, 14393.718 3994.635 546.48, 14442.938 3997.714 505.458, 14489.502 4042.191 567.909, 14501.603 4092.943 609.309, 14502.602 4159.168 651.094, 14496.662 4218.762 695.2, 14487.375 4282.862 725.313, 14479.4 4344.599 739.769, 14473.485 4410.351 750.338, 14468.668 4470.369 758.888, 14463.521 4536.739 762.489, 14456.229 4600.482 742.13, 14437.16 4651.214 561.679, 14386.304 4678.922 315.063, 14335.031 4692.529 194.657, 14286.245 4704.73 148.838, 14245.678 4715.255 90.112</trace>
</ink>
</file>

<file path=ppt/ink/ink86.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14056.935 4674.042 136.826, 14098.475 4651.655 148.415, 14144.989 4625.326 176.369, 14193.197 4596.266 204.629, 14243.365 4567.456 230.877, 14292.846 4536.315 257.13, 14337.949 4504.485 279.469, 14383.66 4469.862 301.532, 14429.682 4425.828 287.071, 14454.712 4383.144 189.407</trace>
</ink>
</file>

<file path=ppt/ink/ink87.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14150.683 4244.417 136.826, 14150.683 4293.745 155.557, 14150.683 4345.891 214.388, 14137.55 4399.696 271.767, 14115.91 4451.449 343.986</trace>
</ink>
</file>

<file path=ppt/ink/ink88.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14193.182 4214.443 136.826, 14193.183 4256.292 220.594, 14194.356 4303.694 265.468, 14196.822 4351.586 358.554, 14241.631 4366.269 390.517, 14269.519 4316.453 312.297, 14293.468 4271.085 252.186, 14326.137 4229.055 160.727, 14331.001 4269.579 139.516, 14332.16 4312.517 153.747, 14363.505 4353.325 160.544, 14409.442 4337.655 146.097</trace>
</ink>
</file>

<file path=ppt/ink/ink89.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14473.174 4289.378 136.826, 14522.688 4282.945 489.312, 14571.182 4270.191 534.941, 14628.196 4251.724 566.75, 14685.271 4231.791 574.573, 14737.142 4215.052 568.154, 14788.959 4195.624 534.288, 14844.184 4168.116 375.953</trace>
</ink>
</file>

<file path=ppt/ink/ink90.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14814.413 3999.631 136.826, 14868.248 3995.258 371.623, 14911.999 3993.175 448.795, 14957.259 3996.135 491.267, 15009.257 4000.731 519.905, 15057.411 4004.662 532.77, 15113.318 4009.131 537.58, 15160.538 4017.437 539.409, 15190.031 4060.11 510.07, 15155.454 4108.343 502.179, 15104.253 4169.792 476.613, 15073.094 4222.315 329.595, 15067.548 4262.518 118.578</trace>
</ink>
</file>

<file path=ppt/ink/ink91.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15234.4 3948.426 136.826, 15244.044 3993.082 347.711, 15243.357 4046.943 435.654, 15243.172 4087.83 527.058, 15245.002 4141.638 619.62, 15247.544 4204.324 612.942, 15246.111 4253.967 319.369</trace>
</ink>
</file>

<file path=ppt/ink/ink92.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15228.15 3796.059 136.826, 15273.542 3777.014 177.611, 15318.821 3760.079 277.698, 15365.353 3742.278 346.738, 15409.801 3725.186 380.659, 15467.182 3697.803 401.286, 15526.269 3675.135 399.403, 15579.103 3661.35 396.414, 15619.835 3653.65 396.085, 15670.361 3645.184 402.167, 15721.171 3647.212 468.346, 15780.124 3676.853 701.291, 15814.93 3722.466 770.788, 15832.263 3764.352 791.641, 15856.678 3843.99 813.755, 15877.863 3925.92 829.436, 15893.156 3997.555 839.567, 15900.567 4045.52 842.595, 15911.065 4122.458 843.187, 15914.349 4165.243 840.316, 15917.444 4245.373 824.526, 15917.545 4287.385 809.481, 15907.376 4353.173 780.464, 15858.131 4381.797 477.173</trace>
</ink>
</file>

<file path=ppt/ink/ink93.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15235.649 4429.255 136.826, 15300.239 4436.022 551.81, 15371.19 4427.77 690.131, 15440.277 4409.046 723.439, 15517.812 4377.614 735.33, 15593.942 4340.429 740.648, 15662.329 4305.292 732.922, 15717.747 4277.456 668.644, 15764.853 4258.524 500.049, 15805.764 4248.042 277.677</trace>
</ink>
</file>

<file path=ppt/ink/ink94.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15575.641 4128.269 136.826, 15575.639 4188.125 427.617, 15575.639 4238.227 496.359, 15575.639 4279.638 547.522, 15576.525 4340.741 599.634, 15577.921 4387.835 641.481, 15580.703 4453.261 689.063, 15582.988 4534.225 739.457, 15585.444 4605.622 773.761, 15587.96 4660.546 788.848, 15592.34 4747.866 798.712, 15596.211 4823.51 804.984, 15598.133 4868.517 810.029, 15600.932 4941.625 809.96, 15598.385 4983.441 635.87</trace>
</ink>
</file>

<file path=ppt/ink/ink95.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15445.644 4878.862 136.826, 15483.8 4924.725 158.551, 15500.787 4972.129 193.181, 15514.995 5016.351 229.467, 15539.446 5065.632 291.543, 15589.842 5056.941 314.059, 15617.352 5014.495 313.178, 15641.988 4972.086 309.729, 15662.591 4928.806 307.467, 15681.9 4873.633 300.345</trace>
</ink>
</file>

<file path=ppt/ink/ink96.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15341.896 5242.294 136.826, 15382.387 5275.42 231.84, 15408.604 5323.689 312.605, 15427.638 5369.464 375.836, 15443.586 5418.232 416.175, 15456.731 5462.01 430.983, 15468.561 5502.759 434.509, 15481.018 5555.693 419.12</trace>
</ink>
</file>

<file path=ppt/ink/ink97.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15424.395 5089.927 136.826, 15469.957 5089.927 227.569, 15512.71 5088.31 317.955, 15565.914 5081.415 432.879, 15621.767 5071.443 499.723, 15670.691 5065.275 526.288, 15729.465 5057.39 525.726, 15780.09 5052.579 492.481, 15828.92 5050.756 451.91, 15884.651 5058.781 410.592, 15929.542 5107.245 330.009, 15927.68 5161.697 376.169, 15915.875 5205.465 395.448, 15895.846 5246.209 398.024, 15859.917 5302.358 384.535, 15821.761 5349.556 353.477, 15772.591 5399.332 292.655, 15729.986 5447.772 233.074, 15689.978 5491.005 182.188, 15637.285 5538.399 145.529, 15585.239 5577.499 137.052, 15544.034 5602.881 136.826, 15500.466 5616.35 136.826, 15544.706 5585.486 192.998, 15590.867 5568.215 233.935, 15631.405 5553.879 273.604, 15686.979 5532.092 304.04, 15734.975 5508.675 264.57</trace>
</ink>
</file>

<file path=ppt/ink/ink98.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15580.64 5148.625 136.826, 15544.764 5206.565 418.935, 15527.284 5251.392 459.491, 15508.324 5297.801 457.801, 15489.388 5339.75 432.7, 15465.337 5390.692 378.721, 15443.318 5435.341 322.098, 15418.887 5477.625 266.145, 15376.776 5473.517 109.808</trace>
</ink>
</file>

<file path=ppt/ink/ink99.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15434.395 5287.254 136.826, 15481.46 5287.254 177.814, 15526.091 5296.246 309.725, 15574.531 5324.65 453.408, 15626.535 5367.72 558.596, 15668.584 5407.89 586.859, 15727.269 5459.631 562.466, 15769.409 5477.28 258.744</trace>
</ink>
</file>

<file path=ppt/ink/ink100.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15904.38 5267.272 136.826, 15946.92 5263.749 304.412, 15999.915 5247.463 328.791, 16041.925 5230.413 339.447, 16101.831 5204.171 316, 16147.347 5184.724 294.406</trace>
</ink>
</file>

<file path=ppt/ink/ink101.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16099.375 5079.936 136.826, 16155.283 5094.164 449.738, 16195.481 5114.952 513.907, 16237.627 5135.908 563.437, 16280.729 5158.358 563.632, 16290.595 5210.144 536.546, 16255.811 5250.786 537.129, 16207.372 5301.055 520.194, 16170.751 5345.964 360.905</trace>
</ink>
</file>

<file path=ppt/ink/ink102.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16471.863 5052.46 136.826, 16459.576 5096.157 136.826, 16452.428 5142.061 136.826, 16445.125 5183.289 161.949, 16437.676 5229.583 206.413, 16429.805 5285.686 258.612, 16425.4 5328.826 299.288, 16423.152 5374.336 328.889, 16421.111 5432.876 370.923, 16421.16 5476.791 384.597, 16421.736 5520.44 378.056</trace>
</ink>
</file>

<file path=ppt/ink/ink103.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16446.865 5028.731 136.826, 16488.83 4992.687 163.655, 16544.816 4982.476 321.512, 16605.234 4979.711 342.66, 16660.684 4982.024 320.061, 16718.422 4988.068 303.872, 16767.074 5003.826 287.062, 16812.875 5047.7 295.387, 16833.643 5088.035 304.165, 16849.512 5139.118 316.825, 16860.062 5196.91 349.924, 16869.955 5257.814 431.85, 16877.197 5319.232 536.013, 16881.508 5373.452 629.521, 16884.031 5432.986 710.563, 16881.342 5493.704 722.995, 16857.789 5548.122 557.298, 16808.344 5581.096 323.621, 16764.377 5600.559 158.722</trace>
</ink>
</file>

<file path=ppt/ink/ink104.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16448.115 5605.726 136.826, 16492.268 5605.726 267.169, 16541.314 5598.128 268.236, 16585.316 5588.168 261.264, 16633.918 5577.067 258.553, 16677.816 5564.917 251.475, 16720.045 5551.139 213.836</trace>
</ink>
</file>

<file path=ppt/ink/ink105.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16408.115 5202.329 136.826, 16458.439 5220.61 197.745, 16503.088 5232.613 183.727</trace>
</ink>
</file>

<file path=ppt/ink/ink106.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16579.361 5228.556 136.826, 16535.223 5268.552 154.81, 16523.584 5312.251 149.376, 16534.367 5353.545 150.695, 16577.711 5388.86 148.786, 16591.207 5432.089 156.979, 16617.336 5473.368 144.637</trace>
</ink>
</file>

<file path=ppt/ink/ink107.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16984.35 5243.542 136.826, 17032.562 5256.059 264.85, 17086.539 5256.958 282.015, 17132.039 5242.224 279.6, 17178.41 5212.64 174.199</trace>
</ink>
</file>

<file path=ppt/ink/ink108.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17180.592 5017.491 136.826, 17222.32 5035.077 264.885, 17268.518 5048.229 276.76, 17308.572 5065.214 291.439, 17358.816 5090.987 328.469, 17411.299 5126.48 384.859, 17425.537 5169.11 423.692, 17383.426 5217.698 481.337, 17338.219 5260.321 502.365, 17288.25 5301.963 507.526, 17241.482 5340.54 447.096</trace>
</ink>
</file>

<file path=ppt/ink/ink109.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17463.086 5018.739 136.826, 17479.449 5068.771 208.363, 17487.035 5122.769 286.792, 17490.668 5166.995 349.499, 17492.766 5234.688 433.933, 17492.553 5274.766 476.727, 17490.057 5340.948 541.338, 17486.285 5400.721 577.972, 17480.598 5454.175 590.996, 17471.441 5512.982 551.855, 17463.852 5555.651 390.299, 17463.596 5512.639 146.097</trace>
</ink>
</file>

<file path=ppt/ink/ink110.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17453.086 4931.316 136.826, 17494.844 4896.065 281.827, 17539.061 4891.074 325.979, 17600.307 4887.775 370.144, 17646.748 4885.967 398.752, 17695.797 4887.297 417.729, 17745.697 4887.572 424.947, 17793.457 4886.122 422.781, 17840.201 4885.26 410.18, 17888.477 4884.672 400.743, 17928.725 4884.718 386.064, 17981.654 4888.822 335.43, 18023.031 4902.388 303.42, 18042 4949.593 328.471, 18040.391 4999.639 358.247, 18038.299 5045.812 396.309, 18032.998 5114.958 451.013, 18029.975 5158.436 482.026, 18026.227 5206.418 514.291, 18021.127 5273.15 533.952, 18017.588 5336.853 530.326, 18015.531 5393.066 510.21, 18012.092 5443.675 470.338, 18008.816 5485.378 388.672, 18001.348 5537.223 309.089, 17975.125 5585.211 291.674</trace>
</ink>
</file>

<file path=ppt/ink/ink111.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17595.582 5560.765 136.826, 17649.773 5542.823 336.22, 17699.326 5527.201 500.966, 17750 5510.088 554.804, 17799.215 5491.763 508.519, 17847.893 5470.968 419.261, 17892.092 5450.967 305.657, 17932.893 5423.949 167.77</trace>
</ink>
</file>

<file path=ppt/ink/ink112.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17629.33 5157.368 136.826, 17603.582 5114.659 136.826, 17654.277 5078.406 447.785, 17704.213 5068.763 567.661, 17756.496 5063.905 545.742, 17811.93 5060.789 492.006, 17857.666 5062.308 460.457, 17898.26 5069.432 429.576, 17900.57 5111.971 386.776, 17858.197 5163.977 387.749, 17808.807 5220.893 394.577, 17766.457 5270.1 423.224, 17728.727 5317.5 455.986, 17774.086 5352.943 643.243, 17832.393 5338.543 643.812, 17879.871 5324.684 608.419, 17929.113 5304.521 473.511, 17969.389 5276.546 90.318</trace>
</ink>
</file>

<file path=ppt/ink/ink113.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17575.582 5238.547 136.826, 17625.963 5239.433 523.894, 17667.912 5243.287 504.601, 17710.336 5243.419 468.527, 17751.432 5235.465 237.388</trace>
</ink>
</file>

<file path=ppt/ink/ink114.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15395.646 1423.135 136.826, 15395.646 1473.356 322.213, 15395.646 1519.158 323.175, 15395.646 1561.393 319.092, 15395.646 1612.891 320.075, 15395.646 1672.692 322.312, 15395.646 1726.101 320.322, 15395.646 1780.052 305.13, 15399.866 1829.074 260.511, 15402.456 1874.504 190.198</trace>
</ink>
</file>

<file path=ppt/ink/ink115.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14986.907 2677.038 136.826, 15021.906 2719.501 90.112</trace>
</ink>
</file>

<file path=ppt/ink/ink116.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14934.41 2643.318 136.826, 14977.079 2625.773 191.044, 15023.027 2657.335 203.172, 15063.325 2704.107 207.632, 15078.811 2748.025 209.96, 15074.949 2790.561 201.496, 15054.043 2835.519 186.388, 15014.786 2881.642 169.389, 14973.377 2915.87 167.599, 14933.146 2943.686 177.655, 14982.552 2949.141 251.556, 15035.481 2941.021 244.571, 15087.265 2933.663 235.296, 15142.468 2930.782 227.392, 15183.639 2932.894 213.3, 15226.218 2935.562 134.849</trace>
</ink>
</file>

<file path=ppt/ink/ink117.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16631.859 3594.985 146.936, 16674.645 3615.04 194.788, 16695.965 3662.717 205.388, 16697.842 3710.964 173.025, 16692.172 3753.319 166.405, 16666.756 3799.012 167.936, 16687.688 3840.57 236.564, 16729.854 3861.809 285.01, 16777.816 3896.583 345.143, 16792.957 3945.71 344.563, 16780.639 3995.551 350.516, 16754.17 4048.304 400.957, 16725.133 4099.759 441.414, 16688.762 4161.273 456.4, 16642.941 4230.909 444.393, 16595.641 4294.304 373.166, 16566.279 4338.132 290.017, 16522.789 4369.292 187.433</trace>
</ink>
</file>

<file path=ppt/ink/ink118.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18278.061 4720.25 136.826, 18235.48 4702.241 136.826, 18199.719 4752.129 201.902, 18195.268 4807.175 297.045, 18200.092 4861.286 295.791, 18217.453 4914.174 282.908, 18257.561 4958.424 295.677, 18305.984 4970.185 309.396, 18358.613 4959.237 299.46, 18408.539 4929.859 233.896, 18453.764 4888.056 168.283, 18486.58 4838.469 140.586, 18502.543 4797.477 90.112</trace>
</ink>
</file>

<file path=ppt/ink/ink119.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18336.809 4760.216 136.826, 18300.822 4801.062 136.826, 18277.508 4854.626 136.826, 18263.619 4901.137 136.826, 18252.363 4981.061 141.547, 18246.77 5045.153 152.657, 18245.627 5087.044 176.194, 18244.973 5132.746 209.325, 18244.896 5195.412 272.782, 18248.008 5276.136 355.822, 18251.588 5337.332 429.434, 18259.123 5413.354 494.715, 18266.842 5467.165 526.765, 18283.58 5532.68 535.777, 18303.912 5595.405 505.226, 18321.367 5641.912 468.591</trace>
</ink>
</file>

<file path=ppt/ink/ink120.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9947.056 6690.084 252.223, 9947.055 6742.595 294.521, 9947.056 6804.588 392.179, 9947.056 6857.112 449.188, 9947.056 6920.841 502.273, 9947.056 6996.666 556.203, 9947.056 7052.172 584.5, 9947.056 7130.789 594.391, 9947.056 7187.042 590.814, 9951.588 7250.343 579.909, 9963.417 7308.147 526.167, 9983.574 7348.223 352.25</trace>
</ink>
</file>

<file path=ppt/ink/ink121.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10059.553 6813.726 136.826, 10110.959 6800.61 263.16, 10163.966 6778.752 396.861, 10224.39 6756.816 474.212, 10267.208 6744.97 492.43, 10311.766 6733.662 486.597, 10354.427 6724.07 435.674, 10400.509 6715.801 322.635</trace>
</ink>
</file>

<file path=ppt/ink/ink122.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10270.796 6466.53 136.826, 10284.634 6516.597 347.132, 10292.828 6559.203 396.026, 10300.191 6614.04 417.037, 10307.596 6662.345 424.751, 10318.021 6721.447 426.58, 10332.548 6778.718 404.413, 10347.452 6820.294 373.065, 10369.246 6865.929 328.128, 10405.931 6913.366 289.084</trace>
</ink>
</file>

<file path=ppt/ink/ink123.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10705.783 6355.377 136.826, 10708.753 6411.364 136.826, 10718.06 6470.053 152.257, 10726.032 6520.446 186.165, 10738.155 6606.403 255.876, 10746.843 6673.775 341.584, 10751.541 6718.955 391.741, 10756.333 6765.878 441.41, 10762.274 6833.825 524.34, 10765.017 6879.123 560.976, 10767.209 6926.938 590.574, 10769.907 6996.112 625.803, 10771.201 7040.992 634.222, 10771.573 7086.312 637.224, 10771.026 7151.056 618.467, 10768.311 7191.896 594.338, 10762.983 7233.705 568.255, 10752.812 7291.125 480.638, 10740.783 7343.262 108.961</trace>
</ink>
</file>

<file path=ppt/ink/ink124.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5978.422 7756.65 136.826, 5987.422 7823.713 136.826, 5995.736 7870.494 136.826, 6003.625 7911.792 136.826, 6013.041 7960.454 136.826, 6027.654 8035.576 136.826, 6039.247 8094.804 136.826, 6052.104 8161.115 136.826, 6060.426 8204.027 136.826, 6070.67 8260.936 136.826, 6082.652 8329.827 136.826, 6094.383 8402.259 136.826, 6101.948 8449.041 136.826, 6110.798 8504.846 136.826, 6120.097 8570.36 136.826, 6128.736 8648.501 136.826, 6134.276 8698.9 136.826, 6139.576 8765.842 136.826, 6145.24 8835.054 136.826, 6148.856 8879.648 117.389, 6152.226 8921.439 100.014</trace>
</ink>
</file>

<file path=ppt/ink/ink125.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14386.926 7388.223 136.826, 14401.396 7435.331 218.139, 14422.487 7483.192 255.643, 14445.325 7536.825 277.421, 14467.812 7587.244 282.434, 14489.966 7637.547 290.21, 14515.47 7696.598 301.451, 14535.071 7740.857 311.838, 14563.435 7801.591 322.709, 14583.747 7851.348 331.196, 14605.58 7919.135 339.378, 14620.729 7969.902 346.02, 14637.102 8030.855 353.353, 14648.136 8075.624 359.04, 14658.224 8128.702 364.165, 14664.785 8188.682 368.544, 14664.325 8234.302 362.891, 14658.166 8276.75 342.454, 14644.22 8321.543 289.537, 14608.611 8366.61 178.967</trace>
</ink>
</file>

<file path=ppt/ink/ink126.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11107.021 6928.626 136.826, 11147.219 6897.06 145.058, 11197.595 6854.884 186.856, 11238.626 6826.389 194.83, 11280.715 6801.642 197.85, 11324.091 6780.782 193.195, 11373.872 6758.767 173.254, 11416.326 6734.149 109.808</trace>
</ink>
</file>

<file path=ppt/ink/ink127.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11302.016 6560.198 136.826, 11307.199 6609.964 221.356, 11322.171 6665.439 271.56, 11331.75 6705.447 305.813, 11341.231 6748.752 326.805, 11351.066 6799.837 341.263, 11359.805 6850.963 354.169, 11370.062 6907.243 372.638, 11381.31 6958.531 384.759, 11399.287 7013.357 386.418, 11426.144 7056.027 365.166, 11466.312 7077.999 221.512</trace>
</ink>
</file>

<file path=ppt/ink/ink128.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11760.752 6261.709 146.936, 11790.371 6314.009 255.24, 11817.108 6371.774 312.971, 11839.017 6427.892 362.047, 11855.193 6472.184 398.726, 11874.651 6533.579 424.017, 11895.918 6605.457 457.834, 11913.895 6668.299 489.665, 11931.44 6731.915 518.549, 11950.465 6804.128 535.948, 11968.133 6875.866 532.01, 11980.542 6925.581 507.161, 11994.729 6981.656 458.24, 12008.925 7036.566 410.845, 12019.133 7077.916 373.082, 12028.729 7121.624 291.52</trace>
</ink>
</file>

<file path=ppt/ink/ink129.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12351.984 6756.276 136.826, 12392.915 6722.681 136.826, 12437.123 6684.693 154.037, 12477.657 6655.255 158.148, 12518.307 6629.082 157.312, 12568.828 6598.534 152.915, 12612.284 6576.491 145</trace>
</ink>
</file>

<file path=ppt/ink/ink130.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12554.479 6410.329 136.826, 12559.378 6453.146 136.826, 12574.09 6501.538 136.826, 12594.224 6562.644 136.826, 12616.713 6633.896 147.384, 12629.077 6674.347 165.706, 12645.849 6730.295 202.422, 12664.134 6796.246 240.534, 12677.153 6843.206 272.458, 12693.063 6900.207 307.186, 12712.693 6963.539 334.395, 12732.205 7014.762 342.751, 12757.819 7063.039 320.062</trace>
</ink>
</file>

<file path=ppt/ink/ink131.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13041.965 6114.337 136.826, 13061.231 6154.325 136.826, 13080.652 6200.575 136.826, 13105.08 6266.421 136.826, 13119.495 6306.4 136.826, 13141.182 6370.341 136.826, 13155.645 6416.695 136.826, 13170.313 6463.998 145.38, 13191.171 6532.875 178.426, 13204.335 6578.573 213.988, 13216.801 6623.989 255.361, 13233.936 6689.788 331.151, 13244.299 6730.367 369.487, 13254.947 6770.656 405.859, 13269.698 6825.545 466.019, 13290.313 6890.737 501.046, 13305.954 6936.583 510.359, 13322.41 6992.992 484.272, 13332.542 7058.84 421.322, 13330.332 7108.901 359.978</trace>
</ink>
</file>

<file path=ppt/ink/ink132.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133.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134.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135.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5405.122 5612.746 136.826, 5405.122 5660.635 136.826, 5405.122 5712.238 136.826, 5405.122 5753.65 136.826, 5406.484 5797.268 136.826, 5409.984 5846.715 136.826, 5418.068 5892.775 136.826, 5424.254 5934.551 136.826</trace>
</ink>
</file>

<file path=ppt/ink/ink136.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6461.341 8175.503 136.826, 6503.908 8175.502 205.783, 6557.016 8191.13 237.129, 6605.273 8226.297 236.927, 6651.258 8269.681 249.997, 6651.733 8317.104 242.102, 6608.347 8354.295 255.958, 6558.206 8373.606 289.185, 6600.612 8348.344 321.602, 6645.856 8327.874 292.66, 6693.132 8307.354 277.524, 6744.335 8281.456 258.133, 6784.873 8257.544 239.38, 6828.232 8228.408 182.445</trace>
</ink>
</file>

<file path=ppt/ink/ink137.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9208.76 8185.495 136.826, 9258.94 8185.494 580.366, 9312.349 8186.379 672.274, 9349.973 8242.404 499.507, 9335.316 8286.884 477.013, 9306.743 8350.34 535.152, 9285.96 8401.593 603.836, 9278.362 8451.497 681.282, 9336.028 8453.366 770.708, 9407.392 8439.781 760.038, 9471.936 8423.374 718.96, 9486.491 8479.561 797.756, 9452.813 8534.486 850.381, 9407.783 8594.296 857.39, 9360.119 8653.85 855.921, 9319.567 8686.33 744.388</trace>
</ink>
</file>

<file path=ppt/ink/ink138.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3927.665 8289.153 136.826, 3927.665 8335.562 164.419, 3927.665 8383.931 176.917, 3927.665 8443.31 186.823, 3928.109 8498.671 195.243, 3929.625 8554.311 202.927, 3930.689 8594.844 209.354, 3932.428 8637.929 216.941, 3936.645 8683.497 222.638, 3952.296 8728.672 224.026, 3992.679 8732.281 216.926, 4033.191 8694.918 208.124, 4066.02 8649.383 204.3, 4092.07 8603.845 201.664, 4114.074 8563.245 198.9, 4136.33 8521.82 196.2, 4158.327 8481.802 193.303, 4187.516 8435.685 187.056, 4212.844 8393.517 171.647, 4233.125 8348.329 146.958, 4238.943 8307.632 136.826, 4192.379 8272.749 136.826, 4152.085 8265.394 136.826, 4108.222 8265.404 136.826, 4063.159 8275.45 136.826, 4022.784 8316.948 136.826, 4011.488 8356.978 138.368, 4005.403 8404.34 145.126, 4003.643 8446.591 154.23, 4005.32 8498.946 164.935, 4008.847 8550.53 177.293, 4014.346 8610.833 189.095, 4021.497 8670.335 200.382, 4030.843 8733.572 209.073, 4040.878 8791.55 215.612, 4053.75 8853.217 219.806, 4067.295 8909.168 222.383, 4083.242 8964.49 221.972, 4100.093 9014.418 220.682, 4120.057 9063.996 215.436, 4137.4 9105.24 197.756, 4153.421 9145.298 178.333, 4165.312 9192.641 155.26, 4163.264 9232.688 0.901</trace>
</ink>
</file>

<file path=ppt/ink/ink139.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8695.025 5998.658 136.826, 8738.569 6044.528 216.997, 8768.512 6088.336 271.347, 8800.746 6141.673 342.172, 8829.05 6190.616 430.03, 8864.485 6245.014 489.943, 8902.02 6296.776 564.311, 8834.473 6352.058 800.63, 8775.246 6383.494 790.301, 8708.272 6415.891 785.648, 8650.091 6443.878 768.237, 8585.112 6457.713 618.843, 8543.303 6428.54 419.632</trace>
</ink>
</file>

<file path=ppt/ink/ink140.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8677.526 5924.972 136.826, 8717.534 5911.592 227.19, 8760.124 5896.277 327.713, 8794.237 5850.653 168.34</trace>
</ink>
</file>

<file path=ppt/ink/ink141.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17592.266 9473.118 229.829, 17601.193 9534.846 590.695, 17615.646 9608.332 709.159, 17631.686 9695.187 760.947, 17645.582 9766.369 776.453, 17655.896 9825.795 782.03, 17663.117 9870.302 785.806, 17673.42 9929.521 790.792, 17680.592 9972.304 797.002, 17689.145 10026.828 806.965, 17695.877 10066.828 816.543, 17704.824 10113.127 826.414, 17718.266 10184.336 842.802, 17726.342 10226.747 848.926, 17751.527 10290.076 851.367, 17817.82 10258.637 844.809, 17857.602 10199.293 837.397, 17878.766 10151.947 830.515, 17913.613 10056.735 814.112, 17937.854 9975.546 791.361, 17953.777 9918.428 763.43, 17964.332 9877.833 738.046, 17974.479 9836.923 709.246, 17990.596 9765.035 658.319, 17999.842 9712.281 605.905, 17957.174 9708.78 473.906, 17899.35 9754.074 440.797, 17853.543 9792.022 419.825, 17808.686 9833.136 390.936, 17764.658 9870.954 328.014, 17713.998 9905.702 257.381, 17670.025 9927.357 193.32, 17628.727 9940.963 157.016, 17581.951 9950.324 138.93</trace>
</ink>
</file>

<file path=ppt/ink/ink142.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15282.333 9747.878 136.826, 15328.761 9735.754 228.579, 15372.258 9717.893 313.583, 15422.769 9693.806 366.922, 15463.582 9667.595 380.004, 15505.837 9642.916 393.639, 15561.496 9613.451 389.028, 15613.39 9592.466 344.259, 15622.889 9633.216 464.11, 15605.683 9681.081 511.9, 15594.78 9738.584 602.414, 15590.822 9810.044 666.007, 15592.473 9881.126 702.884, 15596.194 9930.683 716.086, 15602.565 9993.708 741.007, 15607.799 10038.23 755.367, 15612.924 10082.309 769.992, 15624.129 10151.993 788.797, 15637.707 10227.76 789.479, 15657.015 10303.661 748.133, 15680.873 10359.609 586.479, 15666.922 10319.224 139.864</trace>
</ink>
</file>

<file path=ppt/ink/ink143.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14784.848 8153.023 136.826, 14736.439 8130.587 170.108, 14694.544 8131.745 266.143, 14650.703 8152.854 282.067, 14616.881 8202.541 261.305, 14638.335 8248.111 280.883, 14686.605 8286.504 294.173, 14743.603 8326.098 307.516, 14788.949 8359.83 312.796, 14835.133 8400.536 317.188, 14880 8447.6 336.438, 14921.188 8497.759 384.176, 14956.857 8544.007 426.717, 14999.935 8603.75 457.841, 15022.037 8647.469 501.102, 15024.107 8688.763 547.347, 14962.295 8734.387 541.208, 14910.902 8751.005 520.592, 14862.333 8760.952 485.021, 14808.037 8766.112 437.99, 14762.006 8766.771 403.466, 14707.076 8763.821 375.886, 14663.164 8754.182 368.627, 14621.404 8727.479 371.055, 14607.373 8671.381 398.715, 14615.06 8628.467 434.249, 14633.213 8578.156 447.778, 14652.077 8536.551 439.019, 14678.897 8484.956 422.704, 14708.307 8434.432 407.923, 14737.808 8386.664 392.304, 14764.306 8345.596 371.781, 14797.046 8299.874 357.456, 14846.265 8262.327 282.361</trace>
</ink>
</file>

<file path=ppt/ink/ink144.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12684.908 8202.979 136.826, 12638.407 8218.005 136.826, 12592.426 8235.215 136.993, 12544.891 8251.049 139.517, 12500.393 8261.309 144.574, 12460.057 8268.506 150.953, 12419.672 8270.679 157.371, 12376.702 8263.312 161.579, 12335.246 8229.062 160.37, 12331.008 8180.566 154.26, 12354.54 8137.15 150.356, 12394.165 8092.22 148.773, 12436.641 8058.739 147.546, 12477.393 8038.846 144.697, 12521.521 8025.156 139.151, 12571.105 8030.419 136.826, 12602.911 8077.306 136.826, 12607.56 8129.007 136.826, 12604.506 8181.423 138.713, 12599.226 8224.274 144.203, 12589.685 8281.935 156.259, 12582.499 8323.869 168.802, 12574.661 8365.558 187.119, 12566.314 8413.143 213.307, 12559.603 8460.567 235.266, 12555.112 8505.071 251.039, 12550.004 8558.83 264.958, 12546.357 8617.209 280.625, 12544.033 8661.476 291.86, 12541.864 8712.824 300.514, 12541.239 8763.846 313.151, 12539.202 8808.742 326.188, 12537.491 8854.396 337.746, 12573.989 8814.409 69.641</trace>
</ink>
</file>

<file path=ppt/ink/ink145.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11584.94 5911.234 136.826, 11598.869 5958.728 161.364, 11602.597 6014.417 193.558, 11599.403 6058.917 214.036, 11591.335 6110.371 223.239, 11579.974 6166.044 226.449, 11570.708 6215.551 226.207, 11561.26 6268.866 226.554, 11555.318 6312.947 226.314, 11550.011 6369.483 224.144, 11546.627 6424.089 220.386, 11546.028 6473.084 216.516, 11550.747 6515.445 211.262, 11567.561 6568.691 194.329, 11610.429 6591.355 147.273, 11641.699 6550.619 105.912</trace>
</ink>
</file>

<file path=ppt/ink/ink146.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11742.437 6092.326 136.826, 11742.437 6134.954 136.826, 11742.437 6183.413 137.394, 11742.879 6229.767 139.142, 11744.528 6271.804 141.104, 11748.12 6322.96 144.25, 11754.961 6370.445 148.374, 11769.149 6419.094 155.017, 11817.94 6463.695 195.163, 11863.221 6458 216.659, 11905.352 6421.495 213.259, 11931.721 6374.008 206.349, 11947.726 6332.745 202.787, 11962.224 6275.607 200.521, 11972.002 6228.597 200.081, 11976.514 6185.452 200.604, 11974.212 6138.157 200.641, 11961.426 6089.586 199.264, 11930.882 6048.002 200.517, 11880.576 6018.483 203.396, 11839.125 6010.889 203.988, 11786.246 6013.495 204.14, 11739.948 6027.702 204.234, 11696.397 6049.281 203.402, 11653.845 6083.501 200.496, 11630.54 6130.369 187.46, 11654.517 6173.606 145.958</trace>
</ink>
</file>

<file path=ppt/ink/ink147.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13837.376 5921.226 136.826, 13837.373 5975.894 247.503, 13837.373 6022.688 288.711, 13837.373 6067.051 306.237, 13833.848 6125.654 318.305, 13828.568 6168.597 322.245, 13822.078 6218.176 324.926, 13815.549 6267.045 326.993, 13808.085 6320.254 329.025, 13801.634 6370.906 328.422, 13796.319 6420.882 326.477, 13792.38 6463.104 322.307, 13790.034 6504.489 317.585, 13789.343 6557.796 299.048, 13792.073 6605.791 271.816, 13798.607 6648.617 229.785, 13815.803 6696.243 138.039</trace>
</ink>
</file>

<file path=ppt/ink/ink148.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14108.617 5750.125 136.826, 14136.793 5798.821 136.826, 14153.965 5863.728 136.826, 14164.331 5923.869 136.826, 14174.064 5998.506 141.201, 14178.544 6043.031 153.154, 14184.556 6109.051 178.893, 14187.936 6155.823 195.949, 14191.423 6207.316 213.206, 14196.409 6284.999 243.696, 14199.527 6337.36 257.658, 14202.859 6391.528 270.474, 14208.145 6467.573 286.823, 14211.964 6515.105 292.592, 14216.646 6566.131 295.967, 14224.279 6642.667 298.361, 14229.492 6695.866 298.737, 14235.083 6752.289 298.648, 14242.8 6828.402 293.027, 14246.802 6870.637 285.875, 14249.818 6910.686 262.597, 14252.988 6952.903 203.352</trace>
</ink>
</file>

<file path=ppt/ink/ink149.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9859.991 10356.251 180.568, 9881.143 10423.104 474.177, 9893.198 10473.535 549.561, 9904.818 10534.285 611.995, 9912.337 10590.913 615.102, 9919.534 10671.717 594.324, 9923.276 10751.231 568.35, 9923.216 10810.424 539.516, 9921.95 10852.712 507.85, 9918.457 10899.236 471.21, 9910.874 10961.496 398.458, 9884.747 11007.056 340.14, 9834.909 10987.026 301.169</trace>
</ink>
</file>

<file path=ppt/ink/ink150.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9703.745 10436.182 136.826, 9750.325 10485.932 227.115, 9796.576 10529.771 363.311, 9840.237 10565.863 431.592, 9899.521 10611.421 553.187, 9965.893 10655.916 617.435, 10017.438 10686.701 645.308, 10080.19 10721.642 655.23, 10142.136 10752.475 613.202, 10186.05 10770.639 574.837, 10255.081 10791.14 511.396, 10299.935 10794.402 456.37</trace>
</ink>
</file>

<file path=ppt/ink/ink151.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6891.328 1907.237 136.826, 6891.327 1947.604 237.362, 6891.327 1993.46 319.109, 6889.266 2035.509 401.69, 6885.722 2083.554 463.263, 6883.395 2124.563 505.915, 6881.065 2176.647 554.239, 6881.205 2228.635 599.712, 6883.696 2296.919 665.712, 6887.284 2363.484 722.526, 6890.58 2432.148 753.61, 6892.241 2472.415 760.568, 6893.61 2545.07 763.963, 6893.087 2617.481 760.639, 6893.438 2662.21 748.732, 6893.073 2730.647 684.114, 6893.698 2785.035 587.942, 6893.383 2734.584 335.963, 6892.724 2688.604 182.026</trace>
</ink>
</file>

<file path=ppt/ink/ink152.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6805.081 1776.102 136.826, 6852.442 1776.102 136.826, 6896.302 1778.894 159.469, 6945.061 1789.695 238.679, 6992.958 1806.671 330.83, 7037.342 1826.135 393.812, 7082.239 1846.516 438.691, 7123.667 1866.256 483.658, 7167.367 1894.586 526.009, 7204.146 1947.645 547.662, 7190.087 1991.507 555.009, 7158.663 2035.282 559.406, 7115.178 2082.747 565.916, 7058.117 2139.083 577.916, 7015.795 2178.33 586.644, 6968.767 2217.401 592.492, 6902.095 2263.532 596.097, 6842.458 2301.265 592.881, 6790.583 2333.39 587.8, 6837.53 2340.569 692.791, 6907.057 2319.041 682.838, 6983.617 2292.313 661.436, 7043.771 2272.442 654.183, 7122.667 2250.859 650.935, 7195.25 2233.233 647.335, 7260.371 2223.885 648.185, 7317.394 2225.956 646.153, 7372.819 2242.854 642.792, 7415.323 2281.13 667.103, 7419.452 2342.067 744.475, 7393.794 2403.962 786.12, 7358.278 2461.779 806.562, 7310.085 2530.08 826.873, 7252.343 2604.656 844.463, 7190.067 2674.895 854.632, 7123.834 2737.594 857.756, 7057.798 2790.653 858.602, 6994.096 2835.516 858.176, 6937.674 2870.548 857.502, 6868.257 2908.071 853.99, 6813.948 2859.558 715.8, 6757.174 2799.364 605.611, 6700.968 2754.864 482.438, 6647.201 2719.237 411.609, 6589.635 2681.168 279.051, 6549.54 2654.412 59.513</trace>
</ink>
</file>

<file path=ppt/ink/ink153.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7668.805 2191.052 136.826, 7718.534 2191.052 152.138, 7759.979 2189.146 166.891, 7804.1 2182.964 176.796, 7848.813 2174.292 177.335, 7898.54 2164.156 175.088, 7949.918 2154.255 170.704, 7997.526 2145.757 157.419, 8042.37 2138.975 141.666</trace>
</ink>
</file>

<file path=ppt/ink/ink154.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155.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7496.31 2199.794 136.826, 7545.884 2205.841 144.725, 7586.159 2204.841 154.462, 7627.567 2202.23 167.302, 7671.282 2197.135 179.87, 7723.063 2189.789 188.417, 7779.376 2179.862 194.1, 7830.337 2169.721 196.573, 7882.228 2156.492 196.144, 7928.973 2144.199 194.816, 7972.481 2131.983 191.108, 8017.98 2119.951 178.046, 8058.424 2112.041 98.52</trace>
</ink>
</file>

<file path=ppt/ink/ink156.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7816.3 1933.777 136.826, 7861.912 1965.229 138.552, 7906.176 1991.077 143.559, 7957.72 2014.403 152.737, 8001.783 2031.229 163.593, 8045.76 2042.791 176.669, 8088.556 2051.632 197.232, 8131.89 2060.771 219.967, 8176.031 2071.755 240.992, 8219.153 2087.871 253.162, 8251.172 2130.491 264.902, 8221.469 2178.037 286.969, 8186.893 2221.991 299.189, 8146.896 2266.129 303.892, 8098.593 2313.729 307.344, 8044.277 2359.807 305.186, 8000.984 2385.928 148.011</trace>
</ink>
</file>

<file path=ppt/ink/ink157.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8816.271 1807.637 136.826, 8779.684 1767.288 138.203, 8738.338 1763.283 174.959, 8691.932 1785.968 214.059, 8651.267 1827.07 225.485, 8613.137 1876.384 230.565, 8584.379 1922.412 233.862, 8553.374 1979.028 240.058, 8527.98 2031.957 247.014, 8505.478 2090.381 253.399, 8484.265 2163.864 259.217, 8468.843 2239.9 264.551, 8460.831 2293.766 267.906, 8458.369 2355.72 271.328, 8463.498 2419.865 275.44, 8472.391 2471.052 279.015, 8486.97 2517.457 287.429, 8510.578 2565.851 302.104, 8540.745 2609.137 325.737, 8581.562 2652.161 356.387, 8626.972 2684.624 382.912, 8690.523 2714.96 399.301, 8757.992 2732.045 397.978, 8816.276 2736.435 385.481, 8869.96 2725.94 371.351, 8926.152 2683.572 326.616, 8948.697 2629.424 297.594, 8952.587 2583.827 286.033, 8942.199 2534.004 288.714, 8914.977 2494.022 291.81, 8867.241 2451.688 295.639, 8810.147 2423.289 285.78, 8757.014 2406.3 263.26, 8696.075 2396.098 236.449, 8651.298 2393.96 220.255, 8601.383 2395.301 207.312, 8544.521 2400.802 203.956, 8495.728 2405.107 210.066, 8546.378 2360.131 332.692, 8589.883 2340.218 340.183, 8649.46 2315.155 348.643, 8697.812 2298.145 353.049, 8754.396 2281.736 360.968, 8801.393 2269.88 369.79, 8845.807 2259.615 377.489, 8902.975 2248.806 385.352, 8969.346 2238.327 388.796, 9024.429 2232.334 392.578, 9071.949 2229.19 403.633, 9126.909 2231.852 459.785, 9158.749 2296.258 659.986, 9146.965 2355.483 686.28, 9136.227 2420.437 709.735, 9131.04 2481.063 721.383, 9130.965 2546.25 716.533, 9135.393 2603.14 703.036, 9146.909 2668.623 689.035, 9175.584 2724.25 584.382, 9216.362 2747.578 381.969</trace>
</ink>
</file>

<file path=ppt/ink/ink158.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9341.257 2196.047 136.826, 9387.459 2168.87 151.278, 9428.057 2159.226 172.331, 9475.927 2145.589 189.182, 9517.851 2133.543 193.556, 9565.38 2119.64 190.061, 9607.249 2109.152 182.068, 9648.309 2100.438 168.626, 9691.298 2090.269 148.664, 9731.528 2073.326 61.51</trace>
</ink>
</file>

<file path=ppt/ink/ink159.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9557.5 1967.497 136.826, 9606.394 1983.645 178.421, 9656.826 1995.682 244.699, 9698.139 2004.502 287.211, 9744.644 2011.883 337.78, 9792.797 2017.571 396.01, 9839.415 2020.818 444.808, 9881.947 2023.406 466.791, 9933.15 2027.481 467.969, 9973.578 2033.949 467.838, 10017.475 2065.862 549.792, 9975.32 2132.67 578.794, 9944.758 2178.672 570.76, 9912.807 2224.708 540.376, 9882.047 2268.267 453.294, 9864.546 2312.921 259.089</trace>
</ink>
</file>

<file path=ppt/ink/ink160.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10243.73 1631.541 136.826, 10243.73 1686.245 137.604, 10243.73 1734.743 147.429, 10243.73 1781.797 170.914, 10243.73 1843.712 211.743, 10243.73 1888.04 241.524, 10239.028 1935.839 268.578, 10232.964 1979.689 287.517, 10224.968 2027.25 299.551, 10216.778 2073.895 308.276, 10207.443 2124.966 313.375, 10199.192 2171.471 316.32, 10191.062 2218.975 318.131, 10184.352 2261.647 319.195, 10179.231 2301.91 318.704, 10174.562 2350.385 317.053, 10171.683 2401.267 305.331</trace>
</ink>
</file>

<file path=ppt/ink/ink161.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10264.979 1997.471 136.826, 10314.012 1962.482 199.191, 10360.349 1944.757 251.444, 10407.935 1933.688 269.883, 10458.349 1924.604 279.972, 10500.609 1917.362 281.018, 10542.496 1910.101 280.217, 10583.613 1901.28 266.761, 10627.954 1878.594 96.916</trace>
</ink>
</file>

<file path=ppt/ink/ink162.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10668.718 1447.952 136.826, 10668.718 1506.291 136.826, 10669.475 1546.706 141.638, 10672.87 1601.756 154.459, 10677.775 1662.329 175.932, 10683.386 1738.995 204.199, 10687.123 1787.054 222.592, 10692.452 1858.121 255.146, 10696.109 1905.377 276.522, 10701.771 1978.126 313.5, 10705.663 2027.949 337.757, 10710.411 2085.589 364.406, 10714.811 2145.407 390.176, 10721.69 2229.651 434.5, 10726.534 2281.916 458.32, 10733.447 2357.178 495.865, 10737.683 2405.017 511.141, 10742.626 2459.291 523.687, 10747.592 2515.09 529.148, 10754.623 2592.678 533.096, 10759.332 2637.924 533.074, 10765.634 2700.304 516.69, 10774.262 2773.271 479.08, 10781.48 2826.541 432.309, 10788.841 2878.797 356.221</trace>
</ink>
</file>

<file path=ppt/ink/ink163.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3617.092 5753.585 136.826, 3663.451 5713.719 153.571, 3710.367 5680.866 166.438, 3759.188 5651.786 184.942, 3807.561 5626.517 198.923, 3863.866 5602.577 206.223, 3911.949 5586.731 211.14, 3968.958 5574.803 225.675, 4032.067 5564.796 238.954, 4086.975 5558.863 250.333, 4144.222 5555.07 254.363, 4203.72 5552.741 256.358, 4267.445 5551.963 257.605, 4320.614 5551.781 258.874, 4380.939 5553.293 262.634, 4431.115 5555.384 269.051, 4495.075 5559.055 276.437, 4540.459 5561.448 279.171, 4589.377 5564.602 283.666, 4634.99 5567.068 287.63, 4683.996 5569.421 291.572, 4730.485 5570.713 295.918, 4777.846 5571.242 303.911, 4823.963 5571.436 312.933, 4879.94 5571.002 321.617, 4930.023 5570.476 327.831, 4983.707 5569.423 332.295, 5035.153 5568.152 334.278, 5090.41 5567.114 334.617, 5157.085 5563.704 334.874, 5229.047 5558.961 335.395, 5283.841 5555.818 335.968, 5358.016 5552.022 337.851, 5413.882 5549.599 339.782, 5487.99 5548.291 341.434, 5544.188 5547.781 342.737, 5618.516 5550.235 343.822, 5697.539 5554.611 345.701, 5767.473 5559.6 347.66, 5837.504 5564.867 348.764, 5902.48 5571.374 350.681, 5967.938 5578.568 352.913, 6027.367 5586.998 353.738, 6089.165 5596.824 353.024, 6146.167 5607.844 350.95, 6210.465 5621.406 346.091, 6274.145 5636.29 337.545, 6336.972 5651.467 325.134, 6397.77 5666.182 307.338, 6459.719 5679.267 285.07, 6514.812 5687.628 256.888, 6568.962 5691.363 225.314, 6614.555 5689.188 198.491, 6671.682 5661.087 162.79</trace>
</ink>
</file>

<file path=ppt/ink/ink164.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6884.428 4726.083 136.826, 6936.688 4696.401 143.972, 6994.252 4667.53 150.168, 7046.993 4647.013 152.451, 7104.48 4630.381 154.257, 7164.06 4617.572 156.321, 7218.088 4609.375 158.478, 7275.962 4601.865 161.333, 7324.429 4597.287 164.857, 7372.957 4593.827 171.28, 7421.005 4589.712 170.643, 7466.439 4583.191 165.945, 7512.848 4569.743 151.589, 7558.175 4540.402 1.099</trace>
</ink>
</file>

<file path=ppt/ink/ink165.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7299.731 4237.738 136.826, 7353.277 4253.603 237.678, 7403.789 4259.348 258.219, 7460.577 4262.964 260.15, 7522.942 4266.116 271.393, 7570.081 4272.311 282.651, 7632.229 4281.753 300.069, 7683.019 4287.17 308.466, 7742.071 4291.962 322.544, 7806.182 4297.875 372.765, 7864.908 4311.055 395.535, 7857.572 4368.475 440.4, 7818.926 4435.516 476.833, 7785.113 4482.648 481.027, 7742.394 4530.097 477.767, 7688.488 4587.151 475.259, 7671.883 4532.739 184.972</trace>
</ink>
</file>

<file path=ppt/ink/ink166.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8039.932 4096.598 136.826, 8097.194 4096.598 190.516, 8155.32 4096.598 209.422, 8208.164 4096.598 174.771</trace>
</ink>
</file>

<file path=ppt/ink/ink167.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7925.511 4476.265 136.826, 7972.569 4468.703 186.067, 8030.339 4448.669 264.34, 8081.408 4427.481 303.672, 8141.165 4399.154 314.351, 8186.708 4376.332 317.526, 8234.158 4351.958 313.065, 8284.197 4327.077 301.833, 8340.046 4297.721 267.201, 8401.123 4258.172 202.289</trace>
</ink>
</file>

<file path=ppt/ink/ink168.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8757.531 3860.893 136.826, 8772.816 3909.272 239.198, 8788.64 3955.023 287.101, 8803.353 4000.417 343.218, 8820.776 4061.916 406.365, 8832.86 4110.552 446.474, 8845.634 4170.567 484.966, 8855.39 4224.405 502.78, 8863.865 4279.827 514.687, 8873.004 4342.771 524.751, 8879.891 4390.119 529.8, 8890.232 4448.768 536.54, 8906.203 4506.468 529.414, 8948.882 4557.664 484.383, 9007.605 4509.205 453.181, 9028.229 4460.349 424.268, 9044.861 4403.02 392.017, 9062.512 4332.12 347.986, 9075.112 4277.966 308.678, 9091.081 4203.761 273.277, 9106.807 4122.212 244.94, 9117.745 4054.916 223.839, 9127.033 3990.961 212.161, 9134.015 3924.96 195.982, 9136.973 3863.746 180.515, 9134.377 3807.87 161.65, 9109.208 3755.776 144.207, 9058.284 3742.587 139.577, 8999.746 3760.064 139.374, 8952.47 3783.266 70.197</trace>
</ink>
</file>

<file path=ppt/ink/ink169.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8404.382 4040.142 136.826, 8449.687 4030.647 193.678, 8496.879 4011.153 204.771, 8548.619 3989.647 166.394</trace>
</ink>
</file>

<file path=ppt/ink/ink170.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8415.684 4229.27 136.826, 8466.134 4232.46 249.83, 8515.518 4240.979 341.843, 8561.481 4248.841 381.261, 8609.365 4253.453 388.643, 8660.283 4252.613 356.397, 8714.555 4243.154 271.047, 8761.462 4191.159 157.806, 8775.38 4145.765 93.677</trace>
</ink>
</file>

<file path=ppt/ink/ink171.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8709.503 3863.716 136.826, 8757.825 3840.273 242.883, 8813.395 3794.526 278.017, 8859.193 3755.223 314.582, 8916.921 3715.802 328.999, 8972.28 3717.305 318.061, 9011.469 3766.38 306.259, 9056.92 3798.377 67.376</trace>
</ink>
</file>

<file path=ppt/ink/ink172.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3723.037 2867.265 136.826, 3781.376 2867.265 235.843, 3832.83 2879.535 270.189, 3892.234 2900.997 353.487, 3941.375 2915.352 418.25, 3993.288 2925.597 452.157, 4048.279 2930.564 462.309, 4105.602 2931.997 472.249, 4164.634 2931.679 486.141, 4222.896 2930.925 510.171, 4277.612 2932.328 535.031, 4345.214 2937.253 556.59, 4402.216 2943.153 567.73, 4461.86 2946.685 577.897, 4524.169 2947.106 592.107, 4589.854 2943.797 621.429, 4658.05 2935.635 651.959, 4725.985 2920.96 672.433, 4794.639 2899.817 683.984, 4870.062 2873.018 695.324, 4947.646 2845.767 704.65, 5025.091 2820.538 714.345, 5102.208 2798.373 724.944, 5176.948 2779.579 733.627, 5247.93 2763.707 742.487, 5320.203 2750.022 747.986, 5397.321 2737.694 751.97, 5469.846 2724.564 756.849, 5542.049 2708.96 763.057, 5609.736 2691.537 766.932, 5674.146 2676.806 769.572, 5751.964 2659.319 772.109, 5840.176 2639.884 773.681, 5910.872 2625.146 773.581, 5989.694 2617.456 774.998, 6064.466 2628.105 776.413, 6133.86 2654.589 777.026, 6200.292 2686.466 778.636, 6265.864 2718.26 781.532, 6337.206 2743.588 783.083, 6403.641 2760.146 781.879, 6474.019 2766.527 779.359, 6551.385 2758.14 763.612, 6612.662 2734.099 719.795, 6675.061 2688.536 618.937, 6713.039 2626.746 461.456, 6704.559 2571.119 315.577, 6675.348 2521.074 214.848, 6637.59 2472.408 112.639</trace>
</ink>
</file>

<file path=ppt/ink/ink173.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4579.071 2809.398 136.826, 4565.076 2758.541 151.032, 4559.258 2713.329 177.316, 4555.816 2658.346 203.139, 4554.158 2606.595 216.706, 4556.11 2541.318 230.685, 4561.404 2478.445 244.933, 4566.842 2431.464 253.686, 4573.452 2382.206 261.287, 4583.907 2315.03 269.085, 4593.189 2258.976 273.653, 4605.473 2186.784 276.747, 4614.214 2135.212 277.119, 4624.996 2077.093 276.761, 4634.743 2023.512 274.834, 4646.265 1969.725 272.438, 4655.992 1922.788 269.487, 4672.87 1854.638 264.747, 4685.897 1803.226 260.565, 4697.917 1755.069 254.856, 4708.831 1707.21 245.127, 4721.869 1653.049 226.813, 4735.986 1601.39 208.408, 4750.141 1547.26 200.292</trace>
</ink>
</file>

<file path=ppt/ink/ink174.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4430.748 1374.001 136.826, 4477.847 1354.658 166.455, 4532.29 1325.688 178.975, 4582.819 1301.867 194.987, 4639.935 1276.627 218.754, 4687.411 1254.503 237.549, 4737.762 1229.778 251.917, 4785.337 1207.606 259.293, 4840.082 1193.661 275.514, 4885.973 1200.406 289.271, 4926.214 1253.49 322.87, 4932.46 1310.713 329.803, 4926.994 1375.22 334.707, 4918.391 1432.907 338.862, 4908.649 1484.948 341.042, 4897.384 1553.282 341.566, 4891.108 1599.916 339.054, 4885.343 1645.858 332.404, 4877.077 1705.968 300.148, 4859.893 1760.903 214.888</trace>
</ink>
</file>

<file path=ppt/ink/ink175.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5433.692 912.472 136.826, 5490.051 899.845 300.956, 5545.274 877.457 307.544, 5591.997 856.361 308.542, 5644.687 830.938 311.156, 5697.212 805.221 313.702, 5757.333 775.263 312.972, 5821.312 747.535 291.543, 5866.748 732.083 2.053</trace>
</ink>
</file>

<file path=ppt/ink/ink176.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5795.316 589.261 136.826, 5791.948 634.741 136.826, 5779.675 694.115 138.612, 5765.196 755.415 148.046, 5751.47 806.264 155.724, 5732.632 870.298 162.609, 5715.211 926.088 168.232, 5695.167 983.572 172.129, 5671.049 1048.933 174.048, 5647.111 1112.076 173.561, 5621.72 1177.512 172.802, 5594.306 1243.422 171.06, 5570.034 1301.142 168.27, 5550.983 1346.452 165.619</trace>
</ink>
</file>

<file path=ppt/ink/ink177.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5796.729 889.89 136.826, 5829.729 935.524 146.076, 5860.93 986.722 182.09, 5885.597 1039.489 236.645, 5906.902 1089.438 290.342, 5924.925 1139.538 332.448, 5946.733 1203.844 359.993, 5968.085 1261.843 374.079, 5988.803 1308.653 390.085, 6020.475 1360.876 414, 6073.759 1353.613 285.651, 6082.24 1293.504 223.601, 6083.827 1226.813 182.045, 6082.052 1181.407 141.653</trace>
</ink>
</file>

<file path=ppt/ink/ink178.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6203.557 209.593 136.826, 6214.304 263.526 147.846, 6211.257 312.927 159.662, 6200.829 370.507 166.872, 6184.634 433.839 170.541, 6164.151 495.46 173.352, 6145.162 546.869 177.465, 6127.685 593.503 181.708, 6108.938 639.24 185.205, 6087.104 691.889 188.484, 6065.283 741.905 185.905, 6042.131 790.616 167.681, 6026.694 741.486 90.112</trace>
</ink>
</file>

<file path=ppt/ink/ink179.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6272.774 357.791 136.826, 6318.36 368.294 155.883, 6372.542 373.814 174.422, 6421.09 367.653 141.038</trace>
</ink>
</file>

<file path=ppt/ink/ink180.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6289.725 586.438 136.826, 6315.777 635.642 137.33, 6363.641 649.005 141.201, 6412.818 657.962 140.527, 6414.347 703.517 136.874, 6372.151 753.402 136.826, 6326.713 793.813 137.927, 6288.632 839.054 142.642, 6291.765 886.346 182.715, 6339.382 906.21 180.2, 6387.815 918.765 182.956, 6436.885 955.796 199.539, 6470.638 1001.174 224.104, 6497.478 1059.376 242.824, 6513.976 1119.582 260.965, 6514.849 1166.944 271.922, 6498.208 1225.137 326.988, 6461.64 1279.043 353.003, 6401.136 1320.538 354.348, 6342.789 1337.297 328.918, 6291.726 1342.895 282.924, 6241.364 1341.847 238.171, 6178.994 1333.022 211.345, 6130.474 1308.561 167.715, 6127.371 1261.267 149.879, 6176.86 1212.603 157.219, 6224.044 1186.366 170.296, 6278.478 1168.865 184.867, 6341.684 1157.469 207.153, 6394.711 1152.429 240.569, 6443.521 1150.598 247.413, 6493.817 1149.138 215.556, 6545.871 1143.841 150.991</trace>
</ink>
</file>

<file path=ppt/ink/ink181.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6723.392 894.124 136.826, 6771.895 857.787 223.505, 6823.076 838.509 242.386, 6883.236 819.135 271.377, 6931.404 806.077 292.431, 6997.281 793.784 308.797, 7062.744 785.259 316.381, 7123.939 780.732 319.96, 7175.7 781.426 324.244, 7226.078 787.178 341.439, 7272.423 802.37 364.636, 7328.712 847.823 385.135, 7360.826 909.04 407.653, 7373.318 965.152 440.97, 7375.917 1025.199 476.043, 7369.076 1089.729 511.093, 7352.947 1155.32 537.752, 7323.968 1223.458 549.718, 7282.434 1292.105 545.266, 7230.877 1361.204 510.627, 7177.583 1424.919 444.116, 7119.369 1477.452 370.05, 7062.88 1506.879 297.198, 7011.144 1512.34 232.031, 6959.703 1472.973 190.284, 6935.359 1398.39 182.787, 6922.568 1345.773 117.635</trace>
</ink>
</file>

<file path=ppt/ink/ink182.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7053.94 350.734 136.826, 7049.369 403.337 136.826, 7037.15 456.365 136.826, 7024.646 502.474 136.826, 7008.487 555.088 139.703, 6987.897 614.967 145.155, 6965.778 675.627 153.415, 6940.068 741.099 161.641, 6915.994 802.567 167.855, 6889.031 867.396 171.343, 6863.343 926.024 172.298, 6835.405 983.813 171.695, 6811.319 1033.676 170.965, 6788.542 1078.994 170.221, 6761.86 1132.055 168.026, 6734.514 1185.33 162.804, 6703.192 1232.655 153.775</trace>
</ink>
</file>

<file path=ppt/ink/ink183.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6840.638 551.153 136.826, 6889.614 596.502 136.826</trace>
</ink>
</file>

<file path=ppt/ink/ink184.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7061.002 1026.796 136.826, 7013.182 1044.248 262.517, 7006.837 1089.757 479.943</trace>
</ink>
</file>

<file path=ppt/ink/ink185.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7724.923 422.715 136.826, 7724.923 469.272 379.391, 7724.923 531.684 453.78, 7716.775 609.033 537.189, 7710.554 660.377 585.342, 7701.951 726.737 643.504, 7693.276 797.751 678.121, 7686.157 859.079 692.254, 7681.229 905.798 702.835, 7675.866 968.25 721.5, 7672.02 1014.774 737.953, 7667.942 1074.976 755.653, 7660.78 1170.632 788.204, 7653.392 1251.142 804.304, 7650.182 1334.502 808.957, 7666.511 1411.479 751.547, 7720.631 1392.82 391.703</trace>
</ink>
</file>

<file path=ppt/ink/ink186.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7969.302 1046.555 136.826, 8004.848 1097.613 269.934, 8040.837 1155.732 439.006, 8054.515 1201.431 559.035, 8043.449 1256.688 638.654, 8009.769 1310.203 564.259, 7953.223 1332.497 322.904, 7952.351 1279.806 142.871</trace>
</ink>
</file>

<file path=ppt/ink/ink187.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8569.655 410.013 136.826, 8609.396 463.148 157.697, 8622.109 523.194 246.205, 8627.142 582.782 323.342, 8629.928 653.255 387.661, 8629.184 728.543 443.183, 8628.51 807.385 496.674, 8626.118 855.357 529.136, 8623.039 915.798 567.648, 8618.542 976.995 598.823, 8611.142 1051.327 620.248, 8598.413 1123.817 621.735, 8582.029 1178.446 554.182, 8527.612 1170.908 360.65, 8502.248 1125.077 315.938, 8485.05 1077.964 269.922, 8470.668 1020.666 236.372, 8460.502 959.52 218.898, 8454.243 911.576 215.807, 8447.716 862.203 215.807, 8397.687 862.298 215.807, 8366.41 911.78 215.807, 8342.428 958.53 177.152, 8322.825 1004.741 148.743, 8304.651 1059.876 137.519, 8297.199 1113.69 139.004</trace>
</ink>
</file>

<file path=ppt/ink/ink188.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8672.775 840.491 136.826, 8718.874 820.268 136.826, 8766.452 851.522 232.249, 8819.95 905.803 374.773, 8871.917 930.487 150.492</trace>
</ink>
</file>

<file path=ppt/ink/ink189.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9025.925 258.992 136.826, 9025.925 318.729 138.768, 9025.925 380.941 165.95, 9025.925 439.137 202.846, 9025.925 491.528 237.974, 9020.614 550.724 276.047, 9010.344 619.27 328.641, 9001.151 665.92 367.264, 8990.124 715.182 398.789, 8975.229 778.735 429.328, 8959.604 845.804 441.156, 8944.403 911.959 413.611, 8933.527 958.011 301.838</trace>
</ink>
</file>

<file path=ppt/ink/ink190.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9121.981 438.241 136.826, 9176.842 447.736 301.727, 9229.417 441.091 372.426, 9284.309 420.65 332.571, 9338.308 399.018 181.088, 9335.688 444.459 141.974, 9311.46 498.1 136.826, 9290.231 544.34 136.826, 9265.075 589.68 136.826, 9223.495 637.867 136.826, 9174.293 669.362 136.826, 9127.975 689.339 136.826, 9180.191 682.197 196.212, 9234.719 652.884 205.765, 9245.288 707.219 192.071, 9210.772 758.949 188.197, 9177.294 810.904 194.379, 9171.151 858.88 233.551, 9194.537 911.866 270.248, 9235.954 960.986 323.049, 9280.226 1011.53 358.974, 9309.796 1057.39 417.228, 9317.353 1116.13 474.019, 9286.66 1177.246 460.695, 9238.979 1225.461 390.896, 9172.231 1247.999 245.157, 9126.51 1246.781 177.779, 9078.187 1235.816 145.328, 9030.364 1211.797 136.826, 9004.075 1162.002 136.826, 9038.258 1116.608 143.49, 9088.484 1078.031 174.118, 9142.14 1049.292 188.291, 9187.966 1027.964 201.073, 9235.511 1004.606 199.248, 9287.011 976.518 174.559, 9333.209 943.947 109.35</trace>
</ink>
</file>

<file path=ppt/ink/ink191.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9381.899 812.263 136.826, 9432.935 795.274 192.116, 9480.061 784.59 264.98, 9534.642 772.174 331.989, 9593.161 761.847 390.21, 9653.259 753.092 464.055, 9713.084 746.152 542.56, 9772.502 741.961 627.422, 9854.655 738.04 715.518, 9920.004 737.985 737.171, 9987.182 741.858 749.392, 10055.824 758.847 770.954, 10118.24 799.965 783.698, 10115.293 870.355 799.564, 10075.752 930.414 792.291, 10008.604 993.428 777.377, 9937.364 1036.227 650.45, 9866.14 1063.712 526.034, 9796.64 1081.007 425.82, 9727.782 1084.361 290.198, 9675.243 1046.222 166.152, 9660.729 990.129 145.849</trace>
</ink>
</file>

<file path=ppt/ink/ink192.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9751.999 448.121 136.826, 9767.667 503.802 153.826, 9760.16 562.811 186.282, 9750.676 612.141 217.175, 9738.068 661.765 258.231, 9721.123 717.528 315.372, 9704.134 769.363 370.096, 9684.558 826.765 421.905, 9664.858 881.669 464.171, 9642.04 942.782 499.844, 9619.877 998.4 522.779, 9595.711 1053.51 544.202, 9567.65 1117.671 562.795, 9540.978 1175.132 565.378, 9512.902 1228.051 519.322, 9465.678 1234.717 220.492</trace>
</ink>
</file>

<file path=ppt/ink/ink193.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9633.341 442.475 136.826, 9609.295 495.261 203.68, 9620.265 547.895 271.28, 9641.051 603.718 192.562</trace>
</ink>
</file>

<file path=ppt/ink/ink194.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9822.629 920.941 136.826, 9797.505 967.379 327.51, 9844.457 960.591 454.136, 9842.98 911.979 90.112</trace>
</ink>
</file>

<file path=ppt/ink/ink195.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10360.828 596.318 136.826, 10418.525 551.876 667.47, 10484.839 559.471 781.558, 10549.294 598.315 805.579, 10581.959 671.529 822.378, 10568.639 749.305 827.762, 10533.287 824.559 842.085, 10480.006 898.722 851.383, 10419.716 964.588 853.428, 10357.188 1013.997 853.271, 10446.498 989.733 859.701, 10495.035 967.013 858.989, 10584.604 925.587 858.788, 10653.8 898.489 859.318, 10733.56 872.402 858.063, 10812.176 849.339 838.048</trace>
</ink>
</file>

<file path=ppt/ink/ink196.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8749.055 3128.375 136.826, 8797.507 3149.222 556.183, 8853.651 3143.706 646.23, 8917.915 3127.156 737.008, 8983.054 3105.983 765.272, 9054.507 3083.336 777.026, 9124.872 3069.411 790.243, 9202.444 3064.841 803.967, 9288.131 3071.199 812.356, 9335.519 3079.93 821.193, 9415.036 3099.245 842.501, 9495.817 3127.716 851.999, 9573.421 3154.162 855.031, 9656.327 3178.896 857.673, 9703.354 3190.671 859.919, 9750.614 3199.618 862.191, 9795.82 3205.635 863.545, 9880.203 3211.135 864.105, 9963.506 3209.784 863.392, 10050.964 3202.012 861.987, 10139.547 3186.34 859.048, 10226.054 3168.044 856.884, 10308.534 3152.32 857.705, 10392 3134.266 857.242, 10475.312 3117.182 855.861, 10560.539 3103.106 852.171, 10641.445 3092.559 848.537, 10721.208 3081.567 847.755, 10794.544 3071.93 843.465, 10876.037 3063.548 833.785, 10955.762 3057.187 829.363, 11034.279 3050.582 827.735, 11110.206 3041.942 825.014, 11186.671 3029.948 823.035, 11257.932 3019.754 821.625, 11333.407 3013.688 812.995, 11400.002 3038.011 627.256, 11445.584 3050.539 3.538</trace>
</ink>
</file>

<file path=ppt/ink/ink197.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11975.427 2764.233 140.79, 11990.694 2815.651 541.609, 12007.026 2887.377 715.585, 12017.277 2962.402 802.076, 12024.939 3049.345 830.117, 12031.177 3125.175 822.773, 12022.043 3073.256 366.847, 12016.014 3022.661 288.478, 12011.991 2976.302 204.111</trace>
</ink>
</file>

<file path=ppt/ink/ink198.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12012.153 2720.48 136.826, 12063.683 2777.425 330.616, 12105.625 2829.466 557.241, 12136.228 2874.899 646.556, 12132.027 2923.81 491.953, 12085.864 2956.318 467.077, 12032.541 2993.781 422.137, 11985.689 3045.337 423.39, 12032.685 3082.371 574.39, 12087.854 3086.936 574.159, 12137.237 3092.666 440.302, 12084.672 3149.576 408.647, 12046.701 3197.263 410.516, 12007.084 3248.479 412.762, 11965.851 3298.542 413.236, 11912.146 3352.687 408.065, 11866.157 3395.017 399.618, 11920.488 3374.874 597.784, 11978.358 3340.263 597.515, 12026.785 3304.93 608.277, 12076.981 3267.94 614.164, 12130.22 3239.461 598.049, 12166.313 3315.563 764.415, 12150.454 3390.041 799.034, 12133.168 3467.727 819.685, 12122.797 3513.225 826.544, 12105.673 3594.654 813.533, 12152.203 3547.708 145.387, 12175.526 3500.59 137.86, 12199.052 3450.329 136.826, 12230.627 3404.242 167.77</trace>
</ink>
</file>

<file path=ppt/ink/ink199.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11983.901 3500.986 136.826, 11964.14 3553.888 345.536, 11945.866 3605.947 360.242, 11922.669 3665.771 366.343, 11896.56 3723.081 362.71, 11866.029 3772.304 266.733</trace>
</ink>
</file>

<file path=ppt/ink/ink200.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11937.286 3585.67 136.826, 11988.735 3585.669 184.965, 12035.677 3594.364 315.614, 12092.644 3630.466 544.524, 12146.713 3686.015 731.334, 12196.374 3761.34 820.707, 12243.202 3840.153 845.953, 12282.573 3916.423 856.71, 12322.311 3996.548 867.768, 12380.759 4055.155 871.285, 12422.07 3979.292 766.798, 12434.002 3877.199 583.36, 12434.483 3807.785 482.708, 12428.001 3743.959 335.895, 12423.624 3698.385 56.949</trace>
</ink>
</file>

<file path=ppt/ink/ink201.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12394.967 3038.045 136.826, 12447.771 3002.793 423.705, 12514.922 2960.104 623.824, 12576.252 2945.989 582.538, 12618.158 2995.703 70.197</trace>
</ink>
</file>

<file path=ppt/ink/ink202.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12570.129 2977.355 136.826, 12552.608 3023.614 310.583, 12529.545 3084.446 358.775, 12501.484 3152.932 425.974, 12471.798 3217.655 511.228, 12440.332 3276.52 593.48, 12406.806 3331.25 649.956, 12369.823 3386.045 675.66, 12327.134 3431.333 180.561</trace>
</ink>
</file>

<file path=ppt/ink/ink203.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12481.136 3261.047 136.826, 12533.282 3212.917 293.594, 12595.708 3194.974 390.703, 12595.764 3250.5 143.345</trace>
</ink>
</file>

<file path=ppt/ink/ink204.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12434.52 3448.764 136.826, 12460.492 3508.646 295.799, 12479.683 3580.438 410.98, 12488.844 3629.969 465.001, 12494.348 3677.169 497.222, 12496.313 3728.975 507.829, 12464.824 3674.486 233.081</trace>
</ink>
</file>

<file path=ppt/ink/ink205.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12492.438 3427.593 136.826, 12541.87 3401.126 197.669, 12600.965 3387.137 379.06, 12648.092 3384.914 531.174, 12701.903 3391.983 633.877, 12750.781 3419.988 684.804, 12777.673 3478.849 708.44, 12768.179 3552.509 697.647, 12729.65 3623.32 635.468, 12657.896 3678.368 555.634, 12595.082 3703.353 413.887, 12548.634 3717.539 268.157, 12608.648 3683.909 253.069, 12658.904 3656.049 252.973, 12709.391 3625.783 214.083</trace>
</ink>
</file>

<file path=ppt/ink/ink206.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12523.514 3186.243 136.826, 12556.006 3241.766 324.246, 12591.038 3298.585 258.286</trace>
</ink>
</file>

<file path=ppt/ink/ink207.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12817.333 3179.186 136.826, 12866.643 3151.877 157.009, 12921.955 3117.124 385.934, 12969.158 3089 544.391, 13020.652 3057.725 661.394, 13082.449 3023.322 658.812, 13141.558 3000.068 468.43</trace>
</ink>
</file>

<file path=ppt/ink/ink208.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13003.796 2949.127 137.121, 13001.792 3000.617 355.214, 12993.455 3051.495 436.731, 12982.862 3100.385 500.77, 12970.446 3156.81 569.123, 12954.287 3226.968 662.869, 12940.435 3291.209 718.774, 12925.4 3357.77 760.78, 12914.19 3404.088 784.054, 12899.615 3460.646 796.645, 12884.132 3514.5 795.213, 12861.764 3590.973 741.79, 12847.892 3659.021 680.791, 12834.355 3705.582 513.869</trace>
</ink>
</file>

<file path=ppt/ink/ink209.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13013.685 3368.313 136.826, 13059.919 3414.208 303.351, 13091.895 3464.68 467.959, 13130.277 3537.926 701.509, 13164.673 3611.64 827.893, 13202.104 3686.603 868.625, 13260.046 3693.408 657.081, 13263.577 3646.937 326.63</trace>
</ink>
</file>

<file path=ppt/ink/ink210.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13324.456 2879.968 136.826, 13313.371 2939.744 366.875, 13299.227 2990.125 460.565, 13279.975 3052.202 567.293, 13261.962 3105.382 620.25, 13241.695 3161.418 651.784, 13209.46 3239.36 683.948, 13183.136 3303.075 676.628</trace>
</ink>
</file>

<file path=ppt/ink/ink211.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13390.848 3002.76 136.826, 13437.926 2989.173 246.436, 13486.68 2967.726 386.613, 13549.504 2945.168 427.964, 13554.822 2996.448 203.73, 13511.827 3045.228 157.603, 13460.016 3095.873 137.312, 13413.295 3147.348 184.373, 13442.762 3194.522 446.583, 13475.966 3260.332 492.438, 13493.119 3329.201 517.033, 13506.37 3381.057 613.749, 13529.57 3439.3 769.965, 13557.817 3506.698 833.243, 13568.09 3590.758 851.49, 13566.304 3667.567 856.256, 13555.316 3748.653 861.79, 13504.82 3811.842 859.075, 13418.962 3811.025 810.169, 13339.102 3769.508 759.81, 13296.398 3712.566 522.835, 13283.05 3656.425 267.895</trace>
</ink>
</file>

<file path=ppt/ink/ink212.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13308.917 3540.505 136.826, 13359.557 3492.761 137.953, 13407.068 3466.055 157.391, 13454.996 3441.403 198.088, 13510.812 3416.597 227.012, 13562.582 3392.582 198.895, 13611.813 3354.249 138.912</trace>
</ink>
</file>

<file path=ppt/ink/ink213.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13580.136 3300.566 136.826, 13604.798 3252.287 136.826, 13660.977 3201.953 195.059, 13709.311 3170.176 285.02, 13761.743 3145.024 349.583, 13819.267 3122.143 364.686, 13887.452 3096.182 361.884, 13934.144 3077.133 359.019, 13991.844 3052.147 335.392, 14037.123 3030.438 143.95</trace>
</ink>
</file>

<file path=ppt/ink/ink214.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13793.438 2977.355 136.826, 13847.967 3014.237 255.913, 13897.642 3032.019 283.313</trace>
</ink>
</file>

<file path=ppt/ink/ink215.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14026.517 2943.481 136.826, 13991.168 2990.052 259.491, 13967.78 3036.866 280.093, 13934.818 3097.796 283.49, 13902.441 3150.762 262.023, 13865.997 3201.386 240.196, 13821.164 3253.132 226.445, 13780.674 3299.81 175.219, 13731.99 3325.755 136.826, 13778.092 3308.642 174.728, 13828.062 3344.309 255.389, 13864.432 3404.245 372.164, 13887.277 3469.142 485.039, 13893.729 3528.079 522.148, 13903.391 3468.624 287.51, 13906.648 3421.364 215.942</trace>
</ink>
</file>

<file path=ppt/ink/ink216.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14013.803 3234.23 136.826, 14059.108 3226.704 138.764, 14114.509 3226.141 167.615, 14137.824 3276.269 236.139, 14114.484 3330.239 258.363, 14079.308 3381.858 263.95, 14031.77 3432.935 264.494, 13981.041 3475.735 261.595, 13920.264 3520.393 254.062, 13859.515 3555.832 242.306, 13810.279 3577.163 227.113, 13760.175 3600.73 211.689, 13778.523 3549.724 318.553, 13835.125 3508.256 312.775, 13893.335 3465.172 294.341, 13952.553 3423.192 257.062, 14002.033 3382.397 200.932, 14021.63 3335.96 115.381</trace>
</ink>
</file>

<file path=ppt/ink/ink217.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13977.075 3062.039 136.826, 13977.075 3117.312 136.826, 13977.077 3170.617 148.335, 13977.077 3233.43 230.935, 13972.09 3297.147 320.882, 13963.393 3344.865 372.025, 13952.579 3399.409 412.24, 13941.917 3450.244 463.767, 13930.272 3501.932 521.205, 13915.616 3567.232 610.541, 13899.034 3640.202 699.958, 13885.32 3702.22 710.215</trace>
</ink>
</file>

<file path=ppt/ink/ink218.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13991.2 3522.157 136.826, 14042.573 3570.983 288.084, 14082.893 3618.715 528.822, 14128.021 3667.97 750.577, 14177.126 3728.719 834.214, 14234.093 3789.468 857.158, 14241.507 3725.723 401.128, 14212.702 3658.745 353.379</trace>
</ink>
</file>

<file path=ppt/ink/ink219.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14359.89 2937.836 136.826, 14396.808 3007.701 522.236, 14408.63 3058.182 511.246, 14414.127 3108.491 472.138, 14409.379 3160.117 408.571, 14393.386 3206.046 292.975</trace>
</ink>
</file>

<file path=ppt/ink/ink220.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14227.105 3349.965 136.826, 14258.174 3297.777 210.88, 14306.821 3245.032 280.625, 14356.957 3197.48 294.081, 14402.217 3162.896 289.554, 14457.747 3126.119 274.068, 14508.562 3099.777 262.776, 14570.277 3075.517 250.26, 14618.543 3059.925 178.401, 14619.331 3106.905 280.321, 14601.22 3174.304 435.329, 14585.326 3236.566 508.982, 14572.105 3293.458 538.535, 14559.575 3342.63 550.951, 14543.449 3403.323 557.144, 14524.606 3465.661 543.309, 14496.8 3541.916 518.739, 14468.082 3604.172 503.275, 14433.11 3649.853 407.917</trace>
</ink>
</file>

<file path=ppt/ink/ink221.xml><?xml version="1.0" encoding="utf-8"?>
<ink xmlns="http://www.w3.org/2003/InkML">
  <definitions>
    <brush xml:id="br1">
      <brushProperty name="color" value="#000000"/>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14390.966 3362.668 136.826, 14450.926 3394.09 754.137, 14512.943 3448.891 851.917, 14578.767 3515.736 866.749, 14645.016 3570.395 870.329, 14710.443 3616.864 876.264, 14776.591 3660.792 878.231, 14800.85 3729.984 874.701, 14771.846 3672.108 210.841</trace>
</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357" name=""/>
        <p:cNvGrpSpPr/>
        <p:nvPr/>
      </p:nvGrpSpPr>
      <p:grpSpPr>
        <a:xfrm>
          <a:off x="0" y="0"/>
          <a:ext cx="0" cy="0"/>
          <a:chOff x="0" y="0"/>
          <a:chExt cx="0" cy="0"/>
        </a:xfrm>
      </p:grpSpPr>
      <p:sp>
        <p:nvSpPr>
          <p:cNvPr id="1050092" name="页眉占位符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altLang="en-US" lang="zh-CN"/>
          </a:p>
        </p:txBody>
      </p:sp>
      <p:sp>
        <p:nvSpPr>
          <p:cNvPr id="1050093" name="日期占位符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26FC42B4-C527-422B-AE10-95E0812FC803}" type="datetimeFigureOut">
              <a:rPr altLang="en-US" lang="zh-CN" smtClean="0"/>
              <a:t>2023/10/16</a:t>
            </a:fld>
            <a:endParaRPr altLang="en-US" lang="zh-CN"/>
          </a:p>
        </p:txBody>
      </p:sp>
      <p:sp>
        <p:nvSpPr>
          <p:cNvPr id="1050094" name="幻灯片图像占位符 3"/>
          <p:cNvSpPr>
            <a:spLocks noChangeAspect="1" noRot="1" noGrp="1"/>
          </p:cNvSpPr>
          <p:nvPr>
            <p:ph type="sldImg" idx="2"/>
          </p:nvPr>
        </p:nvSpPr>
        <p:spPr>
          <a:xfrm>
            <a:off x="1371600" y="1143000"/>
            <a:ext cx="4114800" cy="3086100"/>
          </a:xfrm>
          <a:prstGeom prst="rect"/>
          <a:noFill/>
          <a:ln w="12700">
            <a:solidFill>
              <a:prstClr val="black"/>
            </a:solidFill>
          </a:ln>
        </p:spPr>
        <p:txBody>
          <a:bodyPr anchor="ctr" bIns="45720" lIns="91440" rIns="91440" rtlCol="0" tIns="45720" vert="horz"/>
          <a:p>
            <a:endParaRPr altLang="en-US" lang="zh-CN"/>
          </a:p>
        </p:txBody>
      </p:sp>
      <p:sp>
        <p:nvSpPr>
          <p:cNvPr id="1050095" name="备注占位符 4"/>
          <p:cNvSpPr>
            <a:spLocks noGrp="1"/>
          </p:cNvSpPr>
          <p:nvPr>
            <p:ph type="body" sz="quarter" idx="3"/>
          </p:nvPr>
        </p:nvSpPr>
        <p:spPr>
          <a:xfrm>
            <a:off x="685800" y="4400550"/>
            <a:ext cx="5486400" cy="3600450"/>
          </a:xfrm>
          <a:prstGeom prst="rect"/>
        </p:spPr>
        <p:txBody>
          <a:bodyPr bIns="45720" lIns="91440" rIns="91440" rtlCol="0" tIns="45720" vert="horz"/>
          <a:p>
            <a:pPr lvl="0"/>
            <a:r>
              <a:rPr altLang="en-US" lang="zh-CN"/>
              <a:t>编辑母版文本样式</a:t>
            </a:r>
          </a:p>
          <a:p>
            <a:pPr lvl="1"/>
            <a:r>
              <a:rPr altLang="en-US" lang="zh-CN"/>
              <a:t>第二级</a:t>
            </a:r>
          </a:p>
          <a:p>
            <a:pPr lvl="2"/>
            <a:r>
              <a:rPr altLang="en-US" lang="zh-CN"/>
              <a:t>第三级</a:t>
            </a:r>
          </a:p>
          <a:p>
            <a:pPr lvl="3"/>
            <a:r>
              <a:rPr altLang="en-US" lang="zh-CN"/>
              <a:t>第四级</a:t>
            </a:r>
          </a:p>
          <a:p>
            <a:pPr lvl="4"/>
            <a:r>
              <a:rPr altLang="en-US" lang="zh-CN"/>
              <a:t>第五级</a:t>
            </a:r>
          </a:p>
        </p:txBody>
      </p:sp>
      <p:sp>
        <p:nvSpPr>
          <p:cNvPr id="1050096" name="页脚占位符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altLang="en-US" lang="zh-CN"/>
          </a:p>
        </p:txBody>
      </p:sp>
      <p:sp>
        <p:nvSpPr>
          <p:cNvPr id="1050097" name="灯片编号占位符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0EA6E240-8207-4724-A555-37D4B6326DBD}" type="slidenum">
              <a:rPr altLang="en-US" lang="zh-CN" smtClean="0"/>
              <a:t>‹#›</a:t>
            </a:fld>
            <a:endParaRPr altLang="en-US" lang="zh-C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90.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94.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11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10" name=""/>
        <p:cNvGrpSpPr/>
        <p:nvPr/>
      </p:nvGrpSpPr>
      <p:grpSpPr>
        <a:xfrm>
          <a:off x="0" y="0"/>
          <a:ext cx="0" cy="0"/>
          <a:chOff x="0" y="0"/>
          <a:chExt cx="0" cy="0"/>
        </a:xfrm>
      </p:grpSpPr>
      <p:sp>
        <p:nvSpPr>
          <p:cNvPr id="1048903" name="幻灯片图像占位符 1"/>
          <p:cNvSpPr>
            <a:spLocks noChangeAspect="1" noRot="1" noGrp="1" noTextEdit="1"/>
          </p:cNvSpPr>
          <p:nvPr>
            <p:ph type="sldImg"/>
          </p:nvPr>
        </p:nvSpPr>
        <p:spPr bwMode="auto">
          <a:xfrm>
            <a:off x="1371600" y="1143000"/>
            <a:ext cx="4114800" cy="3086100"/>
          </a:xfrm>
          <a:noFill/>
          <a:ln>
            <a:solidFill>
              <a:srgbClr val="000000"/>
            </a:solidFill>
            <a:miter lim="800000"/>
            <a:headEnd/>
            <a:tailEnd/>
          </a:ln>
        </p:spPr>
      </p:sp>
      <p:sp>
        <p:nvSpPr>
          <p:cNvPr id="1048904" name="备注占位符 2"/>
          <p:cNvSpPr>
            <a:spLocks noGrp="1"/>
          </p:cNvSpPr>
          <p:nvPr>
            <p:ph type="body" idx="1"/>
          </p:nvPr>
        </p:nvSpPr>
        <p:spPr bwMode="auto">
          <a:noFill/>
        </p:spPr>
        <p:txBody>
          <a:bodyPr anchor="t" anchorCtr="0" compatLnSpc="1" numCol="1" wrap="square">
            <a:prstTxWarp prst="textNoShape"/>
          </a:bodyPr>
          <a:p>
            <a:pPr eaLnBrk="1" hangingPunct="1">
              <a:spcBef>
                <a:spcPct val="0"/>
              </a:spcBef>
            </a:pPr>
            <a:endParaRPr altLang="en-US" lang="zh-CN"/>
          </a:p>
        </p:txBody>
      </p:sp>
      <p:sp>
        <p:nvSpPr>
          <p:cNvPr id="1048905" name="灯片编号占位符 3"/>
          <p:cNvSpPr>
            <a:spLocks noGrp="1"/>
          </p:cNvSpPr>
          <p:nvPr>
            <p:ph type="sldNum" sz="quarter" idx="5"/>
          </p:nvPr>
        </p:nvSpPr>
        <p:spPr bwMode="auto">
          <a:noFill/>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indent="-285750" marL="742950">
              <a:spcBef>
                <a:spcPct val="30000"/>
              </a:spcBef>
              <a:defRPr sz="1200">
                <a:solidFill>
                  <a:schemeClr val="tx1"/>
                </a:solidFill>
                <a:latin typeface="Calibri" panose="020F0502020204030204" pitchFamily="34" charset="0"/>
                <a:ea typeface="宋体" panose="02010600030101010101" pitchFamily="2" charset="-122"/>
              </a:defRPr>
            </a:lvl2pPr>
            <a:lvl3pPr indent="-228600" marL="1143000">
              <a:spcBef>
                <a:spcPct val="30000"/>
              </a:spcBef>
              <a:defRPr sz="1200">
                <a:solidFill>
                  <a:schemeClr val="tx1"/>
                </a:solidFill>
                <a:latin typeface="Calibri" panose="020F0502020204030204" pitchFamily="34" charset="0"/>
                <a:ea typeface="宋体" panose="02010600030101010101" pitchFamily="2" charset="-122"/>
              </a:defRPr>
            </a:lvl3pPr>
            <a:lvl4pPr indent="-228600" marL="1600200">
              <a:spcBef>
                <a:spcPct val="30000"/>
              </a:spcBef>
              <a:defRPr sz="1200">
                <a:solidFill>
                  <a:schemeClr val="tx1"/>
                </a:solidFill>
                <a:latin typeface="Calibri" panose="020F0502020204030204" pitchFamily="34" charset="0"/>
                <a:ea typeface="宋体" panose="02010600030101010101" pitchFamily="2" charset="-122"/>
              </a:defRPr>
            </a:lvl4pPr>
            <a:lvl5pPr indent="-228600" marL="2057400">
              <a:spcBef>
                <a:spcPct val="30000"/>
              </a:spcBef>
              <a:defRPr sz="1200">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0C951D2A-DAA9-4B7E-B83B-F6812BB9BB9C}" type="slidenum">
              <a:rPr altLang="en-US" lang="zh-CN" smtClean="0">
                <a:latin typeface="Arial" panose="020B0604020202020204" pitchFamily="34" charset="0"/>
              </a:rPr>
              <a:pPr>
                <a:spcBef>
                  <a:spcPct val="0"/>
                </a:spcBef>
              </a:pPr>
              <a:t>25</a:t>
            </a:fld>
            <a:endParaRPr altLang="en-US" lang="zh-C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32" name=""/>
        <p:cNvGrpSpPr/>
        <p:nvPr/>
      </p:nvGrpSpPr>
      <p:grpSpPr>
        <a:xfrm>
          <a:off x="0" y="0"/>
          <a:ext cx="0" cy="0"/>
          <a:chOff x="0" y="0"/>
          <a:chExt cx="0" cy="0"/>
        </a:xfrm>
      </p:grpSpPr>
      <p:sp>
        <p:nvSpPr>
          <p:cNvPr id="1048950" name="幻灯片图像占位符 1"/>
          <p:cNvSpPr>
            <a:spLocks noChangeAspect="1" noRot="1" noGrp="1" noChangeArrowheads="1" noTextEdit="1"/>
          </p:cNvSpPr>
          <p:nvPr>
            <p:ph type="sldImg"/>
          </p:nvPr>
        </p:nvSpPr>
        <p:spPr bwMode="auto">
          <a:xfrm>
            <a:off x="1371600" y="1143000"/>
            <a:ext cx="4114800" cy="3086100"/>
          </a:xfrm>
          <a:noFill/>
          <a:ln>
            <a:solidFill>
              <a:srgbClr val="000000"/>
            </a:solidFill>
            <a:miter lim="800000"/>
            <a:headEnd/>
            <a:tailEnd/>
          </a:ln>
        </p:spPr>
      </p:sp>
      <p:sp>
        <p:nvSpPr>
          <p:cNvPr id="1048951" name="备注占位符 2"/>
          <p:cNvSpPr>
            <a:spLocks noGrp="1" noChangeArrowheads="1"/>
          </p:cNvSpPr>
          <p:nvPr>
            <p:ph type="body" idx="1"/>
          </p:nvPr>
        </p:nvSpPr>
        <p:spPr bwMode="auto">
          <a:noFill/>
        </p:spPr>
        <p:txBody>
          <a:bodyPr anchor="t" anchorCtr="0" compatLnSpc="1" numCol="1" wrap="square">
            <a:prstTxWarp prst="textNoShape"/>
          </a:bodyPr>
          <a:p>
            <a:endParaRPr altLang="en-US" lang="zh-CN"/>
          </a:p>
        </p:txBody>
      </p:sp>
      <p:sp>
        <p:nvSpPr>
          <p:cNvPr id="1048952" name="灯片编号占位符 3"/>
          <p:cNvSpPr>
            <a:spLocks noGrp="1" noChangeArrowheads="1"/>
          </p:cNvSpPr>
          <p:nvPr>
            <p:ph type="sldNum" sz="quarter" idx="5"/>
          </p:nvPr>
        </p:nvSpPr>
        <p:spPr bwMode="auto">
          <a:noFill/>
        </p:spPr>
        <p:txBody>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BDE247A-FF1B-47AB-B7D5-545D022F8443}" type="slidenum">
              <a:rPr altLang="en-US" lang="zh-CN" smtClean="0"/>
              <a:t>44</a:t>
            </a:fld>
            <a:endParaRPr altLang="en-US" 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38" name=""/>
        <p:cNvGrpSpPr/>
        <p:nvPr/>
      </p:nvGrpSpPr>
      <p:grpSpPr>
        <a:xfrm>
          <a:off x="0" y="0"/>
          <a:ext cx="0" cy="0"/>
          <a:chOff x="0" y="0"/>
          <a:chExt cx="0" cy="0"/>
        </a:xfrm>
      </p:grpSpPr>
      <p:sp>
        <p:nvSpPr>
          <p:cNvPr id="1049354" name="幻灯片图像占位符 1"/>
          <p:cNvSpPr>
            <a:spLocks noChangeAspect="1" noRot="1" noGrp="1"/>
          </p:cNvSpPr>
          <p:nvPr>
            <p:ph type="sldImg"/>
          </p:nvPr>
        </p:nvSpPr>
        <p:spPr/>
      </p:sp>
      <p:sp>
        <p:nvSpPr>
          <p:cNvPr id="1049355" name="备注占位符 2"/>
          <p:cNvSpPr>
            <a:spLocks noGrp="1"/>
          </p:cNvSpPr>
          <p:nvPr>
            <p:ph type="body" idx="1"/>
          </p:nvPr>
        </p:nvSpPr>
        <p:spPr/>
        <p:txBody>
          <a:bodyPr/>
          <a:p>
            <a:endParaRPr altLang="en-US" dirty="0" lang="zh-CN"/>
          </a:p>
        </p:txBody>
      </p:sp>
      <p:sp>
        <p:nvSpPr>
          <p:cNvPr id="1049356" name="灯片编号占位符 3"/>
          <p:cNvSpPr>
            <a:spLocks noGrp="1"/>
          </p:cNvSpPr>
          <p:nvPr>
            <p:ph type="sldNum" sz="quarter" idx="5"/>
          </p:nvPr>
        </p:nvSpPr>
        <p:spPr/>
        <p:txBody>
          <a:bodyPr/>
          <a:p>
            <a:fld id="{0EA6E240-8207-4724-A555-37D4B6326DBD}" type="slidenum">
              <a:rPr altLang="en-US" lang="zh-CN" smtClean="0"/>
              <a:t>46</a:t>
            </a:fld>
            <a:endParaRPr altLang="en-US" 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62" name=""/>
        <p:cNvGrpSpPr/>
        <p:nvPr/>
      </p:nvGrpSpPr>
      <p:grpSpPr>
        <a:xfrm>
          <a:off x="0" y="0"/>
          <a:ext cx="0" cy="0"/>
          <a:chOff x="0" y="0"/>
          <a:chExt cx="0" cy="0"/>
        </a:xfrm>
      </p:grpSpPr>
      <p:sp>
        <p:nvSpPr>
          <p:cNvPr id="1049447" name="幻灯片图像占位符 1"/>
          <p:cNvSpPr>
            <a:spLocks noChangeAspect="1" noRot="1" noGrp="1" noTextEdit="1"/>
          </p:cNvSpPr>
          <p:nvPr>
            <p:ph type="sldImg"/>
          </p:nvPr>
        </p:nvSpPr>
        <p:spPr bwMode="auto">
          <a:xfrm>
            <a:off x="1371600" y="1143000"/>
            <a:ext cx="4114800" cy="3086100"/>
          </a:xfrm>
          <a:noFill/>
          <a:ln>
            <a:solidFill>
              <a:srgbClr val="000000"/>
            </a:solidFill>
            <a:miter lim="800000"/>
            <a:headEnd/>
            <a:tailEnd/>
          </a:ln>
        </p:spPr>
      </p:sp>
      <p:sp>
        <p:nvSpPr>
          <p:cNvPr id="1049448" name="备注占位符 2"/>
          <p:cNvSpPr>
            <a:spLocks noGrp="1"/>
          </p:cNvSpPr>
          <p:nvPr>
            <p:ph type="body" idx="1"/>
          </p:nvPr>
        </p:nvSpPr>
        <p:spPr bwMode="auto">
          <a:noFill/>
        </p:spPr>
        <p:txBody>
          <a:bodyPr anchor="t" anchorCtr="0" compatLnSpc="1" numCol="1" wrap="square">
            <a:prstTxWarp prst="textNoShape"/>
          </a:bodyPr>
          <a:p>
            <a:pPr eaLnBrk="1" hangingPunct="1">
              <a:spcBef>
                <a:spcPct val="0"/>
              </a:spcBef>
            </a:pPr>
            <a:endParaRPr altLang="en-US" lang="zh-CN"/>
          </a:p>
        </p:txBody>
      </p:sp>
      <p:sp>
        <p:nvSpPr>
          <p:cNvPr id="1049449" name="灯片编号占位符 3"/>
          <p:cNvSpPr>
            <a:spLocks noGrp="1"/>
          </p:cNvSpPr>
          <p:nvPr>
            <p:ph type="sldNum" sz="quarter" idx="5"/>
          </p:nvPr>
        </p:nvSpPr>
        <p:spPr bwMode="auto">
          <a:noFill/>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indent="-285750" marL="742950">
              <a:spcBef>
                <a:spcPct val="30000"/>
              </a:spcBef>
              <a:defRPr sz="1200">
                <a:solidFill>
                  <a:schemeClr val="tx1"/>
                </a:solidFill>
                <a:latin typeface="Calibri" panose="020F0502020204030204" pitchFamily="34" charset="0"/>
                <a:ea typeface="宋体" panose="02010600030101010101" pitchFamily="2" charset="-122"/>
              </a:defRPr>
            </a:lvl2pPr>
            <a:lvl3pPr indent="-228600" marL="1143000">
              <a:spcBef>
                <a:spcPct val="30000"/>
              </a:spcBef>
              <a:defRPr sz="1200">
                <a:solidFill>
                  <a:schemeClr val="tx1"/>
                </a:solidFill>
                <a:latin typeface="Calibri" panose="020F0502020204030204" pitchFamily="34" charset="0"/>
                <a:ea typeface="宋体" panose="02010600030101010101" pitchFamily="2" charset="-122"/>
              </a:defRPr>
            </a:lvl3pPr>
            <a:lvl4pPr indent="-228600" marL="1600200">
              <a:spcBef>
                <a:spcPct val="30000"/>
              </a:spcBef>
              <a:defRPr sz="1200">
                <a:solidFill>
                  <a:schemeClr val="tx1"/>
                </a:solidFill>
                <a:latin typeface="Calibri" panose="020F0502020204030204" pitchFamily="34" charset="0"/>
                <a:ea typeface="宋体" panose="02010600030101010101" pitchFamily="2" charset="-122"/>
              </a:defRPr>
            </a:lvl4pPr>
            <a:lvl5pPr indent="-228600" marL="2057400">
              <a:spcBef>
                <a:spcPct val="30000"/>
              </a:spcBef>
              <a:defRPr sz="1200">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E23D035F-006B-4D86-8226-399BCC1C8F58}" type="slidenum">
              <a:rPr altLang="en-US" lang="zh-CN" smtClean="0">
                <a:latin typeface="Arial" panose="020B0604020202020204" pitchFamily="34" charset="0"/>
              </a:rPr>
              <a:pPr>
                <a:spcBef>
                  <a:spcPct val="0"/>
                </a:spcBef>
              </a:pPr>
              <a:t>67</a:t>
            </a:fld>
            <a:endParaRPr altLang="en-US" lang="zh-CN">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85" name=""/>
        <p:cNvGrpSpPr/>
        <p:nvPr/>
      </p:nvGrpSpPr>
      <p:grpSpPr>
        <a:xfrm>
          <a:off x="0" y="0"/>
          <a:ext cx="0" cy="0"/>
          <a:chOff x="0" y="0"/>
          <a:chExt cx="0" cy="0"/>
        </a:xfrm>
      </p:grpSpPr>
      <p:sp>
        <p:nvSpPr>
          <p:cNvPr id="1049538" name="幻灯片图像占位符 1"/>
          <p:cNvSpPr>
            <a:spLocks noChangeAspect="1" noRot="1" noGrp="1" noTextEdit="1"/>
          </p:cNvSpPr>
          <p:nvPr>
            <p:ph type="sldImg"/>
          </p:nvPr>
        </p:nvSpPr>
        <p:spPr bwMode="auto">
          <a:xfrm>
            <a:off x="1371600" y="1143000"/>
            <a:ext cx="4114800" cy="3086100"/>
          </a:xfrm>
          <a:noFill/>
          <a:ln>
            <a:solidFill>
              <a:srgbClr val="000000"/>
            </a:solidFill>
            <a:miter lim="800000"/>
            <a:headEnd/>
            <a:tailEnd/>
          </a:ln>
        </p:spPr>
      </p:sp>
      <p:sp>
        <p:nvSpPr>
          <p:cNvPr id="1049539" name="备注占位符 2"/>
          <p:cNvSpPr>
            <a:spLocks noGrp="1"/>
          </p:cNvSpPr>
          <p:nvPr>
            <p:ph type="body" idx="1"/>
          </p:nvPr>
        </p:nvSpPr>
        <p:spPr bwMode="auto">
          <a:noFill/>
        </p:spPr>
        <p:txBody>
          <a:bodyPr anchor="t" anchorCtr="0" compatLnSpc="1" numCol="1" wrap="square">
            <a:prstTxWarp prst="textNoShape"/>
          </a:bodyPr>
          <a:p>
            <a:pPr eaLnBrk="1" hangingPunct="1">
              <a:spcBef>
                <a:spcPct val="0"/>
              </a:spcBef>
            </a:pPr>
            <a:endParaRPr altLang="en-US" lang="zh-CN"/>
          </a:p>
        </p:txBody>
      </p:sp>
      <p:sp>
        <p:nvSpPr>
          <p:cNvPr id="1049540" name="灯片编号占位符 3"/>
          <p:cNvSpPr>
            <a:spLocks noGrp="1"/>
          </p:cNvSpPr>
          <p:nvPr>
            <p:ph type="sldNum" sz="quarter" idx="5"/>
          </p:nvPr>
        </p:nvSpPr>
        <p:spPr bwMode="auto">
          <a:noFill/>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indent="-285750" marL="742950">
              <a:spcBef>
                <a:spcPct val="30000"/>
              </a:spcBef>
              <a:defRPr sz="1200">
                <a:solidFill>
                  <a:schemeClr val="tx1"/>
                </a:solidFill>
                <a:latin typeface="Calibri" panose="020F0502020204030204" pitchFamily="34" charset="0"/>
                <a:ea typeface="宋体" panose="02010600030101010101" pitchFamily="2" charset="-122"/>
              </a:defRPr>
            </a:lvl2pPr>
            <a:lvl3pPr indent="-228600" marL="1143000">
              <a:spcBef>
                <a:spcPct val="30000"/>
              </a:spcBef>
              <a:defRPr sz="1200">
                <a:solidFill>
                  <a:schemeClr val="tx1"/>
                </a:solidFill>
                <a:latin typeface="Calibri" panose="020F0502020204030204" pitchFamily="34" charset="0"/>
                <a:ea typeface="宋体" panose="02010600030101010101" pitchFamily="2" charset="-122"/>
              </a:defRPr>
            </a:lvl3pPr>
            <a:lvl4pPr indent="-228600" marL="1600200">
              <a:spcBef>
                <a:spcPct val="30000"/>
              </a:spcBef>
              <a:defRPr sz="1200">
                <a:solidFill>
                  <a:schemeClr val="tx1"/>
                </a:solidFill>
                <a:latin typeface="Calibri" panose="020F0502020204030204" pitchFamily="34" charset="0"/>
                <a:ea typeface="宋体" panose="02010600030101010101" pitchFamily="2" charset="-122"/>
              </a:defRPr>
            </a:lvl4pPr>
            <a:lvl5pPr indent="-228600" marL="2057400">
              <a:spcBef>
                <a:spcPct val="30000"/>
              </a:spcBef>
              <a:defRPr sz="1200">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42AFAE6-B011-45B0-8C97-2B9700C0D8FA}" type="slidenum">
              <a:rPr altLang="en-US" lang="zh-CN" smtClean="0">
                <a:latin typeface="Arial" panose="020B0604020202020204" pitchFamily="34" charset="0"/>
              </a:rPr>
              <a:pPr>
                <a:spcBef>
                  <a:spcPct val="0"/>
                </a:spcBef>
              </a:pPr>
              <a:t>84</a:t>
            </a:fld>
            <a:endParaRPr altLang="en-US" lang="zh-CN">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305" name=""/>
        <p:cNvGrpSpPr/>
        <p:nvPr/>
      </p:nvGrpSpPr>
      <p:grpSpPr>
        <a:xfrm>
          <a:off x="0" y="0"/>
          <a:ext cx="0" cy="0"/>
          <a:chOff x="0" y="0"/>
          <a:chExt cx="0" cy="0"/>
        </a:xfrm>
      </p:grpSpPr>
      <p:sp>
        <p:nvSpPr>
          <p:cNvPr id="1049750" name="幻灯片图像占位符 1"/>
          <p:cNvSpPr>
            <a:spLocks noChangeAspect="1" noRot="1" noGrp="1" noTextEdit="1"/>
          </p:cNvSpPr>
          <p:nvPr>
            <p:ph type="sldImg"/>
          </p:nvPr>
        </p:nvSpPr>
        <p:spPr bwMode="auto">
          <a:xfrm>
            <a:off x="1371600" y="1143000"/>
            <a:ext cx="4114800" cy="3086100"/>
          </a:xfrm>
          <a:noFill/>
          <a:ln>
            <a:solidFill>
              <a:srgbClr val="000000"/>
            </a:solidFill>
            <a:miter lim="800000"/>
            <a:headEnd/>
            <a:tailEnd/>
          </a:ln>
        </p:spPr>
      </p:sp>
      <p:sp>
        <p:nvSpPr>
          <p:cNvPr id="1049751" name="备注占位符 2"/>
          <p:cNvSpPr>
            <a:spLocks noGrp="1"/>
          </p:cNvSpPr>
          <p:nvPr>
            <p:ph type="body" idx="1"/>
          </p:nvPr>
        </p:nvSpPr>
        <p:spPr bwMode="auto">
          <a:noFill/>
        </p:spPr>
        <p:txBody>
          <a:bodyPr anchor="t" anchorCtr="0" compatLnSpc="1" numCol="1" wrap="square">
            <a:prstTxWarp prst="textNoShape"/>
          </a:bodyPr>
          <a:p>
            <a:pPr eaLnBrk="1" hangingPunct="1"/>
            <a:endParaRPr altLang="en-US" lang="zh-CN"/>
          </a:p>
        </p:txBody>
      </p:sp>
      <p:sp>
        <p:nvSpPr>
          <p:cNvPr id="1049752" name="灯片编号占位符 3"/>
          <p:cNvSpPr>
            <a:spLocks noGrp="1"/>
          </p:cNvSpPr>
          <p:nvPr>
            <p:ph type="sldNum" sz="quarter" idx="5"/>
          </p:nvPr>
        </p:nvSpPr>
        <p:spPr bwMode="auto">
          <a:noFill/>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indent="-285750" marL="742950">
              <a:spcBef>
                <a:spcPct val="30000"/>
              </a:spcBef>
              <a:defRPr sz="1200">
                <a:solidFill>
                  <a:schemeClr val="tx1"/>
                </a:solidFill>
                <a:latin typeface="Calibri" panose="020F0502020204030204" pitchFamily="34" charset="0"/>
                <a:ea typeface="宋体" panose="02010600030101010101" pitchFamily="2" charset="-122"/>
              </a:defRPr>
            </a:lvl2pPr>
            <a:lvl3pPr indent="-228600" marL="1143000">
              <a:spcBef>
                <a:spcPct val="30000"/>
              </a:spcBef>
              <a:defRPr sz="1200">
                <a:solidFill>
                  <a:schemeClr val="tx1"/>
                </a:solidFill>
                <a:latin typeface="Calibri" panose="020F0502020204030204" pitchFamily="34" charset="0"/>
                <a:ea typeface="宋体" panose="02010600030101010101" pitchFamily="2" charset="-122"/>
              </a:defRPr>
            </a:lvl3pPr>
            <a:lvl4pPr indent="-228600" marL="1600200">
              <a:spcBef>
                <a:spcPct val="30000"/>
              </a:spcBef>
              <a:defRPr sz="1200">
                <a:solidFill>
                  <a:schemeClr val="tx1"/>
                </a:solidFill>
                <a:latin typeface="Calibri" panose="020F0502020204030204" pitchFamily="34" charset="0"/>
                <a:ea typeface="宋体" panose="02010600030101010101" pitchFamily="2" charset="-122"/>
              </a:defRPr>
            </a:lvl4pPr>
            <a:lvl5pPr indent="-228600" marL="2057400">
              <a:spcBef>
                <a:spcPct val="30000"/>
              </a:spcBef>
              <a:defRPr sz="1200">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3D0DFB6A-FAD2-4DE3-A5A4-E0224CA544A0}" type="slidenum">
              <a:rPr altLang="en-US" lang="zh-CN" smtClean="0">
                <a:latin typeface="Arial" panose="020B0604020202020204" pitchFamily="34" charset="0"/>
              </a:rPr>
              <a:pPr>
                <a:spcBef>
                  <a:spcPct val="0"/>
                </a:spcBef>
              </a:pPr>
              <a:t>90</a:t>
            </a:fld>
            <a:endParaRPr altLang="en-US" lang="zh-CN">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313" name=""/>
        <p:cNvGrpSpPr/>
        <p:nvPr/>
      </p:nvGrpSpPr>
      <p:grpSpPr>
        <a:xfrm>
          <a:off x="0" y="0"/>
          <a:ext cx="0" cy="0"/>
          <a:chOff x="0" y="0"/>
          <a:chExt cx="0" cy="0"/>
        </a:xfrm>
      </p:grpSpPr>
      <p:sp>
        <p:nvSpPr>
          <p:cNvPr id="1049914" name="幻灯片图像占位符 1"/>
          <p:cNvSpPr>
            <a:spLocks noChangeAspect="1" noRot="1" noGrp="1"/>
          </p:cNvSpPr>
          <p:nvPr>
            <p:ph type="sldImg"/>
          </p:nvPr>
        </p:nvSpPr>
        <p:spPr/>
      </p:sp>
      <p:sp>
        <p:nvSpPr>
          <p:cNvPr id="1049915" name="备注占位符 2"/>
          <p:cNvSpPr>
            <a:spLocks noGrp="1"/>
          </p:cNvSpPr>
          <p:nvPr>
            <p:ph type="body" idx="1"/>
          </p:nvPr>
        </p:nvSpPr>
        <p:spPr/>
        <p:txBody>
          <a:bodyPr/>
          <a:p>
            <a:endParaRPr altLang="en-US" dirty="0" lang="zh-CN"/>
          </a:p>
        </p:txBody>
      </p:sp>
      <p:sp>
        <p:nvSpPr>
          <p:cNvPr id="1049916" name="灯片编号占位符 3"/>
          <p:cNvSpPr>
            <a:spLocks noGrp="1"/>
          </p:cNvSpPr>
          <p:nvPr>
            <p:ph type="sldNum" sz="quarter" idx="5"/>
          </p:nvPr>
        </p:nvSpPr>
        <p:spPr/>
        <p:txBody>
          <a:bodyPr/>
          <a:p>
            <a:fld id="{0EA6E240-8207-4724-A555-37D4B6326DBD}" type="slidenum">
              <a:rPr altLang="en-US" lang="zh-CN" smtClean="0"/>
              <a:t>94</a:t>
            </a:fld>
            <a:endParaRPr altLang="en-US" 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329" name=""/>
        <p:cNvGrpSpPr/>
        <p:nvPr/>
      </p:nvGrpSpPr>
      <p:grpSpPr>
        <a:xfrm>
          <a:off x="0" y="0"/>
          <a:ext cx="0" cy="0"/>
          <a:chOff x="0" y="0"/>
          <a:chExt cx="0" cy="0"/>
        </a:xfrm>
      </p:grpSpPr>
      <p:sp>
        <p:nvSpPr>
          <p:cNvPr id="1050016" name="幻灯片图像占位符 1"/>
          <p:cNvSpPr>
            <a:spLocks noChangeAspect="1" noRot="1" noGrp="1"/>
          </p:cNvSpPr>
          <p:nvPr>
            <p:ph type="sldImg"/>
          </p:nvPr>
        </p:nvSpPr>
        <p:spPr/>
      </p:sp>
      <p:sp>
        <p:nvSpPr>
          <p:cNvPr id="1050017" name="备注占位符 2"/>
          <p:cNvSpPr>
            <a:spLocks noGrp="1"/>
          </p:cNvSpPr>
          <p:nvPr>
            <p:ph type="body" idx="1"/>
          </p:nvPr>
        </p:nvSpPr>
        <p:spPr/>
        <p:txBody>
          <a:bodyPr/>
          <a:p>
            <a:endParaRPr altLang="en-US" dirty="0" lang="zh-CN"/>
          </a:p>
        </p:txBody>
      </p:sp>
      <p:sp>
        <p:nvSpPr>
          <p:cNvPr id="1050018" name="灯片编号占位符 3"/>
          <p:cNvSpPr>
            <a:spLocks noGrp="1"/>
          </p:cNvSpPr>
          <p:nvPr>
            <p:ph type="sldNum" sz="quarter" idx="5"/>
          </p:nvPr>
        </p:nvSpPr>
        <p:spPr/>
        <p:txBody>
          <a:bodyPr/>
          <a:p>
            <a:fld id="{0EA6E240-8207-4724-A555-37D4B6326DBD}" type="slidenum">
              <a:rPr altLang="en-US" lang="zh-CN" smtClean="0"/>
              <a:t>114</a:t>
            </a:fld>
            <a:endParaRPr altLang="en-US" 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标题幻灯片">
    <p:spTree>
      <p:nvGrpSpPr>
        <p:cNvPr id="184" name=""/>
        <p:cNvGrpSpPr/>
        <p:nvPr/>
      </p:nvGrpSpPr>
      <p:grpSpPr>
        <a:xfrm>
          <a:off x="0" y="0"/>
          <a:ext cx="0" cy="0"/>
          <a:chOff x="0" y="0"/>
          <a:chExt cx="0" cy="0"/>
        </a:xfrm>
      </p:grpSpPr>
      <p:sp>
        <p:nvSpPr>
          <p:cNvPr id="1048728" name="Title 1"/>
          <p:cNvSpPr>
            <a:spLocks noGrp="1"/>
          </p:cNvSpPr>
          <p:nvPr>
            <p:ph type="ctrTitle"/>
          </p:nvPr>
        </p:nvSpPr>
        <p:spPr>
          <a:xfrm>
            <a:off x="685800" y="1122363"/>
            <a:ext cx="7772400" cy="2387600"/>
          </a:xfrm>
        </p:spPr>
        <p:txBody>
          <a:bodyPr anchor="b"/>
          <a:lstStyle>
            <a:lvl1pPr algn="ctr">
              <a:defRPr sz="6000"/>
            </a:lvl1pPr>
          </a:lstStyle>
          <a:p>
            <a:r>
              <a:rPr altLang="en-US" lang="zh-CN"/>
              <a:t>单击此处编辑母版标题样式</a:t>
            </a:r>
            <a:endParaRPr dirty="0" lang="en-US"/>
          </a:p>
        </p:txBody>
      </p:sp>
      <p:sp>
        <p:nvSpPr>
          <p:cNvPr id="1048729" name="Subtitle 2"/>
          <p:cNvSpPr>
            <a:spLocks noGrp="1"/>
          </p:cNvSpPr>
          <p:nvPr>
            <p:ph type="subTitle" idx="1"/>
          </p:nvPr>
        </p:nvSpPr>
        <p:spPr>
          <a:xfrm>
            <a:off x="1143000" y="3602038"/>
            <a:ext cx="6858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altLang="en-US" lang="zh-CN"/>
              <a:t>单击此处编辑母版副标题样式</a:t>
            </a:r>
            <a:endParaRPr dirty="0" lang="en-US"/>
          </a:p>
        </p:txBody>
      </p:sp>
      <p:sp>
        <p:nvSpPr>
          <p:cNvPr id="1048730" name="Date Placeholder 3"/>
          <p:cNvSpPr>
            <a:spLocks noGrp="1"/>
          </p:cNvSpPr>
          <p:nvPr>
            <p:ph type="dt" sz="half" idx="10"/>
          </p:nvPr>
        </p:nvSpPr>
        <p:spPr/>
        <p:txBody>
          <a:bodyPr/>
          <a:p>
            <a:fld id="{E8674AD7-F605-4ED4-A25F-20F9F2658648}" type="datetimeFigureOut">
              <a:rPr altLang="en-US" lang="zh-CN" smtClean="0"/>
              <a:t>2023/10/16</a:t>
            </a:fld>
            <a:endParaRPr altLang="en-US" lang="zh-CN"/>
          </a:p>
        </p:txBody>
      </p:sp>
      <p:sp>
        <p:nvSpPr>
          <p:cNvPr id="1048731" name="Footer Placeholder 4"/>
          <p:cNvSpPr>
            <a:spLocks noGrp="1"/>
          </p:cNvSpPr>
          <p:nvPr>
            <p:ph type="ftr" sz="quarter" idx="11"/>
          </p:nvPr>
        </p:nvSpPr>
        <p:spPr/>
        <p:txBody>
          <a:bodyPr/>
          <a:p>
            <a:endParaRPr altLang="en-US" lang="zh-CN"/>
          </a:p>
        </p:txBody>
      </p:sp>
      <p:sp>
        <p:nvSpPr>
          <p:cNvPr id="1048732" name="Slide Number Placeholder 5"/>
          <p:cNvSpPr>
            <a:spLocks noGrp="1"/>
          </p:cNvSpPr>
          <p:nvPr>
            <p:ph type="sldNum" sz="quarter" idx="12"/>
          </p:nvPr>
        </p:nvSpPr>
        <p:spPr/>
        <p:txBody>
          <a:bodyPr/>
          <a:p>
            <a:fld id="{360B774C-7AB6-4DF8-A777-36C3E84B2343}" type="slidenum">
              <a:rPr altLang="en-US" lang="zh-CN" smtClean="0"/>
              <a:t>‹#›</a:t>
            </a:fld>
            <a:endParaRPr altLang="en-US"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标题和内容">
    <p:spTree>
      <p:nvGrpSpPr>
        <p:cNvPr id="131" name=""/>
        <p:cNvGrpSpPr/>
        <p:nvPr/>
      </p:nvGrpSpPr>
      <p:grpSpPr>
        <a:xfrm>
          <a:off x="0" y="0"/>
          <a:ext cx="0" cy="0"/>
          <a:chOff x="0" y="0"/>
          <a:chExt cx="0" cy="0"/>
        </a:xfrm>
      </p:grpSpPr>
      <p:sp>
        <p:nvSpPr>
          <p:cNvPr id="1048581" name="Title 1"/>
          <p:cNvSpPr>
            <a:spLocks noGrp="1"/>
          </p:cNvSpPr>
          <p:nvPr>
            <p:ph type="title"/>
          </p:nvPr>
        </p:nvSpPr>
        <p:spPr/>
        <p:txBody>
          <a:bodyPr/>
          <a:p>
            <a:r>
              <a:rPr altLang="en-US" lang="zh-CN"/>
              <a:t>单击此处编辑母版标题样式</a:t>
            </a:r>
            <a:endParaRPr dirty="0" lang="en-US"/>
          </a:p>
        </p:txBody>
      </p:sp>
      <p:sp>
        <p:nvSpPr>
          <p:cNvPr id="1048582" name="Content Placeholder 2"/>
          <p:cNvSpPr>
            <a:spLocks noGrp="1"/>
          </p:cNvSpPr>
          <p:nvPr>
            <p:ph idx="1"/>
          </p:nvPr>
        </p:nvSpPr>
        <p:spPr/>
        <p:txBody>
          <a:bodyPr/>
          <a:p>
            <a:pPr lvl="0"/>
            <a:r>
              <a:rPr altLang="en-US" lang="zh-CN"/>
              <a:t>编辑母版文本样式</a:t>
            </a:r>
          </a:p>
          <a:p>
            <a:pPr lvl="1"/>
            <a:r>
              <a:rPr altLang="en-US" lang="zh-CN"/>
              <a:t>第二级</a:t>
            </a:r>
          </a:p>
          <a:p>
            <a:pPr lvl="2"/>
            <a:r>
              <a:rPr altLang="en-US" lang="zh-CN"/>
              <a:t>第三级</a:t>
            </a:r>
          </a:p>
          <a:p>
            <a:pPr lvl="3"/>
            <a:r>
              <a:rPr altLang="en-US" lang="zh-CN"/>
              <a:t>第四级</a:t>
            </a:r>
          </a:p>
          <a:p>
            <a:pPr lvl="4"/>
            <a:r>
              <a:rPr altLang="en-US" lang="zh-CN"/>
              <a:t>第五级</a:t>
            </a:r>
            <a:endParaRPr dirty="0" lang="en-US"/>
          </a:p>
        </p:txBody>
      </p:sp>
      <p:sp>
        <p:nvSpPr>
          <p:cNvPr id="1048583" name="Date Placeholder 3"/>
          <p:cNvSpPr>
            <a:spLocks noGrp="1"/>
          </p:cNvSpPr>
          <p:nvPr>
            <p:ph type="dt" sz="half" idx="10"/>
          </p:nvPr>
        </p:nvSpPr>
        <p:spPr/>
        <p:txBody>
          <a:bodyPr/>
          <a:p>
            <a:fld id="{E8674AD7-F605-4ED4-A25F-20F9F2658648}" type="datetimeFigureOut">
              <a:rPr altLang="en-US" lang="zh-CN" smtClean="0"/>
              <a:t>2023/10/16</a:t>
            </a:fld>
            <a:endParaRPr altLang="en-US" lang="zh-CN"/>
          </a:p>
        </p:txBody>
      </p:sp>
      <p:sp>
        <p:nvSpPr>
          <p:cNvPr id="1048584" name="Footer Placeholder 4"/>
          <p:cNvSpPr>
            <a:spLocks noGrp="1"/>
          </p:cNvSpPr>
          <p:nvPr>
            <p:ph type="ftr" sz="quarter" idx="11"/>
          </p:nvPr>
        </p:nvSpPr>
        <p:spPr/>
        <p:txBody>
          <a:bodyPr/>
          <a:p>
            <a:endParaRPr altLang="en-US" lang="zh-CN"/>
          </a:p>
        </p:txBody>
      </p:sp>
      <p:sp>
        <p:nvSpPr>
          <p:cNvPr id="1048585" name="Slide Number Placeholder 5"/>
          <p:cNvSpPr>
            <a:spLocks noGrp="1"/>
          </p:cNvSpPr>
          <p:nvPr>
            <p:ph type="sldNum" sz="quarter" idx="12"/>
          </p:nvPr>
        </p:nvSpPr>
        <p:spPr/>
        <p:txBody>
          <a:bodyPr/>
          <a:p>
            <a:fld id="{360B774C-7AB6-4DF8-A777-36C3E84B2343}" type="slidenum">
              <a:rPr altLang="en-US" lang="zh-CN" smtClean="0"/>
              <a:t>‹#›</a:t>
            </a:fld>
            <a:endParaRPr altLang="en-US"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节标题">
    <p:spTree>
      <p:nvGrpSpPr>
        <p:cNvPr id="352" name=""/>
        <p:cNvGrpSpPr/>
        <p:nvPr/>
      </p:nvGrpSpPr>
      <p:grpSpPr>
        <a:xfrm>
          <a:off x="0" y="0"/>
          <a:ext cx="0" cy="0"/>
          <a:chOff x="0" y="0"/>
          <a:chExt cx="0" cy="0"/>
        </a:xfrm>
      </p:grpSpPr>
      <p:sp>
        <p:nvSpPr>
          <p:cNvPr id="1050062" name="Title 1"/>
          <p:cNvSpPr>
            <a:spLocks noGrp="1"/>
          </p:cNvSpPr>
          <p:nvPr>
            <p:ph type="title"/>
          </p:nvPr>
        </p:nvSpPr>
        <p:spPr>
          <a:xfrm>
            <a:off x="623888" y="1709739"/>
            <a:ext cx="7886700" cy="2852737"/>
          </a:xfrm>
        </p:spPr>
        <p:txBody>
          <a:bodyPr anchor="b"/>
          <a:lstStyle>
            <a:lvl1pPr>
              <a:defRPr sz="6000"/>
            </a:lvl1pPr>
          </a:lstStyle>
          <a:p>
            <a:r>
              <a:rPr altLang="en-US" lang="zh-CN"/>
              <a:t>单击此处编辑母版标题样式</a:t>
            </a:r>
            <a:endParaRPr dirty="0" lang="en-US"/>
          </a:p>
        </p:txBody>
      </p:sp>
      <p:sp>
        <p:nvSpPr>
          <p:cNvPr id="1050063" name="Text Placeholder 2"/>
          <p:cNvSpPr>
            <a:spLocks noGrp="1"/>
          </p:cNvSpPr>
          <p:nvPr>
            <p:ph type="body" idx="1"/>
          </p:nvPr>
        </p:nvSpPr>
        <p:spPr>
          <a:xfrm>
            <a:off x="623888" y="4589464"/>
            <a:ext cx="7886700" cy="1500187"/>
          </a:xfrm>
        </p:spPr>
        <p:txBody>
          <a:bodyPr/>
          <a:lstStyle>
            <a:lvl1pPr indent="0" marL="0">
              <a:buNone/>
              <a:defRPr sz="2400">
                <a:solidFill>
                  <a:schemeClr val="tx1"/>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altLang="en-US" lang="zh-CN"/>
              <a:t>编辑母版文本样式</a:t>
            </a:r>
          </a:p>
        </p:txBody>
      </p:sp>
      <p:sp>
        <p:nvSpPr>
          <p:cNvPr id="1050064" name="Date Placeholder 3"/>
          <p:cNvSpPr>
            <a:spLocks noGrp="1"/>
          </p:cNvSpPr>
          <p:nvPr>
            <p:ph type="dt" sz="half" idx="10"/>
          </p:nvPr>
        </p:nvSpPr>
        <p:spPr/>
        <p:txBody>
          <a:bodyPr/>
          <a:p>
            <a:fld id="{E8674AD7-F605-4ED4-A25F-20F9F2658648}" type="datetimeFigureOut">
              <a:rPr altLang="en-US" lang="zh-CN" smtClean="0"/>
              <a:t>2023/10/16</a:t>
            </a:fld>
            <a:endParaRPr altLang="en-US" lang="zh-CN"/>
          </a:p>
        </p:txBody>
      </p:sp>
      <p:sp>
        <p:nvSpPr>
          <p:cNvPr id="1050065" name="Footer Placeholder 4"/>
          <p:cNvSpPr>
            <a:spLocks noGrp="1"/>
          </p:cNvSpPr>
          <p:nvPr>
            <p:ph type="ftr" sz="quarter" idx="11"/>
          </p:nvPr>
        </p:nvSpPr>
        <p:spPr/>
        <p:txBody>
          <a:bodyPr/>
          <a:p>
            <a:endParaRPr altLang="en-US" lang="zh-CN"/>
          </a:p>
        </p:txBody>
      </p:sp>
      <p:sp>
        <p:nvSpPr>
          <p:cNvPr id="1050066" name="Slide Number Placeholder 5"/>
          <p:cNvSpPr>
            <a:spLocks noGrp="1"/>
          </p:cNvSpPr>
          <p:nvPr>
            <p:ph type="sldNum" sz="quarter" idx="12"/>
          </p:nvPr>
        </p:nvSpPr>
        <p:spPr/>
        <p:txBody>
          <a:bodyPr/>
          <a:p>
            <a:fld id="{360B774C-7AB6-4DF8-A777-36C3E84B2343}" type="slidenum">
              <a:rPr altLang="en-US" lang="zh-CN" smtClean="0"/>
              <a:t>‹#›</a:t>
            </a:fld>
            <a:endParaRPr altLang="en-US"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两栏内容">
    <p:spTree>
      <p:nvGrpSpPr>
        <p:cNvPr id="355" name=""/>
        <p:cNvGrpSpPr/>
        <p:nvPr/>
      </p:nvGrpSpPr>
      <p:grpSpPr>
        <a:xfrm>
          <a:off x="0" y="0"/>
          <a:ext cx="0" cy="0"/>
          <a:chOff x="0" y="0"/>
          <a:chExt cx="0" cy="0"/>
        </a:xfrm>
      </p:grpSpPr>
      <p:sp>
        <p:nvSpPr>
          <p:cNvPr id="1050080" name="Title 1"/>
          <p:cNvSpPr>
            <a:spLocks noGrp="1"/>
          </p:cNvSpPr>
          <p:nvPr>
            <p:ph type="title"/>
          </p:nvPr>
        </p:nvSpPr>
        <p:spPr/>
        <p:txBody>
          <a:bodyPr/>
          <a:p>
            <a:r>
              <a:rPr altLang="en-US" lang="zh-CN"/>
              <a:t>单击此处编辑母版标题样式</a:t>
            </a:r>
            <a:endParaRPr dirty="0" lang="en-US"/>
          </a:p>
        </p:txBody>
      </p:sp>
      <p:sp>
        <p:nvSpPr>
          <p:cNvPr id="1050081" name="Content Placeholder 2"/>
          <p:cNvSpPr>
            <a:spLocks noGrp="1"/>
          </p:cNvSpPr>
          <p:nvPr>
            <p:ph sz="half" idx="1"/>
          </p:nvPr>
        </p:nvSpPr>
        <p:spPr>
          <a:xfrm>
            <a:off x="628650" y="1825625"/>
            <a:ext cx="3886200" cy="4351338"/>
          </a:xfrm>
        </p:spPr>
        <p:txBody>
          <a:bodyPr/>
          <a:p>
            <a:pPr lvl="0"/>
            <a:r>
              <a:rPr altLang="en-US" lang="zh-CN"/>
              <a:t>编辑母版文本样式</a:t>
            </a:r>
          </a:p>
          <a:p>
            <a:pPr lvl="1"/>
            <a:r>
              <a:rPr altLang="en-US" lang="zh-CN"/>
              <a:t>第二级</a:t>
            </a:r>
          </a:p>
          <a:p>
            <a:pPr lvl="2"/>
            <a:r>
              <a:rPr altLang="en-US" lang="zh-CN"/>
              <a:t>第三级</a:t>
            </a:r>
          </a:p>
          <a:p>
            <a:pPr lvl="3"/>
            <a:r>
              <a:rPr altLang="en-US" lang="zh-CN"/>
              <a:t>第四级</a:t>
            </a:r>
          </a:p>
          <a:p>
            <a:pPr lvl="4"/>
            <a:r>
              <a:rPr altLang="en-US" lang="zh-CN"/>
              <a:t>第五级</a:t>
            </a:r>
            <a:endParaRPr dirty="0" lang="en-US"/>
          </a:p>
        </p:txBody>
      </p:sp>
      <p:sp>
        <p:nvSpPr>
          <p:cNvPr id="1050082" name="Content Placeholder 3"/>
          <p:cNvSpPr>
            <a:spLocks noGrp="1"/>
          </p:cNvSpPr>
          <p:nvPr>
            <p:ph sz="half" idx="2"/>
          </p:nvPr>
        </p:nvSpPr>
        <p:spPr>
          <a:xfrm>
            <a:off x="4629150" y="1825625"/>
            <a:ext cx="3886200" cy="4351338"/>
          </a:xfrm>
        </p:spPr>
        <p:txBody>
          <a:bodyPr/>
          <a:p>
            <a:pPr lvl="0"/>
            <a:r>
              <a:rPr altLang="en-US" lang="zh-CN"/>
              <a:t>编辑母版文本样式</a:t>
            </a:r>
          </a:p>
          <a:p>
            <a:pPr lvl="1"/>
            <a:r>
              <a:rPr altLang="en-US" lang="zh-CN"/>
              <a:t>第二级</a:t>
            </a:r>
          </a:p>
          <a:p>
            <a:pPr lvl="2"/>
            <a:r>
              <a:rPr altLang="en-US" lang="zh-CN"/>
              <a:t>第三级</a:t>
            </a:r>
          </a:p>
          <a:p>
            <a:pPr lvl="3"/>
            <a:r>
              <a:rPr altLang="en-US" lang="zh-CN"/>
              <a:t>第四级</a:t>
            </a:r>
          </a:p>
          <a:p>
            <a:pPr lvl="4"/>
            <a:r>
              <a:rPr altLang="en-US" lang="zh-CN"/>
              <a:t>第五级</a:t>
            </a:r>
            <a:endParaRPr dirty="0" lang="en-US"/>
          </a:p>
        </p:txBody>
      </p:sp>
      <p:sp>
        <p:nvSpPr>
          <p:cNvPr id="1050083" name="Date Placeholder 4"/>
          <p:cNvSpPr>
            <a:spLocks noGrp="1"/>
          </p:cNvSpPr>
          <p:nvPr>
            <p:ph type="dt" sz="half" idx="10"/>
          </p:nvPr>
        </p:nvSpPr>
        <p:spPr/>
        <p:txBody>
          <a:bodyPr/>
          <a:p>
            <a:fld id="{E8674AD7-F605-4ED4-A25F-20F9F2658648}" type="datetimeFigureOut">
              <a:rPr altLang="en-US" lang="zh-CN" smtClean="0"/>
              <a:t>2023/10/16</a:t>
            </a:fld>
            <a:endParaRPr altLang="en-US" lang="zh-CN"/>
          </a:p>
        </p:txBody>
      </p:sp>
      <p:sp>
        <p:nvSpPr>
          <p:cNvPr id="1050084" name="Footer Placeholder 5"/>
          <p:cNvSpPr>
            <a:spLocks noGrp="1"/>
          </p:cNvSpPr>
          <p:nvPr>
            <p:ph type="ftr" sz="quarter" idx="11"/>
          </p:nvPr>
        </p:nvSpPr>
        <p:spPr/>
        <p:txBody>
          <a:bodyPr/>
          <a:p>
            <a:endParaRPr altLang="en-US" lang="zh-CN"/>
          </a:p>
        </p:txBody>
      </p:sp>
      <p:sp>
        <p:nvSpPr>
          <p:cNvPr id="1050085" name="Slide Number Placeholder 6"/>
          <p:cNvSpPr>
            <a:spLocks noGrp="1"/>
          </p:cNvSpPr>
          <p:nvPr>
            <p:ph type="sldNum" sz="quarter" idx="12"/>
          </p:nvPr>
        </p:nvSpPr>
        <p:spPr/>
        <p:txBody>
          <a:bodyPr/>
          <a:p>
            <a:fld id="{360B774C-7AB6-4DF8-A777-36C3E84B2343}" type="slidenum">
              <a:rPr altLang="en-US" lang="zh-CN" smtClean="0"/>
              <a:t>‹#›</a:t>
            </a:fld>
            <a:endParaRPr altLang="en-US"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比较">
    <p:spTree>
      <p:nvGrpSpPr>
        <p:cNvPr id="353" name=""/>
        <p:cNvGrpSpPr/>
        <p:nvPr/>
      </p:nvGrpSpPr>
      <p:grpSpPr>
        <a:xfrm>
          <a:off x="0" y="0"/>
          <a:ext cx="0" cy="0"/>
          <a:chOff x="0" y="0"/>
          <a:chExt cx="0" cy="0"/>
        </a:xfrm>
      </p:grpSpPr>
      <p:sp>
        <p:nvSpPr>
          <p:cNvPr id="1050067" name="Title 1"/>
          <p:cNvSpPr>
            <a:spLocks noGrp="1"/>
          </p:cNvSpPr>
          <p:nvPr>
            <p:ph type="title"/>
          </p:nvPr>
        </p:nvSpPr>
        <p:spPr>
          <a:xfrm>
            <a:off x="629841" y="365126"/>
            <a:ext cx="7886700" cy="1325563"/>
          </a:xfrm>
        </p:spPr>
        <p:txBody>
          <a:bodyPr/>
          <a:p>
            <a:r>
              <a:rPr altLang="en-US" lang="zh-CN"/>
              <a:t>单击此处编辑母版标题样式</a:t>
            </a:r>
            <a:endParaRPr dirty="0" lang="en-US"/>
          </a:p>
        </p:txBody>
      </p:sp>
      <p:sp>
        <p:nvSpPr>
          <p:cNvPr id="1050068" name="Text Placeholder 2"/>
          <p:cNvSpPr>
            <a:spLocks noGrp="1"/>
          </p:cNvSpPr>
          <p:nvPr>
            <p:ph type="body" idx="1"/>
          </p:nvPr>
        </p:nvSpPr>
        <p:spPr>
          <a:xfrm>
            <a:off x="629842" y="1681163"/>
            <a:ext cx="3868340"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lang="zh-CN"/>
              <a:t>编辑母版文本样式</a:t>
            </a:r>
          </a:p>
        </p:txBody>
      </p:sp>
      <p:sp>
        <p:nvSpPr>
          <p:cNvPr id="1050069" name="Content Placeholder 3"/>
          <p:cNvSpPr>
            <a:spLocks noGrp="1"/>
          </p:cNvSpPr>
          <p:nvPr>
            <p:ph sz="half" idx="2"/>
          </p:nvPr>
        </p:nvSpPr>
        <p:spPr>
          <a:xfrm>
            <a:off x="629842" y="2505075"/>
            <a:ext cx="3868340" cy="3684588"/>
          </a:xfrm>
        </p:spPr>
        <p:txBody>
          <a:bodyPr/>
          <a:p>
            <a:pPr lvl="0"/>
            <a:r>
              <a:rPr altLang="en-US" lang="zh-CN"/>
              <a:t>编辑母版文本样式</a:t>
            </a:r>
          </a:p>
          <a:p>
            <a:pPr lvl="1"/>
            <a:r>
              <a:rPr altLang="en-US" lang="zh-CN"/>
              <a:t>第二级</a:t>
            </a:r>
          </a:p>
          <a:p>
            <a:pPr lvl="2"/>
            <a:r>
              <a:rPr altLang="en-US" lang="zh-CN"/>
              <a:t>第三级</a:t>
            </a:r>
          </a:p>
          <a:p>
            <a:pPr lvl="3"/>
            <a:r>
              <a:rPr altLang="en-US" lang="zh-CN"/>
              <a:t>第四级</a:t>
            </a:r>
          </a:p>
          <a:p>
            <a:pPr lvl="4"/>
            <a:r>
              <a:rPr altLang="en-US" lang="zh-CN"/>
              <a:t>第五级</a:t>
            </a:r>
            <a:endParaRPr dirty="0" lang="en-US"/>
          </a:p>
        </p:txBody>
      </p:sp>
      <p:sp>
        <p:nvSpPr>
          <p:cNvPr id="1050070" name="Text Placeholder 4"/>
          <p:cNvSpPr>
            <a:spLocks noGrp="1"/>
          </p:cNvSpPr>
          <p:nvPr>
            <p:ph type="body" sz="quarter" idx="3"/>
          </p:nvPr>
        </p:nvSpPr>
        <p:spPr>
          <a:xfrm>
            <a:off x="4629150" y="1681163"/>
            <a:ext cx="3887391"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lang="zh-CN"/>
              <a:t>编辑母版文本样式</a:t>
            </a:r>
          </a:p>
        </p:txBody>
      </p:sp>
      <p:sp>
        <p:nvSpPr>
          <p:cNvPr id="1050071" name="Content Placeholder 5"/>
          <p:cNvSpPr>
            <a:spLocks noGrp="1"/>
          </p:cNvSpPr>
          <p:nvPr>
            <p:ph sz="quarter" idx="4"/>
          </p:nvPr>
        </p:nvSpPr>
        <p:spPr>
          <a:xfrm>
            <a:off x="4629150" y="2505075"/>
            <a:ext cx="3887391" cy="3684588"/>
          </a:xfrm>
        </p:spPr>
        <p:txBody>
          <a:bodyPr/>
          <a:p>
            <a:pPr lvl="0"/>
            <a:r>
              <a:rPr altLang="en-US" lang="zh-CN"/>
              <a:t>编辑母版文本样式</a:t>
            </a:r>
          </a:p>
          <a:p>
            <a:pPr lvl="1"/>
            <a:r>
              <a:rPr altLang="en-US" lang="zh-CN"/>
              <a:t>第二级</a:t>
            </a:r>
          </a:p>
          <a:p>
            <a:pPr lvl="2"/>
            <a:r>
              <a:rPr altLang="en-US" lang="zh-CN"/>
              <a:t>第三级</a:t>
            </a:r>
          </a:p>
          <a:p>
            <a:pPr lvl="3"/>
            <a:r>
              <a:rPr altLang="en-US" lang="zh-CN"/>
              <a:t>第四级</a:t>
            </a:r>
          </a:p>
          <a:p>
            <a:pPr lvl="4"/>
            <a:r>
              <a:rPr altLang="en-US" lang="zh-CN"/>
              <a:t>第五级</a:t>
            </a:r>
            <a:endParaRPr dirty="0" lang="en-US"/>
          </a:p>
        </p:txBody>
      </p:sp>
      <p:sp>
        <p:nvSpPr>
          <p:cNvPr id="1050072" name="Date Placeholder 6"/>
          <p:cNvSpPr>
            <a:spLocks noGrp="1"/>
          </p:cNvSpPr>
          <p:nvPr>
            <p:ph type="dt" sz="half" idx="10"/>
          </p:nvPr>
        </p:nvSpPr>
        <p:spPr/>
        <p:txBody>
          <a:bodyPr/>
          <a:p>
            <a:fld id="{E8674AD7-F605-4ED4-A25F-20F9F2658648}" type="datetimeFigureOut">
              <a:rPr altLang="en-US" lang="zh-CN" smtClean="0"/>
              <a:t>2023/10/16</a:t>
            </a:fld>
            <a:endParaRPr altLang="en-US" lang="zh-CN"/>
          </a:p>
        </p:txBody>
      </p:sp>
      <p:sp>
        <p:nvSpPr>
          <p:cNvPr id="1050073" name="Footer Placeholder 7"/>
          <p:cNvSpPr>
            <a:spLocks noGrp="1"/>
          </p:cNvSpPr>
          <p:nvPr>
            <p:ph type="ftr" sz="quarter" idx="11"/>
          </p:nvPr>
        </p:nvSpPr>
        <p:spPr/>
        <p:txBody>
          <a:bodyPr/>
          <a:p>
            <a:endParaRPr altLang="en-US" lang="zh-CN"/>
          </a:p>
        </p:txBody>
      </p:sp>
      <p:sp>
        <p:nvSpPr>
          <p:cNvPr id="1050074" name="Slide Number Placeholder 8"/>
          <p:cNvSpPr>
            <a:spLocks noGrp="1"/>
          </p:cNvSpPr>
          <p:nvPr>
            <p:ph type="sldNum" sz="quarter" idx="12"/>
          </p:nvPr>
        </p:nvSpPr>
        <p:spPr/>
        <p:txBody>
          <a:bodyPr/>
          <a:p>
            <a:fld id="{360B774C-7AB6-4DF8-A777-36C3E84B2343}" type="slidenum">
              <a:rPr altLang="en-US" lang="zh-CN" smtClean="0"/>
              <a:t>‹#›</a:t>
            </a:fld>
            <a:endParaRPr altLang="en-US"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仅标题">
    <p:spTree>
      <p:nvGrpSpPr>
        <p:cNvPr id="349" name=""/>
        <p:cNvGrpSpPr/>
        <p:nvPr/>
      </p:nvGrpSpPr>
      <p:grpSpPr>
        <a:xfrm>
          <a:off x="0" y="0"/>
          <a:ext cx="0" cy="0"/>
          <a:chOff x="0" y="0"/>
          <a:chExt cx="0" cy="0"/>
        </a:xfrm>
      </p:grpSpPr>
      <p:sp>
        <p:nvSpPr>
          <p:cNvPr id="1050047" name="Title 1"/>
          <p:cNvSpPr>
            <a:spLocks noGrp="1"/>
          </p:cNvSpPr>
          <p:nvPr>
            <p:ph type="title"/>
          </p:nvPr>
        </p:nvSpPr>
        <p:spPr/>
        <p:txBody>
          <a:bodyPr/>
          <a:p>
            <a:r>
              <a:rPr altLang="en-US" lang="zh-CN"/>
              <a:t>单击此处编辑母版标题样式</a:t>
            </a:r>
            <a:endParaRPr dirty="0" lang="en-US"/>
          </a:p>
        </p:txBody>
      </p:sp>
      <p:sp>
        <p:nvSpPr>
          <p:cNvPr id="1050048" name="Date Placeholder 2"/>
          <p:cNvSpPr>
            <a:spLocks noGrp="1"/>
          </p:cNvSpPr>
          <p:nvPr>
            <p:ph type="dt" sz="half" idx="10"/>
          </p:nvPr>
        </p:nvSpPr>
        <p:spPr/>
        <p:txBody>
          <a:bodyPr/>
          <a:p>
            <a:fld id="{E8674AD7-F605-4ED4-A25F-20F9F2658648}" type="datetimeFigureOut">
              <a:rPr altLang="en-US" lang="zh-CN" smtClean="0"/>
              <a:t>2023/10/16</a:t>
            </a:fld>
            <a:endParaRPr altLang="en-US" lang="zh-CN"/>
          </a:p>
        </p:txBody>
      </p:sp>
      <p:sp>
        <p:nvSpPr>
          <p:cNvPr id="1050049" name="Footer Placeholder 3"/>
          <p:cNvSpPr>
            <a:spLocks noGrp="1"/>
          </p:cNvSpPr>
          <p:nvPr>
            <p:ph type="ftr" sz="quarter" idx="11"/>
          </p:nvPr>
        </p:nvSpPr>
        <p:spPr/>
        <p:txBody>
          <a:bodyPr/>
          <a:p>
            <a:endParaRPr altLang="en-US" lang="zh-CN"/>
          </a:p>
        </p:txBody>
      </p:sp>
      <p:sp>
        <p:nvSpPr>
          <p:cNvPr id="1050050" name="Slide Number Placeholder 4"/>
          <p:cNvSpPr>
            <a:spLocks noGrp="1"/>
          </p:cNvSpPr>
          <p:nvPr>
            <p:ph type="sldNum" sz="quarter" idx="12"/>
          </p:nvPr>
        </p:nvSpPr>
        <p:spPr/>
        <p:txBody>
          <a:bodyPr/>
          <a:p>
            <a:fld id="{360B774C-7AB6-4DF8-A777-36C3E84B2343}" type="slidenum">
              <a:rPr altLang="en-US" lang="zh-CN" smtClean="0"/>
              <a:t>‹#›</a:t>
            </a:fld>
            <a:endParaRPr altLang="en-US"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空白">
    <p:spTree>
      <p:nvGrpSpPr>
        <p:cNvPr id="152" name=""/>
        <p:cNvGrpSpPr/>
        <p:nvPr/>
      </p:nvGrpSpPr>
      <p:grpSpPr>
        <a:xfrm>
          <a:off x="0" y="0"/>
          <a:ext cx="0" cy="0"/>
          <a:chOff x="0" y="0"/>
          <a:chExt cx="0" cy="0"/>
        </a:xfrm>
      </p:grpSpPr>
      <p:sp>
        <p:nvSpPr>
          <p:cNvPr id="1048587" name="Date Placeholder 1"/>
          <p:cNvSpPr>
            <a:spLocks noGrp="1"/>
          </p:cNvSpPr>
          <p:nvPr>
            <p:ph type="dt" sz="half" idx="10"/>
          </p:nvPr>
        </p:nvSpPr>
        <p:spPr/>
        <p:txBody>
          <a:bodyPr/>
          <a:p>
            <a:fld id="{E8674AD7-F605-4ED4-A25F-20F9F2658648}" type="datetimeFigureOut">
              <a:rPr altLang="en-US" lang="zh-CN" smtClean="0"/>
              <a:t>2023/10/16</a:t>
            </a:fld>
            <a:endParaRPr altLang="en-US" lang="zh-CN"/>
          </a:p>
        </p:txBody>
      </p:sp>
      <p:sp>
        <p:nvSpPr>
          <p:cNvPr id="1048588" name="Footer Placeholder 2"/>
          <p:cNvSpPr>
            <a:spLocks noGrp="1"/>
          </p:cNvSpPr>
          <p:nvPr>
            <p:ph type="ftr" sz="quarter" idx="11"/>
          </p:nvPr>
        </p:nvSpPr>
        <p:spPr/>
        <p:txBody>
          <a:bodyPr/>
          <a:p>
            <a:endParaRPr altLang="en-US" lang="zh-CN"/>
          </a:p>
        </p:txBody>
      </p:sp>
      <p:sp>
        <p:nvSpPr>
          <p:cNvPr id="1048589" name="Slide Number Placeholder 3"/>
          <p:cNvSpPr>
            <a:spLocks noGrp="1"/>
          </p:cNvSpPr>
          <p:nvPr>
            <p:ph type="sldNum" sz="quarter" idx="12"/>
          </p:nvPr>
        </p:nvSpPr>
        <p:spPr/>
        <p:txBody>
          <a:bodyPr/>
          <a:p>
            <a:fld id="{360B774C-7AB6-4DF8-A777-36C3E84B2343}" type="slidenum">
              <a:rPr altLang="en-US" lang="zh-CN" smtClean="0"/>
              <a:t>‹#›</a:t>
            </a:fld>
            <a:endParaRPr altLang="en-US"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内容与标题">
    <p:spTree>
      <p:nvGrpSpPr>
        <p:cNvPr id="356" name=""/>
        <p:cNvGrpSpPr/>
        <p:nvPr/>
      </p:nvGrpSpPr>
      <p:grpSpPr>
        <a:xfrm>
          <a:off x="0" y="0"/>
          <a:ext cx="0" cy="0"/>
          <a:chOff x="0" y="0"/>
          <a:chExt cx="0" cy="0"/>
        </a:xfrm>
      </p:grpSpPr>
      <p:sp>
        <p:nvSpPr>
          <p:cNvPr id="1050086" name="Title 1"/>
          <p:cNvSpPr>
            <a:spLocks noGrp="1"/>
          </p:cNvSpPr>
          <p:nvPr>
            <p:ph type="title"/>
          </p:nvPr>
        </p:nvSpPr>
        <p:spPr>
          <a:xfrm>
            <a:off x="629841" y="457200"/>
            <a:ext cx="2949178" cy="1600200"/>
          </a:xfrm>
        </p:spPr>
        <p:txBody>
          <a:bodyPr anchor="b"/>
          <a:lstStyle>
            <a:lvl1pPr>
              <a:defRPr sz="3200"/>
            </a:lvl1pPr>
          </a:lstStyle>
          <a:p>
            <a:r>
              <a:rPr altLang="en-US" lang="zh-CN"/>
              <a:t>单击此处编辑母版标题样式</a:t>
            </a:r>
            <a:endParaRPr dirty="0" lang="en-US"/>
          </a:p>
        </p:txBody>
      </p:sp>
      <p:sp>
        <p:nvSpPr>
          <p:cNvPr id="1050087"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altLang="en-US" lang="zh-CN"/>
              <a:t>编辑母版文本样式</a:t>
            </a:r>
          </a:p>
          <a:p>
            <a:pPr lvl="1"/>
            <a:r>
              <a:rPr altLang="en-US" lang="zh-CN"/>
              <a:t>第二级</a:t>
            </a:r>
          </a:p>
          <a:p>
            <a:pPr lvl="2"/>
            <a:r>
              <a:rPr altLang="en-US" lang="zh-CN"/>
              <a:t>第三级</a:t>
            </a:r>
          </a:p>
          <a:p>
            <a:pPr lvl="3"/>
            <a:r>
              <a:rPr altLang="en-US" lang="zh-CN"/>
              <a:t>第四级</a:t>
            </a:r>
          </a:p>
          <a:p>
            <a:pPr lvl="4"/>
            <a:r>
              <a:rPr altLang="en-US" lang="zh-CN"/>
              <a:t>第五级</a:t>
            </a:r>
            <a:endParaRPr dirty="0" lang="en-US"/>
          </a:p>
        </p:txBody>
      </p:sp>
      <p:sp>
        <p:nvSpPr>
          <p:cNvPr id="1050088" name="Text Placeholder 3"/>
          <p:cNvSpPr>
            <a:spLocks noGrp="1"/>
          </p:cNvSpPr>
          <p:nvPr>
            <p:ph type="body" sz="half" idx="2"/>
          </p:nvPr>
        </p:nvSpPr>
        <p:spPr>
          <a:xfrm>
            <a:off x="629841" y="2057400"/>
            <a:ext cx="2949178"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en-US" lang="zh-CN"/>
              <a:t>编辑母版文本样式</a:t>
            </a:r>
          </a:p>
        </p:txBody>
      </p:sp>
      <p:sp>
        <p:nvSpPr>
          <p:cNvPr id="1050089" name="Date Placeholder 4"/>
          <p:cNvSpPr>
            <a:spLocks noGrp="1"/>
          </p:cNvSpPr>
          <p:nvPr>
            <p:ph type="dt" sz="half" idx="10"/>
          </p:nvPr>
        </p:nvSpPr>
        <p:spPr/>
        <p:txBody>
          <a:bodyPr/>
          <a:p>
            <a:fld id="{E8674AD7-F605-4ED4-A25F-20F9F2658648}" type="datetimeFigureOut">
              <a:rPr altLang="en-US" lang="zh-CN" smtClean="0"/>
              <a:t>2023/10/16</a:t>
            </a:fld>
            <a:endParaRPr altLang="en-US" lang="zh-CN"/>
          </a:p>
        </p:txBody>
      </p:sp>
      <p:sp>
        <p:nvSpPr>
          <p:cNvPr id="1050090" name="Footer Placeholder 5"/>
          <p:cNvSpPr>
            <a:spLocks noGrp="1"/>
          </p:cNvSpPr>
          <p:nvPr>
            <p:ph type="ftr" sz="quarter" idx="11"/>
          </p:nvPr>
        </p:nvSpPr>
        <p:spPr/>
        <p:txBody>
          <a:bodyPr/>
          <a:p>
            <a:endParaRPr altLang="en-US" lang="zh-CN"/>
          </a:p>
        </p:txBody>
      </p:sp>
      <p:sp>
        <p:nvSpPr>
          <p:cNvPr id="1050091" name="Slide Number Placeholder 6"/>
          <p:cNvSpPr>
            <a:spLocks noGrp="1"/>
          </p:cNvSpPr>
          <p:nvPr>
            <p:ph type="sldNum" sz="quarter" idx="12"/>
          </p:nvPr>
        </p:nvSpPr>
        <p:spPr/>
        <p:txBody>
          <a:bodyPr/>
          <a:p>
            <a:fld id="{360B774C-7AB6-4DF8-A777-36C3E84B2343}" type="slidenum">
              <a:rPr altLang="en-US" lang="zh-CN" smtClean="0"/>
              <a:t>‹#›</a:t>
            </a:fld>
            <a:endParaRPr altLang="en-US"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图片与标题">
    <p:spTree>
      <p:nvGrpSpPr>
        <p:cNvPr id="351" name=""/>
        <p:cNvGrpSpPr/>
        <p:nvPr/>
      </p:nvGrpSpPr>
      <p:grpSpPr>
        <a:xfrm>
          <a:off x="0" y="0"/>
          <a:ext cx="0" cy="0"/>
          <a:chOff x="0" y="0"/>
          <a:chExt cx="0" cy="0"/>
        </a:xfrm>
      </p:grpSpPr>
      <p:sp>
        <p:nvSpPr>
          <p:cNvPr id="1050056" name="Title 1"/>
          <p:cNvSpPr>
            <a:spLocks noGrp="1"/>
          </p:cNvSpPr>
          <p:nvPr>
            <p:ph type="title"/>
          </p:nvPr>
        </p:nvSpPr>
        <p:spPr>
          <a:xfrm>
            <a:off x="629841" y="457200"/>
            <a:ext cx="2949178" cy="1600200"/>
          </a:xfrm>
        </p:spPr>
        <p:txBody>
          <a:bodyPr anchor="b"/>
          <a:lstStyle>
            <a:lvl1pPr>
              <a:defRPr sz="3200"/>
            </a:lvl1pPr>
          </a:lstStyle>
          <a:p>
            <a:r>
              <a:rPr altLang="en-US" lang="zh-CN"/>
              <a:t>单击此处编辑母版标题样式</a:t>
            </a:r>
            <a:endParaRPr dirty="0" lang="en-US"/>
          </a:p>
        </p:txBody>
      </p:sp>
      <p:sp>
        <p:nvSpPr>
          <p:cNvPr id="1050057" name="Picture Placeholder 2"/>
          <p:cNvSpPr>
            <a:spLocks noChangeAspect="1" noGrp="1"/>
          </p:cNvSpPr>
          <p:nvPr>
            <p:ph type="pic" idx="1"/>
          </p:nvPr>
        </p:nvSpPr>
        <p:spPr>
          <a:xfrm>
            <a:off x="3887391" y="987426"/>
            <a:ext cx="4629150" cy="4873625"/>
          </a:xfrm>
        </p:spPr>
        <p:txBody>
          <a:bodyPr anchor="t"/>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altLang="en-US" lang="zh-CN"/>
              <a:t>单击图标添加图片</a:t>
            </a:r>
            <a:endParaRPr dirty="0" lang="en-US"/>
          </a:p>
        </p:txBody>
      </p:sp>
      <p:sp>
        <p:nvSpPr>
          <p:cNvPr id="1050058" name="Text Placeholder 3"/>
          <p:cNvSpPr>
            <a:spLocks noGrp="1"/>
          </p:cNvSpPr>
          <p:nvPr>
            <p:ph type="body" sz="half" idx="2"/>
          </p:nvPr>
        </p:nvSpPr>
        <p:spPr>
          <a:xfrm>
            <a:off x="629841" y="2057400"/>
            <a:ext cx="2949178"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en-US" lang="zh-CN"/>
              <a:t>编辑母版文本样式</a:t>
            </a:r>
          </a:p>
        </p:txBody>
      </p:sp>
      <p:sp>
        <p:nvSpPr>
          <p:cNvPr id="1050059" name="Date Placeholder 4"/>
          <p:cNvSpPr>
            <a:spLocks noGrp="1"/>
          </p:cNvSpPr>
          <p:nvPr>
            <p:ph type="dt" sz="half" idx="10"/>
          </p:nvPr>
        </p:nvSpPr>
        <p:spPr/>
        <p:txBody>
          <a:bodyPr/>
          <a:p>
            <a:fld id="{E8674AD7-F605-4ED4-A25F-20F9F2658648}" type="datetimeFigureOut">
              <a:rPr altLang="en-US" lang="zh-CN" smtClean="0"/>
              <a:t>2023/10/16</a:t>
            </a:fld>
            <a:endParaRPr altLang="en-US" lang="zh-CN"/>
          </a:p>
        </p:txBody>
      </p:sp>
      <p:sp>
        <p:nvSpPr>
          <p:cNvPr id="1050060" name="Footer Placeholder 5"/>
          <p:cNvSpPr>
            <a:spLocks noGrp="1"/>
          </p:cNvSpPr>
          <p:nvPr>
            <p:ph type="ftr" sz="quarter" idx="11"/>
          </p:nvPr>
        </p:nvSpPr>
        <p:spPr/>
        <p:txBody>
          <a:bodyPr/>
          <a:p>
            <a:endParaRPr altLang="en-US" lang="zh-CN"/>
          </a:p>
        </p:txBody>
      </p:sp>
      <p:sp>
        <p:nvSpPr>
          <p:cNvPr id="1050061" name="Slide Number Placeholder 6"/>
          <p:cNvSpPr>
            <a:spLocks noGrp="1"/>
          </p:cNvSpPr>
          <p:nvPr>
            <p:ph type="sldNum" sz="quarter" idx="12"/>
          </p:nvPr>
        </p:nvSpPr>
        <p:spPr/>
        <p:txBody>
          <a:bodyPr/>
          <a:p>
            <a:fld id="{360B774C-7AB6-4DF8-A777-36C3E84B2343}" type="slidenum">
              <a:rPr altLang="en-US" lang="zh-CN" smtClean="0"/>
              <a:t>‹#›</a:t>
            </a:fld>
            <a:endParaRPr altLang="en-US"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标题和竖排文字">
    <p:spTree>
      <p:nvGrpSpPr>
        <p:cNvPr id="354" name=""/>
        <p:cNvGrpSpPr/>
        <p:nvPr/>
      </p:nvGrpSpPr>
      <p:grpSpPr>
        <a:xfrm>
          <a:off x="0" y="0"/>
          <a:ext cx="0" cy="0"/>
          <a:chOff x="0" y="0"/>
          <a:chExt cx="0" cy="0"/>
        </a:xfrm>
      </p:grpSpPr>
      <p:sp>
        <p:nvSpPr>
          <p:cNvPr id="1050075" name="Title 1"/>
          <p:cNvSpPr>
            <a:spLocks noGrp="1"/>
          </p:cNvSpPr>
          <p:nvPr>
            <p:ph type="title"/>
          </p:nvPr>
        </p:nvSpPr>
        <p:spPr/>
        <p:txBody>
          <a:bodyPr/>
          <a:p>
            <a:r>
              <a:rPr altLang="en-US" lang="zh-CN"/>
              <a:t>单击此处编辑母版标题样式</a:t>
            </a:r>
            <a:endParaRPr dirty="0" lang="en-US"/>
          </a:p>
        </p:txBody>
      </p:sp>
      <p:sp>
        <p:nvSpPr>
          <p:cNvPr id="1050076" name="Vertical Text Placeholder 2"/>
          <p:cNvSpPr>
            <a:spLocks noGrp="1"/>
          </p:cNvSpPr>
          <p:nvPr>
            <p:ph type="body" orient="vert" idx="1"/>
          </p:nvPr>
        </p:nvSpPr>
        <p:spPr/>
        <p:txBody>
          <a:bodyPr vert="eaVert"/>
          <a:p>
            <a:pPr lvl="0"/>
            <a:r>
              <a:rPr altLang="en-US" lang="zh-CN"/>
              <a:t>编辑母版文本样式</a:t>
            </a:r>
          </a:p>
          <a:p>
            <a:pPr lvl="1"/>
            <a:r>
              <a:rPr altLang="en-US" lang="zh-CN"/>
              <a:t>第二级</a:t>
            </a:r>
          </a:p>
          <a:p>
            <a:pPr lvl="2"/>
            <a:r>
              <a:rPr altLang="en-US" lang="zh-CN"/>
              <a:t>第三级</a:t>
            </a:r>
          </a:p>
          <a:p>
            <a:pPr lvl="3"/>
            <a:r>
              <a:rPr altLang="en-US" lang="zh-CN"/>
              <a:t>第四级</a:t>
            </a:r>
          </a:p>
          <a:p>
            <a:pPr lvl="4"/>
            <a:r>
              <a:rPr altLang="en-US" lang="zh-CN"/>
              <a:t>第五级</a:t>
            </a:r>
            <a:endParaRPr dirty="0" lang="en-US"/>
          </a:p>
        </p:txBody>
      </p:sp>
      <p:sp>
        <p:nvSpPr>
          <p:cNvPr id="1050077" name="Date Placeholder 3"/>
          <p:cNvSpPr>
            <a:spLocks noGrp="1"/>
          </p:cNvSpPr>
          <p:nvPr>
            <p:ph type="dt" sz="half" idx="10"/>
          </p:nvPr>
        </p:nvSpPr>
        <p:spPr/>
        <p:txBody>
          <a:bodyPr/>
          <a:p>
            <a:fld id="{E8674AD7-F605-4ED4-A25F-20F9F2658648}" type="datetimeFigureOut">
              <a:rPr altLang="en-US" lang="zh-CN" smtClean="0"/>
              <a:t>2023/10/16</a:t>
            </a:fld>
            <a:endParaRPr altLang="en-US" lang="zh-CN"/>
          </a:p>
        </p:txBody>
      </p:sp>
      <p:sp>
        <p:nvSpPr>
          <p:cNvPr id="1050078" name="Footer Placeholder 4"/>
          <p:cNvSpPr>
            <a:spLocks noGrp="1"/>
          </p:cNvSpPr>
          <p:nvPr>
            <p:ph type="ftr" sz="quarter" idx="11"/>
          </p:nvPr>
        </p:nvSpPr>
        <p:spPr/>
        <p:txBody>
          <a:bodyPr/>
          <a:p>
            <a:endParaRPr altLang="en-US" lang="zh-CN"/>
          </a:p>
        </p:txBody>
      </p:sp>
      <p:sp>
        <p:nvSpPr>
          <p:cNvPr id="1050079" name="Slide Number Placeholder 5"/>
          <p:cNvSpPr>
            <a:spLocks noGrp="1"/>
          </p:cNvSpPr>
          <p:nvPr>
            <p:ph type="sldNum" sz="quarter" idx="12"/>
          </p:nvPr>
        </p:nvSpPr>
        <p:spPr/>
        <p:txBody>
          <a:bodyPr/>
          <a:p>
            <a:fld id="{360B774C-7AB6-4DF8-A777-36C3E84B2343}" type="slidenum">
              <a:rPr altLang="en-US" lang="zh-CN" smtClean="0"/>
              <a:t>‹#›</a:t>
            </a:fld>
            <a:endParaRPr altLang="en-US"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竖排标题与文本">
    <p:spTree>
      <p:nvGrpSpPr>
        <p:cNvPr id="350" name=""/>
        <p:cNvGrpSpPr/>
        <p:nvPr/>
      </p:nvGrpSpPr>
      <p:grpSpPr>
        <a:xfrm>
          <a:off x="0" y="0"/>
          <a:ext cx="0" cy="0"/>
          <a:chOff x="0" y="0"/>
          <a:chExt cx="0" cy="0"/>
        </a:xfrm>
      </p:grpSpPr>
      <p:sp>
        <p:nvSpPr>
          <p:cNvPr id="1050051" name="Vertical Title 1"/>
          <p:cNvSpPr>
            <a:spLocks noGrp="1"/>
          </p:cNvSpPr>
          <p:nvPr>
            <p:ph type="title" orient="vert"/>
          </p:nvPr>
        </p:nvSpPr>
        <p:spPr>
          <a:xfrm>
            <a:off x="6543675" y="365125"/>
            <a:ext cx="1971675" cy="5811838"/>
          </a:xfrm>
        </p:spPr>
        <p:txBody>
          <a:bodyPr vert="eaVert"/>
          <a:p>
            <a:r>
              <a:rPr altLang="en-US" lang="zh-CN"/>
              <a:t>单击此处编辑母版标题样式</a:t>
            </a:r>
            <a:endParaRPr dirty="0" lang="en-US"/>
          </a:p>
        </p:txBody>
      </p:sp>
      <p:sp>
        <p:nvSpPr>
          <p:cNvPr id="1050052" name="Vertical Text Placeholder 2"/>
          <p:cNvSpPr>
            <a:spLocks noGrp="1"/>
          </p:cNvSpPr>
          <p:nvPr>
            <p:ph type="body" orient="vert" idx="1"/>
          </p:nvPr>
        </p:nvSpPr>
        <p:spPr>
          <a:xfrm>
            <a:off x="628650" y="365125"/>
            <a:ext cx="5800725" cy="5811838"/>
          </a:xfrm>
        </p:spPr>
        <p:txBody>
          <a:bodyPr vert="eaVert"/>
          <a:p>
            <a:pPr lvl="0"/>
            <a:r>
              <a:rPr altLang="en-US" lang="zh-CN"/>
              <a:t>编辑母版文本样式</a:t>
            </a:r>
          </a:p>
          <a:p>
            <a:pPr lvl="1"/>
            <a:r>
              <a:rPr altLang="en-US" lang="zh-CN"/>
              <a:t>第二级</a:t>
            </a:r>
          </a:p>
          <a:p>
            <a:pPr lvl="2"/>
            <a:r>
              <a:rPr altLang="en-US" lang="zh-CN"/>
              <a:t>第三级</a:t>
            </a:r>
          </a:p>
          <a:p>
            <a:pPr lvl="3"/>
            <a:r>
              <a:rPr altLang="en-US" lang="zh-CN"/>
              <a:t>第四级</a:t>
            </a:r>
          </a:p>
          <a:p>
            <a:pPr lvl="4"/>
            <a:r>
              <a:rPr altLang="en-US" lang="zh-CN"/>
              <a:t>第五级</a:t>
            </a:r>
            <a:endParaRPr dirty="0" lang="en-US"/>
          </a:p>
        </p:txBody>
      </p:sp>
      <p:sp>
        <p:nvSpPr>
          <p:cNvPr id="1050053" name="Date Placeholder 3"/>
          <p:cNvSpPr>
            <a:spLocks noGrp="1"/>
          </p:cNvSpPr>
          <p:nvPr>
            <p:ph type="dt" sz="half" idx="10"/>
          </p:nvPr>
        </p:nvSpPr>
        <p:spPr/>
        <p:txBody>
          <a:bodyPr/>
          <a:p>
            <a:fld id="{E8674AD7-F605-4ED4-A25F-20F9F2658648}" type="datetimeFigureOut">
              <a:rPr altLang="en-US" lang="zh-CN" smtClean="0"/>
              <a:t>2023/10/16</a:t>
            </a:fld>
            <a:endParaRPr altLang="en-US" lang="zh-CN"/>
          </a:p>
        </p:txBody>
      </p:sp>
      <p:sp>
        <p:nvSpPr>
          <p:cNvPr id="1050054" name="Footer Placeholder 4"/>
          <p:cNvSpPr>
            <a:spLocks noGrp="1"/>
          </p:cNvSpPr>
          <p:nvPr>
            <p:ph type="ftr" sz="quarter" idx="11"/>
          </p:nvPr>
        </p:nvSpPr>
        <p:spPr/>
        <p:txBody>
          <a:bodyPr/>
          <a:p>
            <a:endParaRPr altLang="en-US" lang="zh-CN"/>
          </a:p>
        </p:txBody>
      </p:sp>
      <p:sp>
        <p:nvSpPr>
          <p:cNvPr id="1050055" name="Slide Number Placeholder 5"/>
          <p:cNvSpPr>
            <a:spLocks noGrp="1"/>
          </p:cNvSpPr>
          <p:nvPr>
            <p:ph type="sldNum" sz="quarter" idx="12"/>
          </p:nvPr>
        </p:nvSpPr>
        <p:spPr/>
        <p:txBody>
          <a:bodyPr/>
          <a:p>
            <a:fld id="{360B774C-7AB6-4DF8-A777-36C3E84B2343}" type="slidenum">
              <a:rPr altLang="en-US" lang="zh-CN" smtClean="0"/>
              <a:t>‹#›</a:t>
            </a:fld>
            <a:endParaRPr altLang="en-US"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221" name=""/>
        <p:cNvGrpSpPr/>
        <p:nvPr/>
      </p:nvGrpSpPr>
      <p:grpSpPr>
        <a:xfrm>
          <a:off x="0" y="0"/>
          <a:ext cx="0" cy="0"/>
          <a:chOff x="0" y="0"/>
          <a:chExt cx="0" cy="0"/>
        </a:xfrm>
      </p:grpSpPr>
      <p:sp>
        <p:nvSpPr>
          <p:cNvPr id="1048925" name="标题 1"/>
          <p:cNvSpPr>
            <a:spLocks noGrp="1"/>
          </p:cNvSpPr>
          <p:nvPr>
            <p:ph type="title"/>
          </p:nvPr>
        </p:nvSpPr>
        <p:spPr>
          <a:xfrm>
            <a:off x="457200" y="274638"/>
            <a:ext cx="8229600" cy="1143000"/>
          </a:xfrm>
        </p:spPr>
        <p:txBody>
          <a:bodyPr/>
          <a:p>
            <a:r>
              <a:rPr altLang="en-US" lang="zh-CN"/>
              <a:t>单击此处编辑母版标题样式</a:t>
            </a:r>
          </a:p>
        </p:txBody>
      </p:sp>
      <p:sp>
        <p:nvSpPr>
          <p:cNvPr id="1048926" name="表格占位符 2"/>
          <p:cNvSpPr>
            <a:spLocks noGrp="1"/>
          </p:cNvSpPr>
          <p:nvPr>
            <p:ph type="tbl" idx="1"/>
          </p:nvPr>
        </p:nvSpPr>
        <p:spPr>
          <a:xfrm>
            <a:off x="457200" y="1600202"/>
            <a:ext cx="8229600" cy="4525963"/>
          </a:xfrm>
        </p:spPr>
        <p:txBody>
          <a:bodyPr/>
          <a:p>
            <a:pPr lvl="0"/>
            <a:endParaRPr altLang="en-US" lang="zh-CN" noProof="0"/>
          </a:p>
        </p:txBody>
      </p:sp>
      <p:sp>
        <p:nvSpPr>
          <p:cNvPr id="1048927" name="Rectangle 4"/>
          <p:cNvSpPr>
            <a:spLocks noGrp="1" noChangeArrowheads="1"/>
          </p:cNvSpPr>
          <p:nvPr>
            <p:ph type="dt" sz="half" idx="10"/>
          </p:nvPr>
        </p:nvSpPr>
        <p:spPr/>
        <p:txBody>
          <a:bodyPr/>
          <a:p>
            <a:endParaRPr altLang="zh-CN" lang="en-US"/>
          </a:p>
        </p:txBody>
      </p:sp>
      <p:sp>
        <p:nvSpPr>
          <p:cNvPr id="1048928" name="Rectangle 5"/>
          <p:cNvSpPr>
            <a:spLocks noGrp="1" noChangeArrowheads="1"/>
          </p:cNvSpPr>
          <p:nvPr>
            <p:ph type="ftr" sz="quarter" idx="11"/>
          </p:nvPr>
        </p:nvSpPr>
        <p:spPr/>
        <p:txBody>
          <a:bodyPr/>
          <a:p>
            <a:endParaRPr altLang="zh-CN" lang="en-US"/>
          </a:p>
        </p:txBody>
      </p:sp>
      <p:sp>
        <p:nvSpPr>
          <p:cNvPr id="1048929" name="Rectangle 6"/>
          <p:cNvSpPr>
            <a:spLocks noGrp="1" noChangeArrowheads="1"/>
          </p:cNvSpPr>
          <p:nvPr>
            <p:ph type="sldNum" sz="quarter" idx="12"/>
          </p:nvPr>
        </p:nvSpPr>
        <p:spPr/>
        <p:txBody>
          <a:bodyPr/>
          <a:p>
            <a:fld id="{7F3C22E5-8C2F-4411-96B2-AB031360E515}" type="slidenum">
              <a:rPr altLang="zh-CN" lang="en-US"/>
              <a:t>‹#›</a:t>
            </a:fld>
            <a:endParaRPr altLang="zh-CN"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252" name=""/>
        <p:cNvGrpSpPr/>
        <p:nvPr/>
      </p:nvGrpSpPr>
      <p:grpSpPr>
        <a:xfrm>
          <a:off x="0" y="0"/>
          <a:ext cx="0" cy="0"/>
          <a:chOff x="0" y="0"/>
          <a:chExt cx="0" cy="0"/>
        </a:xfrm>
      </p:grpSpPr>
      <p:sp>
        <p:nvSpPr>
          <p:cNvPr id="1049390" name="标题 1"/>
          <p:cNvSpPr>
            <a:spLocks noGrp="1"/>
          </p:cNvSpPr>
          <p:nvPr>
            <p:ph type="title"/>
          </p:nvPr>
        </p:nvSpPr>
        <p:spPr>
          <a:xfrm>
            <a:off x="457200" y="274638"/>
            <a:ext cx="8229600" cy="1143000"/>
          </a:xfrm>
        </p:spPr>
        <p:txBody>
          <a:bodyPr/>
          <a:p>
            <a:r>
              <a:rPr altLang="en-US" lang="zh-CN"/>
              <a:t>单击此处编辑母版标题样式</a:t>
            </a:r>
          </a:p>
        </p:txBody>
      </p:sp>
      <p:sp>
        <p:nvSpPr>
          <p:cNvPr id="1049391" name="SmartArt 占位符 2"/>
          <p:cNvSpPr>
            <a:spLocks noGrp="1"/>
          </p:cNvSpPr>
          <p:nvPr>
            <p:ph type="dgm" idx="1"/>
          </p:nvPr>
        </p:nvSpPr>
        <p:spPr>
          <a:xfrm>
            <a:off x="457200" y="1600202"/>
            <a:ext cx="8229600" cy="4525963"/>
          </a:xfrm>
        </p:spPr>
        <p:txBody>
          <a:bodyPr/>
          <a:p>
            <a:pPr lvl="0"/>
            <a:endParaRPr altLang="en-US" lang="zh-CN" noProof="0"/>
          </a:p>
        </p:txBody>
      </p:sp>
      <p:sp>
        <p:nvSpPr>
          <p:cNvPr id="1049392" name="Rectangle 4"/>
          <p:cNvSpPr>
            <a:spLocks noGrp="1" noChangeArrowheads="1"/>
          </p:cNvSpPr>
          <p:nvPr>
            <p:ph type="dt" sz="half" idx="10"/>
          </p:nvPr>
        </p:nvSpPr>
        <p:spPr/>
        <p:txBody>
          <a:bodyPr/>
          <a:p>
            <a:endParaRPr altLang="zh-CN" lang="en-US"/>
          </a:p>
        </p:txBody>
      </p:sp>
      <p:sp>
        <p:nvSpPr>
          <p:cNvPr id="1049393" name="Rectangle 5"/>
          <p:cNvSpPr>
            <a:spLocks noGrp="1" noChangeArrowheads="1"/>
          </p:cNvSpPr>
          <p:nvPr>
            <p:ph type="ftr" sz="quarter" idx="11"/>
          </p:nvPr>
        </p:nvSpPr>
        <p:spPr/>
        <p:txBody>
          <a:bodyPr/>
          <a:p>
            <a:endParaRPr altLang="zh-CN" lang="en-US"/>
          </a:p>
        </p:txBody>
      </p:sp>
      <p:sp>
        <p:nvSpPr>
          <p:cNvPr id="1049394" name="Rectangle 6"/>
          <p:cNvSpPr>
            <a:spLocks noGrp="1" noChangeArrowheads="1"/>
          </p:cNvSpPr>
          <p:nvPr>
            <p:ph type="sldNum" sz="quarter" idx="12"/>
          </p:nvPr>
        </p:nvSpPr>
        <p:spPr/>
        <p:txBody>
          <a:bodyPr/>
          <a:p>
            <a:fld id="{CBFE7909-712B-41FA-BF09-0D4EA5129D0C}" type="slidenum">
              <a:rPr altLang="zh-CN" lang="en-US"/>
              <a:t>‹#›</a:t>
            </a:fld>
            <a:endParaRPr altLang="zh-CN"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273" name=""/>
        <p:cNvGrpSpPr/>
        <p:nvPr/>
      </p:nvGrpSpPr>
      <p:grpSpPr>
        <a:xfrm>
          <a:off x="0" y="0"/>
          <a:ext cx="0" cy="0"/>
          <a:chOff x="0" y="0"/>
          <a:chExt cx="0" cy="0"/>
        </a:xfrm>
      </p:grpSpPr>
      <p:sp>
        <p:nvSpPr>
          <p:cNvPr id="1049485" name="标题 1"/>
          <p:cNvSpPr>
            <a:spLocks noGrp="1"/>
          </p:cNvSpPr>
          <p:nvPr>
            <p:ph type="title"/>
          </p:nvPr>
        </p:nvSpPr>
        <p:spPr>
          <a:xfrm>
            <a:off x="457200" y="274638"/>
            <a:ext cx="8229600" cy="1143000"/>
          </a:xfrm>
        </p:spPr>
        <p:txBody>
          <a:bodyPr/>
          <a:p>
            <a:r>
              <a:rPr altLang="en-US" lang="zh-CN"/>
              <a:t>单击此处编辑母版标题样式</a:t>
            </a:r>
          </a:p>
        </p:txBody>
      </p:sp>
      <p:sp>
        <p:nvSpPr>
          <p:cNvPr id="1049486" name="文本占位符 2"/>
          <p:cNvSpPr>
            <a:spLocks noGrp="1"/>
          </p:cNvSpPr>
          <p:nvPr>
            <p:ph type="body" sz="half" idx="1"/>
          </p:nvPr>
        </p:nvSpPr>
        <p:spPr>
          <a:xfrm>
            <a:off x="457200" y="1600202"/>
            <a:ext cx="4038600" cy="4525963"/>
          </a:xfrm>
        </p:spPr>
        <p:txBody>
          <a:bodyPr/>
          <a:p>
            <a:pPr lvl="0"/>
            <a:r>
              <a:rPr altLang="en-US" lang="zh-CN"/>
              <a:t>单击此处编辑母版文本样式</a:t>
            </a:r>
          </a:p>
          <a:p>
            <a:pPr lvl="1"/>
            <a:r>
              <a:rPr altLang="en-US" lang="zh-CN"/>
              <a:t>第二级</a:t>
            </a:r>
          </a:p>
          <a:p>
            <a:pPr lvl="2"/>
            <a:r>
              <a:rPr altLang="en-US" lang="zh-CN"/>
              <a:t>第三级</a:t>
            </a:r>
          </a:p>
          <a:p>
            <a:pPr lvl="3"/>
            <a:r>
              <a:rPr altLang="en-US" lang="zh-CN"/>
              <a:t>第四级</a:t>
            </a:r>
          </a:p>
          <a:p>
            <a:pPr lvl="4"/>
            <a:r>
              <a:rPr altLang="en-US" lang="zh-CN"/>
              <a:t>第五级</a:t>
            </a:r>
          </a:p>
        </p:txBody>
      </p:sp>
      <p:sp>
        <p:nvSpPr>
          <p:cNvPr id="1049487" name="内容占位符 3"/>
          <p:cNvSpPr>
            <a:spLocks noGrp="1"/>
          </p:cNvSpPr>
          <p:nvPr>
            <p:ph sz="quarter" idx="2"/>
          </p:nvPr>
        </p:nvSpPr>
        <p:spPr>
          <a:xfrm>
            <a:off x="4648200" y="1600200"/>
            <a:ext cx="4038600" cy="2185988"/>
          </a:xfrm>
        </p:spPr>
        <p:txBody>
          <a:bodyPr/>
          <a:p>
            <a:pPr lvl="0"/>
            <a:r>
              <a:rPr altLang="en-US" lang="zh-CN"/>
              <a:t>单击此处编辑母版文本样式</a:t>
            </a:r>
          </a:p>
          <a:p>
            <a:pPr lvl="1"/>
            <a:r>
              <a:rPr altLang="en-US" lang="zh-CN"/>
              <a:t>第二级</a:t>
            </a:r>
          </a:p>
          <a:p>
            <a:pPr lvl="2"/>
            <a:r>
              <a:rPr altLang="en-US" lang="zh-CN"/>
              <a:t>第三级</a:t>
            </a:r>
          </a:p>
          <a:p>
            <a:pPr lvl="3"/>
            <a:r>
              <a:rPr altLang="en-US" lang="zh-CN"/>
              <a:t>第四级</a:t>
            </a:r>
          </a:p>
          <a:p>
            <a:pPr lvl="4"/>
            <a:r>
              <a:rPr altLang="en-US" lang="zh-CN"/>
              <a:t>第五级</a:t>
            </a:r>
          </a:p>
        </p:txBody>
      </p:sp>
      <p:sp>
        <p:nvSpPr>
          <p:cNvPr id="1049488" name="内容占位符 4"/>
          <p:cNvSpPr>
            <a:spLocks noGrp="1"/>
          </p:cNvSpPr>
          <p:nvPr>
            <p:ph sz="quarter" idx="3"/>
          </p:nvPr>
        </p:nvSpPr>
        <p:spPr>
          <a:xfrm>
            <a:off x="4648200" y="3938590"/>
            <a:ext cx="4038600" cy="2187575"/>
          </a:xfrm>
        </p:spPr>
        <p:txBody>
          <a:bodyPr/>
          <a:p>
            <a:pPr lvl="0"/>
            <a:r>
              <a:rPr altLang="en-US" lang="zh-CN"/>
              <a:t>单击此处编辑母版文本样式</a:t>
            </a:r>
          </a:p>
          <a:p>
            <a:pPr lvl="1"/>
            <a:r>
              <a:rPr altLang="en-US" lang="zh-CN"/>
              <a:t>第二级</a:t>
            </a:r>
          </a:p>
          <a:p>
            <a:pPr lvl="2"/>
            <a:r>
              <a:rPr altLang="en-US" lang="zh-CN"/>
              <a:t>第三级</a:t>
            </a:r>
          </a:p>
          <a:p>
            <a:pPr lvl="3"/>
            <a:r>
              <a:rPr altLang="en-US" lang="zh-CN"/>
              <a:t>第四级</a:t>
            </a:r>
          </a:p>
          <a:p>
            <a:pPr lvl="4"/>
            <a:r>
              <a:rPr altLang="en-US" lang="zh-CN"/>
              <a:t>第五级</a:t>
            </a:r>
          </a:p>
        </p:txBody>
      </p:sp>
      <p:sp>
        <p:nvSpPr>
          <p:cNvPr id="1049489" name="Rectangle 4"/>
          <p:cNvSpPr>
            <a:spLocks noGrp="1" noChangeArrowheads="1"/>
          </p:cNvSpPr>
          <p:nvPr>
            <p:ph type="dt" sz="half" idx="10"/>
          </p:nvPr>
        </p:nvSpPr>
        <p:spPr/>
        <p:txBody>
          <a:bodyPr/>
          <a:p>
            <a:endParaRPr altLang="zh-CN" lang="en-US"/>
          </a:p>
        </p:txBody>
      </p:sp>
      <p:sp>
        <p:nvSpPr>
          <p:cNvPr id="1049490" name="Rectangle 5"/>
          <p:cNvSpPr>
            <a:spLocks noGrp="1" noChangeArrowheads="1"/>
          </p:cNvSpPr>
          <p:nvPr>
            <p:ph type="ftr" sz="quarter" idx="11"/>
          </p:nvPr>
        </p:nvSpPr>
        <p:spPr/>
        <p:txBody>
          <a:bodyPr/>
          <a:p>
            <a:endParaRPr altLang="zh-CN" lang="en-US"/>
          </a:p>
        </p:txBody>
      </p:sp>
      <p:sp>
        <p:nvSpPr>
          <p:cNvPr id="1049491" name="Rectangle 6"/>
          <p:cNvSpPr>
            <a:spLocks noGrp="1" noChangeArrowheads="1"/>
          </p:cNvSpPr>
          <p:nvPr>
            <p:ph type="sldNum" sz="quarter" idx="12"/>
          </p:nvPr>
        </p:nvSpPr>
        <p:spPr/>
        <p:txBody>
          <a:bodyPr/>
          <a:p>
            <a:fld id="{31249511-DFA2-4E4F-AF00-50DF6C84ED02}" type="slidenum">
              <a:rPr altLang="zh-CN" lang="en-US"/>
              <a:t>‹#›</a:t>
            </a:fld>
            <a:endParaRPr altLang="zh-CN"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280" name=""/>
        <p:cNvGrpSpPr/>
        <p:nvPr/>
      </p:nvGrpSpPr>
      <p:grpSpPr>
        <a:xfrm>
          <a:off x="0" y="0"/>
          <a:ext cx="0" cy="0"/>
          <a:chOff x="0" y="0"/>
          <a:chExt cx="0" cy="0"/>
        </a:xfrm>
      </p:grpSpPr>
      <p:sp>
        <p:nvSpPr>
          <p:cNvPr id="1049510" name="标题 1"/>
          <p:cNvSpPr>
            <a:spLocks noGrp="1"/>
          </p:cNvSpPr>
          <p:nvPr>
            <p:ph type="title"/>
          </p:nvPr>
        </p:nvSpPr>
        <p:spPr>
          <a:xfrm>
            <a:off x="457200" y="274638"/>
            <a:ext cx="8229600" cy="1143000"/>
          </a:xfrm>
        </p:spPr>
        <p:txBody>
          <a:bodyPr/>
          <a:p>
            <a:r>
              <a:rPr altLang="en-US" lang="zh-CN"/>
              <a:t>单击此处编辑母版标题样式</a:t>
            </a:r>
          </a:p>
        </p:txBody>
      </p:sp>
      <p:sp>
        <p:nvSpPr>
          <p:cNvPr id="1049511" name="文本占位符 2"/>
          <p:cNvSpPr>
            <a:spLocks noGrp="1"/>
          </p:cNvSpPr>
          <p:nvPr>
            <p:ph type="body" sz="half" idx="1"/>
          </p:nvPr>
        </p:nvSpPr>
        <p:spPr>
          <a:xfrm>
            <a:off x="457200" y="1600202"/>
            <a:ext cx="4038600" cy="4525963"/>
          </a:xfrm>
        </p:spPr>
        <p:txBody>
          <a:bodyPr/>
          <a:p>
            <a:pPr lvl="0"/>
            <a:r>
              <a:rPr altLang="en-US" lang="zh-CN"/>
              <a:t>单击此处编辑母版文本样式</a:t>
            </a:r>
          </a:p>
          <a:p>
            <a:pPr lvl="1"/>
            <a:r>
              <a:rPr altLang="en-US" lang="zh-CN"/>
              <a:t>第二级</a:t>
            </a:r>
          </a:p>
          <a:p>
            <a:pPr lvl="2"/>
            <a:r>
              <a:rPr altLang="en-US" lang="zh-CN"/>
              <a:t>第三级</a:t>
            </a:r>
          </a:p>
          <a:p>
            <a:pPr lvl="3"/>
            <a:r>
              <a:rPr altLang="en-US" lang="zh-CN"/>
              <a:t>第四级</a:t>
            </a:r>
          </a:p>
          <a:p>
            <a:pPr lvl="4"/>
            <a:r>
              <a:rPr altLang="en-US" lang="zh-CN"/>
              <a:t>第五级</a:t>
            </a:r>
          </a:p>
        </p:txBody>
      </p:sp>
      <p:sp>
        <p:nvSpPr>
          <p:cNvPr id="1049512" name="内容占位符 3"/>
          <p:cNvSpPr>
            <a:spLocks noGrp="1"/>
          </p:cNvSpPr>
          <p:nvPr>
            <p:ph sz="half" idx="2"/>
          </p:nvPr>
        </p:nvSpPr>
        <p:spPr>
          <a:xfrm>
            <a:off x="4648200" y="1600202"/>
            <a:ext cx="4038600" cy="4525963"/>
          </a:xfrm>
        </p:spPr>
        <p:txBody>
          <a:bodyPr/>
          <a:p>
            <a:pPr lvl="0"/>
            <a:r>
              <a:rPr altLang="en-US" lang="zh-CN"/>
              <a:t>单击此处编辑母版文本样式</a:t>
            </a:r>
          </a:p>
          <a:p>
            <a:pPr lvl="1"/>
            <a:r>
              <a:rPr altLang="en-US" lang="zh-CN"/>
              <a:t>第二级</a:t>
            </a:r>
          </a:p>
          <a:p>
            <a:pPr lvl="2"/>
            <a:r>
              <a:rPr altLang="en-US" lang="zh-CN"/>
              <a:t>第三级</a:t>
            </a:r>
          </a:p>
          <a:p>
            <a:pPr lvl="3"/>
            <a:r>
              <a:rPr altLang="en-US" lang="zh-CN"/>
              <a:t>第四级</a:t>
            </a:r>
          </a:p>
          <a:p>
            <a:pPr lvl="4"/>
            <a:r>
              <a:rPr altLang="en-US" lang="zh-CN"/>
              <a:t>第五级</a:t>
            </a:r>
          </a:p>
        </p:txBody>
      </p:sp>
      <p:sp>
        <p:nvSpPr>
          <p:cNvPr id="1049513" name="Rectangle 4"/>
          <p:cNvSpPr>
            <a:spLocks noGrp="1" noChangeArrowheads="1"/>
          </p:cNvSpPr>
          <p:nvPr>
            <p:ph type="dt" sz="half" idx="10"/>
          </p:nvPr>
        </p:nvSpPr>
        <p:spPr/>
        <p:txBody>
          <a:bodyPr/>
          <a:p>
            <a:endParaRPr altLang="zh-CN" lang="en-US"/>
          </a:p>
        </p:txBody>
      </p:sp>
      <p:sp>
        <p:nvSpPr>
          <p:cNvPr id="1049514" name="Rectangle 5"/>
          <p:cNvSpPr>
            <a:spLocks noGrp="1" noChangeArrowheads="1"/>
          </p:cNvSpPr>
          <p:nvPr>
            <p:ph type="ftr" sz="quarter" idx="11"/>
          </p:nvPr>
        </p:nvSpPr>
        <p:spPr/>
        <p:txBody>
          <a:bodyPr/>
          <a:p>
            <a:endParaRPr altLang="zh-CN" lang="en-US"/>
          </a:p>
        </p:txBody>
      </p:sp>
      <p:sp>
        <p:nvSpPr>
          <p:cNvPr id="1049515" name="Rectangle 6"/>
          <p:cNvSpPr>
            <a:spLocks noGrp="1" noChangeArrowheads="1"/>
          </p:cNvSpPr>
          <p:nvPr>
            <p:ph type="sldNum" sz="quarter" idx="12"/>
          </p:nvPr>
        </p:nvSpPr>
        <p:spPr/>
        <p:txBody>
          <a:bodyPr/>
          <a:p>
            <a:fld id="{2DFD9365-0890-4840-AC6D-EEFC84582E3C}" type="slidenum">
              <a:rPr altLang="zh-CN" lang="en-US"/>
              <a:t>‹#›</a:t>
            </a:fld>
            <a:endParaRPr altLang="zh-CN"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15" name=""/>
        <p:cNvGrpSpPr/>
        <p:nvPr/>
      </p:nvGrpSpPr>
      <p:grpSpPr>
        <a:xfrm>
          <a:off x="0" y="0"/>
          <a:ext cx="0" cy="0"/>
          <a:chOff x="0" y="0"/>
          <a:chExt cx="0" cy="0"/>
        </a:xfrm>
      </p:grpSpPr>
      <p:sp>
        <p:nvSpPr>
          <p:cNvPr id="1048576" name="Title Placeholder 1"/>
          <p:cNvSpPr>
            <a:spLocks noGrp="1"/>
          </p:cNvSpPr>
          <p:nvPr>
            <p:ph type="title"/>
          </p:nvPr>
        </p:nvSpPr>
        <p:spPr>
          <a:xfrm>
            <a:off x="628650" y="365126"/>
            <a:ext cx="7886700" cy="1325563"/>
          </a:xfrm>
          <a:prstGeom prst="rect"/>
        </p:spPr>
        <p:txBody>
          <a:bodyPr anchor="ctr" bIns="45720" lIns="91440" rIns="91440" rtlCol="0" tIns="45720" vert="horz">
            <a:normAutofit/>
          </a:bodyPr>
          <a:p>
            <a:r>
              <a:rPr altLang="en-US" lang="zh-CN"/>
              <a:t>单击此处编辑母版标题样式</a:t>
            </a:r>
            <a:endParaRPr dirty="0" lang="en-US"/>
          </a:p>
        </p:txBody>
      </p:sp>
      <p:sp>
        <p:nvSpPr>
          <p:cNvPr id="1048577" name="Text Placeholder 2"/>
          <p:cNvSpPr>
            <a:spLocks noGrp="1"/>
          </p:cNvSpPr>
          <p:nvPr>
            <p:ph type="body" idx="1"/>
          </p:nvPr>
        </p:nvSpPr>
        <p:spPr>
          <a:xfrm>
            <a:off x="628650" y="1825625"/>
            <a:ext cx="7886700" cy="4351338"/>
          </a:xfrm>
          <a:prstGeom prst="rect"/>
        </p:spPr>
        <p:txBody>
          <a:bodyPr bIns="45720" lIns="91440" rIns="91440" rtlCol="0" tIns="45720" vert="horz">
            <a:normAutofit/>
          </a:bodyPr>
          <a:p>
            <a:pPr lvl="0"/>
            <a:r>
              <a:rPr altLang="en-US" lang="zh-CN"/>
              <a:t>编辑母版文本样式</a:t>
            </a:r>
          </a:p>
          <a:p>
            <a:pPr lvl="1"/>
            <a:r>
              <a:rPr altLang="en-US" lang="zh-CN"/>
              <a:t>第二级</a:t>
            </a:r>
          </a:p>
          <a:p>
            <a:pPr lvl="2"/>
            <a:r>
              <a:rPr altLang="en-US" lang="zh-CN"/>
              <a:t>第三级</a:t>
            </a:r>
          </a:p>
          <a:p>
            <a:pPr lvl="3"/>
            <a:r>
              <a:rPr altLang="en-US" lang="zh-CN"/>
              <a:t>第四级</a:t>
            </a:r>
          </a:p>
          <a:p>
            <a:pPr lvl="4"/>
            <a:r>
              <a:rPr altLang="en-US" lang="zh-CN"/>
              <a:t>第五级</a:t>
            </a:r>
            <a:endParaRPr dirty="0" lang="en-US"/>
          </a:p>
        </p:txBody>
      </p:sp>
      <p:sp>
        <p:nvSpPr>
          <p:cNvPr id="1048578" name="Date Placeholder 3"/>
          <p:cNvSpPr>
            <a:spLocks noGrp="1"/>
          </p:cNvSpPr>
          <p:nvPr>
            <p:ph type="dt" sz="half" idx="2"/>
          </p:nvPr>
        </p:nvSpPr>
        <p:spPr>
          <a:xfrm>
            <a:off x="628650" y="6356351"/>
            <a:ext cx="2057400" cy="365125"/>
          </a:xfrm>
          <a:prstGeom prst="rect"/>
        </p:spPr>
        <p:txBody>
          <a:bodyPr anchor="ctr" bIns="45720" lIns="91440" rIns="91440" rtlCol="0" tIns="45720" vert="horz"/>
          <a:lstStyle>
            <a:lvl1pPr algn="l">
              <a:defRPr sz="1200">
                <a:solidFill>
                  <a:schemeClr val="tx1">
                    <a:tint val="75000"/>
                  </a:schemeClr>
                </a:solidFill>
              </a:defRPr>
            </a:lvl1pPr>
          </a:lstStyle>
          <a:p>
            <a:fld id="{E8674AD7-F605-4ED4-A25F-20F9F2658648}" type="datetimeFigureOut">
              <a:rPr altLang="en-US" lang="zh-CN" smtClean="0"/>
              <a:t>2023/10/16</a:t>
            </a:fld>
            <a:endParaRPr altLang="en-US" lang="zh-CN"/>
          </a:p>
        </p:txBody>
      </p:sp>
      <p:sp>
        <p:nvSpPr>
          <p:cNvPr id="1048579" name="Footer Placeholder 4"/>
          <p:cNvSpPr>
            <a:spLocks noGrp="1"/>
          </p:cNvSpPr>
          <p:nvPr>
            <p:ph type="ftr" sz="quarter" idx="3"/>
          </p:nvPr>
        </p:nvSpPr>
        <p:spPr>
          <a:xfrm>
            <a:off x="3028950" y="6356351"/>
            <a:ext cx="3086100" cy="365125"/>
          </a:xfrm>
          <a:prstGeom prst="rect"/>
        </p:spPr>
        <p:txBody>
          <a:bodyPr anchor="ctr" bIns="45720" lIns="91440" rIns="91440" rtlCol="0" tIns="45720" vert="horz"/>
          <a:lstStyle>
            <a:lvl1pPr algn="ctr">
              <a:defRPr sz="1200">
                <a:solidFill>
                  <a:schemeClr val="tx1">
                    <a:tint val="75000"/>
                  </a:schemeClr>
                </a:solidFill>
              </a:defRPr>
            </a:lvl1pPr>
          </a:lstStyle>
          <a:p>
            <a:endParaRPr altLang="en-US" lang="zh-CN"/>
          </a:p>
        </p:txBody>
      </p:sp>
      <p:sp>
        <p:nvSpPr>
          <p:cNvPr id="1048580" name="Slide Number Placeholder 5"/>
          <p:cNvSpPr>
            <a:spLocks noGrp="1"/>
          </p:cNvSpPr>
          <p:nvPr>
            <p:ph type="sldNum" sz="quarter" idx="4"/>
          </p:nvPr>
        </p:nvSpPr>
        <p:spPr>
          <a:xfrm>
            <a:off x="6457950" y="6356351"/>
            <a:ext cx="2057400" cy="365125"/>
          </a:xfrm>
          <a:prstGeom prst="rect"/>
        </p:spPr>
        <p:txBody>
          <a:bodyPr anchor="ctr" bIns="45720" lIns="91440" rIns="91440" rtlCol="0" tIns="45720" vert="horz"/>
          <a:lstStyle>
            <a:lvl1pPr algn="r">
              <a:defRPr sz="1200">
                <a:solidFill>
                  <a:schemeClr val="tx1">
                    <a:tint val="75000"/>
                  </a:schemeClr>
                </a:solidFill>
              </a:defRPr>
            </a:lvl1pPr>
          </a:lstStyle>
          <a:p>
            <a:fld id="{360B774C-7AB6-4DF8-A777-36C3E84B2343}" type="slidenum">
              <a:rPr altLang="en-US" lang="zh-CN" smtClean="0"/>
              <a:t>‹#›</a:t>
            </a:fld>
            <a:endParaRPr altLang="en-US" lang="zh-CN"/>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111.xml"/><Relationship Id="rId3" Type="http://schemas.openxmlformats.org/officeDocument/2006/relationships/slide" Target="slide17.xml"/><Relationship Id="rId4" Type="http://schemas.openxmlformats.org/officeDocument/2006/relationships/slide" Target="slide28.xml"/><Relationship Id="rId5" Type="http://schemas.openxmlformats.org/officeDocument/2006/relationships/slide" Target="slide108.xml"/><Relationship Id="rId6" Type="http://schemas.openxmlformats.org/officeDocument/2006/relationships/slide" Target="slide50.xml"/><Relationship Id="rId7" Type="http://schemas.openxmlformats.org/officeDocument/2006/relationships/slide" Target="slide84.xml"/><Relationship Id="rId8" Type="http://schemas.openxmlformats.org/officeDocument/2006/relationships/slide" Target="slide53.xml"/><Relationship Id="rId9"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diagramLayout" Target="../diagrams/layout1.xml"/><Relationship Id="rId2" Type="http://schemas.openxmlformats.org/officeDocument/2006/relationships/diagramData" Target="../diagrams/data1.xml"/><Relationship Id="rId3" Type="http://schemas.microsoft.com/office/2007/relationships/diagramDrawing" Target="../diagrams/drawing1.xml"/><Relationship Id="rId4" Type="http://schemas.openxmlformats.org/officeDocument/2006/relationships/diagramColors" Target="../diagrams/colors1.xml"/><Relationship Id="rId5" Type="http://schemas.openxmlformats.org/officeDocument/2006/relationships/diagramQuickStyle" Target="../diagrams/quickStyle1.xml"/><Relationship Id="rId6"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oleObject" Target="../embeddings/oleObject0.bin"/><Relationship Id="rId2" Type="http://schemas.openxmlformats.org/officeDocument/2006/relationships/image" Target="../media/image2.emf"/><Relationship Id="rId3" Type="http://schemas.openxmlformats.org/officeDocument/2006/relationships/slideLayout" Target="../slideLayouts/slideLayout2.xml"/><Relationship Id="rId4" Type="http://schemas.openxmlformats.org/officeDocument/2006/relationships/vmlDrawing" Target="../drawings/vmlDrawing325.vml"/></Relationships>
</file>

<file path=ppt/slides/_rels/slide1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5.emf"/><Relationship Id="rId3" Type="http://schemas.openxmlformats.org/officeDocument/2006/relationships/slideLayout" Target="../slideLayouts/slideLayout2.xml"/><Relationship Id="rId4" Type="http://schemas.openxmlformats.org/officeDocument/2006/relationships/vmlDrawing" Target="../drawings/vmlDrawing326.vml"/></Relationships>
</file>

<file path=ppt/slides/_rels/slide14.xml.rels><?xml version="1.0" encoding="UTF-8" standalone="yes"?>
<Relationships xmlns="http://schemas.openxmlformats.org/package/2006/relationships"><Relationship Id="rId1" Type="http://schemas.openxmlformats.org/officeDocument/2006/relationships/oleObject" Target="../embeddings/oleObject2.bin"/><Relationship Id="rId2" Type="http://schemas.openxmlformats.org/officeDocument/2006/relationships/image" Target="../media/image2.emf"/><Relationship Id="rId3" Type="http://schemas.openxmlformats.org/officeDocument/2006/relationships/slideLayout" Target="../slideLayouts/slideLayout2.xml"/><Relationship Id="rId4" Type="http://schemas.openxmlformats.org/officeDocument/2006/relationships/vmlDrawing" Target="../drawings/vmlDrawing327.v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oleObject" Target="../embeddings/oleObject3.bin"/><Relationship Id="rId2" Type="http://schemas.openxmlformats.org/officeDocument/2006/relationships/image" Target="../media/image6.emf"/><Relationship Id="rId3" Type="http://schemas.openxmlformats.org/officeDocument/2006/relationships/slide" Target="slide1.xml"/><Relationship Id="rId4" Type="http://schemas.openxmlformats.org/officeDocument/2006/relationships/slideLayout" Target="../slideLayouts/slideLayout2.xml"/><Relationship Id="rId5" Type="http://schemas.openxmlformats.org/officeDocument/2006/relationships/vmlDrawing" Target="../drawings/vmlDrawing328.v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oleObject" Target="../embeddings/oleObject4.bin"/><Relationship Id="rId2" Type="http://schemas.openxmlformats.org/officeDocument/2006/relationships/image" Target="../media/image7.emf"/><Relationship Id="rId3" Type="http://schemas.openxmlformats.org/officeDocument/2006/relationships/slideLayout" Target="../slideLayouts/slideLayout2.xml"/><Relationship Id="rId4" Type="http://schemas.openxmlformats.org/officeDocument/2006/relationships/vmlDrawing" Target="../drawings/vmlDrawing329.vml"/></Relationships>
</file>

<file path=ppt/slides/_rels/slide19.xml.rels><?xml version="1.0" encoding="UTF-8" standalone="yes"?>
<Relationships xmlns="http://schemas.openxmlformats.org/package/2006/relationships"><Relationship Id="rId1" Type="http://schemas.openxmlformats.org/officeDocument/2006/relationships/oleObject" Target="../embeddings/oleObject5.bin"/><Relationship Id="rId2" Type="http://schemas.openxmlformats.org/officeDocument/2006/relationships/image" Target="../media/image8.emf"/><Relationship Id="rId3" Type="http://schemas.openxmlformats.org/officeDocument/2006/relationships/slideLayout" Target="../slideLayouts/slideLayout2.xml"/><Relationship Id="rId4" Type="http://schemas.openxmlformats.org/officeDocument/2006/relationships/vmlDrawing" Target="../drawings/vmlDrawing330.vml"/></Relationships>
</file>

<file path=ppt/slides/_rels/slide20.xml.rels><?xml version="1.0" encoding="UTF-8" standalone="yes"?>
<Relationships xmlns="http://schemas.openxmlformats.org/package/2006/relationships"><Relationship Id="rId1" Type="http://schemas.openxmlformats.org/officeDocument/2006/relationships/oleObject" Target="../embeddings/oleObject6.bin"/><Relationship Id="rId2" Type="http://schemas.openxmlformats.org/officeDocument/2006/relationships/image" Target="../media/image9.emf"/><Relationship Id="rId3" Type="http://schemas.openxmlformats.org/officeDocument/2006/relationships/slideLayout" Target="../slideLayouts/slideLayout2.xml"/><Relationship Id="rId4" Type="http://schemas.openxmlformats.org/officeDocument/2006/relationships/vmlDrawing" Target="../drawings/vmlDrawing331.vml"/></Relationships>
</file>

<file path=ppt/slides/_rels/slide21.xml.rels><?xml version="1.0" encoding="UTF-8" standalone="yes"?>
<Relationships xmlns="http://schemas.openxmlformats.org/package/2006/relationships"><Relationship Id="rId1" Type="http://schemas.openxmlformats.org/officeDocument/2006/relationships/oleObject" Target="../embeddings/oleObject7.bin"/><Relationship Id="rId2" Type="http://schemas.openxmlformats.org/officeDocument/2006/relationships/image" Target="../media/image10.emf"/><Relationship Id="rId3" Type="http://schemas.openxmlformats.org/officeDocument/2006/relationships/slideLayout" Target="../slideLayouts/slideLayout2.xml"/><Relationship Id="rId4" Type="http://schemas.openxmlformats.org/officeDocument/2006/relationships/vmlDrawing" Target="../drawings/vmlDrawing332.v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oleObject" Target="../embeddings/oleObject8.bin"/><Relationship Id="rId2" Type="http://schemas.openxmlformats.org/officeDocument/2006/relationships/image" Target="../media/image11.emf"/><Relationship Id="rId3" Type="http://schemas.openxmlformats.org/officeDocument/2006/relationships/slideLayout" Target="../slideLayouts/slideLayout7.xml"/><Relationship Id="rId4" Type="http://schemas.openxmlformats.org/officeDocument/2006/relationships/vmlDrawing" Target="../drawings/vmlDrawing333.v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oleObject" Target="../embeddings/oleObject9.bin"/><Relationship Id="rId2" Type="http://schemas.openxmlformats.org/officeDocument/2006/relationships/image" Target="../media/image12.emf"/><Relationship Id="rId3" Type="http://schemas.openxmlformats.org/officeDocument/2006/relationships/slideLayout" Target="../slideLayouts/slideLayout2.xml"/><Relationship Id="rId4" Type="http://schemas.openxmlformats.org/officeDocument/2006/relationships/notesSlide" Target="../notesSlides/notesSlide1.xml"/><Relationship Id="rId5" Type="http://schemas.openxmlformats.org/officeDocument/2006/relationships/vmlDrawing" Target="../drawings/vmlDrawing334.v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oleObject" Target="../embeddings/oleObject10.bin"/><Relationship Id="rId2" Type="http://schemas.openxmlformats.org/officeDocument/2006/relationships/image" Target="../media/image13.emf"/><Relationship Id="rId3" Type="http://schemas.openxmlformats.org/officeDocument/2006/relationships/slideLayout" Target="../slideLayouts/slideLayout2.xml"/><Relationship Id="rId4" Type="http://schemas.openxmlformats.org/officeDocument/2006/relationships/vmlDrawing" Target="../drawings/vmlDrawing335.v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oleObject" Target="../embeddings/oleObject11.bin"/><Relationship Id="rId2" Type="http://schemas.openxmlformats.org/officeDocument/2006/relationships/image" Target="../media/image14.wmf"/><Relationship Id="rId3" Type="http://schemas.openxmlformats.org/officeDocument/2006/relationships/oleObject" Target="../embeddings/Microsoft_Word_97_-_2003___12.doc"/><Relationship Id="rId4" Type="http://schemas.openxmlformats.org/officeDocument/2006/relationships/image" Target="../media/image15.wmf"/><Relationship Id="rId5" Type="http://schemas.openxmlformats.org/officeDocument/2006/relationships/slideLayout" Target="../slideLayouts/slideLayout7.xml"/><Relationship Id="rId6" Type="http://schemas.openxmlformats.org/officeDocument/2006/relationships/vmlDrawing" Target="../drawings/vmlDrawing336.vml"/></Relationships>
</file>

<file path=ppt/slides/_rels/slide35.xml.rels><?xml version="1.0" encoding="UTF-8" standalone="yes"?>
<Relationships xmlns="http://schemas.openxmlformats.org/package/2006/relationships"><Relationship Id="rId1" Type="http://schemas.openxmlformats.org/officeDocument/2006/relationships/oleObject" Target="../embeddings/oleObject13.bin"/><Relationship Id="rId2" Type="http://schemas.openxmlformats.org/officeDocument/2006/relationships/image" Target="../media/image16.emf"/><Relationship Id="rId3" Type="http://schemas.openxmlformats.org/officeDocument/2006/relationships/oleObject" Target="../embeddings/Microsoft_Word_97_-_2003___14.doc"/><Relationship Id="rId4" Type="http://schemas.openxmlformats.org/officeDocument/2006/relationships/image" Target="../media/image17.emf"/><Relationship Id="rId5" Type="http://schemas.openxmlformats.org/officeDocument/2006/relationships/slideLayout" Target="../slideLayouts/slideLayout7.xml"/><Relationship Id="rId6" Type="http://schemas.openxmlformats.org/officeDocument/2006/relationships/vmlDrawing" Target="../drawings/vmlDrawing337.vml"/></Relationships>
</file>

<file path=ppt/slides/_rels/slide36.xml.rels><?xml version="1.0" encoding="UTF-8" standalone="yes"?>
<Relationships xmlns="http://schemas.openxmlformats.org/package/2006/relationships"><Relationship Id="rId1" Type="http://schemas.openxmlformats.org/officeDocument/2006/relationships/oleObject" Target="../embeddings/Microsoft_Word_97_-_2003___15.doc"/><Relationship Id="rId2" Type="http://schemas.openxmlformats.org/officeDocument/2006/relationships/image" Target="../media/image18.emf"/><Relationship Id="rId3" Type="http://schemas.openxmlformats.org/officeDocument/2006/relationships/slideLayout" Target="../slideLayouts/slideLayout12.xml"/><Relationship Id="rId4" Type="http://schemas.openxmlformats.org/officeDocument/2006/relationships/vmlDrawing" Target="../drawings/vmlDrawing338.v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oleObject" Target="../embeddings/Microsoft_Word_97_-_2003___16.doc"/><Relationship Id="rId2" Type="http://schemas.openxmlformats.org/officeDocument/2006/relationships/image" Target="../media/image19.emf"/><Relationship Id="rId3" Type="http://schemas.openxmlformats.org/officeDocument/2006/relationships/slideLayout" Target="../slideLayouts/slideLayout7.xml"/><Relationship Id="rId4" Type="http://schemas.openxmlformats.org/officeDocument/2006/relationships/vmlDrawing" Target="../drawings/vmlDrawing339.v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oleObject" Target="../embeddings/Microsoft_Word_97_-_2003___17.doc"/><Relationship Id="rId2" Type="http://schemas.openxmlformats.org/officeDocument/2006/relationships/image" Target="../media/image20.emf"/><Relationship Id="rId3" Type="http://schemas.openxmlformats.org/officeDocument/2006/relationships/slideLayout" Target="../slideLayouts/slideLayout2.xml"/><Relationship Id="rId4" Type="http://schemas.openxmlformats.org/officeDocument/2006/relationships/notesSlide" Target="../notesSlides/notesSlide3.xml"/><Relationship Id="rId5" Type="http://schemas.openxmlformats.org/officeDocument/2006/relationships/vmlDrawing" Target="../drawings/vmlDrawing340.v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 Target="slide1.xml"/><Relationship Id="rId4"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image" Target="../media/image24.jpeg"/><Relationship Id="rId2" Type="http://schemas.openxmlformats.org/officeDocument/2006/relationships/image" Target="../media/image25.jpeg"/><Relationship Id="rId3"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oleObject" Target="../embeddings/oleObject18.bin"/><Relationship Id="rId2" Type="http://schemas.openxmlformats.org/officeDocument/2006/relationships/image" Target="../media/image26.wmf"/><Relationship Id="rId3" Type="http://schemas.openxmlformats.org/officeDocument/2006/relationships/slideLayout" Target="../slideLayouts/slideLayout14.xml"/><Relationship Id="rId4" Type="http://schemas.openxmlformats.org/officeDocument/2006/relationships/vmlDrawing" Target="../drawings/vmlDrawing341.v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customXml" Target="../ink/ink31.xml"/><Relationship Id="rId2" Type="http://schemas.openxmlformats.org/officeDocument/2006/relationships/image" Target="../media/image27.png"/><Relationship Id="rId3"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customXml" Target="../ink/ink3.xml"/><Relationship Id="rId2" Type="http://schemas.openxmlformats.org/officeDocument/2006/relationships/image" Target="../media/image28.png"/><Relationship Id="rId3" Type="http://schemas.openxmlformats.org/officeDocument/2006/relationships/customXml" Target="../ink/ink4.xml"/><Relationship Id="rId4" Type="http://schemas.openxmlformats.org/officeDocument/2006/relationships/customXml" Target="../ink/ink5.xml"/><Relationship Id="rId5" Type="http://schemas.openxmlformats.org/officeDocument/2006/relationships/customXml" Target="../ink/ink6.xml"/><Relationship Id="rId6" Type="http://schemas.openxmlformats.org/officeDocument/2006/relationships/customXml" Target="../ink/ink7.xml"/><Relationship Id="rId7" Type="http://schemas.openxmlformats.org/officeDocument/2006/relationships/customXml" Target="../ink/ink8.xml"/><Relationship Id="rId8" Type="http://schemas.openxmlformats.org/officeDocument/2006/relationships/customXml" Target="../ink/ink9.xml"/><Relationship Id="rId9" Type="http://schemas.openxmlformats.org/officeDocument/2006/relationships/customXml" Target="../ink/ink10.xml"/><Relationship Id="rId10" Type="http://schemas.openxmlformats.org/officeDocument/2006/relationships/customXml" Target="../ink/ink11.xml"/><Relationship Id="rId11" Type="http://schemas.openxmlformats.org/officeDocument/2006/relationships/customXml" Target="../ink/ink12.xml"/><Relationship Id="rId12" Type="http://schemas.openxmlformats.org/officeDocument/2006/relationships/customXml" Target="../ink/ink13.xml"/><Relationship Id="rId13" Type="http://schemas.openxmlformats.org/officeDocument/2006/relationships/customXml" Target="../ink/ink14.xml"/><Relationship Id="rId14" Type="http://schemas.openxmlformats.org/officeDocument/2006/relationships/customXml" Target="../ink/ink15.xml"/><Relationship Id="rId15" Type="http://schemas.openxmlformats.org/officeDocument/2006/relationships/customXml" Target="../ink/ink16.xml"/><Relationship Id="rId16" Type="http://schemas.openxmlformats.org/officeDocument/2006/relationships/customXml" Target="../ink/ink17.xml"/><Relationship Id="rId17" Type="http://schemas.openxmlformats.org/officeDocument/2006/relationships/customXml" Target="../ink/ink18.xml"/><Relationship Id="rId18" Type="http://schemas.openxmlformats.org/officeDocument/2006/relationships/customXml" Target="../ink/ink19.xml"/><Relationship Id="rId19" Type="http://schemas.openxmlformats.org/officeDocument/2006/relationships/customXml" Target="../ink/ink20.xml"/><Relationship Id="rId20" Type="http://schemas.openxmlformats.org/officeDocument/2006/relationships/customXml" Target="../ink/ink21.xml"/><Relationship Id="rId21" Type="http://schemas.openxmlformats.org/officeDocument/2006/relationships/customXml" Target="../ink/ink22.xml"/><Relationship Id="rId22" Type="http://schemas.openxmlformats.org/officeDocument/2006/relationships/customXml" Target="../ink/ink23.xml"/><Relationship Id="rId23" Type="http://schemas.openxmlformats.org/officeDocument/2006/relationships/customXml" Target="../ink/ink24.xml"/><Relationship Id="rId24" Type="http://schemas.openxmlformats.org/officeDocument/2006/relationships/customXml" Target="../ink/ink25.xml"/><Relationship Id="rId25" Type="http://schemas.openxmlformats.org/officeDocument/2006/relationships/customXml" Target="../ink/ink26.xml"/><Relationship Id="rId26" Type="http://schemas.openxmlformats.org/officeDocument/2006/relationships/customXml" Target="../ink/ink27.xml"/><Relationship Id="rId27" Type="http://schemas.openxmlformats.org/officeDocument/2006/relationships/customXml" Target="../ink/ink28.xml"/><Relationship Id="rId28" Type="http://schemas.openxmlformats.org/officeDocument/2006/relationships/customXml" Target="../ink/ink29.xml"/><Relationship Id="rId29" Type="http://schemas.openxmlformats.org/officeDocument/2006/relationships/customXml" Target="../ink/ink30.xml"/><Relationship Id="rId30"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oleObject" Target="../embeddings/oleObject19.bin"/><Relationship Id="rId2" Type="http://schemas.openxmlformats.org/officeDocument/2006/relationships/image" Target="../media/image29.wmf"/><Relationship Id="rId3" Type="http://schemas.openxmlformats.org/officeDocument/2006/relationships/oleObject" Target="../embeddings/oleObject20.bin"/><Relationship Id="rId4" Type="http://schemas.openxmlformats.org/officeDocument/2006/relationships/oleObject" Target="../embeddings/oleObject21.bin"/><Relationship Id="rId5" Type="http://schemas.openxmlformats.org/officeDocument/2006/relationships/image" Target="../media/image30.wmf"/><Relationship Id="rId6" Type="http://schemas.openxmlformats.org/officeDocument/2006/relationships/customXml" Target="../ink/ink2.xml"/><Relationship Id="rId7" Type="http://schemas.openxmlformats.org/officeDocument/2006/relationships/image" Target="../media/image28.png"/><Relationship Id="rId8" Type="http://schemas.openxmlformats.org/officeDocument/2006/relationships/customXml" Target="../ink/ink33.xml"/><Relationship Id="rId9" Type="http://schemas.openxmlformats.org/officeDocument/2006/relationships/customXml" Target="../ink/ink34.xml"/><Relationship Id="rId10" Type="http://schemas.openxmlformats.org/officeDocument/2006/relationships/customXml" Target="../ink/ink35.xml"/><Relationship Id="rId11" Type="http://schemas.openxmlformats.org/officeDocument/2006/relationships/customXml" Target="../ink/ink36.xml"/><Relationship Id="rId12" Type="http://schemas.openxmlformats.org/officeDocument/2006/relationships/customXml" Target="../ink/ink37.xml"/><Relationship Id="rId13" Type="http://schemas.openxmlformats.org/officeDocument/2006/relationships/customXml" Target="../ink/ink38.xml"/><Relationship Id="rId14" Type="http://schemas.openxmlformats.org/officeDocument/2006/relationships/customXml" Target="../ink/ink39.xml"/><Relationship Id="rId15" Type="http://schemas.openxmlformats.org/officeDocument/2006/relationships/customXml" Target="../ink/ink40.xml"/><Relationship Id="rId16" Type="http://schemas.openxmlformats.org/officeDocument/2006/relationships/customXml" Target="../ink/ink41.xml"/><Relationship Id="rId17" Type="http://schemas.openxmlformats.org/officeDocument/2006/relationships/customXml" Target="../ink/ink42.xml"/><Relationship Id="rId18" Type="http://schemas.openxmlformats.org/officeDocument/2006/relationships/customXml" Target="../ink/ink43.xml"/><Relationship Id="rId19" Type="http://schemas.openxmlformats.org/officeDocument/2006/relationships/customXml" Target="../ink/ink44.xml"/><Relationship Id="rId20" Type="http://schemas.openxmlformats.org/officeDocument/2006/relationships/customXml" Target="../ink/ink45.xml"/><Relationship Id="rId21" Type="http://schemas.openxmlformats.org/officeDocument/2006/relationships/customXml" Target="../ink/ink46.xml"/><Relationship Id="rId22" Type="http://schemas.openxmlformats.org/officeDocument/2006/relationships/customXml" Target="../ink/ink47.xml"/><Relationship Id="rId23" Type="http://schemas.openxmlformats.org/officeDocument/2006/relationships/customXml" Target="../ink/ink48.xml"/><Relationship Id="rId24" Type="http://schemas.openxmlformats.org/officeDocument/2006/relationships/customXml" Target="../ink/ink49.xml"/><Relationship Id="rId25" Type="http://schemas.openxmlformats.org/officeDocument/2006/relationships/customXml" Target="../ink/ink50.xml"/><Relationship Id="rId26" Type="http://schemas.openxmlformats.org/officeDocument/2006/relationships/customXml" Target="../ink/ink51.xml"/><Relationship Id="rId27" Type="http://schemas.openxmlformats.org/officeDocument/2006/relationships/customXml" Target="../ink/ink52.xml"/><Relationship Id="rId28" Type="http://schemas.openxmlformats.org/officeDocument/2006/relationships/customXml" Target="../ink/ink53.xml"/><Relationship Id="rId29" Type="http://schemas.openxmlformats.org/officeDocument/2006/relationships/customXml" Target="../ink/ink54.xml"/><Relationship Id="rId30" Type="http://schemas.openxmlformats.org/officeDocument/2006/relationships/customXml" Target="../ink/ink55.xml"/><Relationship Id="rId31" Type="http://schemas.openxmlformats.org/officeDocument/2006/relationships/customXml" Target="../ink/ink56.xml"/><Relationship Id="rId32" Type="http://schemas.openxmlformats.org/officeDocument/2006/relationships/customXml" Target="../ink/ink57.xml"/><Relationship Id="rId33" Type="http://schemas.openxmlformats.org/officeDocument/2006/relationships/customXml" Target="../ink/ink58.xml"/><Relationship Id="rId34" Type="http://schemas.openxmlformats.org/officeDocument/2006/relationships/customXml" Target="../ink/ink59.xml"/><Relationship Id="rId35" Type="http://schemas.openxmlformats.org/officeDocument/2006/relationships/customXml" Target="../ink/ink60.xml"/><Relationship Id="rId36" Type="http://schemas.openxmlformats.org/officeDocument/2006/relationships/customXml" Target="../ink/ink61.xml"/><Relationship Id="rId37" Type="http://schemas.openxmlformats.org/officeDocument/2006/relationships/customXml" Target="../ink/ink62.xml"/><Relationship Id="rId38" Type="http://schemas.openxmlformats.org/officeDocument/2006/relationships/customXml" Target="../ink/ink63.xml"/><Relationship Id="rId39" Type="http://schemas.openxmlformats.org/officeDocument/2006/relationships/customXml" Target="../ink/ink64.xml"/><Relationship Id="rId40" Type="http://schemas.openxmlformats.org/officeDocument/2006/relationships/customXml" Target="../ink/ink65.xml"/><Relationship Id="rId41" Type="http://schemas.openxmlformats.org/officeDocument/2006/relationships/customXml" Target="../ink/ink66.xml"/><Relationship Id="rId42" Type="http://schemas.openxmlformats.org/officeDocument/2006/relationships/customXml" Target="../ink/ink67.xml"/><Relationship Id="rId43" Type="http://schemas.openxmlformats.org/officeDocument/2006/relationships/customXml" Target="../ink/ink68.xml"/><Relationship Id="rId44" Type="http://schemas.openxmlformats.org/officeDocument/2006/relationships/customXml" Target="../ink/ink69.xml"/><Relationship Id="rId45" Type="http://schemas.openxmlformats.org/officeDocument/2006/relationships/customXml" Target="../ink/ink70.xml"/><Relationship Id="rId46" Type="http://schemas.openxmlformats.org/officeDocument/2006/relationships/customXml" Target="../ink/ink71.xml"/><Relationship Id="rId47" Type="http://schemas.openxmlformats.org/officeDocument/2006/relationships/customXml" Target="../ink/ink72.xml"/><Relationship Id="rId48" Type="http://schemas.openxmlformats.org/officeDocument/2006/relationships/customXml" Target="../ink/ink73.xml"/><Relationship Id="rId49" Type="http://schemas.openxmlformats.org/officeDocument/2006/relationships/customXml" Target="../ink/ink74.xml"/><Relationship Id="rId50" Type="http://schemas.openxmlformats.org/officeDocument/2006/relationships/customXml" Target="../ink/ink75.xml"/><Relationship Id="rId51" Type="http://schemas.openxmlformats.org/officeDocument/2006/relationships/customXml" Target="../ink/ink76.xml"/><Relationship Id="rId52" Type="http://schemas.openxmlformats.org/officeDocument/2006/relationships/customXml" Target="../ink/ink77.xml"/><Relationship Id="rId53" Type="http://schemas.openxmlformats.org/officeDocument/2006/relationships/customXml" Target="../ink/ink78.xml"/><Relationship Id="rId54" Type="http://schemas.openxmlformats.org/officeDocument/2006/relationships/customXml" Target="../ink/ink79.xml"/><Relationship Id="rId55" Type="http://schemas.openxmlformats.org/officeDocument/2006/relationships/customXml" Target="../ink/ink80.xml"/><Relationship Id="rId56" Type="http://schemas.openxmlformats.org/officeDocument/2006/relationships/customXml" Target="../ink/ink81.xml"/><Relationship Id="rId57" Type="http://schemas.openxmlformats.org/officeDocument/2006/relationships/customXml" Target="../ink/ink82.xml"/><Relationship Id="rId58" Type="http://schemas.openxmlformats.org/officeDocument/2006/relationships/customXml" Target="../ink/ink83.xml"/><Relationship Id="rId59" Type="http://schemas.openxmlformats.org/officeDocument/2006/relationships/customXml" Target="../ink/ink84.xml"/><Relationship Id="rId60" Type="http://schemas.openxmlformats.org/officeDocument/2006/relationships/customXml" Target="../ink/ink85.xml"/><Relationship Id="rId61" Type="http://schemas.openxmlformats.org/officeDocument/2006/relationships/customXml" Target="../ink/ink86.xml"/><Relationship Id="rId62" Type="http://schemas.openxmlformats.org/officeDocument/2006/relationships/customXml" Target="../ink/ink87.xml"/><Relationship Id="rId63" Type="http://schemas.openxmlformats.org/officeDocument/2006/relationships/customXml" Target="../ink/ink88.xml"/><Relationship Id="rId64" Type="http://schemas.openxmlformats.org/officeDocument/2006/relationships/customXml" Target="../ink/ink89.xml"/><Relationship Id="rId65" Type="http://schemas.openxmlformats.org/officeDocument/2006/relationships/customXml" Target="../ink/ink90.xml"/><Relationship Id="rId66" Type="http://schemas.openxmlformats.org/officeDocument/2006/relationships/customXml" Target="../ink/ink91.xml"/><Relationship Id="rId67" Type="http://schemas.openxmlformats.org/officeDocument/2006/relationships/customXml" Target="../ink/ink92.xml"/><Relationship Id="rId68" Type="http://schemas.openxmlformats.org/officeDocument/2006/relationships/customXml" Target="../ink/ink93.xml"/><Relationship Id="rId69" Type="http://schemas.openxmlformats.org/officeDocument/2006/relationships/customXml" Target="../ink/ink94.xml"/><Relationship Id="rId70" Type="http://schemas.openxmlformats.org/officeDocument/2006/relationships/customXml" Target="../ink/ink95.xml"/><Relationship Id="rId71" Type="http://schemas.openxmlformats.org/officeDocument/2006/relationships/customXml" Target="../ink/ink96.xml"/><Relationship Id="rId72" Type="http://schemas.openxmlformats.org/officeDocument/2006/relationships/customXml" Target="../ink/ink97.xml"/><Relationship Id="rId73" Type="http://schemas.openxmlformats.org/officeDocument/2006/relationships/customXml" Target="../ink/ink98.xml"/><Relationship Id="rId74" Type="http://schemas.openxmlformats.org/officeDocument/2006/relationships/customXml" Target="../ink/ink99.xml"/><Relationship Id="rId75" Type="http://schemas.openxmlformats.org/officeDocument/2006/relationships/customXml" Target="../ink/ink100.xml"/><Relationship Id="rId76" Type="http://schemas.openxmlformats.org/officeDocument/2006/relationships/customXml" Target="../ink/ink101.xml"/><Relationship Id="rId77" Type="http://schemas.openxmlformats.org/officeDocument/2006/relationships/customXml" Target="../ink/ink102.xml"/><Relationship Id="rId78" Type="http://schemas.openxmlformats.org/officeDocument/2006/relationships/customXml" Target="../ink/ink103.xml"/><Relationship Id="rId79" Type="http://schemas.openxmlformats.org/officeDocument/2006/relationships/customXml" Target="../ink/ink104.xml"/><Relationship Id="rId80" Type="http://schemas.openxmlformats.org/officeDocument/2006/relationships/customXml" Target="../ink/ink105.xml"/><Relationship Id="rId81" Type="http://schemas.openxmlformats.org/officeDocument/2006/relationships/customXml" Target="../ink/ink106.xml"/><Relationship Id="rId82" Type="http://schemas.openxmlformats.org/officeDocument/2006/relationships/customXml" Target="../ink/ink107.xml"/><Relationship Id="rId83" Type="http://schemas.openxmlformats.org/officeDocument/2006/relationships/customXml" Target="../ink/ink108.xml"/><Relationship Id="rId84" Type="http://schemas.openxmlformats.org/officeDocument/2006/relationships/customXml" Target="../ink/ink109.xml"/><Relationship Id="rId85" Type="http://schemas.openxmlformats.org/officeDocument/2006/relationships/customXml" Target="../ink/ink110.xml"/><Relationship Id="rId86" Type="http://schemas.openxmlformats.org/officeDocument/2006/relationships/customXml" Target="../ink/ink111.xml"/><Relationship Id="rId87" Type="http://schemas.openxmlformats.org/officeDocument/2006/relationships/customXml" Target="../ink/ink112.xml"/><Relationship Id="rId88" Type="http://schemas.openxmlformats.org/officeDocument/2006/relationships/customXml" Target="../ink/ink113.xml"/><Relationship Id="rId89" Type="http://schemas.openxmlformats.org/officeDocument/2006/relationships/customXml" Target="../ink/ink114.xml"/><Relationship Id="rId90" Type="http://schemas.openxmlformats.org/officeDocument/2006/relationships/customXml" Target="../ink/ink115.xml"/><Relationship Id="rId91" Type="http://schemas.openxmlformats.org/officeDocument/2006/relationships/customXml" Target="../ink/ink116.xml"/><Relationship Id="rId92" Type="http://schemas.openxmlformats.org/officeDocument/2006/relationships/customXml" Target="../ink/ink117.xml"/><Relationship Id="rId93" Type="http://schemas.openxmlformats.org/officeDocument/2006/relationships/customXml" Target="../ink/ink118.xml"/><Relationship Id="rId94" Type="http://schemas.openxmlformats.org/officeDocument/2006/relationships/customXml" Target="../ink/ink119.xml"/><Relationship Id="rId95" Type="http://schemas.openxmlformats.org/officeDocument/2006/relationships/customXml" Target="../ink/ink120.xml"/><Relationship Id="rId96" Type="http://schemas.openxmlformats.org/officeDocument/2006/relationships/customXml" Target="../ink/ink121.xml"/><Relationship Id="rId97" Type="http://schemas.openxmlformats.org/officeDocument/2006/relationships/customXml" Target="../ink/ink122.xml"/><Relationship Id="rId98" Type="http://schemas.openxmlformats.org/officeDocument/2006/relationships/customXml" Target="../ink/ink123.xml"/><Relationship Id="rId99" Type="http://schemas.openxmlformats.org/officeDocument/2006/relationships/customXml" Target="../ink/ink124.xml"/><Relationship Id="rId100" Type="http://schemas.openxmlformats.org/officeDocument/2006/relationships/customXml" Target="../ink/ink125.xml"/><Relationship Id="rId101" Type="http://schemas.openxmlformats.org/officeDocument/2006/relationships/customXml" Target="../ink/ink126.xml"/><Relationship Id="rId102" Type="http://schemas.openxmlformats.org/officeDocument/2006/relationships/customXml" Target="../ink/ink127.xml"/><Relationship Id="rId103" Type="http://schemas.openxmlformats.org/officeDocument/2006/relationships/customXml" Target="../ink/ink128.xml"/><Relationship Id="rId104" Type="http://schemas.openxmlformats.org/officeDocument/2006/relationships/customXml" Target="../ink/ink129.xml"/><Relationship Id="rId105" Type="http://schemas.openxmlformats.org/officeDocument/2006/relationships/customXml" Target="../ink/ink130.xml"/><Relationship Id="rId106" Type="http://schemas.openxmlformats.org/officeDocument/2006/relationships/customXml" Target="../ink/ink131.xml"/><Relationship Id="rId107" Type="http://schemas.openxmlformats.org/officeDocument/2006/relationships/slideLayout" Target="../slideLayouts/slideLayout2.xml"/><Relationship Id="rId108" Type="http://schemas.openxmlformats.org/officeDocument/2006/relationships/vmlDrawing" Target="../drawings/vmlDrawing342.v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customXml" Target="../ink/ink32.xml"/><Relationship Id="rId2" Type="http://schemas.openxmlformats.org/officeDocument/2006/relationships/image" Target="../media/image31.png"/><Relationship Id="rId3"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image" Target="../media/image32.png"/><Relationship Id="rId2" Type="http://schemas.openxmlformats.org/officeDocument/2006/relationships/customXml" Target="../ink/ink132.xml"/><Relationship Id="rId3" Type="http://schemas.openxmlformats.org/officeDocument/2006/relationships/customXml" Target="../ink/ink133.xml"/><Relationship Id="rId4" Type="http://schemas.openxmlformats.org/officeDocument/2006/relationships/customXml" Target="../ink/ink134.xml"/><Relationship Id="rId5" Type="http://schemas.openxmlformats.org/officeDocument/2006/relationships/customXml" Target="../ink/ink135.xml"/><Relationship Id="rId6" Type="http://schemas.openxmlformats.org/officeDocument/2006/relationships/customXml" Target="../ink/ink136.xml"/><Relationship Id="rId7" Type="http://schemas.openxmlformats.org/officeDocument/2006/relationships/customXml" Target="../ink/ink137.xml"/><Relationship Id="rId8" Type="http://schemas.openxmlformats.org/officeDocument/2006/relationships/customXml" Target="../ink/ink138.xml"/><Relationship Id="rId9" Type="http://schemas.openxmlformats.org/officeDocument/2006/relationships/customXml" Target="../ink/ink139.xml"/><Relationship Id="rId10" Type="http://schemas.openxmlformats.org/officeDocument/2006/relationships/customXml" Target="../ink/ink140.xml"/><Relationship Id="rId11" Type="http://schemas.openxmlformats.org/officeDocument/2006/relationships/customXml" Target="../ink/ink141.xml"/><Relationship Id="rId12" Type="http://schemas.openxmlformats.org/officeDocument/2006/relationships/customXml" Target="../ink/ink142.xml"/><Relationship Id="rId13" Type="http://schemas.openxmlformats.org/officeDocument/2006/relationships/customXml" Target="../ink/ink143.xml"/><Relationship Id="rId14" Type="http://schemas.openxmlformats.org/officeDocument/2006/relationships/customXml" Target="../ink/ink144.xml"/><Relationship Id="rId15" Type="http://schemas.openxmlformats.org/officeDocument/2006/relationships/customXml" Target="../ink/ink145.xml"/><Relationship Id="rId16" Type="http://schemas.openxmlformats.org/officeDocument/2006/relationships/customXml" Target="../ink/ink146.xml"/><Relationship Id="rId17" Type="http://schemas.openxmlformats.org/officeDocument/2006/relationships/customXml" Target="../ink/ink147.xml"/><Relationship Id="rId18" Type="http://schemas.openxmlformats.org/officeDocument/2006/relationships/customXml" Target="../ink/ink148.xml"/><Relationship Id="rId19" Type="http://schemas.openxmlformats.org/officeDocument/2006/relationships/customXml" Target="../ink/ink149.xml"/><Relationship Id="rId20" Type="http://schemas.openxmlformats.org/officeDocument/2006/relationships/customXml" Target="../ink/ink150.xml"/><Relationship Id="rId21" Type="http://schemas.openxmlformats.org/officeDocument/2006/relationships/customXml" Target="../ink/ink151.xml"/><Relationship Id="rId22" Type="http://schemas.openxmlformats.org/officeDocument/2006/relationships/customXml" Target="../ink/ink152.xml"/><Relationship Id="rId23" Type="http://schemas.openxmlformats.org/officeDocument/2006/relationships/customXml" Target="../ink/ink153.xml"/><Relationship Id="rId24" Type="http://schemas.openxmlformats.org/officeDocument/2006/relationships/customXml" Target="../ink/ink154.xml"/><Relationship Id="rId25" Type="http://schemas.openxmlformats.org/officeDocument/2006/relationships/customXml" Target="../ink/ink155.xml"/><Relationship Id="rId26" Type="http://schemas.openxmlformats.org/officeDocument/2006/relationships/customXml" Target="../ink/ink156.xml"/><Relationship Id="rId27" Type="http://schemas.openxmlformats.org/officeDocument/2006/relationships/customXml" Target="../ink/ink157.xml"/><Relationship Id="rId28" Type="http://schemas.openxmlformats.org/officeDocument/2006/relationships/customXml" Target="../ink/ink158.xml"/><Relationship Id="rId29" Type="http://schemas.openxmlformats.org/officeDocument/2006/relationships/customXml" Target="../ink/ink159.xml"/><Relationship Id="rId30" Type="http://schemas.openxmlformats.org/officeDocument/2006/relationships/customXml" Target="../ink/ink160.xml"/><Relationship Id="rId31" Type="http://schemas.openxmlformats.org/officeDocument/2006/relationships/customXml" Target="../ink/ink161.xml"/><Relationship Id="rId32" Type="http://schemas.openxmlformats.org/officeDocument/2006/relationships/customXml" Target="../ink/ink162.xml"/><Relationship Id="rId33" Type="http://schemas.openxmlformats.org/officeDocument/2006/relationships/slideLayout" Target="../slideLayouts/slideLayout2.xml"/><Relationship Id="rId34" Type="http://schemas.openxmlformats.org/officeDocument/2006/relationships/notesSlide" Target="../notesSlides/notesSlide8.xml"/></Relationships>
</file>

<file path=ppt/slides/_rels/slide115.xml.rels><?xml version="1.0" encoding="UTF-8" standalone="yes"?>
<Relationships xmlns="http://schemas.openxmlformats.org/package/2006/relationships"><Relationship Id="rId1" Type="http://schemas.openxmlformats.org/officeDocument/2006/relationships/customXml" Target="../ink/ink163.xml"/><Relationship Id="rId2" Type="http://schemas.openxmlformats.org/officeDocument/2006/relationships/customXml" Target="../ink/ink164.xml"/><Relationship Id="rId3" Type="http://schemas.openxmlformats.org/officeDocument/2006/relationships/customXml" Target="../ink/ink165.xml"/><Relationship Id="rId4" Type="http://schemas.openxmlformats.org/officeDocument/2006/relationships/customXml" Target="../ink/ink166.xml"/><Relationship Id="rId5" Type="http://schemas.openxmlformats.org/officeDocument/2006/relationships/customXml" Target="../ink/ink167.xml"/><Relationship Id="rId6" Type="http://schemas.openxmlformats.org/officeDocument/2006/relationships/customXml" Target="../ink/ink168.xml"/><Relationship Id="rId7" Type="http://schemas.openxmlformats.org/officeDocument/2006/relationships/customXml" Target="../ink/ink169.xml"/><Relationship Id="rId8" Type="http://schemas.openxmlformats.org/officeDocument/2006/relationships/customXml" Target="../ink/ink170.xml"/><Relationship Id="rId9" Type="http://schemas.openxmlformats.org/officeDocument/2006/relationships/customXml" Target="../ink/ink171.xml"/><Relationship Id="rId10"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customXml" Target="../ink/ink172.xml"/><Relationship Id="rId2" Type="http://schemas.openxmlformats.org/officeDocument/2006/relationships/customXml" Target="../ink/ink173.xml"/><Relationship Id="rId3" Type="http://schemas.openxmlformats.org/officeDocument/2006/relationships/customXml" Target="../ink/ink174.xml"/><Relationship Id="rId4" Type="http://schemas.openxmlformats.org/officeDocument/2006/relationships/customXml" Target="../ink/ink175.xml"/><Relationship Id="rId5" Type="http://schemas.openxmlformats.org/officeDocument/2006/relationships/customXml" Target="../ink/ink176.xml"/><Relationship Id="rId6" Type="http://schemas.openxmlformats.org/officeDocument/2006/relationships/customXml" Target="../ink/ink177.xml"/><Relationship Id="rId7" Type="http://schemas.openxmlformats.org/officeDocument/2006/relationships/customXml" Target="../ink/ink178.xml"/><Relationship Id="rId8" Type="http://schemas.openxmlformats.org/officeDocument/2006/relationships/customXml" Target="../ink/ink179.xml"/><Relationship Id="rId9" Type="http://schemas.openxmlformats.org/officeDocument/2006/relationships/customXml" Target="../ink/ink180.xml"/><Relationship Id="rId10" Type="http://schemas.openxmlformats.org/officeDocument/2006/relationships/customXml" Target="../ink/ink181.xml"/><Relationship Id="rId11" Type="http://schemas.openxmlformats.org/officeDocument/2006/relationships/customXml" Target="../ink/ink182.xml"/><Relationship Id="rId12" Type="http://schemas.openxmlformats.org/officeDocument/2006/relationships/customXml" Target="../ink/ink183.xml"/><Relationship Id="rId13" Type="http://schemas.openxmlformats.org/officeDocument/2006/relationships/customXml" Target="../ink/ink184.xml"/><Relationship Id="rId14" Type="http://schemas.openxmlformats.org/officeDocument/2006/relationships/customXml" Target="../ink/ink185.xml"/><Relationship Id="rId15" Type="http://schemas.openxmlformats.org/officeDocument/2006/relationships/customXml" Target="../ink/ink186.xml"/><Relationship Id="rId16" Type="http://schemas.openxmlformats.org/officeDocument/2006/relationships/customXml" Target="../ink/ink187.xml"/><Relationship Id="rId17" Type="http://schemas.openxmlformats.org/officeDocument/2006/relationships/customXml" Target="../ink/ink188.xml"/><Relationship Id="rId18" Type="http://schemas.openxmlformats.org/officeDocument/2006/relationships/customXml" Target="../ink/ink189.xml"/><Relationship Id="rId19" Type="http://schemas.openxmlformats.org/officeDocument/2006/relationships/customXml" Target="../ink/ink190.xml"/><Relationship Id="rId20" Type="http://schemas.openxmlformats.org/officeDocument/2006/relationships/customXml" Target="../ink/ink191.xml"/><Relationship Id="rId21" Type="http://schemas.openxmlformats.org/officeDocument/2006/relationships/customXml" Target="../ink/ink192.xml"/><Relationship Id="rId22" Type="http://schemas.openxmlformats.org/officeDocument/2006/relationships/customXml" Target="../ink/ink193.xml"/><Relationship Id="rId23" Type="http://schemas.openxmlformats.org/officeDocument/2006/relationships/customXml" Target="../ink/ink194.xml"/><Relationship Id="rId24" Type="http://schemas.openxmlformats.org/officeDocument/2006/relationships/customXml" Target="../ink/ink195.xml"/><Relationship Id="rId25" Type="http://schemas.openxmlformats.org/officeDocument/2006/relationships/customXml" Target="../ink/ink196.xml"/><Relationship Id="rId26" Type="http://schemas.openxmlformats.org/officeDocument/2006/relationships/customXml" Target="../ink/ink197.xml"/><Relationship Id="rId27" Type="http://schemas.openxmlformats.org/officeDocument/2006/relationships/customXml" Target="../ink/ink198.xml"/><Relationship Id="rId28" Type="http://schemas.openxmlformats.org/officeDocument/2006/relationships/customXml" Target="../ink/ink199.xml"/><Relationship Id="rId29" Type="http://schemas.openxmlformats.org/officeDocument/2006/relationships/customXml" Target="../ink/ink200.xml"/><Relationship Id="rId30" Type="http://schemas.openxmlformats.org/officeDocument/2006/relationships/customXml" Target="../ink/ink201.xml"/><Relationship Id="rId31" Type="http://schemas.openxmlformats.org/officeDocument/2006/relationships/customXml" Target="../ink/ink202.xml"/><Relationship Id="rId32" Type="http://schemas.openxmlformats.org/officeDocument/2006/relationships/customXml" Target="../ink/ink203.xml"/><Relationship Id="rId33" Type="http://schemas.openxmlformats.org/officeDocument/2006/relationships/customXml" Target="../ink/ink204.xml"/><Relationship Id="rId34" Type="http://schemas.openxmlformats.org/officeDocument/2006/relationships/customXml" Target="../ink/ink205.xml"/><Relationship Id="rId35" Type="http://schemas.openxmlformats.org/officeDocument/2006/relationships/customXml" Target="../ink/ink206.xml"/><Relationship Id="rId36" Type="http://schemas.openxmlformats.org/officeDocument/2006/relationships/customXml" Target="../ink/ink207.xml"/><Relationship Id="rId37" Type="http://schemas.openxmlformats.org/officeDocument/2006/relationships/customXml" Target="../ink/ink208.xml"/><Relationship Id="rId38" Type="http://schemas.openxmlformats.org/officeDocument/2006/relationships/customXml" Target="../ink/ink209.xml"/><Relationship Id="rId39" Type="http://schemas.openxmlformats.org/officeDocument/2006/relationships/customXml" Target="../ink/ink210.xml"/><Relationship Id="rId40" Type="http://schemas.openxmlformats.org/officeDocument/2006/relationships/customXml" Target="../ink/ink211.xml"/><Relationship Id="rId41" Type="http://schemas.openxmlformats.org/officeDocument/2006/relationships/customXml" Target="../ink/ink212.xml"/><Relationship Id="rId42" Type="http://schemas.openxmlformats.org/officeDocument/2006/relationships/customXml" Target="../ink/ink213.xml"/><Relationship Id="rId43" Type="http://schemas.openxmlformats.org/officeDocument/2006/relationships/customXml" Target="../ink/ink214.xml"/><Relationship Id="rId44" Type="http://schemas.openxmlformats.org/officeDocument/2006/relationships/customXml" Target="../ink/ink215.xml"/><Relationship Id="rId45" Type="http://schemas.openxmlformats.org/officeDocument/2006/relationships/customXml" Target="../ink/ink216.xml"/><Relationship Id="rId46" Type="http://schemas.openxmlformats.org/officeDocument/2006/relationships/customXml" Target="../ink/ink217.xml"/><Relationship Id="rId47" Type="http://schemas.openxmlformats.org/officeDocument/2006/relationships/customXml" Target="../ink/ink218.xml"/><Relationship Id="rId48" Type="http://schemas.openxmlformats.org/officeDocument/2006/relationships/customXml" Target="../ink/ink219.xml"/><Relationship Id="rId49" Type="http://schemas.openxmlformats.org/officeDocument/2006/relationships/customXml" Target="../ink/ink220.xml"/><Relationship Id="rId50" Type="http://schemas.openxmlformats.org/officeDocument/2006/relationships/customXml" Target="../ink/ink221.xml"/><Relationship Id="rId5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78" name=""/>
        <p:cNvGrpSpPr/>
        <p:nvPr/>
      </p:nvGrpSpPr>
      <p:grpSpPr>
        <a:xfrm>
          <a:off x="0" y="0"/>
          <a:ext cx="0" cy="0"/>
          <a:chOff x="0" y="0"/>
          <a:chExt cx="0" cy="0"/>
        </a:xfrm>
      </p:grpSpPr>
      <p:sp>
        <p:nvSpPr>
          <p:cNvPr id="1048705" name="Rectangle 2"/>
          <p:cNvSpPr>
            <a:spLocks noGrp="1" noChangeArrowheads="1"/>
          </p:cNvSpPr>
          <p:nvPr>
            <p:ph type="title"/>
          </p:nvPr>
        </p:nvSpPr>
        <p:spPr/>
        <p:txBody>
          <a:bodyPr>
            <a:normAutofit fontScale="97407"/>
          </a:bodyPr>
          <a:p>
            <a:pPr eaLnBrk="1" hangingPunct="1"/>
            <a:r>
              <a:rPr altLang="en-US" b="1" sz="5400" lang="zh-CN">
                <a:latin typeface="华文新魏" panose="02010800040101010101" pitchFamily="2" charset="-122"/>
                <a:ea typeface="华文新魏" panose="02010800040101010101" pitchFamily="2" charset="-122"/>
              </a:rPr>
              <a:t>第四章 数组、串与广义表</a:t>
            </a:r>
          </a:p>
        </p:txBody>
      </p:sp>
      <p:sp>
        <p:nvSpPr>
          <p:cNvPr id="1048706" name="Rectangle 3"/>
          <p:cNvSpPr>
            <a:spLocks noGrp="1" noChangeArrowheads="1"/>
          </p:cNvSpPr>
          <p:nvPr>
            <p:ph idx="1"/>
          </p:nvPr>
        </p:nvSpPr>
        <p:spPr>
          <a:xfrm>
            <a:off x="838200" y="1981202"/>
            <a:ext cx="6199188" cy="4244975"/>
          </a:xfrm>
        </p:spPr>
        <p:txBody>
          <a:bodyPr/>
          <a:p>
            <a:pPr eaLnBrk="1" hangingPunct="1">
              <a:spcBef>
                <a:spcPct val="15000"/>
              </a:spcBef>
              <a:buClr>
                <a:srgbClr val="009900"/>
              </a:buClr>
              <a:buSzPct val="50000"/>
            </a:pPr>
            <a:r>
              <a:rPr altLang="en-US" b="1" dirty="0" sz="3600" lang="zh-CN">
                <a:effectLst>
                  <a:outerShdw algn="tl" blurRad="38100" dir="2700000" dist="38100">
                    <a:srgbClr val="C0C0C0"/>
                  </a:outerShdw>
                </a:effectLst>
                <a:ea typeface="仿宋_GB2312" pitchFamily="49" charset="-122"/>
                <a:hlinkClick r:id="rId1" action="ppaction://hlinksldjump"/>
              </a:rPr>
              <a:t>一维数组与多维数组</a:t>
            </a:r>
            <a:endParaRPr altLang="en-US" b="1" dirty="0" sz="3600" lang="zh-CN">
              <a:effectLst>
                <a:outerShdw algn="tl" blurRad="38100" dir="2700000" dist="38100">
                  <a:srgbClr val="C0C0C0"/>
                </a:outerShdw>
              </a:effectLst>
              <a:ea typeface="仿宋_GB2312" pitchFamily="49" charset="-122"/>
              <a:hlinkClick r:id="rId2" action="ppaction://hlinksldjump"/>
            </a:endParaRPr>
          </a:p>
          <a:p>
            <a:pPr eaLnBrk="1" hangingPunct="1">
              <a:spcBef>
                <a:spcPct val="15000"/>
              </a:spcBef>
              <a:buClr>
                <a:srgbClr val="009900"/>
              </a:buClr>
              <a:buSzPct val="50000"/>
            </a:pPr>
            <a:r>
              <a:rPr altLang="en-US" b="1" dirty="0" sz="3600" lang="zh-CN">
                <a:effectLst>
                  <a:outerShdw algn="tl" blurRad="38100" dir="2700000" dist="38100">
                    <a:srgbClr val="C0C0C0"/>
                  </a:outerShdw>
                </a:effectLst>
                <a:ea typeface="仿宋_GB2312" pitchFamily="49" charset="-122"/>
                <a:hlinkClick r:id="rId3" action="ppaction://hlinksldjump"/>
              </a:rPr>
              <a:t>特殊矩阵</a:t>
            </a:r>
          </a:p>
          <a:p>
            <a:pPr eaLnBrk="1" hangingPunct="1">
              <a:spcBef>
                <a:spcPct val="15000"/>
              </a:spcBef>
              <a:buClr>
                <a:srgbClr val="009900"/>
              </a:buClr>
              <a:buSzPct val="50000"/>
            </a:pPr>
            <a:r>
              <a:rPr altLang="en-US" b="1" dirty="0" sz="3600" lang="zh-CN">
                <a:effectLst>
                  <a:outerShdw algn="tl" blurRad="38100" dir="2700000" dist="38100">
                    <a:srgbClr val="C0C0C0"/>
                  </a:outerShdw>
                </a:effectLst>
                <a:ea typeface="仿宋_GB2312" pitchFamily="49" charset="-122"/>
                <a:hlinkClick r:id="rId4" action="ppaction://hlinksldjump"/>
              </a:rPr>
              <a:t>稀疏矩阵 </a:t>
            </a:r>
            <a:endParaRPr altLang="en-US" b="1" dirty="0" sz="3600" lang="zh-CN">
              <a:effectLst>
                <a:outerShdw algn="tl" blurRad="38100" dir="2700000" dist="38100">
                  <a:srgbClr val="C0C0C0"/>
                </a:outerShdw>
              </a:effectLst>
              <a:ea typeface="仿宋_GB2312" pitchFamily="49" charset="-122"/>
              <a:hlinkClick r:id="rId5" action="ppaction://hlinksldjump"/>
            </a:endParaRPr>
          </a:p>
          <a:p>
            <a:pPr eaLnBrk="1" hangingPunct="1">
              <a:spcBef>
                <a:spcPct val="15000"/>
              </a:spcBef>
              <a:buClr>
                <a:srgbClr val="009900"/>
              </a:buClr>
              <a:buSzPct val="50000"/>
            </a:pPr>
            <a:r>
              <a:rPr altLang="en-US" b="1" dirty="0" sz="3600" lang="zh-CN">
                <a:effectLst>
                  <a:outerShdw algn="tl" blurRad="38100" dir="2700000" dist="38100">
                    <a:srgbClr val="C0C0C0"/>
                  </a:outerShdw>
                </a:effectLst>
                <a:ea typeface="仿宋_GB2312" pitchFamily="49" charset="-122"/>
                <a:hlinkClick r:id="rId6" action="ppaction://hlinksldjump"/>
              </a:rPr>
              <a:t>字符串</a:t>
            </a:r>
            <a:endParaRPr altLang="en-US" b="1" dirty="0" sz="3600" lang="zh-CN">
              <a:effectLst>
                <a:outerShdw algn="tl" blurRad="38100" dir="2700000" dist="38100">
                  <a:srgbClr val="C0C0C0"/>
                </a:outerShdw>
              </a:effectLst>
              <a:ea typeface="仿宋_GB2312" pitchFamily="49" charset="-122"/>
            </a:endParaRPr>
          </a:p>
          <a:p>
            <a:pPr eaLnBrk="1" hangingPunct="1">
              <a:spcBef>
                <a:spcPct val="15000"/>
              </a:spcBef>
              <a:buClr>
                <a:srgbClr val="009900"/>
              </a:buClr>
              <a:buSzPct val="50000"/>
            </a:pPr>
            <a:r>
              <a:rPr altLang="en-US" b="1" dirty="0" sz="3600" lang="zh-CN">
                <a:effectLst>
                  <a:outerShdw algn="tl" blurRad="38100" dir="2700000" dist="38100">
                    <a:srgbClr val="C0C0C0"/>
                  </a:outerShdw>
                </a:effectLst>
                <a:ea typeface="仿宋_GB2312" pitchFamily="49" charset="-122"/>
                <a:hlinkClick r:id="rId7" action="ppaction://hlinksldjump"/>
              </a:rPr>
              <a:t>广义表</a:t>
            </a:r>
            <a:endParaRPr altLang="en-US" b="1" dirty="0" sz="3600" lang="zh-CN">
              <a:effectLst>
                <a:outerShdw algn="tl" blurRad="38100" dir="2700000" dist="38100">
                  <a:srgbClr val="C0C0C0"/>
                </a:outerShdw>
              </a:effectLst>
              <a:ea typeface="仿宋_GB2312" pitchFamily="49" charset="-122"/>
              <a:hlinkClick r:id="rId8" action="ppaction://hlinksldjump"/>
            </a:endParaRPr>
          </a:p>
        </p:txBody>
      </p:sp>
      <p:sp>
        <p:nvSpPr>
          <p:cNvPr id="1048707" name="右大括号 1"/>
          <p:cNvSpPr/>
          <p:nvPr/>
        </p:nvSpPr>
        <p:spPr>
          <a:xfrm>
            <a:off x="5676900" y="2362200"/>
            <a:ext cx="266700" cy="1295400"/>
          </a:xfrm>
          <a:prstGeom prst="rightBrace">
            <a:avLst>
              <a:gd name="adj1" fmla="val 26243"/>
              <a:gd name="adj2" fmla="val 50000"/>
            </a:avLst>
          </a:prstGeom>
          <a:ln w="2540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txBody>
          <a:bodyPr anchor="ctr"/>
          <a:p>
            <a:pPr algn="ctr" eaLnBrk="1" hangingPunct="1"/>
            <a:endParaRPr altLang="en-US" lang="zh-CN"/>
          </a:p>
        </p:txBody>
      </p:sp>
      <p:cxnSp>
        <p:nvCxnSpPr>
          <p:cNvPr id="3145728" name="直接连接符 3"/>
          <p:cNvCxnSpPr>
            <a:cxnSpLocks/>
          </p:cNvCxnSpPr>
          <p:nvPr/>
        </p:nvCxnSpPr>
        <p:spPr>
          <a:xfrm>
            <a:off x="4572000" y="4267200"/>
            <a:ext cx="1524000" cy="0"/>
          </a:xfrm>
          <a:prstGeom prst="line"/>
          <a:ln w="2540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145729" name="直接连接符 6"/>
          <p:cNvCxnSpPr>
            <a:cxnSpLocks/>
          </p:cNvCxnSpPr>
          <p:nvPr/>
        </p:nvCxnSpPr>
        <p:spPr>
          <a:xfrm>
            <a:off x="4572000" y="4876800"/>
            <a:ext cx="1524000" cy="0"/>
          </a:xfrm>
          <a:prstGeom prst="line"/>
          <a:ln w="2540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048708" name="TextBox 4"/>
          <p:cNvSpPr txBox="1"/>
          <p:nvPr/>
        </p:nvSpPr>
        <p:spPr>
          <a:xfrm>
            <a:off x="6172200" y="2514602"/>
            <a:ext cx="2743200" cy="2580641"/>
          </a:xfrm>
          <a:prstGeom prst="rect"/>
          <a:noFill/>
        </p:spPr>
        <p:txBody>
          <a:bodyPr wrap="square">
            <a:spAutoFit/>
          </a:bodyPr>
          <a:p>
            <a:pPr eaLnBrk="1" hangingPunct="1"/>
            <a:r>
              <a:rPr altLang="en-US" b="1" dirty="0" sz="2400" lang="zh-CN">
                <a:solidFill>
                  <a:srgbClr val="7030A0"/>
                </a:solidFill>
                <a:effectLst>
                  <a:outerShdw algn="tl" blurRad="38100" dir="2700000" dist="38100">
                    <a:srgbClr val="000000">
                      <a:alpha val="43137"/>
                    </a:srgbClr>
                  </a:outerShdw>
                </a:effectLst>
                <a:latin typeface="Arial" charset="0"/>
                <a:ea typeface="宋体" charset="-122"/>
              </a:rPr>
              <a:t>一维数组的推广</a:t>
            </a:r>
            <a:endParaRPr altLang="zh-CN" b="1" dirty="0" sz="2400" lang="en-US">
              <a:solidFill>
                <a:srgbClr val="7030A0"/>
              </a:solidFill>
              <a:effectLst>
                <a:outerShdw algn="tl" blurRad="38100" dir="2700000" dist="38100">
                  <a:srgbClr val="000000">
                    <a:alpha val="43137"/>
                  </a:srgbClr>
                </a:outerShdw>
              </a:effectLst>
              <a:latin typeface="Arial" charset="0"/>
              <a:ea typeface="宋体" charset="-122"/>
            </a:endParaRPr>
          </a:p>
          <a:p>
            <a:pPr eaLnBrk="1" hangingPunct="1"/>
            <a:endParaRPr altLang="zh-CN" b="1" dirty="0" sz="2400" lang="en-US">
              <a:solidFill>
                <a:srgbClr val="7030A0"/>
              </a:solidFill>
              <a:effectLst>
                <a:outerShdw algn="tl" blurRad="38100" dir="2700000" dist="38100">
                  <a:srgbClr val="000000">
                    <a:alpha val="43137"/>
                  </a:srgbClr>
                </a:outerShdw>
              </a:effectLst>
              <a:latin typeface="Arial" charset="0"/>
              <a:ea typeface="宋体" charset="-122"/>
            </a:endParaRPr>
          </a:p>
          <a:p>
            <a:pPr eaLnBrk="1" hangingPunct="1"/>
            <a:endParaRPr altLang="zh-CN" b="1" dirty="0" sz="2400" lang="en-US">
              <a:solidFill>
                <a:srgbClr val="7030A0"/>
              </a:solidFill>
              <a:effectLst>
                <a:outerShdw algn="tl" blurRad="38100" dir="2700000" dist="38100">
                  <a:srgbClr val="000000">
                    <a:alpha val="43137"/>
                  </a:srgbClr>
                </a:outerShdw>
              </a:effectLst>
              <a:latin typeface="Arial" charset="0"/>
              <a:ea typeface="宋体" charset="-122"/>
            </a:endParaRPr>
          </a:p>
          <a:p>
            <a:pPr eaLnBrk="1" hangingPunct="1"/>
            <a:endParaRPr altLang="zh-CN" b="1" dirty="0" sz="2400" lang="en-US">
              <a:solidFill>
                <a:srgbClr val="7030A0"/>
              </a:solidFill>
              <a:effectLst>
                <a:outerShdw algn="tl" blurRad="38100" dir="2700000" dist="38100">
                  <a:srgbClr val="000000">
                    <a:alpha val="43137"/>
                  </a:srgbClr>
                </a:outerShdw>
              </a:effectLst>
              <a:latin typeface="Arial" charset="0"/>
              <a:ea typeface="宋体" charset="-122"/>
            </a:endParaRPr>
          </a:p>
          <a:p>
            <a:pPr eaLnBrk="1" hangingPunct="1"/>
            <a:r>
              <a:rPr altLang="en-US" b="1" dirty="0" sz="2400" lang="zh-CN">
                <a:solidFill>
                  <a:srgbClr val="7030A0"/>
                </a:solidFill>
                <a:effectLst>
                  <a:outerShdw algn="tl" blurRad="38100" dir="2700000" dist="38100">
                    <a:srgbClr val="000000">
                      <a:alpha val="43137"/>
                    </a:srgbClr>
                  </a:outerShdw>
                </a:effectLst>
                <a:latin typeface="Arial" charset="0"/>
                <a:ea typeface="宋体" charset="-122"/>
              </a:rPr>
              <a:t>线性表的应用</a:t>
            </a:r>
            <a:endParaRPr altLang="zh-CN" b="1" dirty="0" sz="2400" lang="en-US">
              <a:solidFill>
                <a:srgbClr val="7030A0"/>
              </a:solidFill>
              <a:effectLst>
                <a:outerShdw algn="tl" blurRad="38100" dir="2700000" dist="38100">
                  <a:srgbClr val="000000">
                    <a:alpha val="43137"/>
                  </a:srgbClr>
                </a:outerShdw>
              </a:effectLst>
              <a:latin typeface="Arial" charset="0"/>
              <a:ea typeface="宋体" charset="-122"/>
            </a:endParaRPr>
          </a:p>
          <a:p>
            <a:pPr eaLnBrk="1" hangingPunct="1"/>
            <a:endParaRPr altLang="zh-CN" b="1" dirty="0" sz="2400" lang="en-US">
              <a:solidFill>
                <a:srgbClr val="7030A0"/>
              </a:solidFill>
              <a:effectLst>
                <a:outerShdw algn="tl" blurRad="38100" dir="2700000" dist="38100">
                  <a:srgbClr val="000000">
                    <a:alpha val="43137"/>
                  </a:srgbClr>
                </a:outerShdw>
              </a:effectLst>
              <a:latin typeface="Arial" charset="0"/>
              <a:ea typeface="宋体" charset="-122"/>
            </a:endParaRPr>
          </a:p>
          <a:p>
            <a:pPr eaLnBrk="1" hangingPunct="1"/>
            <a:r>
              <a:rPr altLang="en-US" b="1" dirty="0" sz="2400" lang="zh-CN">
                <a:solidFill>
                  <a:srgbClr val="7030A0"/>
                </a:solidFill>
                <a:effectLst>
                  <a:outerShdw algn="tl" blurRad="38100" dir="2700000" dist="38100">
                    <a:srgbClr val="000000">
                      <a:alpha val="43137"/>
                    </a:srgbClr>
                  </a:outerShdw>
                </a:effectLst>
                <a:latin typeface="Arial" charset="0"/>
                <a:ea typeface="宋体" charset="-122"/>
              </a:rPr>
              <a:t>一种递归形式的表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79" name=""/>
        <p:cNvGrpSpPr/>
        <p:nvPr/>
      </p:nvGrpSpPr>
      <p:grpSpPr>
        <a:xfrm>
          <a:off x="0" y="0"/>
          <a:ext cx="0" cy="0"/>
          <a:chOff x="0" y="0"/>
          <a:chExt cx="0" cy="0"/>
        </a:xfrm>
      </p:grpSpPr>
      <p:graphicFrame>
        <p:nvGraphicFramePr>
          <p:cNvPr id="4194307" name="图示 1"/>
          <p:cNvGraphicFramePr>
            <a:graphicFrameLocks/>
          </p:cNvGraphicFramePr>
          <p:nvPr/>
        </p:nvGraphicFramePr>
        <p:xfrm>
          <a:off x="395536" y="896526"/>
          <a:ext cx="8537876" cy="5539114"/>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
        <p:nvSpPr>
          <p:cNvPr id="1048709" name="矩形 11"/>
          <p:cNvSpPr/>
          <p:nvPr/>
        </p:nvSpPr>
        <p:spPr>
          <a:xfrm>
            <a:off x="395536" y="188640"/>
            <a:ext cx="2520280" cy="707886"/>
          </a:xfrm>
          <a:prstGeom prst="rect"/>
          <a:noFill/>
          <a:ln>
            <a:noFill/>
          </a:ln>
          <a:effectLst>
            <a:outerShdw algn="ctr" blurRad="44450" dir="5400000" dist="27940">
              <a:srgbClr val="000000">
                <a:alpha val="32000"/>
              </a:srgbClr>
            </a:outerShdw>
          </a:effectLst>
          <a:scene3d>
            <a:camera prst="orthographicFront">
              <a:rot lat="0" lon="0" rev="0"/>
            </a:camera>
            <a:lightRig dir="t" rig="balanced">
              <a:rot lat="0" lon="0" rev="8700000"/>
            </a:lightRig>
          </a:scene3d>
          <a:sp3d>
            <a:bevelT w="190500" h="38100"/>
          </a:sp3d>
        </p:spPr>
        <p:txBody>
          <a:bodyPr bIns="45720" lIns="91440" rIns="91440" tIns="45720" wrap="square">
            <a:spAutoFit/>
          </a:bodyPr>
          <a:p>
            <a:pPr algn="ctr"/>
            <a:r>
              <a:rPr altLang="en-US" b="0" cap="none" dirty="0" sz="4000" lang="zh-CN" spc="0">
                <a:ln w="0"/>
                <a:solidFill>
                  <a:schemeClr val="accent1"/>
                </a:solidFill>
                <a:effectLst>
                  <a:outerShdw algn="ctr" blurRad="38100" dir="5400000" dist="25400" rotWithShape="0">
                    <a:srgbClr val="6E747A">
                      <a:alpha val="43000"/>
                    </a:srgbClr>
                  </a:outerShdw>
                </a:effectLst>
              </a:rPr>
              <a:t>知识导图</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80" name=""/>
        <p:cNvGrpSpPr/>
        <p:nvPr/>
      </p:nvGrpSpPr>
      <p:grpSpPr>
        <a:xfrm>
          <a:off x="0" y="0"/>
          <a:ext cx="0" cy="0"/>
          <a:chOff x="0" y="0"/>
          <a:chExt cx="0" cy="0"/>
        </a:xfrm>
      </p:grpSpPr>
      <p:sp>
        <p:nvSpPr>
          <p:cNvPr id="1048710" name="Rectangle 2"/>
          <p:cNvSpPr>
            <a:spLocks noGrp="1" noChangeArrowheads="1"/>
          </p:cNvSpPr>
          <p:nvPr>
            <p:ph type="title"/>
          </p:nvPr>
        </p:nvSpPr>
        <p:spPr>
          <a:xfrm>
            <a:off x="1103313" y="274638"/>
            <a:ext cx="6858000" cy="862012"/>
          </a:xfrm>
        </p:spPr>
        <p:txBody>
          <a:bodyPr/>
          <a:p>
            <a:pPr eaLnBrk="1" hangingPunct="1"/>
            <a:r>
              <a:rPr altLang="en-US" b="1" sz="4000" lang="zh-CN">
                <a:ea typeface="华文新魏" panose="02010800040101010101" pitchFamily="2" charset="-122"/>
              </a:rPr>
              <a:t>一维数组</a:t>
            </a:r>
          </a:p>
        </p:txBody>
      </p:sp>
      <p:sp>
        <p:nvSpPr>
          <p:cNvPr id="1048711" name="Rectangle 3"/>
          <p:cNvSpPr>
            <a:spLocks noGrp="1" noChangeArrowheads="1"/>
          </p:cNvSpPr>
          <p:nvPr>
            <p:ph idx="1"/>
          </p:nvPr>
        </p:nvSpPr>
        <p:spPr>
          <a:xfrm>
            <a:off x="749302" y="1295402"/>
            <a:ext cx="7978775" cy="5033963"/>
          </a:xfrm>
        </p:spPr>
        <p:txBody>
          <a:bodyPr/>
          <a:p>
            <a:pPr eaLnBrk="1" hangingPunct="1">
              <a:spcBef>
                <a:spcPct val="10000"/>
              </a:spcBef>
              <a:buClr>
                <a:srgbClr val="800080"/>
              </a:buClr>
              <a:buSzPct val="50000"/>
            </a:pPr>
            <a:r>
              <a:rPr altLang="en-US" b="1" dirty="0" sz="3000" lang="zh-CN">
                <a:solidFill>
                  <a:srgbClr val="000099"/>
                </a:solidFill>
                <a:effectLst>
                  <a:outerShdw algn="tl" blurRad="38100" dir="2700000" dist="38100">
                    <a:srgbClr val="C0C0C0"/>
                  </a:outerShdw>
                </a:effectLst>
                <a:ea typeface="仿宋_GB2312" pitchFamily="49" charset="-122"/>
              </a:rPr>
              <a:t>定义</a:t>
            </a:r>
          </a:p>
          <a:p>
            <a:pPr eaLnBrk="1" hangingPunct="1">
              <a:spcBef>
                <a:spcPct val="10000"/>
              </a:spcBef>
              <a:buClr>
                <a:srgbClr val="800080"/>
              </a:buClr>
              <a:buSzPct val="50000"/>
              <a:buFontTx/>
              <a:buNone/>
            </a:pPr>
            <a:r>
              <a:rPr altLang="en-US" b="1" dirty="0" sz="3000" lang="zh-CN">
                <a:effectLst>
                  <a:outerShdw algn="tl" blurRad="38100" dir="2700000" dist="38100">
                    <a:srgbClr val="C0C0C0"/>
                  </a:outerShdw>
                </a:effectLst>
                <a:latin typeface="Times New Roman" pitchFamily="18" charset="0"/>
                <a:ea typeface="仿宋_GB2312" pitchFamily="49" charset="-122"/>
              </a:rPr>
              <a:t>	</a:t>
            </a:r>
            <a:r>
              <a:rPr altLang="en-US" b="1" dirty="0" sz="3000" lang="zh-CN">
                <a:latin typeface="Times New Roman" pitchFamily="18" charset="0"/>
                <a:ea typeface="仿宋_GB2312" pitchFamily="49" charset="-122"/>
              </a:rPr>
              <a:t>数组是</a:t>
            </a:r>
            <a:r>
              <a:rPr altLang="en-US" b="1" dirty="0" sz="3000" lang="zh-CN">
                <a:solidFill>
                  <a:schemeClr val="tx2"/>
                </a:solidFill>
                <a:ea typeface="仿宋_GB2312" pitchFamily="49" charset="-122"/>
              </a:rPr>
              <a:t>相同类型的数据元素的集合</a:t>
            </a:r>
            <a:r>
              <a:rPr altLang="en-US" b="1" dirty="0" sz="3000" lang="zh-CN">
                <a:effectLst>
                  <a:outerShdw algn="tl" blurRad="38100" dir="2700000" dist="38100">
                    <a:srgbClr val="C0C0C0"/>
                  </a:outerShdw>
                </a:effectLst>
                <a:ea typeface="仿宋_GB2312" pitchFamily="49" charset="-122"/>
              </a:rPr>
              <a:t>，</a:t>
            </a:r>
            <a:r>
              <a:rPr altLang="en-US" b="1" dirty="0" sz="3000" lang="zh-CN">
                <a:ea typeface="仿宋_GB2312" pitchFamily="49" charset="-122"/>
              </a:rPr>
              <a:t>而一维数组的每个数组元素是一个序对，由</a:t>
            </a:r>
            <a:r>
              <a:rPr altLang="en-US" b="1" dirty="0" sz="3000" lang="zh-CN">
                <a:solidFill>
                  <a:srgbClr val="FF6600"/>
                </a:solidFill>
                <a:latin typeface="Times New Roman" pitchFamily="18" charset="0"/>
                <a:ea typeface="仿宋_GB2312" pitchFamily="49" charset="-122"/>
              </a:rPr>
              <a:t>下标（</a:t>
            </a:r>
            <a:r>
              <a:rPr altLang="zh-CN" b="1" dirty="0" sz="3000" lang="en-US">
                <a:solidFill>
                  <a:srgbClr val="FF6600"/>
                </a:solidFill>
                <a:latin typeface="Times New Roman" pitchFamily="18" charset="0"/>
                <a:ea typeface="仿宋_GB2312" pitchFamily="49" charset="-122"/>
              </a:rPr>
              <a:t>index</a:t>
            </a:r>
            <a:r>
              <a:rPr altLang="en-US" b="1" dirty="0" sz="3000" lang="zh-CN">
                <a:solidFill>
                  <a:srgbClr val="FF6600"/>
                </a:solidFill>
                <a:latin typeface="Times New Roman" pitchFamily="18" charset="0"/>
                <a:ea typeface="仿宋_GB2312" pitchFamily="49" charset="-122"/>
              </a:rPr>
              <a:t>）</a:t>
            </a:r>
            <a:r>
              <a:rPr altLang="en-US" b="1" dirty="0" sz="3000" lang="zh-CN">
                <a:latin typeface="Times New Roman" pitchFamily="18" charset="0"/>
                <a:ea typeface="仿宋_GB2312" pitchFamily="49" charset="-122"/>
              </a:rPr>
              <a:t>和</a:t>
            </a:r>
            <a:r>
              <a:rPr altLang="en-US" b="1" dirty="0" sz="3000" lang="zh-CN">
                <a:solidFill>
                  <a:srgbClr val="FF6600"/>
                </a:solidFill>
                <a:latin typeface="Times New Roman" pitchFamily="18" charset="0"/>
                <a:ea typeface="仿宋_GB2312" pitchFamily="49" charset="-122"/>
              </a:rPr>
              <a:t>值（</a:t>
            </a:r>
            <a:r>
              <a:rPr altLang="zh-CN" b="1" dirty="0" sz="3000" lang="en-US">
                <a:solidFill>
                  <a:srgbClr val="FF6600"/>
                </a:solidFill>
                <a:latin typeface="Times New Roman" pitchFamily="18" charset="0"/>
                <a:ea typeface="仿宋_GB2312" pitchFamily="49" charset="-122"/>
              </a:rPr>
              <a:t>value</a:t>
            </a:r>
            <a:r>
              <a:rPr altLang="en-US" b="1" dirty="0" sz="3000" lang="zh-CN">
                <a:solidFill>
                  <a:srgbClr val="FF6600"/>
                </a:solidFill>
                <a:latin typeface="Times New Roman" pitchFamily="18" charset="0"/>
                <a:ea typeface="仿宋_GB2312" pitchFamily="49" charset="-122"/>
              </a:rPr>
              <a:t>）</a:t>
            </a:r>
            <a:r>
              <a:rPr altLang="en-US" b="1" dirty="0" sz="3000" lang="zh-CN">
                <a:latin typeface="Times New Roman" pitchFamily="18" charset="0"/>
                <a:ea typeface="仿宋_GB2312" pitchFamily="49" charset="-122"/>
              </a:rPr>
              <a:t>组成。</a:t>
            </a:r>
            <a:r>
              <a:rPr altLang="en-US" b="1" dirty="0" sz="3000" lang="zh-CN">
                <a:solidFill>
                  <a:schemeClr val="bg2"/>
                </a:solidFill>
                <a:effectLst>
                  <a:outerShdw algn="tl" blurRad="38100" dir="2700000" dist="38100">
                    <a:srgbClr val="C0C0C0"/>
                  </a:outerShdw>
                </a:effectLst>
                <a:ea typeface="仿宋_GB2312" pitchFamily="49" charset="-122"/>
              </a:rPr>
              <a:t>  </a:t>
            </a:r>
            <a:endParaRPr altLang="en-US" b="1" dirty="0" sz="3000" lang="zh-CN">
              <a:effectLst>
                <a:outerShdw algn="tl" blurRad="38100" dir="2700000" dist="38100">
                  <a:srgbClr val="C0C0C0"/>
                </a:outerShdw>
              </a:effectLst>
              <a:ea typeface="仿宋_GB2312" pitchFamily="49" charset="-122"/>
            </a:endParaRPr>
          </a:p>
          <a:p>
            <a:pPr eaLnBrk="1" hangingPunct="1">
              <a:spcBef>
                <a:spcPct val="10000"/>
              </a:spcBef>
              <a:buClr>
                <a:srgbClr val="800080"/>
              </a:buClr>
              <a:buSzPct val="50000"/>
            </a:pPr>
            <a:r>
              <a:rPr altLang="en-US" b="1" dirty="0" sz="3000" lang="zh-CN">
                <a:solidFill>
                  <a:srgbClr val="000099"/>
                </a:solidFill>
                <a:ea typeface="仿宋_GB2312" pitchFamily="49" charset="-122"/>
              </a:rPr>
              <a:t>一维数组的示例</a:t>
            </a:r>
          </a:p>
          <a:p>
            <a:pPr eaLnBrk="1" hangingPunct="1">
              <a:spcBef>
                <a:spcPct val="10000"/>
              </a:spcBef>
              <a:buClr>
                <a:srgbClr val="800080"/>
              </a:buClr>
              <a:buSzPct val="50000"/>
            </a:pPr>
            <a:endParaRPr altLang="en-US" b="1" dirty="0" sz="3000" lang="zh-CN">
              <a:solidFill>
                <a:schemeClr val="accent2"/>
              </a:solidFill>
              <a:ea typeface="仿宋_GB2312" pitchFamily="49" charset="-122"/>
            </a:endParaRPr>
          </a:p>
          <a:p>
            <a:pPr eaLnBrk="1" hangingPunct="1">
              <a:spcBef>
                <a:spcPct val="10000"/>
              </a:spcBef>
              <a:buClr>
                <a:srgbClr val="800080"/>
              </a:buClr>
              <a:buSzPct val="50000"/>
            </a:pPr>
            <a:endParaRPr altLang="en-US" b="1" dirty="0" sz="3000" lang="zh-CN">
              <a:solidFill>
                <a:schemeClr val="accent2"/>
              </a:solidFill>
              <a:ea typeface="仿宋_GB2312" pitchFamily="49" charset="-122"/>
            </a:endParaRPr>
          </a:p>
          <a:p>
            <a:pPr eaLnBrk="1" hangingPunct="1">
              <a:spcBef>
                <a:spcPct val="10000"/>
              </a:spcBef>
              <a:buClr>
                <a:srgbClr val="800080"/>
              </a:buClr>
              <a:buSzPct val="50000"/>
            </a:pPr>
            <a:endParaRPr altLang="en-US" b="1" dirty="0" sz="3000" lang="zh-CN">
              <a:solidFill>
                <a:schemeClr val="accent2"/>
              </a:solidFill>
              <a:ea typeface="仿宋_GB2312" pitchFamily="49" charset="-122"/>
            </a:endParaRPr>
          </a:p>
          <a:p>
            <a:pPr eaLnBrk="1" hangingPunct="1">
              <a:spcBef>
                <a:spcPct val="10000"/>
              </a:spcBef>
              <a:buClr>
                <a:srgbClr val="800080"/>
              </a:buClr>
              <a:buSzPct val="50000"/>
            </a:pPr>
            <a:r>
              <a:rPr altLang="en-US" b="1" dirty="0" sz="3000" lang="zh-CN">
                <a:solidFill>
                  <a:srgbClr val="000099"/>
                </a:solidFill>
                <a:ea typeface="仿宋_GB2312" pitchFamily="49" charset="-122"/>
              </a:rPr>
              <a:t>在高级语言中的一维数组只能按元素的下标直接存取数组元素的值。</a:t>
            </a:r>
          </a:p>
        </p:txBody>
      </p:sp>
      <p:grpSp>
        <p:nvGrpSpPr>
          <p:cNvPr id="181" name="Group 4"/>
          <p:cNvGrpSpPr/>
          <p:nvPr/>
        </p:nvGrpSpPr>
        <p:grpSpPr bwMode="auto">
          <a:xfrm>
            <a:off x="1246909" y="3429000"/>
            <a:ext cx="8337550" cy="1265237"/>
            <a:chOff x="768" y="2131"/>
            <a:chExt cx="5252" cy="797"/>
          </a:xfrm>
        </p:grpSpPr>
        <p:sp>
          <p:nvSpPr>
            <p:cNvPr id="1048712" name="Rectangle 5"/>
            <p:cNvSpPr>
              <a:spLocks noChangeArrowheads="1"/>
            </p:cNvSpPr>
            <p:nvPr/>
          </p:nvSpPr>
          <p:spPr bwMode="auto">
            <a:xfrm>
              <a:off x="816" y="2496"/>
              <a:ext cx="4272" cy="432"/>
            </a:xfrm>
            <a:prstGeom prst="rect"/>
            <a:solidFill>
              <a:srgbClr val="FFFFCC"/>
            </a:solidFill>
            <a:ln w="38100">
              <a:solidFill>
                <a:srgbClr val="3333CC"/>
              </a:solidFill>
              <a:miter lim="800000"/>
              <a:headEnd/>
              <a:tailEnd/>
            </a:ln>
            <a:effectLst>
              <a:outerShdw algn="ctr" dir="2700000" dist="107763" rotWithShape="0">
                <a:srgbClr val="808080"/>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altLang="zh-CN" sz="3600" kumimoji="1" lang="zh-CN">
                <a:solidFill>
                  <a:srgbClr val="3333CC"/>
                </a:solidFill>
                <a:latin typeface="Times New Roman" panose="02020603050405020304" pitchFamily="18" charset="0"/>
              </a:endParaRPr>
            </a:p>
          </p:txBody>
        </p:sp>
        <p:sp>
          <p:nvSpPr>
            <p:cNvPr id="1048713" name="Text Box 6"/>
            <p:cNvSpPr txBox="1">
              <a:spLocks noChangeArrowheads="1"/>
            </p:cNvSpPr>
            <p:nvPr/>
          </p:nvSpPr>
          <p:spPr bwMode="auto">
            <a:xfrm>
              <a:off x="864" y="2543"/>
              <a:ext cx="5156" cy="362"/>
            </a:xfrm>
            <a:prstGeom prst="rect"/>
            <a:solidFill>
              <a:srgbClr val="FFFFCC"/>
            </a:solidFill>
            <a:ln>
              <a:noFill/>
            </a:ln>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kumimoji="1" lang="en-US">
                  <a:solidFill>
                    <a:srgbClr val="FF3300"/>
                  </a:solidFill>
                  <a:latin typeface="Arial Narrow" panose="020B0606020202030204" pitchFamily="34" charset="0"/>
                  <a:ea typeface="仿宋_GB2312" pitchFamily="49" charset="-122"/>
                </a:rPr>
                <a:t>35   27    49   18   60    54   77    83   41   02</a:t>
              </a:r>
              <a:endParaRPr altLang="zh-CN" sz="3600" kumimoji="1" lang="en-US">
                <a:latin typeface="Times New Roman" panose="02020603050405020304" pitchFamily="18" charset="0"/>
              </a:endParaRPr>
            </a:p>
          </p:txBody>
        </p:sp>
        <p:sp>
          <p:nvSpPr>
            <p:cNvPr id="1048714" name="Line 7"/>
            <p:cNvSpPr>
              <a:spLocks noChangeShapeType="1"/>
            </p:cNvSpPr>
            <p:nvPr/>
          </p:nvSpPr>
          <p:spPr bwMode="auto">
            <a:xfrm>
              <a:off x="1680" y="2496"/>
              <a:ext cx="0" cy="432"/>
            </a:xfrm>
            <a:prstGeom prst="line"/>
            <a:noFill/>
            <a:ln w="38100">
              <a:solidFill>
                <a:srgbClr val="3333CC"/>
              </a:solidFill>
              <a:round/>
              <a:headEnd/>
              <a:tailEnd/>
            </a:ln>
          </p:spPr>
          <p:txBody>
            <a:bodyPr anchor="ctr" wrap="none"/>
            <a:p>
              <a:endParaRPr altLang="en-US" lang="zh-CN"/>
            </a:p>
          </p:txBody>
        </p:sp>
        <p:sp>
          <p:nvSpPr>
            <p:cNvPr id="1048715" name="Line 8"/>
            <p:cNvSpPr>
              <a:spLocks noChangeShapeType="1"/>
            </p:cNvSpPr>
            <p:nvPr/>
          </p:nvSpPr>
          <p:spPr bwMode="auto">
            <a:xfrm>
              <a:off x="2112" y="2496"/>
              <a:ext cx="0" cy="432"/>
            </a:xfrm>
            <a:prstGeom prst="line"/>
            <a:noFill/>
            <a:ln w="38100">
              <a:solidFill>
                <a:srgbClr val="3333CC"/>
              </a:solidFill>
              <a:round/>
              <a:headEnd/>
              <a:tailEnd/>
            </a:ln>
          </p:spPr>
          <p:txBody>
            <a:bodyPr anchor="ctr" wrap="none"/>
            <a:p>
              <a:endParaRPr altLang="en-US" lang="zh-CN"/>
            </a:p>
          </p:txBody>
        </p:sp>
        <p:sp>
          <p:nvSpPr>
            <p:cNvPr id="1048716" name="Line 9"/>
            <p:cNvSpPr>
              <a:spLocks noChangeShapeType="1"/>
            </p:cNvSpPr>
            <p:nvPr/>
          </p:nvSpPr>
          <p:spPr bwMode="auto">
            <a:xfrm>
              <a:off x="2544" y="2496"/>
              <a:ext cx="0" cy="432"/>
            </a:xfrm>
            <a:prstGeom prst="line"/>
            <a:noFill/>
            <a:ln w="38100">
              <a:solidFill>
                <a:srgbClr val="3333CC"/>
              </a:solidFill>
              <a:round/>
              <a:headEnd/>
              <a:tailEnd/>
            </a:ln>
          </p:spPr>
          <p:txBody>
            <a:bodyPr anchor="ctr" wrap="none"/>
            <a:p>
              <a:endParaRPr altLang="en-US" lang="zh-CN"/>
            </a:p>
          </p:txBody>
        </p:sp>
        <p:sp>
          <p:nvSpPr>
            <p:cNvPr id="1048717" name="Line 10"/>
            <p:cNvSpPr>
              <a:spLocks noChangeShapeType="1"/>
            </p:cNvSpPr>
            <p:nvPr/>
          </p:nvSpPr>
          <p:spPr bwMode="auto">
            <a:xfrm>
              <a:off x="2976" y="2496"/>
              <a:ext cx="0" cy="432"/>
            </a:xfrm>
            <a:prstGeom prst="line"/>
            <a:noFill/>
            <a:ln w="38100">
              <a:solidFill>
                <a:srgbClr val="3333CC"/>
              </a:solidFill>
              <a:round/>
              <a:headEnd/>
              <a:tailEnd/>
            </a:ln>
          </p:spPr>
          <p:txBody>
            <a:bodyPr anchor="ctr" wrap="none"/>
            <a:p>
              <a:endParaRPr altLang="en-US" lang="zh-CN"/>
            </a:p>
          </p:txBody>
        </p:sp>
        <p:sp>
          <p:nvSpPr>
            <p:cNvPr id="1048718" name="Line 11"/>
            <p:cNvSpPr>
              <a:spLocks noChangeShapeType="1"/>
            </p:cNvSpPr>
            <p:nvPr/>
          </p:nvSpPr>
          <p:spPr bwMode="auto">
            <a:xfrm>
              <a:off x="3408" y="2496"/>
              <a:ext cx="0" cy="432"/>
            </a:xfrm>
            <a:prstGeom prst="line"/>
            <a:noFill/>
            <a:ln w="38100">
              <a:solidFill>
                <a:srgbClr val="3333CC"/>
              </a:solidFill>
              <a:round/>
              <a:headEnd/>
              <a:tailEnd/>
            </a:ln>
          </p:spPr>
          <p:txBody>
            <a:bodyPr anchor="ctr" wrap="none"/>
            <a:p>
              <a:endParaRPr altLang="en-US" lang="zh-CN"/>
            </a:p>
          </p:txBody>
        </p:sp>
        <p:sp>
          <p:nvSpPr>
            <p:cNvPr id="1048719" name="Line 12"/>
            <p:cNvSpPr>
              <a:spLocks noChangeShapeType="1"/>
            </p:cNvSpPr>
            <p:nvPr/>
          </p:nvSpPr>
          <p:spPr bwMode="auto">
            <a:xfrm>
              <a:off x="3840" y="2496"/>
              <a:ext cx="0" cy="432"/>
            </a:xfrm>
            <a:prstGeom prst="line"/>
            <a:noFill/>
            <a:ln w="38100">
              <a:solidFill>
                <a:srgbClr val="3333CC"/>
              </a:solidFill>
              <a:round/>
              <a:headEnd/>
              <a:tailEnd/>
            </a:ln>
          </p:spPr>
          <p:txBody>
            <a:bodyPr anchor="ctr" wrap="none"/>
            <a:p>
              <a:endParaRPr altLang="en-US" lang="zh-CN"/>
            </a:p>
          </p:txBody>
        </p:sp>
        <p:sp>
          <p:nvSpPr>
            <p:cNvPr id="1048720" name="Line 13"/>
            <p:cNvSpPr>
              <a:spLocks noChangeShapeType="1"/>
            </p:cNvSpPr>
            <p:nvPr/>
          </p:nvSpPr>
          <p:spPr bwMode="auto">
            <a:xfrm>
              <a:off x="4272" y="2496"/>
              <a:ext cx="0" cy="432"/>
            </a:xfrm>
            <a:prstGeom prst="line"/>
            <a:noFill/>
            <a:ln w="38100">
              <a:solidFill>
                <a:srgbClr val="3333CC"/>
              </a:solidFill>
              <a:round/>
              <a:headEnd/>
              <a:tailEnd/>
            </a:ln>
          </p:spPr>
          <p:txBody>
            <a:bodyPr anchor="ctr" wrap="none"/>
            <a:p>
              <a:endParaRPr altLang="en-US" lang="zh-CN"/>
            </a:p>
          </p:txBody>
        </p:sp>
        <p:sp>
          <p:nvSpPr>
            <p:cNvPr id="1048721" name="Line 14"/>
            <p:cNvSpPr>
              <a:spLocks noChangeShapeType="1"/>
            </p:cNvSpPr>
            <p:nvPr/>
          </p:nvSpPr>
          <p:spPr bwMode="auto">
            <a:xfrm>
              <a:off x="4704" y="2496"/>
              <a:ext cx="0" cy="432"/>
            </a:xfrm>
            <a:prstGeom prst="line"/>
            <a:noFill/>
            <a:ln w="38100">
              <a:solidFill>
                <a:srgbClr val="3333CC"/>
              </a:solidFill>
              <a:round/>
              <a:headEnd/>
              <a:tailEnd/>
            </a:ln>
          </p:spPr>
          <p:txBody>
            <a:bodyPr anchor="ctr" wrap="none"/>
            <a:p>
              <a:endParaRPr altLang="en-US" lang="zh-CN"/>
            </a:p>
          </p:txBody>
        </p:sp>
        <p:sp>
          <p:nvSpPr>
            <p:cNvPr id="1048722" name="Text Box 15"/>
            <p:cNvSpPr txBox="1">
              <a:spLocks noChangeArrowheads="1"/>
            </p:cNvSpPr>
            <p:nvPr/>
          </p:nvSpPr>
          <p:spPr bwMode="auto">
            <a:xfrm>
              <a:off x="768" y="2131"/>
              <a:ext cx="4724" cy="362"/>
            </a:xfrm>
            <a:prstGeom prst="rect"/>
            <a:noFill/>
            <a:ln>
              <a:noFill/>
            </a:ln>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kumimoji="1" lang="en-US">
                  <a:solidFill>
                    <a:srgbClr val="3333CC"/>
                  </a:solidFill>
                  <a:latin typeface="Times New Roman" panose="02020603050405020304" pitchFamily="18" charset="0"/>
                </a:rPr>
                <a:t>0     1     2     3     4     5    6     7     8     9</a:t>
              </a:r>
            </a:p>
          </p:txBody>
        </p:sp>
        <p:sp>
          <p:nvSpPr>
            <p:cNvPr id="1048723" name="Line 16"/>
            <p:cNvSpPr>
              <a:spLocks noChangeShapeType="1"/>
            </p:cNvSpPr>
            <p:nvPr/>
          </p:nvSpPr>
          <p:spPr bwMode="auto">
            <a:xfrm>
              <a:off x="1248" y="2496"/>
              <a:ext cx="0" cy="432"/>
            </a:xfrm>
            <a:prstGeom prst="line"/>
            <a:noFill/>
            <a:ln w="38100">
              <a:solidFill>
                <a:srgbClr val="3333CC"/>
              </a:solidFill>
              <a:round/>
              <a:headEnd/>
              <a:tailEnd/>
            </a:ln>
          </p:spPr>
          <p:txBody>
            <a:bodyPr anchor="ctr" wrap="none"/>
            <a:p>
              <a:endParaRPr altLang="en-US" lang="zh-CN"/>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82" name=""/>
        <p:cNvGrpSpPr/>
        <p:nvPr/>
      </p:nvGrpSpPr>
      <p:grpSpPr>
        <a:xfrm>
          <a:off x="0" y="0"/>
          <a:ext cx="0" cy="0"/>
          <a:chOff x="0" y="0"/>
          <a:chExt cx="0" cy="0"/>
        </a:xfrm>
      </p:grpSpPr>
      <p:sp>
        <p:nvSpPr>
          <p:cNvPr id="1048724" name="Rectangle 2"/>
          <p:cNvSpPr>
            <a:spLocks noGrp="1" noChangeArrowheads="1"/>
          </p:cNvSpPr>
          <p:nvPr>
            <p:ph type="title"/>
          </p:nvPr>
        </p:nvSpPr>
        <p:spPr>
          <a:xfrm>
            <a:off x="674688" y="425450"/>
            <a:ext cx="8229600" cy="966788"/>
          </a:xfrm>
        </p:spPr>
        <p:txBody>
          <a:bodyPr/>
          <a:p>
            <a:pPr eaLnBrk="1" hangingPunct="1"/>
            <a:r>
              <a:rPr altLang="en-US" b="1" sz="4000" kumimoji="1" lang="zh-CN">
                <a:ea typeface="华文新魏" panose="02010800040101010101" pitchFamily="2" charset="-122"/>
              </a:rPr>
              <a:t>一维数组的定义和初始化</a:t>
            </a:r>
          </a:p>
        </p:txBody>
      </p:sp>
      <p:sp>
        <p:nvSpPr>
          <p:cNvPr id="1048725" name="Rectangle 3"/>
          <p:cNvSpPr>
            <a:spLocks noGrp="1" noChangeArrowheads="1"/>
          </p:cNvSpPr>
          <p:nvPr>
            <p:ph idx="1"/>
          </p:nvPr>
        </p:nvSpPr>
        <p:spPr>
          <a:xfrm>
            <a:off x="717550" y="1377952"/>
            <a:ext cx="8229600" cy="5097463"/>
          </a:xfrm>
        </p:spPr>
        <p:txBody>
          <a:bodyPr/>
          <a:p>
            <a:pPr eaLnBrk="1" hangingPunct="1">
              <a:spcBef>
                <a:spcPct val="0"/>
              </a:spcBef>
              <a:buFontTx/>
              <a:buNone/>
            </a:pPr>
            <a:r>
              <a:rPr altLang="zh-CN" b="1" dirty="0" kumimoji="1" lang="en-US">
                <a:latin typeface="Times New Roman" panose="02020603050405020304" pitchFamily="18" charset="0"/>
                <a:ea typeface="隶书" panose="02010509060101010101" pitchFamily="49" charset="-122"/>
              </a:rPr>
              <a:t>#include</a:t>
            </a:r>
            <a:r>
              <a:rPr altLang="zh-CN" dirty="0" kumimoji="1" lang="en-US">
                <a:latin typeface="Times New Roman" panose="02020603050405020304" pitchFamily="18" charset="0"/>
                <a:ea typeface="隶书" panose="02010509060101010101" pitchFamily="49" charset="-122"/>
              </a:rPr>
              <a:t> &lt;</a:t>
            </a:r>
            <a:r>
              <a:rPr altLang="zh-CN" dirty="0" kumimoji="1" lang="en-US" err="1">
                <a:latin typeface="Times New Roman" panose="02020603050405020304" pitchFamily="18" charset="0"/>
                <a:ea typeface="隶书" panose="02010509060101010101" pitchFamily="49" charset="-122"/>
              </a:rPr>
              <a:t>iostream.h</a:t>
            </a:r>
            <a:r>
              <a:rPr altLang="zh-CN" dirty="0" kumimoji="1" lang="en-US">
                <a:latin typeface="Times New Roman" panose="02020603050405020304" pitchFamily="18" charset="0"/>
                <a:ea typeface="隶书" panose="02010509060101010101" pitchFamily="49" charset="-122"/>
              </a:rPr>
              <a:t>&gt;</a:t>
            </a:r>
          </a:p>
          <a:p>
            <a:pPr eaLnBrk="1" hangingPunct="1">
              <a:spcBef>
                <a:spcPct val="0"/>
              </a:spcBef>
              <a:buFontTx/>
              <a:buNone/>
            </a:pPr>
            <a:r>
              <a:rPr altLang="zh-CN" b="1" dirty="0" kumimoji="1" lang="en-US">
                <a:latin typeface="Times New Roman" panose="02020603050405020304" pitchFamily="18" charset="0"/>
                <a:ea typeface="隶书" panose="02010509060101010101" pitchFamily="49" charset="-122"/>
              </a:rPr>
              <a:t>main</a:t>
            </a:r>
            <a:r>
              <a:rPr altLang="zh-CN" dirty="0" kumimoji="1" lang="en-US">
                <a:latin typeface="Times New Roman" panose="02020603050405020304" pitchFamily="18" charset="0"/>
                <a:ea typeface="隶书" panose="02010509060101010101" pitchFamily="49" charset="-122"/>
              </a:rPr>
              <a:t> ( ) </a:t>
            </a:r>
            <a:r>
              <a:rPr altLang="zh-CN" b="1" dirty="0" kumimoji="1" lang="en-US">
                <a:latin typeface="Times New Roman" panose="02020603050405020304" pitchFamily="18" charset="0"/>
                <a:ea typeface="隶书" panose="02010509060101010101" pitchFamily="49" charset="-122"/>
              </a:rPr>
              <a:t>{</a:t>
            </a:r>
            <a:endParaRPr altLang="zh-CN" dirty="0" kumimoji="1" lang="en-US">
              <a:latin typeface="Times New Roman" panose="02020603050405020304" pitchFamily="18" charset="0"/>
              <a:ea typeface="隶书" panose="02010509060101010101" pitchFamily="49" charset="-122"/>
            </a:endParaRPr>
          </a:p>
          <a:p>
            <a:pPr eaLnBrk="1" hangingPunct="1">
              <a:spcBef>
                <a:spcPct val="0"/>
              </a:spcBef>
              <a:buFontTx/>
              <a:buNone/>
            </a:pP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int</a:t>
            </a:r>
            <a:r>
              <a:rPr altLang="zh-CN" dirty="0" kumimoji="1" lang="en-US">
                <a:latin typeface="Times New Roman" panose="02020603050405020304" pitchFamily="18" charset="0"/>
                <a:ea typeface="隶书" panose="02010509060101010101" pitchFamily="49" charset="-122"/>
              </a:rPr>
              <a:t> a[3] = </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3, 5, 7 </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elem</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i</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zh-CN" dirty="0" kumimoji="1" lang="zh-CN">
                <a:solidFill>
                  <a:schemeClr val="tx2"/>
                </a:solidFill>
                <a:latin typeface="Times New Roman" panose="02020603050405020304" pitchFamily="18" charset="0"/>
                <a:ea typeface="隶书" panose="02010509060101010101" pitchFamily="49" charset="-122"/>
              </a:rPr>
              <a:t>静态</a:t>
            </a:r>
            <a:r>
              <a:rPr altLang="en-US" dirty="0" kumimoji="1" lang="zh-CN">
                <a:solidFill>
                  <a:schemeClr val="tx2"/>
                </a:solidFill>
                <a:latin typeface="Times New Roman" panose="02020603050405020304" pitchFamily="18" charset="0"/>
                <a:ea typeface="隶书" panose="02010509060101010101" pitchFamily="49" charset="-122"/>
              </a:rPr>
              <a:t>数组</a:t>
            </a:r>
            <a:endParaRPr altLang="en-US" b="1" dirty="0" kumimoji="1" lang="zh-CN">
              <a:latin typeface="Times New Roman" panose="02020603050405020304" pitchFamily="18" charset="0"/>
              <a:ea typeface="隶书" panose="02010509060101010101" pitchFamily="49" charset="-122"/>
            </a:endParaRPr>
          </a:p>
          <a:p>
            <a:pPr eaLnBrk="1" hangingPunct="1">
              <a:spcBef>
                <a:spcPct val="0"/>
              </a:spcBef>
              <a:buFontTx/>
              <a:buNone/>
            </a:pPr>
            <a:r>
              <a:rPr altLang="en-US" dirty="0" kumimoji="1" lang="zh-CN">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for </a:t>
            </a:r>
            <a:r>
              <a:rPr altLang="zh-CN" dirty="0" kumimoji="1" lang="en-US">
                <a:latin typeface="Times New Roman" panose="02020603050405020304" pitchFamily="18" charset="0"/>
                <a:ea typeface="隶书" panose="02010509060101010101" pitchFamily="49" charset="-122"/>
              </a:rPr>
              <a:t>(</a:t>
            </a:r>
            <a:r>
              <a:rPr altLang="zh-CN" dirty="0" kumimoji="1" lang="en-US" err="1">
                <a:latin typeface="Times New Roman" panose="02020603050405020304" pitchFamily="18" charset="0"/>
                <a:ea typeface="隶书" panose="02010509060101010101" pitchFamily="49" charset="-122"/>
              </a:rPr>
              <a:t>i</a:t>
            </a:r>
            <a:r>
              <a:rPr altLang="zh-CN" dirty="0" kumimoji="1" lang="en-US">
                <a:latin typeface="Times New Roman" panose="02020603050405020304" pitchFamily="18" charset="0"/>
                <a:ea typeface="隶书" panose="02010509060101010101" pitchFamily="49" charset="-122"/>
              </a:rPr>
              <a:t> = 0</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i</a:t>
            </a:r>
            <a:r>
              <a:rPr altLang="zh-CN" dirty="0" kumimoji="1" lang="en-US">
                <a:latin typeface="Times New Roman" panose="02020603050405020304" pitchFamily="18" charset="0"/>
                <a:ea typeface="隶书" panose="02010509060101010101" pitchFamily="49" charset="-122"/>
              </a:rPr>
              <a:t> &lt; 3</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i</a:t>
            </a:r>
            <a:r>
              <a:rPr altLang="zh-CN" dirty="0" kumimoji="1"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dirty="0" kumimoji="1" lang="en-US">
                <a:latin typeface="Times New Roman" panose="02020603050405020304" pitchFamily="18" charset="0"/>
                <a:ea typeface="隶书" panose="02010509060101010101" pitchFamily="49" charset="-122"/>
              </a:rPr>
              <a:t>        </a:t>
            </a:r>
            <a:r>
              <a:rPr altLang="zh-CN" b="1" dirty="0" kumimoji="1" lang="en-US" err="1">
                <a:latin typeface="Times New Roman" panose="02020603050405020304" pitchFamily="18" charset="0"/>
                <a:ea typeface="隶书" panose="02010509060101010101" pitchFamily="49" charset="-122"/>
              </a:rPr>
              <a:t>cout</a:t>
            </a: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&lt;&lt;</a:t>
            </a:r>
            <a:r>
              <a:rPr altLang="zh-CN" dirty="0" kumimoji="1" lang="en-US">
                <a:latin typeface="Times New Roman" panose="02020603050405020304" pitchFamily="18" charset="0"/>
                <a:ea typeface="隶书" panose="02010509060101010101" pitchFamily="49" charset="-122"/>
              </a:rPr>
              <a:t> a[</a:t>
            </a:r>
            <a:r>
              <a:rPr altLang="zh-CN" dirty="0" kumimoji="1" lang="en-US" err="1">
                <a:latin typeface="Times New Roman" panose="02020603050405020304" pitchFamily="18" charset="0"/>
                <a:ea typeface="隶书" panose="02010509060101010101" pitchFamily="49" charset="-122"/>
              </a:rPr>
              <a:t>i</a:t>
            </a: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&lt;&lt;</a:t>
            </a:r>
            <a:r>
              <a:rPr altLang="zh-CN" dirty="0" kumimoji="1" lang="en-US">
                <a:latin typeface="Times New Roman" panose="02020603050405020304" pitchFamily="18" charset="0"/>
                <a:ea typeface="隶书" panose="02010509060101010101" pitchFamily="49" charset="-122"/>
              </a:rPr>
              <a:t> </a:t>
            </a:r>
            <a:r>
              <a:rPr altLang="zh-CN" b="1" dirty="0" kumimoji="1" lang="en-US" err="1">
                <a:latin typeface="Times New Roman" panose="02020603050405020304" pitchFamily="18" charset="0"/>
                <a:ea typeface="隶书" panose="02010509060101010101" pitchFamily="49" charset="-122"/>
              </a:rPr>
              <a:t>endl</a:t>
            </a:r>
            <a:r>
              <a:rPr altLang="zh-CN" b="1" dirty="0" kumimoji="1" lang="en-US">
                <a:latin typeface="Times New Roman" panose="02020603050405020304" pitchFamily="18" charset="0"/>
                <a:ea typeface="隶书" panose="02010509060101010101" pitchFamily="49" charset="-122"/>
              </a:rPr>
              <a:t>;               </a:t>
            </a:r>
            <a:endParaRPr altLang="zh-CN" b="1" dirty="0" kumimoji="1" lang="en-US">
              <a:solidFill>
                <a:schemeClr val="tx2"/>
              </a:solidFill>
              <a:latin typeface="Times New Roman" panose="02020603050405020304" pitchFamily="18" charset="0"/>
              <a:ea typeface="隶书" panose="02010509060101010101" pitchFamily="49" charset="-122"/>
            </a:endParaRPr>
          </a:p>
          <a:p>
            <a:pPr eaLnBrk="1" hangingPunct="1">
              <a:spcBef>
                <a:spcPct val="0"/>
              </a:spcBef>
              <a:buFontTx/>
              <a:buNone/>
            </a:pP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elem</a:t>
            </a:r>
            <a:r>
              <a:rPr altLang="zh-CN" dirty="0" kumimoji="1" lang="en-US">
                <a:latin typeface="Times New Roman" panose="02020603050405020304" pitchFamily="18" charset="0"/>
                <a:ea typeface="隶书" panose="02010509060101010101" pitchFamily="49" charset="-122"/>
              </a:rPr>
              <a:t> = </a:t>
            </a:r>
            <a:r>
              <a:rPr altLang="zh-CN" b="1" dirty="0" kumimoji="1" lang="en-US">
                <a:latin typeface="Times New Roman" panose="02020603050405020304" pitchFamily="18" charset="0"/>
                <a:ea typeface="隶书" panose="02010509060101010101" pitchFamily="49" charset="-122"/>
              </a:rPr>
              <a:t>new</a:t>
            </a: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int</a:t>
            </a:r>
            <a:r>
              <a:rPr altLang="zh-CN" dirty="0" kumimoji="1" lang="en-US">
                <a:latin typeface="Times New Roman" panose="02020603050405020304" pitchFamily="18" charset="0"/>
                <a:ea typeface="隶书" panose="02010509060101010101" pitchFamily="49" charset="-122"/>
              </a:rPr>
              <a:t>[3]</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动态数组</a:t>
            </a:r>
          </a:p>
          <a:p>
            <a:pPr eaLnBrk="1" hangingPunct="1">
              <a:spcBef>
                <a:spcPct val="0"/>
              </a:spcBef>
              <a:buFontTx/>
              <a:buNone/>
            </a:pPr>
            <a:r>
              <a:rPr altLang="en-US" dirty="0" kumimoji="1" lang="zh-CN">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for </a:t>
            </a:r>
            <a:r>
              <a:rPr altLang="zh-CN" dirty="0" kumimoji="1" lang="en-US">
                <a:latin typeface="Times New Roman" panose="02020603050405020304" pitchFamily="18" charset="0"/>
                <a:ea typeface="隶书" panose="02010509060101010101" pitchFamily="49" charset="-122"/>
              </a:rPr>
              <a:t>(</a:t>
            </a:r>
            <a:r>
              <a:rPr altLang="zh-CN" dirty="0" kumimoji="1" lang="en-US" err="1">
                <a:latin typeface="Times New Roman" panose="02020603050405020304" pitchFamily="18" charset="0"/>
                <a:ea typeface="隶书" panose="02010509060101010101" pitchFamily="49" charset="-122"/>
              </a:rPr>
              <a:t>i</a:t>
            </a:r>
            <a:r>
              <a:rPr altLang="zh-CN" dirty="0" kumimoji="1" lang="en-US">
                <a:latin typeface="Times New Roman" panose="02020603050405020304" pitchFamily="18" charset="0"/>
                <a:ea typeface="隶书" panose="02010509060101010101" pitchFamily="49" charset="-122"/>
              </a:rPr>
              <a:t> = 0</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i</a:t>
            </a:r>
            <a:r>
              <a:rPr altLang="zh-CN" dirty="0" kumimoji="1" lang="en-US">
                <a:latin typeface="Times New Roman" panose="02020603050405020304" pitchFamily="18" charset="0"/>
                <a:ea typeface="隶书" panose="02010509060101010101" pitchFamily="49" charset="-122"/>
              </a:rPr>
              <a:t> &lt; 3</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i</a:t>
            </a:r>
            <a:r>
              <a:rPr altLang="zh-CN" dirty="0" kumimoji="1"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dirty="0" kumimoji="1" lang="en-US">
                <a:latin typeface="Times New Roman" panose="02020603050405020304" pitchFamily="18" charset="0"/>
                <a:ea typeface="隶书" panose="02010509060101010101" pitchFamily="49" charset="-122"/>
              </a:rPr>
              <a:t>        </a:t>
            </a:r>
            <a:r>
              <a:rPr altLang="zh-CN" b="1" dirty="0" kumimoji="1" lang="en-US" err="1">
                <a:latin typeface="Times New Roman" panose="02020603050405020304" pitchFamily="18" charset="0"/>
                <a:ea typeface="隶书" panose="02010509060101010101" pitchFamily="49" charset="-122"/>
              </a:rPr>
              <a:t>cin</a:t>
            </a: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&gt;&gt;</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elem</a:t>
            </a:r>
            <a:r>
              <a:rPr altLang="zh-CN" dirty="0" kumimoji="1" lang="en-US">
                <a:latin typeface="Times New Roman" panose="02020603050405020304" pitchFamily="18" charset="0"/>
                <a:ea typeface="隶书" panose="02010509060101010101" pitchFamily="49" charset="-122"/>
              </a:rPr>
              <a:t>[</a:t>
            </a:r>
            <a:r>
              <a:rPr altLang="zh-CN" dirty="0" kumimoji="1" lang="en-US" err="1">
                <a:latin typeface="Times New Roman" panose="02020603050405020304" pitchFamily="18" charset="0"/>
                <a:ea typeface="隶书" panose="02010509060101010101" pitchFamily="49" charset="-122"/>
              </a:rPr>
              <a:t>i</a:t>
            </a:r>
            <a:r>
              <a:rPr altLang="zh-CN" dirty="0" kumimoji="1" lang="en-US">
                <a:latin typeface="Times New Roman" panose="02020603050405020304" pitchFamily="18" charset="0"/>
                <a:ea typeface="隶书" panose="02010509060101010101" pitchFamily="49" charset="-122"/>
              </a:rPr>
              <a:t>]</a:t>
            </a:r>
            <a:r>
              <a:rPr altLang="zh-CN" b="1" dirty="0" kumimoji="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while</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elem</a:t>
            </a:r>
            <a:r>
              <a:rPr altLang="zh-CN" dirty="0" kumimoji="1"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a:t>
            </a:r>
            <a:r>
              <a:rPr altLang="zh-CN" b="1" dirty="0" kumimoji="1" lang="en-US" err="1">
                <a:latin typeface="Times New Roman" panose="02020603050405020304" pitchFamily="18" charset="0"/>
                <a:ea typeface="隶书" panose="02010509060101010101" pitchFamily="49" charset="-122"/>
              </a:rPr>
              <a:t>cout</a:t>
            </a:r>
            <a:r>
              <a:rPr altLang="zh-CN" b="1" dirty="0" kumimoji="1" lang="en-US">
                <a:latin typeface="Times New Roman" panose="02020603050405020304" pitchFamily="18" charset="0"/>
                <a:ea typeface="隶书" panose="02010509060101010101" pitchFamily="49" charset="-122"/>
              </a:rPr>
              <a:t> &lt;&lt;</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elem</a:t>
            </a: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&lt;&lt; </a:t>
            </a:r>
            <a:r>
              <a:rPr altLang="zh-CN" b="1" dirty="0" kumimoji="1" lang="en-US" err="1">
                <a:latin typeface="Times New Roman" panose="02020603050405020304" pitchFamily="18" charset="0"/>
                <a:ea typeface="隶书" panose="02010509060101010101" pitchFamily="49" charset="-122"/>
              </a:rPr>
              <a:t>endl</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elem</a:t>
            </a:r>
            <a:r>
              <a:rPr altLang="zh-CN" dirty="0" kumimoji="1" lang="en-US">
                <a:latin typeface="Times New Roman" panose="02020603050405020304" pitchFamily="18" charset="0"/>
                <a:ea typeface="隶书" panose="02010509060101010101" pitchFamily="49" charset="-122"/>
              </a:rPr>
              <a:t>++</a:t>
            </a:r>
            <a:r>
              <a:rPr altLang="zh-CN" b="1" dirty="0" kumimoji="1" lang="en-US">
                <a:latin typeface="Times New Roman" panose="02020603050405020304" pitchFamily="18" charset="0"/>
                <a:ea typeface="隶书" panose="02010509060101010101" pitchFamily="49" charset="-122"/>
              </a:rPr>
              <a:t>; }</a:t>
            </a:r>
            <a:r>
              <a:rPr altLang="zh-CN" dirty="0" kumimoji="1"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0" presetSubtype="0">
                                  <p:stCondLst>
                                    <p:cond delay="0"/>
                                  </p:stCondLst>
                                  <p:childTnLst>
                                    <p:set>
                                      <p:cBhvr>
                                        <p:cTn dur="1" fill="hold" id="6">
                                          <p:stCondLst>
                                            <p:cond delay="0"/>
                                          </p:stCondLst>
                                        </p:cTn>
                                        <p:tgtEl>
                                          <p:spTgt spid="1048725">
                                            <p:txEl>
                                              <p:pRg st="2" end="2"/>
                                            </p:txEl>
                                          </p:spTgt>
                                        </p:tgtEl>
                                        <p:attrNameLst>
                                          <p:attrName>style.visibility</p:attrName>
                                        </p:attrNameLst>
                                      </p:cBhvr>
                                      <p:to>
                                        <p:strVal val="visible"/>
                                      </p:to>
                                    </p:set>
                                    <p:animEffect transition="in" filter="fade">
                                      <p:cBhvr>
                                        <p:cTn dur="500" id="7"/>
                                        <p:tgtEl>
                                          <p:spTgt spid="1048725">
                                            <p:txEl>
                                              <p:pRg st="2" end="2"/>
                                            </p:txEl>
                                          </p:spTgt>
                                        </p:tgtEl>
                                      </p:cBhvr>
                                    </p:animEffect>
                                  </p:childTnLst>
                                </p:cTn>
                              </p:par>
                              <p:par>
                                <p:cTn fill="hold" id="8" nodeType="withEffect" presetClass="entr" presetID="10" presetSubtype="0">
                                  <p:stCondLst>
                                    <p:cond delay="0"/>
                                  </p:stCondLst>
                                  <p:childTnLst>
                                    <p:set>
                                      <p:cBhvr>
                                        <p:cTn dur="1" fill="hold" id="9">
                                          <p:stCondLst>
                                            <p:cond delay="0"/>
                                          </p:stCondLst>
                                        </p:cTn>
                                        <p:tgtEl>
                                          <p:spTgt spid="1048725">
                                            <p:txEl>
                                              <p:pRg st="3" end="3"/>
                                            </p:txEl>
                                          </p:spTgt>
                                        </p:tgtEl>
                                        <p:attrNameLst>
                                          <p:attrName>style.visibility</p:attrName>
                                        </p:attrNameLst>
                                      </p:cBhvr>
                                      <p:to>
                                        <p:strVal val="visible"/>
                                      </p:to>
                                    </p:set>
                                    <p:animEffect transition="in" filter="fade">
                                      <p:cBhvr>
                                        <p:cTn dur="500" id="10"/>
                                        <p:tgtEl>
                                          <p:spTgt spid="1048725">
                                            <p:txEl>
                                              <p:pRg st="3" end="3"/>
                                            </p:txEl>
                                          </p:spTgt>
                                        </p:tgtEl>
                                      </p:cBhvr>
                                    </p:animEffect>
                                  </p:childTnLst>
                                </p:cTn>
                              </p:par>
                              <p:par>
                                <p:cTn fill="hold" id="11" nodeType="withEffect" presetClass="entr" presetID="10" presetSubtype="0">
                                  <p:stCondLst>
                                    <p:cond delay="0"/>
                                  </p:stCondLst>
                                  <p:childTnLst>
                                    <p:set>
                                      <p:cBhvr>
                                        <p:cTn dur="1" fill="hold" id="12">
                                          <p:stCondLst>
                                            <p:cond delay="0"/>
                                          </p:stCondLst>
                                        </p:cTn>
                                        <p:tgtEl>
                                          <p:spTgt spid="1048725">
                                            <p:txEl>
                                              <p:pRg st="4" end="4"/>
                                            </p:txEl>
                                          </p:spTgt>
                                        </p:tgtEl>
                                        <p:attrNameLst>
                                          <p:attrName>style.visibility</p:attrName>
                                        </p:attrNameLst>
                                      </p:cBhvr>
                                      <p:to>
                                        <p:strVal val="visible"/>
                                      </p:to>
                                    </p:set>
                                    <p:animEffect transition="in" filter="fade">
                                      <p:cBhvr>
                                        <p:cTn dur="500" id="13"/>
                                        <p:tgtEl>
                                          <p:spTgt spid="1048725">
                                            <p:txEl>
                                              <p:pRg st="4" end="4"/>
                                            </p:txEl>
                                          </p:spTgt>
                                        </p:tgtEl>
                                      </p:cBhvr>
                                    </p:animEffect>
                                  </p:childTnLst>
                                </p:cTn>
                              </p:par>
                            </p:childTnLst>
                          </p:cTn>
                        </p:par>
                      </p:childTnLst>
                    </p:cTn>
                  </p:par>
                  <p:par>
                    <p:cTn fill="hold" id="14">
                      <p:stCondLst>
                        <p:cond delay="indefinite"/>
                      </p:stCondLst>
                      <p:childTnLst>
                        <p:par>
                          <p:cTn fill="hold" id="15">
                            <p:stCondLst>
                              <p:cond delay="0"/>
                            </p:stCondLst>
                            <p:childTnLst>
                              <p:par>
                                <p:cTn fill="hold" id="16" nodeType="clickEffect" presetClass="entr" presetID="10" presetSubtype="0">
                                  <p:stCondLst>
                                    <p:cond delay="0"/>
                                  </p:stCondLst>
                                  <p:childTnLst>
                                    <p:set>
                                      <p:cBhvr>
                                        <p:cTn dur="1" fill="hold" id="17">
                                          <p:stCondLst>
                                            <p:cond delay="0"/>
                                          </p:stCondLst>
                                        </p:cTn>
                                        <p:tgtEl>
                                          <p:spTgt spid="1048725">
                                            <p:txEl>
                                              <p:pRg st="5" end="5"/>
                                            </p:txEl>
                                          </p:spTgt>
                                        </p:tgtEl>
                                        <p:attrNameLst>
                                          <p:attrName>style.visibility</p:attrName>
                                        </p:attrNameLst>
                                      </p:cBhvr>
                                      <p:to>
                                        <p:strVal val="visible"/>
                                      </p:to>
                                    </p:set>
                                    <p:animEffect transition="in" filter="fade">
                                      <p:cBhvr>
                                        <p:cTn dur="500" id="18"/>
                                        <p:tgtEl>
                                          <p:spTgt spid="1048725">
                                            <p:txEl>
                                              <p:pRg st="5" end="5"/>
                                            </p:txEl>
                                          </p:spTgt>
                                        </p:tgtEl>
                                      </p:cBhvr>
                                    </p:animEffect>
                                  </p:childTnLst>
                                </p:cTn>
                              </p:par>
                              <p:par>
                                <p:cTn fill="hold" id="19" nodeType="withEffect" presetClass="entr" presetID="10" presetSubtype="0">
                                  <p:stCondLst>
                                    <p:cond delay="0"/>
                                  </p:stCondLst>
                                  <p:childTnLst>
                                    <p:set>
                                      <p:cBhvr>
                                        <p:cTn dur="1" fill="hold" id="20">
                                          <p:stCondLst>
                                            <p:cond delay="0"/>
                                          </p:stCondLst>
                                        </p:cTn>
                                        <p:tgtEl>
                                          <p:spTgt spid="1048725">
                                            <p:txEl>
                                              <p:pRg st="6" end="6"/>
                                            </p:txEl>
                                          </p:spTgt>
                                        </p:tgtEl>
                                        <p:attrNameLst>
                                          <p:attrName>style.visibility</p:attrName>
                                        </p:attrNameLst>
                                      </p:cBhvr>
                                      <p:to>
                                        <p:strVal val="visible"/>
                                      </p:to>
                                    </p:set>
                                    <p:animEffect transition="in" filter="fade">
                                      <p:cBhvr>
                                        <p:cTn dur="500" id="21"/>
                                        <p:tgtEl>
                                          <p:spTgt spid="1048725">
                                            <p:txEl>
                                              <p:pRg st="6" end="6"/>
                                            </p:txEl>
                                          </p:spTgt>
                                        </p:tgtEl>
                                      </p:cBhvr>
                                    </p:animEffect>
                                  </p:childTnLst>
                                </p:cTn>
                              </p:par>
                              <p:par>
                                <p:cTn fill="hold" id="22" nodeType="withEffect" presetClass="entr" presetID="10" presetSubtype="0">
                                  <p:stCondLst>
                                    <p:cond delay="0"/>
                                  </p:stCondLst>
                                  <p:childTnLst>
                                    <p:set>
                                      <p:cBhvr>
                                        <p:cTn dur="1" fill="hold" id="23">
                                          <p:stCondLst>
                                            <p:cond delay="0"/>
                                          </p:stCondLst>
                                        </p:cTn>
                                        <p:tgtEl>
                                          <p:spTgt spid="1048725">
                                            <p:txEl>
                                              <p:pRg st="7" end="7"/>
                                            </p:txEl>
                                          </p:spTgt>
                                        </p:tgtEl>
                                        <p:attrNameLst>
                                          <p:attrName>style.visibility</p:attrName>
                                        </p:attrNameLst>
                                      </p:cBhvr>
                                      <p:to>
                                        <p:strVal val="visible"/>
                                      </p:to>
                                    </p:set>
                                    <p:animEffect transition="in" filter="fade">
                                      <p:cBhvr>
                                        <p:cTn dur="500" id="24"/>
                                        <p:tgtEl>
                                          <p:spTgt spid="1048725">
                                            <p:txEl>
                                              <p:pRg st="7" end="7"/>
                                            </p:txEl>
                                          </p:spTgt>
                                        </p:tgtEl>
                                      </p:cBhvr>
                                    </p:animEffect>
                                  </p:childTnLst>
                                </p:cTn>
                              </p:par>
                              <p:par>
                                <p:cTn fill="hold" id="25" nodeType="withEffect" presetClass="entr" presetID="10" presetSubtype="0">
                                  <p:stCondLst>
                                    <p:cond delay="0"/>
                                  </p:stCondLst>
                                  <p:childTnLst>
                                    <p:set>
                                      <p:cBhvr>
                                        <p:cTn dur="1" fill="hold" id="26">
                                          <p:stCondLst>
                                            <p:cond delay="0"/>
                                          </p:stCondLst>
                                        </p:cTn>
                                        <p:tgtEl>
                                          <p:spTgt spid="1048725">
                                            <p:txEl>
                                              <p:pRg st="8" end="8"/>
                                            </p:txEl>
                                          </p:spTgt>
                                        </p:tgtEl>
                                        <p:attrNameLst>
                                          <p:attrName>style.visibility</p:attrName>
                                        </p:attrNameLst>
                                      </p:cBhvr>
                                      <p:to>
                                        <p:strVal val="visible"/>
                                      </p:to>
                                    </p:set>
                                    <p:animEffect transition="in" filter="fade">
                                      <p:cBhvr>
                                        <p:cTn dur="500" id="27"/>
                                        <p:tgtEl>
                                          <p:spTgt spid="1048725">
                                            <p:txEl>
                                              <p:pRg st="8" end="8"/>
                                            </p:txEl>
                                          </p:spTgt>
                                        </p:tgtEl>
                                      </p:cBhvr>
                                    </p:animEffect>
                                  </p:childTnLst>
                                </p:cTn>
                              </p:par>
                              <p:par>
                                <p:cTn fill="hold" id="28" nodeType="withEffect" presetClass="entr" presetID="10" presetSubtype="0">
                                  <p:stCondLst>
                                    <p:cond delay="0"/>
                                  </p:stCondLst>
                                  <p:childTnLst>
                                    <p:set>
                                      <p:cBhvr>
                                        <p:cTn dur="1" fill="hold" id="29">
                                          <p:stCondLst>
                                            <p:cond delay="0"/>
                                          </p:stCondLst>
                                        </p:cTn>
                                        <p:tgtEl>
                                          <p:spTgt spid="1048725">
                                            <p:txEl>
                                              <p:pRg st="9" end="9"/>
                                            </p:txEl>
                                          </p:spTgt>
                                        </p:tgtEl>
                                        <p:attrNameLst>
                                          <p:attrName>style.visibility</p:attrName>
                                        </p:attrNameLst>
                                      </p:cBhvr>
                                      <p:to>
                                        <p:strVal val="visible"/>
                                      </p:to>
                                    </p:set>
                                    <p:animEffect transition="in" filter="fade">
                                      <p:cBhvr>
                                        <p:cTn dur="500" id="30"/>
                                        <p:tgtEl>
                                          <p:spTgt spid="104872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83" name=""/>
        <p:cNvGrpSpPr/>
        <p:nvPr/>
      </p:nvGrpSpPr>
      <p:grpSpPr>
        <a:xfrm>
          <a:off x="0" y="0"/>
          <a:ext cx="0" cy="0"/>
          <a:chOff x="0" y="0"/>
          <a:chExt cx="0" cy="0"/>
        </a:xfrm>
      </p:grpSpPr>
      <p:sp>
        <p:nvSpPr>
          <p:cNvPr id="1048726" name="Rectangle 2"/>
          <p:cNvSpPr>
            <a:spLocks noGrp="1" noChangeArrowheads="1"/>
          </p:cNvSpPr>
          <p:nvPr>
            <p:ph type="title"/>
          </p:nvPr>
        </p:nvSpPr>
        <p:spPr>
          <a:xfrm>
            <a:off x="533400" y="381000"/>
            <a:ext cx="7772400" cy="1066800"/>
          </a:xfrm>
        </p:spPr>
        <p:txBody>
          <a:bodyPr/>
          <a:p>
            <a:pPr eaLnBrk="1" hangingPunct="1"/>
            <a:r>
              <a:rPr altLang="en-US" b="1" sz="4000" lang="zh-CN">
                <a:ea typeface="华文新魏" panose="02010800040101010101" pitchFamily="2" charset="-122"/>
              </a:rPr>
              <a:t>多维数组</a:t>
            </a:r>
          </a:p>
        </p:txBody>
      </p:sp>
      <p:sp>
        <p:nvSpPr>
          <p:cNvPr id="1048727" name="Rectangle 3"/>
          <p:cNvSpPr>
            <a:spLocks noChangeArrowheads="1"/>
          </p:cNvSpPr>
          <p:nvPr/>
        </p:nvSpPr>
        <p:spPr bwMode="auto">
          <a:xfrm>
            <a:off x="457202" y="1752600"/>
            <a:ext cx="7974013" cy="4305300"/>
          </a:xfrm>
          <a:prstGeom prst="rect"/>
          <a:noFill/>
          <a:ln>
            <a:noFill/>
          </a:ln>
          <a:effectLst/>
        </p:spPr>
        <p:txBody>
          <a:bodyPr/>
          <a:lstStyle>
            <a:lvl1pPr indent="-457200" marL="457200">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15000"/>
              </a:spcBef>
              <a:buClr>
                <a:srgbClr val="92D050"/>
              </a:buClr>
              <a:buSzPct val="70000"/>
              <a:buFont typeface="Wingdings" panose="05000000000000000000" pitchFamily="2" charset="2"/>
              <a:buChar char="n"/>
            </a:pPr>
            <a:r>
              <a:rPr altLang="en-US" b="1" sz="3000" lang="zh-CN">
                <a:ea typeface="仿宋_GB2312" pitchFamily="49" charset="-122"/>
              </a:rPr>
              <a:t>多维数组是一维数组的</a:t>
            </a:r>
            <a:r>
              <a:rPr altLang="en-US" b="1" sz="3000" lang="zh-CN">
                <a:solidFill>
                  <a:srgbClr val="FF6600"/>
                </a:solidFill>
                <a:ea typeface="仿宋_GB2312" pitchFamily="49" charset="-122"/>
              </a:rPr>
              <a:t>推广</a:t>
            </a:r>
            <a:r>
              <a:rPr altLang="en-US" b="1" sz="3000" lang="zh-CN">
                <a:ea typeface="仿宋_GB2312" pitchFamily="49" charset="-122"/>
              </a:rPr>
              <a:t>。</a:t>
            </a:r>
          </a:p>
          <a:p>
            <a:pPr eaLnBrk="1" hangingPunct="1">
              <a:lnSpc>
                <a:spcPct val="105000"/>
              </a:lnSpc>
              <a:spcBef>
                <a:spcPct val="15000"/>
              </a:spcBef>
              <a:buClr>
                <a:srgbClr val="92D050"/>
              </a:buClr>
              <a:buSzPct val="70000"/>
              <a:buFont typeface="Wingdings" panose="05000000000000000000" pitchFamily="2" charset="2"/>
              <a:buChar char="n"/>
            </a:pPr>
            <a:r>
              <a:rPr altLang="en-US" b="1" sz="3000" lang="zh-CN">
                <a:ea typeface="仿宋_GB2312" pitchFamily="49" charset="-122"/>
              </a:rPr>
              <a:t>多维数组的特点是每一个数据元素可以有</a:t>
            </a:r>
            <a:r>
              <a:rPr altLang="en-US" b="1" sz="3000" lang="zh-CN">
                <a:solidFill>
                  <a:srgbClr val="FF6600"/>
                </a:solidFill>
                <a:ea typeface="仿宋_GB2312" pitchFamily="49" charset="-122"/>
              </a:rPr>
              <a:t>多个直接前驱</a:t>
            </a:r>
            <a:r>
              <a:rPr altLang="en-US" b="1" sz="3000" lang="zh-CN">
                <a:ea typeface="仿宋_GB2312" pitchFamily="49" charset="-122"/>
              </a:rPr>
              <a:t>和</a:t>
            </a:r>
            <a:r>
              <a:rPr altLang="en-US" b="1" sz="3000" lang="zh-CN">
                <a:solidFill>
                  <a:srgbClr val="FF6600"/>
                </a:solidFill>
                <a:ea typeface="仿宋_GB2312" pitchFamily="49" charset="-122"/>
              </a:rPr>
              <a:t>多个直接后继</a:t>
            </a:r>
            <a:r>
              <a:rPr altLang="en-US" b="1" sz="3000" lang="zh-CN">
                <a:ea typeface="仿宋_GB2312" pitchFamily="49" charset="-122"/>
              </a:rPr>
              <a:t>。</a:t>
            </a:r>
          </a:p>
          <a:p>
            <a:pPr eaLnBrk="1" hangingPunct="1">
              <a:lnSpc>
                <a:spcPct val="105000"/>
              </a:lnSpc>
              <a:spcBef>
                <a:spcPct val="15000"/>
              </a:spcBef>
              <a:buClr>
                <a:srgbClr val="92D050"/>
              </a:buClr>
              <a:buSzPct val="70000"/>
              <a:buFont typeface="Wingdings" panose="05000000000000000000" pitchFamily="2" charset="2"/>
              <a:buChar char="n"/>
            </a:pPr>
            <a:r>
              <a:rPr altLang="en-US" b="1" sz="3000" lang="zh-CN">
                <a:ea typeface="仿宋_GB2312" pitchFamily="49" charset="-122"/>
              </a:rPr>
              <a:t>数组元素的下标一般具有</a:t>
            </a:r>
            <a:r>
              <a:rPr altLang="en-US" b="1" sz="3000" lang="zh-CN">
                <a:solidFill>
                  <a:srgbClr val="FF6600"/>
                </a:solidFill>
                <a:ea typeface="仿宋_GB2312" pitchFamily="49" charset="-122"/>
              </a:rPr>
              <a:t>固定的下界和上界</a:t>
            </a:r>
            <a:r>
              <a:rPr altLang="en-US" b="1" sz="3000" lang="zh-CN">
                <a:ea typeface="仿宋_GB2312" pitchFamily="49" charset="-122"/>
              </a:rPr>
              <a:t>，因此它比其他复杂的非线性结构简单。</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85" name=""/>
        <p:cNvGrpSpPr/>
        <p:nvPr/>
      </p:nvGrpSpPr>
      <p:grpSpPr>
        <a:xfrm>
          <a:off x="0" y="0"/>
          <a:ext cx="0" cy="0"/>
          <a:chOff x="0" y="0"/>
          <a:chExt cx="0" cy="0"/>
        </a:xfrm>
      </p:grpSpPr>
      <p:pic>
        <p:nvPicPr>
          <p:cNvPr id="2097160" name="Picture 2"/>
          <p:cNvPicPr>
            <a:picLocks noChangeAspect="1" noChangeArrowheads="1"/>
          </p:cNvPicPr>
          <p:nvPr/>
        </p:nvPicPr>
        <p:blipFill>
          <a:blip xmlns:r="http://schemas.openxmlformats.org/officeDocument/2006/relationships" r:embed="rId1"/>
          <a:srcRect/>
          <a:stretch>
            <a:fillRect/>
          </a:stretch>
        </p:blipFill>
        <p:spPr bwMode="auto">
          <a:xfrm>
            <a:off x="-7938" y="1168400"/>
            <a:ext cx="9151938" cy="3657600"/>
          </a:xfrm>
          <a:prstGeom prst="rect"/>
          <a:noFill/>
          <a:ln>
            <a:noFill/>
          </a:ln>
        </p:spPr>
      </p:pic>
      <p:sp>
        <p:nvSpPr>
          <p:cNvPr id="1048733" name="Text Box 3"/>
          <p:cNvSpPr txBox="1">
            <a:spLocks noChangeArrowheads="1"/>
          </p:cNvSpPr>
          <p:nvPr/>
        </p:nvSpPr>
        <p:spPr bwMode="auto">
          <a:xfrm>
            <a:off x="420688" y="31750"/>
            <a:ext cx="7620000" cy="641350"/>
          </a:xfrm>
          <a:prstGeom prst="rect"/>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sz="2400" kumimoji="1" lang="en-US">
                <a:latin typeface="Times New Roman" panose="02020603050405020304" pitchFamily="18" charset="0"/>
              </a:rPr>
              <a:t>    </a:t>
            </a:r>
            <a:r>
              <a:rPr altLang="en-US" b="1" sz="3600" kumimoji="1" lang="zh-CN">
                <a:solidFill>
                  <a:srgbClr val="CC0000"/>
                </a:solidFill>
                <a:latin typeface="Times New Roman" panose="02020603050405020304" pitchFamily="18" charset="0"/>
                <a:ea typeface="华文新魏" panose="02010800040101010101" pitchFamily="2" charset="-122"/>
              </a:rPr>
              <a:t>二维数组                     三维数组</a:t>
            </a:r>
            <a:endParaRPr altLang="en-US" sz="2400" kumimoji="1" lang="zh-CN">
              <a:latin typeface="Times New Roman" panose="02020603050405020304" pitchFamily="18" charset="0"/>
              <a:ea typeface="华文新魏" panose="02010800040101010101" pitchFamily="2" charset="-122"/>
            </a:endParaRPr>
          </a:p>
        </p:txBody>
      </p:sp>
      <p:sp>
        <p:nvSpPr>
          <p:cNvPr id="1048734" name="Rectangle 4"/>
          <p:cNvSpPr>
            <a:spLocks noGrp="1" noChangeArrowheads="1"/>
          </p:cNvSpPr>
          <p:nvPr>
            <p:ph type="subTitle" idx="1"/>
          </p:nvPr>
        </p:nvSpPr>
        <p:spPr>
          <a:xfrm>
            <a:off x="558800" y="4800600"/>
            <a:ext cx="7162800" cy="1981200"/>
          </a:xfrm>
        </p:spPr>
        <p:txBody>
          <a:bodyPr/>
          <a:p>
            <a:pPr eaLnBrk="1" hangingPunct="1">
              <a:spcBef>
                <a:spcPct val="0"/>
              </a:spcBef>
            </a:pPr>
            <a:r>
              <a:rPr altLang="en-US" b="1" sz="2800" lang="zh-CN">
                <a:latin typeface="Times New Roman" panose="02020603050405020304" pitchFamily="18" charset="0"/>
                <a:ea typeface="仿宋_GB2312" pitchFamily="49" charset="-122"/>
              </a:rPr>
              <a:t>行向量  下标 </a:t>
            </a:r>
            <a:r>
              <a:rPr altLang="zh-CN" b="1" sz="2800" i="1" lang="en-US">
                <a:latin typeface="Times New Roman" panose="02020603050405020304" pitchFamily="18" charset="0"/>
                <a:ea typeface="仿宋_GB2312" pitchFamily="49" charset="-122"/>
              </a:rPr>
              <a:t>i                    </a:t>
            </a:r>
            <a:r>
              <a:rPr altLang="en-US" b="1" sz="2800" lang="zh-CN">
                <a:latin typeface="Times New Roman" panose="02020603050405020304" pitchFamily="18" charset="0"/>
                <a:ea typeface="仿宋_GB2312" pitchFamily="49" charset="-122"/>
              </a:rPr>
              <a:t>页向量  下标</a:t>
            </a:r>
            <a:r>
              <a:rPr altLang="en-US" b="1" sz="2800" i="1" lang="zh-CN">
                <a:latin typeface="Times New Roman" panose="02020603050405020304" pitchFamily="18" charset="0"/>
                <a:ea typeface="仿宋_GB2312" pitchFamily="49" charset="-122"/>
              </a:rPr>
              <a:t> </a:t>
            </a:r>
            <a:r>
              <a:rPr altLang="zh-CN" b="1" sz="2800" i="1" lang="en-US">
                <a:latin typeface="Times New Roman" panose="02020603050405020304" pitchFamily="18" charset="0"/>
                <a:ea typeface="仿宋_GB2312" pitchFamily="49" charset="-122"/>
              </a:rPr>
              <a:t>i</a:t>
            </a:r>
            <a:endParaRPr altLang="zh-CN" b="1" sz="2800" lang="en-US">
              <a:latin typeface="Times New Roman" panose="02020603050405020304" pitchFamily="18" charset="0"/>
              <a:ea typeface="仿宋_GB2312" pitchFamily="49" charset="-122"/>
            </a:endParaRPr>
          </a:p>
          <a:p>
            <a:pPr eaLnBrk="1" hangingPunct="1">
              <a:spcBef>
                <a:spcPct val="0"/>
              </a:spcBef>
            </a:pPr>
            <a:r>
              <a:rPr altLang="zh-CN" b="1" sz="2800" lang="zh-CN">
                <a:latin typeface="Times New Roman" panose="02020603050405020304" pitchFamily="18" charset="0"/>
                <a:ea typeface="仿宋_GB2312" pitchFamily="49" charset="-122"/>
              </a:rPr>
              <a:t>列向量  下标 </a:t>
            </a:r>
            <a:r>
              <a:rPr altLang="zh-CN" b="1" sz="2800" i="1" lang="en-US">
                <a:latin typeface="Times New Roman" panose="02020603050405020304" pitchFamily="18" charset="0"/>
                <a:ea typeface="仿宋_GB2312" pitchFamily="49" charset="-122"/>
              </a:rPr>
              <a:t>j                    </a:t>
            </a:r>
            <a:r>
              <a:rPr altLang="en-US" b="1" sz="2800" lang="zh-CN">
                <a:latin typeface="Times New Roman" panose="02020603050405020304" pitchFamily="18" charset="0"/>
                <a:ea typeface="仿宋_GB2312" pitchFamily="49" charset="-122"/>
              </a:rPr>
              <a:t>行向量  下标</a:t>
            </a:r>
            <a:r>
              <a:rPr altLang="en-US" b="1" sz="2800" i="1" lang="zh-CN">
                <a:latin typeface="Times New Roman" panose="02020603050405020304" pitchFamily="18" charset="0"/>
                <a:ea typeface="仿宋_GB2312" pitchFamily="49" charset="-122"/>
              </a:rPr>
              <a:t> </a:t>
            </a:r>
            <a:r>
              <a:rPr altLang="zh-CN" b="1" sz="2800" i="1" lang="en-US">
                <a:latin typeface="Times New Roman" panose="02020603050405020304" pitchFamily="18" charset="0"/>
                <a:ea typeface="仿宋_GB2312" pitchFamily="49" charset="-122"/>
              </a:rPr>
              <a:t>j</a:t>
            </a:r>
          </a:p>
          <a:p>
            <a:pPr eaLnBrk="1" hangingPunct="1">
              <a:spcBef>
                <a:spcPct val="0"/>
              </a:spcBef>
            </a:pPr>
            <a:r>
              <a:rPr altLang="zh-CN" b="1" sz="2800" i="1" lang="en-US">
                <a:latin typeface="Times New Roman" panose="02020603050405020304" pitchFamily="18" charset="0"/>
                <a:ea typeface="仿宋_GB2312" pitchFamily="49" charset="-122"/>
              </a:rPr>
              <a:t>                                            </a:t>
            </a:r>
            <a:r>
              <a:rPr altLang="zh-CN" b="1" sz="2800" lang="zh-CN">
                <a:latin typeface="Times New Roman" panose="02020603050405020304" pitchFamily="18" charset="0"/>
                <a:ea typeface="仿宋_GB2312" pitchFamily="49" charset="-122"/>
              </a:rPr>
              <a:t>列向量  下标</a:t>
            </a:r>
            <a:r>
              <a:rPr altLang="zh-CN" b="1" sz="2800" i="1" lang="zh-CN">
                <a:latin typeface="Times New Roman" panose="02020603050405020304" pitchFamily="18" charset="0"/>
                <a:ea typeface="仿宋_GB2312" pitchFamily="49" charset="-122"/>
              </a:rPr>
              <a:t> </a:t>
            </a:r>
            <a:r>
              <a:rPr altLang="zh-CN" b="1" sz="2800" i="1" lang="en-US">
                <a:latin typeface="Times New Roman" panose="02020603050405020304" pitchFamily="18" charset="0"/>
                <a:ea typeface="仿宋_GB2312" pitchFamily="49" charset="-122"/>
              </a:rPr>
              <a:t>k</a:t>
            </a:r>
          </a:p>
        </p:txBody>
      </p:sp>
      <p:sp>
        <p:nvSpPr>
          <p:cNvPr id="1048735" name="椭圆形标注 1"/>
          <p:cNvSpPr/>
          <p:nvPr/>
        </p:nvSpPr>
        <p:spPr>
          <a:xfrm>
            <a:off x="2160588" y="650875"/>
            <a:ext cx="2438400" cy="1574800"/>
          </a:xfrm>
          <a:prstGeom prst="wedgeEllipseCallout">
            <a:avLst>
              <a:gd name="adj1" fmla="val -46698"/>
              <a:gd name="adj2" fmla="val 38235"/>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anchor="ctr"/>
          <a:p>
            <a:pPr algn="ctr" eaLnBrk="1" hangingPunct="1"/>
            <a:r>
              <a:rPr altLang="en-US" b="1" dirty="0" sz="2000" lang="zh-CN">
                <a:solidFill>
                  <a:srgbClr val="FF6600"/>
                </a:solidFill>
                <a:ea typeface="仿宋_GB2312" pitchFamily="49" charset="-122"/>
              </a:rPr>
              <a:t>两个直接前驱，两个直接后继</a:t>
            </a:r>
            <a:endParaRPr altLang="en-US" dirty="0" sz="2000" lang="zh-CN">
              <a:solidFill>
                <a:srgbClr val="FF6600"/>
              </a:solidFill>
            </a:endParaRPr>
          </a:p>
        </p:txBody>
      </p:sp>
      <p:sp>
        <p:nvSpPr>
          <p:cNvPr id="1048736" name="椭圆形标注 5"/>
          <p:cNvSpPr/>
          <p:nvPr/>
        </p:nvSpPr>
        <p:spPr>
          <a:xfrm>
            <a:off x="7273927" y="4752977"/>
            <a:ext cx="1565275" cy="1114425"/>
          </a:xfrm>
          <a:prstGeom prst="wedgeEllipseCallout">
            <a:avLst>
              <a:gd name="adj1" fmla="val -43340"/>
              <a:gd name="adj2" fmla="val -46695"/>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anchor="ctr"/>
          <a:p>
            <a:pPr algn="ctr" eaLnBrk="1" hangingPunct="1"/>
            <a:r>
              <a:rPr altLang="zh-CN" b="1" dirty="0" sz="2000" lang="en-US">
                <a:solidFill>
                  <a:srgbClr val="FF6600"/>
                </a:solidFill>
                <a:ea typeface="仿宋_GB2312" pitchFamily="49" charset="-122"/>
              </a:rPr>
              <a:t>?</a:t>
            </a:r>
            <a:r>
              <a:rPr altLang="en-US" b="1" dirty="0" sz="2000" lang="zh-CN">
                <a:solidFill>
                  <a:srgbClr val="FF6600"/>
                </a:solidFill>
                <a:ea typeface="仿宋_GB2312" pitchFamily="49" charset="-122"/>
              </a:rPr>
              <a:t>前驱</a:t>
            </a:r>
            <a:endParaRPr altLang="zh-CN" b="1" dirty="0" sz="2000" lang="en-US">
              <a:solidFill>
                <a:srgbClr val="FF6600"/>
              </a:solidFill>
              <a:ea typeface="仿宋_GB2312" pitchFamily="49" charset="-122"/>
            </a:endParaRPr>
          </a:p>
          <a:p>
            <a:pPr algn="ctr" eaLnBrk="1" hangingPunct="1"/>
            <a:r>
              <a:rPr altLang="zh-CN" b="1" dirty="0" sz="2000" lang="en-US">
                <a:solidFill>
                  <a:srgbClr val="FF6600"/>
                </a:solidFill>
                <a:ea typeface="仿宋_GB2312" pitchFamily="49" charset="-122"/>
              </a:rPr>
              <a:t>?</a:t>
            </a:r>
            <a:r>
              <a:rPr altLang="en-US" b="1" dirty="0" sz="2000" lang="zh-CN">
                <a:solidFill>
                  <a:srgbClr val="FF6600"/>
                </a:solidFill>
                <a:ea typeface="仿宋_GB2312" pitchFamily="49" charset="-122"/>
              </a:rPr>
              <a:t>后继</a:t>
            </a:r>
            <a:endParaRPr altLang="en-US" dirty="0" sz="2000" lang="zh-CN">
              <a:solidFill>
                <a:srgbClr val="FF66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86" name=""/>
        <p:cNvGrpSpPr/>
        <p:nvPr/>
      </p:nvGrpSpPr>
      <p:grpSpPr>
        <a:xfrm>
          <a:off x="0" y="0"/>
          <a:ext cx="0" cy="0"/>
          <a:chOff x="0" y="0"/>
          <a:chExt cx="0" cy="0"/>
        </a:xfrm>
      </p:grpSpPr>
      <p:sp>
        <p:nvSpPr>
          <p:cNvPr id="1048737" name="Rectangle 2"/>
          <p:cNvSpPr>
            <a:spLocks noGrp="1" noChangeArrowheads="1"/>
          </p:cNvSpPr>
          <p:nvPr>
            <p:ph type="title"/>
          </p:nvPr>
        </p:nvSpPr>
        <p:spPr>
          <a:xfrm>
            <a:off x="2209800" y="358775"/>
            <a:ext cx="4800600" cy="738188"/>
          </a:xfrm>
        </p:spPr>
        <p:txBody>
          <a:bodyPr/>
          <a:p>
            <a:pPr eaLnBrk="1" hangingPunct="1"/>
            <a:r>
              <a:rPr altLang="en-US" b="1" sz="4000" lang="zh-CN">
                <a:ea typeface="华文新魏" panose="02010800040101010101" pitchFamily="2" charset="-122"/>
              </a:rPr>
              <a:t>数组的连续存储方式</a:t>
            </a:r>
          </a:p>
        </p:txBody>
      </p:sp>
      <p:sp>
        <p:nvSpPr>
          <p:cNvPr id="1048738" name="Rectangle 3"/>
          <p:cNvSpPr>
            <a:spLocks noGrp="1" noChangeArrowheads="1"/>
          </p:cNvSpPr>
          <p:nvPr>
            <p:ph idx="1"/>
          </p:nvPr>
        </p:nvSpPr>
        <p:spPr>
          <a:xfrm>
            <a:off x="2835275" y="1465263"/>
            <a:ext cx="3276600" cy="685800"/>
          </a:xfrm>
        </p:spPr>
        <p:txBody>
          <a:bodyPr/>
          <a:p>
            <a:pPr algn="ctr" eaLnBrk="1" hangingPunct="1">
              <a:buClr>
                <a:srgbClr val="800080"/>
              </a:buClr>
              <a:buSzPct val="50000"/>
              <a:buFontTx/>
              <a:buNone/>
            </a:pPr>
            <a:r>
              <a:rPr altLang="en-US" b="1" sz="3600" lang="zh-CN" u="sng">
                <a:solidFill>
                  <a:schemeClr val="tx2"/>
                </a:solidFill>
                <a:ea typeface="华文新魏" panose="02010800040101010101" pitchFamily="2" charset="-122"/>
              </a:rPr>
              <a:t>一维数组</a:t>
            </a:r>
            <a:endParaRPr altLang="en-US" sz="3600" lang="zh-CN" u="sng">
              <a:solidFill>
                <a:schemeClr val="tx2"/>
              </a:solidFill>
              <a:ea typeface="华文新魏" panose="02010800040101010101" pitchFamily="2" charset="-122"/>
            </a:endParaRPr>
          </a:p>
        </p:txBody>
      </p:sp>
      <p:grpSp>
        <p:nvGrpSpPr>
          <p:cNvPr id="187" name="Group 4"/>
          <p:cNvGrpSpPr/>
          <p:nvPr/>
        </p:nvGrpSpPr>
        <p:grpSpPr bwMode="auto">
          <a:xfrm>
            <a:off x="1295400" y="2095500"/>
            <a:ext cx="7239000" cy="1295400"/>
            <a:chOff x="816" y="1208"/>
            <a:chExt cx="4560" cy="816"/>
          </a:xfrm>
        </p:grpSpPr>
        <p:sp>
          <p:nvSpPr>
            <p:cNvPr id="1048739" name="AutoShape 5"/>
            <p:cNvSpPr/>
            <p:nvPr/>
          </p:nvSpPr>
          <p:spPr bwMode="auto">
            <a:xfrm>
              <a:off x="1962" y="1402"/>
              <a:ext cx="54" cy="534"/>
            </a:xfrm>
            <a:prstGeom prst="leftBrace">
              <a:avLst>
                <a:gd name="adj1" fmla="val 82407"/>
                <a:gd name="adj2" fmla="val 50000"/>
              </a:avLst>
            </a:prstGeom>
            <a:noFill/>
            <a:ln w="38100">
              <a:solidFill>
                <a:srgbClr val="008000"/>
              </a:solidFill>
              <a:round/>
              <a:headEnd/>
              <a:tailEnd/>
            </a:ln>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altLang="zh-CN" sz="3600" kumimoji="1" lang="zh-CN">
                <a:solidFill>
                  <a:schemeClr val="bg2"/>
                </a:solidFill>
                <a:latin typeface="Times New Roman" panose="02020603050405020304" pitchFamily="18" charset="0"/>
              </a:endParaRPr>
            </a:p>
          </p:txBody>
        </p:sp>
        <p:sp>
          <p:nvSpPr>
            <p:cNvPr id="1048740" name="Rectangle 6"/>
            <p:cNvSpPr>
              <a:spLocks noChangeArrowheads="1"/>
            </p:cNvSpPr>
            <p:nvPr/>
          </p:nvSpPr>
          <p:spPr bwMode="auto">
            <a:xfrm>
              <a:off x="816" y="1428"/>
              <a:ext cx="1296" cy="404"/>
            </a:xfrm>
            <a:prstGeom prst="rect"/>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kumimoji="1" lang="en-US">
                  <a:solidFill>
                    <a:srgbClr val="006600"/>
                  </a:solidFill>
                  <a:latin typeface="Times New Roman" panose="02020603050405020304" pitchFamily="18" charset="0"/>
                </a:rPr>
                <a:t>LOC(</a:t>
              </a:r>
              <a:r>
                <a:rPr altLang="zh-CN" b="1" i="1" kumimoji="1" lang="en-US">
                  <a:solidFill>
                    <a:srgbClr val="006600"/>
                  </a:solidFill>
                  <a:latin typeface="Times New Roman" panose="02020603050405020304" pitchFamily="18" charset="0"/>
                </a:rPr>
                <a:t>i</a:t>
              </a:r>
              <a:r>
                <a:rPr altLang="zh-CN" b="1" kumimoji="1" lang="en-US">
                  <a:solidFill>
                    <a:srgbClr val="006600"/>
                  </a:solidFill>
                  <a:latin typeface="Times New Roman" panose="02020603050405020304" pitchFamily="18" charset="0"/>
                </a:rPr>
                <a:t>) =</a:t>
              </a:r>
              <a:r>
                <a:rPr altLang="zh-CN" b="1" sz="3600" kumimoji="1" lang="en-US">
                  <a:solidFill>
                    <a:schemeClr val="bg2"/>
                  </a:solidFill>
                  <a:latin typeface="Times New Roman" panose="02020603050405020304" pitchFamily="18" charset="0"/>
                </a:rPr>
                <a:t> </a:t>
              </a:r>
              <a:endParaRPr altLang="zh-CN" sz="3600" kumimoji="1" lang="en-US">
                <a:latin typeface="Times New Roman" panose="02020603050405020304" pitchFamily="18" charset="0"/>
              </a:endParaRPr>
            </a:p>
          </p:txBody>
        </p:sp>
        <p:sp>
          <p:nvSpPr>
            <p:cNvPr id="1048741" name="Rectangle 7"/>
            <p:cNvSpPr>
              <a:spLocks noChangeArrowheads="1"/>
            </p:cNvSpPr>
            <p:nvPr/>
          </p:nvSpPr>
          <p:spPr bwMode="auto">
            <a:xfrm>
              <a:off x="2064" y="1620"/>
              <a:ext cx="3312" cy="404"/>
            </a:xfrm>
            <a:prstGeom prst="rect"/>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kumimoji="1" lang="en-US">
                  <a:solidFill>
                    <a:srgbClr val="006600"/>
                  </a:solidFill>
                  <a:latin typeface="Times New Roman" panose="02020603050405020304" pitchFamily="18" charset="0"/>
                </a:rPr>
                <a:t>LOC(</a:t>
              </a:r>
              <a:r>
                <a:rPr altLang="zh-CN" b="1" i="1" kumimoji="1" lang="en-US">
                  <a:solidFill>
                    <a:srgbClr val="006600"/>
                  </a:solidFill>
                  <a:latin typeface="Times New Roman" panose="02020603050405020304" pitchFamily="18" charset="0"/>
                </a:rPr>
                <a:t>i</a:t>
              </a:r>
              <a:r>
                <a:rPr altLang="zh-CN" kumimoji="1" lang="en-US">
                  <a:solidFill>
                    <a:srgbClr val="006600"/>
                  </a:solidFill>
                  <a:latin typeface="Courier New" panose="02070309020205020404" pitchFamily="49" charset="0"/>
                </a:rPr>
                <a:t>-</a:t>
              </a:r>
              <a:r>
                <a:rPr altLang="zh-CN" b="1" kumimoji="1" lang="en-US">
                  <a:solidFill>
                    <a:srgbClr val="006600"/>
                  </a:solidFill>
                  <a:latin typeface="Times New Roman" panose="02020603050405020304" pitchFamily="18" charset="0"/>
                </a:rPr>
                <a:t>1)+</a:t>
              </a:r>
              <a:r>
                <a:rPr altLang="zh-CN" b="1" i="1" kumimoji="1" lang="en-US">
                  <a:solidFill>
                    <a:srgbClr val="006600"/>
                  </a:solidFill>
                  <a:latin typeface="Times New Roman" panose="02020603050405020304" pitchFamily="18" charset="0"/>
                </a:rPr>
                <a:t>l</a:t>
              </a:r>
              <a:r>
                <a:rPr altLang="zh-CN" b="1" kumimoji="1" lang="en-US">
                  <a:solidFill>
                    <a:srgbClr val="006600"/>
                  </a:solidFill>
                  <a:latin typeface="Times New Roman" panose="02020603050405020304" pitchFamily="18" charset="0"/>
                </a:rPr>
                <a:t> = </a:t>
              </a:r>
              <a:r>
                <a:rPr altLang="zh-CN" b="1" i="1" kumimoji="1" lang="en-US">
                  <a:solidFill>
                    <a:srgbClr val="006600"/>
                  </a:solidFill>
                  <a:latin typeface="Times New Roman" panose="02020603050405020304" pitchFamily="18" charset="0"/>
                </a:rPr>
                <a:t>a</a:t>
              </a:r>
              <a:r>
                <a:rPr altLang="zh-CN" b="1" kumimoji="1" lang="en-US">
                  <a:solidFill>
                    <a:srgbClr val="006600"/>
                  </a:solidFill>
                  <a:latin typeface="Times New Roman" panose="02020603050405020304" pitchFamily="18" charset="0"/>
                </a:rPr>
                <a:t>+</a:t>
              </a:r>
              <a:r>
                <a:rPr altLang="zh-CN" b="1" i="1" kumimoji="1" lang="en-US">
                  <a:solidFill>
                    <a:srgbClr val="006600"/>
                  </a:solidFill>
                  <a:latin typeface="Times New Roman" panose="02020603050405020304" pitchFamily="18" charset="0"/>
                </a:rPr>
                <a:t>i</a:t>
              </a:r>
              <a:r>
                <a:rPr altLang="zh-CN" b="1" kumimoji="1" lang="en-US">
                  <a:solidFill>
                    <a:srgbClr val="006600"/>
                  </a:solidFill>
                  <a:latin typeface="Times New Roman" panose="02020603050405020304" pitchFamily="18" charset="0"/>
                </a:rPr>
                <a:t>*</a:t>
              </a:r>
              <a:r>
                <a:rPr altLang="zh-CN" b="1" i="1" kumimoji="1" lang="en-US">
                  <a:solidFill>
                    <a:srgbClr val="006600"/>
                  </a:solidFill>
                  <a:latin typeface="Times New Roman" panose="02020603050405020304" pitchFamily="18" charset="0"/>
                </a:rPr>
                <a:t>l,  i &gt;</a:t>
              </a:r>
              <a:r>
                <a:rPr altLang="zh-CN" b="1" kumimoji="1" lang="en-US">
                  <a:solidFill>
                    <a:srgbClr val="006600"/>
                  </a:solidFill>
                  <a:latin typeface="Times New Roman" panose="02020603050405020304" pitchFamily="18" charset="0"/>
                </a:rPr>
                <a:t> 0</a:t>
              </a:r>
              <a:r>
                <a:rPr altLang="zh-CN" b="1" sz="3600" i="1" kumimoji="1" lang="en-US">
                  <a:solidFill>
                    <a:schemeClr val="bg2"/>
                  </a:solidFill>
                  <a:latin typeface="Times New Roman" panose="02020603050405020304" pitchFamily="18" charset="0"/>
                </a:rPr>
                <a:t> </a:t>
              </a:r>
              <a:endParaRPr altLang="zh-CN" sz="3600" kumimoji="1" lang="en-US">
                <a:latin typeface="Times New Roman" panose="02020603050405020304" pitchFamily="18" charset="0"/>
              </a:endParaRPr>
            </a:p>
          </p:txBody>
        </p:sp>
        <p:sp>
          <p:nvSpPr>
            <p:cNvPr id="1048742" name="Text Box 8"/>
            <p:cNvSpPr txBox="1">
              <a:spLocks noChangeArrowheads="1"/>
            </p:cNvSpPr>
            <p:nvPr/>
          </p:nvSpPr>
          <p:spPr bwMode="auto">
            <a:xfrm>
              <a:off x="2080" y="1208"/>
              <a:ext cx="1819" cy="394"/>
            </a:xfrm>
            <a:prstGeom prst="rect"/>
            <a:noFill/>
            <a:ln>
              <a:noFill/>
            </a:ln>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i="1" kumimoji="1" lang="en-US">
                  <a:solidFill>
                    <a:srgbClr val="006600"/>
                  </a:solidFill>
                  <a:latin typeface="Times New Roman" panose="02020603050405020304" pitchFamily="18" charset="0"/>
                </a:rPr>
                <a:t>a,         i </a:t>
              </a:r>
              <a:r>
                <a:rPr altLang="zh-CN" b="1" kumimoji="1" lang="en-US">
                  <a:solidFill>
                    <a:srgbClr val="006600"/>
                  </a:solidFill>
                  <a:latin typeface="Times New Roman" panose="02020603050405020304" pitchFamily="18" charset="0"/>
                </a:rPr>
                <a:t>= 0</a:t>
              </a:r>
              <a:r>
                <a:rPr altLang="zh-CN" sz="3600" i="1" kumimoji="1" lang="en-US">
                  <a:solidFill>
                    <a:srgbClr val="3333CC"/>
                  </a:solidFill>
                  <a:latin typeface="Times New Roman" panose="02020603050405020304" pitchFamily="18" charset="0"/>
                </a:rPr>
                <a:t>     </a:t>
              </a:r>
              <a:endParaRPr altLang="zh-CN" sz="3600" kumimoji="1" lang="en-US">
                <a:latin typeface="Times New Roman" panose="02020603050405020304" pitchFamily="18" charset="0"/>
              </a:endParaRPr>
            </a:p>
          </p:txBody>
        </p:sp>
      </p:grpSp>
      <p:grpSp>
        <p:nvGrpSpPr>
          <p:cNvPr id="188" name="Group 9"/>
          <p:cNvGrpSpPr/>
          <p:nvPr/>
        </p:nvGrpSpPr>
        <p:grpSpPr bwMode="auto">
          <a:xfrm>
            <a:off x="806450" y="3543300"/>
            <a:ext cx="8750300" cy="2555875"/>
            <a:chOff x="508" y="2064"/>
            <a:chExt cx="5512" cy="1610"/>
          </a:xfrm>
        </p:grpSpPr>
        <p:sp>
          <p:nvSpPr>
            <p:cNvPr id="1048743" name="Rectangle 10"/>
            <p:cNvSpPr>
              <a:spLocks noChangeArrowheads="1"/>
            </p:cNvSpPr>
            <p:nvPr/>
          </p:nvSpPr>
          <p:spPr bwMode="auto">
            <a:xfrm>
              <a:off x="816" y="2429"/>
              <a:ext cx="4272" cy="432"/>
            </a:xfrm>
            <a:prstGeom prst="rect"/>
            <a:solidFill>
              <a:schemeClr val="accent1"/>
            </a:solidFill>
            <a:ln w="38100">
              <a:solidFill>
                <a:srgbClr val="3333CC"/>
              </a:solidFill>
              <a:miter lim="800000"/>
              <a:headEnd/>
              <a:tailEnd/>
            </a:ln>
            <a:effectLst>
              <a:outerShdw algn="ctr" dir="2700000" dist="107763" rotWithShape="0">
                <a:srgbClr val="808080"/>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altLang="zh-CN" sz="3600" kumimoji="1" lang="zh-CN">
                <a:solidFill>
                  <a:srgbClr val="3333CC"/>
                </a:solidFill>
                <a:latin typeface="Times New Roman" panose="02020603050405020304" pitchFamily="18" charset="0"/>
              </a:endParaRPr>
            </a:p>
          </p:txBody>
        </p:sp>
        <p:sp>
          <p:nvSpPr>
            <p:cNvPr id="1048744" name="Text Box 11"/>
            <p:cNvSpPr txBox="1">
              <a:spLocks noChangeArrowheads="1"/>
            </p:cNvSpPr>
            <p:nvPr/>
          </p:nvSpPr>
          <p:spPr bwMode="auto">
            <a:xfrm>
              <a:off x="864" y="2476"/>
              <a:ext cx="5156" cy="362"/>
            </a:xfrm>
            <a:prstGeom prst="rect"/>
            <a:noFill/>
            <a:ln>
              <a:noFill/>
            </a:ln>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kumimoji="1" lang="en-US">
                  <a:solidFill>
                    <a:srgbClr val="FF3300"/>
                  </a:solidFill>
                  <a:latin typeface="Arial Narrow" panose="020B0606020202030204" pitchFamily="34" charset="0"/>
                  <a:ea typeface="仿宋_GB2312" pitchFamily="49" charset="-122"/>
                </a:rPr>
                <a:t>35   27    49   18   60    54   77    83   41   02</a:t>
              </a:r>
              <a:endParaRPr altLang="zh-CN" sz="3600" kumimoji="1" lang="en-US">
                <a:latin typeface="Times New Roman" panose="02020603050405020304" pitchFamily="18" charset="0"/>
              </a:endParaRPr>
            </a:p>
          </p:txBody>
        </p:sp>
        <p:sp>
          <p:nvSpPr>
            <p:cNvPr id="1048745" name="Line 12"/>
            <p:cNvSpPr>
              <a:spLocks noChangeShapeType="1"/>
            </p:cNvSpPr>
            <p:nvPr/>
          </p:nvSpPr>
          <p:spPr bwMode="auto">
            <a:xfrm>
              <a:off x="1248" y="2429"/>
              <a:ext cx="0" cy="432"/>
            </a:xfrm>
            <a:prstGeom prst="line"/>
            <a:noFill/>
            <a:ln w="38100">
              <a:solidFill>
                <a:srgbClr val="3333CC"/>
              </a:solidFill>
              <a:round/>
              <a:headEnd/>
              <a:tailEnd/>
            </a:ln>
          </p:spPr>
          <p:txBody>
            <a:bodyPr anchor="ctr" wrap="none"/>
            <a:p>
              <a:endParaRPr altLang="en-US" lang="zh-CN"/>
            </a:p>
          </p:txBody>
        </p:sp>
        <p:sp>
          <p:nvSpPr>
            <p:cNvPr id="1048746" name="Line 13"/>
            <p:cNvSpPr>
              <a:spLocks noChangeShapeType="1"/>
            </p:cNvSpPr>
            <p:nvPr/>
          </p:nvSpPr>
          <p:spPr bwMode="auto">
            <a:xfrm>
              <a:off x="1680" y="2429"/>
              <a:ext cx="0" cy="432"/>
            </a:xfrm>
            <a:prstGeom prst="line"/>
            <a:noFill/>
            <a:ln w="38100">
              <a:solidFill>
                <a:srgbClr val="3333CC"/>
              </a:solidFill>
              <a:round/>
              <a:headEnd/>
              <a:tailEnd/>
            </a:ln>
          </p:spPr>
          <p:txBody>
            <a:bodyPr anchor="ctr" wrap="none"/>
            <a:p>
              <a:endParaRPr altLang="en-US" lang="zh-CN"/>
            </a:p>
          </p:txBody>
        </p:sp>
        <p:sp>
          <p:nvSpPr>
            <p:cNvPr id="1048747" name="Line 14"/>
            <p:cNvSpPr>
              <a:spLocks noChangeShapeType="1"/>
            </p:cNvSpPr>
            <p:nvPr/>
          </p:nvSpPr>
          <p:spPr bwMode="auto">
            <a:xfrm>
              <a:off x="2112" y="2429"/>
              <a:ext cx="0" cy="432"/>
            </a:xfrm>
            <a:prstGeom prst="line"/>
            <a:noFill/>
            <a:ln w="38100">
              <a:solidFill>
                <a:srgbClr val="3333CC"/>
              </a:solidFill>
              <a:round/>
              <a:headEnd/>
              <a:tailEnd/>
            </a:ln>
          </p:spPr>
          <p:txBody>
            <a:bodyPr anchor="ctr" wrap="none"/>
            <a:p>
              <a:endParaRPr altLang="en-US" lang="zh-CN"/>
            </a:p>
          </p:txBody>
        </p:sp>
        <p:sp>
          <p:nvSpPr>
            <p:cNvPr id="1048748" name="Line 15"/>
            <p:cNvSpPr>
              <a:spLocks noChangeShapeType="1"/>
            </p:cNvSpPr>
            <p:nvPr/>
          </p:nvSpPr>
          <p:spPr bwMode="auto">
            <a:xfrm>
              <a:off x="2544" y="2429"/>
              <a:ext cx="0" cy="432"/>
            </a:xfrm>
            <a:prstGeom prst="line"/>
            <a:noFill/>
            <a:ln w="38100">
              <a:solidFill>
                <a:srgbClr val="3333CC"/>
              </a:solidFill>
              <a:round/>
              <a:headEnd/>
              <a:tailEnd/>
            </a:ln>
          </p:spPr>
          <p:txBody>
            <a:bodyPr anchor="ctr" wrap="none"/>
            <a:p>
              <a:endParaRPr altLang="en-US" lang="zh-CN"/>
            </a:p>
          </p:txBody>
        </p:sp>
        <p:sp>
          <p:nvSpPr>
            <p:cNvPr id="1048749" name="Line 16"/>
            <p:cNvSpPr>
              <a:spLocks noChangeShapeType="1"/>
            </p:cNvSpPr>
            <p:nvPr/>
          </p:nvSpPr>
          <p:spPr bwMode="auto">
            <a:xfrm>
              <a:off x="2976" y="2429"/>
              <a:ext cx="0" cy="432"/>
            </a:xfrm>
            <a:prstGeom prst="line"/>
            <a:noFill/>
            <a:ln w="38100">
              <a:solidFill>
                <a:srgbClr val="3333CC"/>
              </a:solidFill>
              <a:round/>
              <a:headEnd/>
              <a:tailEnd/>
            </a:ln>
          </p:spPr>
          <p:txBody>
            <a:bodyPr anchor="ctr" wrap="none"/>
            <a:p>
              <a:endParaRPr altLang="en-US" lang="zh-CN"/>
            </a:p>
          </p:txBody>
        </p:sp>
        <p:sp>
          <p:nvSpPr>
            <p:cNvPr id="1048750" name="Line 17"/>
            <p:cNvSpPr>
              <a:spLocks noChangeShapeType="1"/>
            </p:cNvSpPr>
            <p:nvPr/>
          </p:nvSpPr>
          <p:spPr bwMode="auto">
            <a:xfrm>
              <a:off x="3408" y="2429"/>
              <a:ext cx="0" cy="432"/>
            </a:xfrm>
            <a:prstGeom prst="line"/>
            <a:noFill/>
            <a:ln w="38100">
              <a:solidFill>
                <a:srgbClr val="3333CC"/>
              </a:solidFill>
              <a:round/>
              <a:headEnd/>
              <a:tailEnd/>
            </a:ln>
          </p:spPr>
          <p:txBody>
            <a:bodyPr anchor="ctr" wrap="none"/>
            <a:p>
              <a:endParaRPr altLang="en-US" lang="zh-CN"/>
            </a:p>
          </p:txBody>
        </p:sp>
        <p:sp>
          <p:nvSpPr>
            <p:cNvPr id="1048751" name="Line 18"/>
            <p:cNvSpPr>
              <a:spLocks noChangeShapeType="1"/>
            </p:cNvSpPr>
            <p:nvPr/>
          </p:nvSpPr>
          <p:spPr bwMode="auto">
            <a:xfrm>
              <a:off x="3840" y="2429"/>
              <a:ext cx="0" cy="432"/>
            </a:xfrm>
            <a:prstGeom prst="line"/>
            <a:noFill/>
            <a:ln w="38100">
              <a:solidFill>
                <a:srgbClr val="3333CC"/>
              </a:solidFill>
              <a:round/>
              <a:headEnd/>
              <a:tailEnd/>
            </a:ln>
          </p:spPr>
          <p:txBody>
            <a:bodyPr anchor="ctr" wrap="none"/>
            <a:p>
              <a:endParaRPr altLang="en-US" lang="zh-CN"/>
            </a:p>
          </p:txBody>
        </p:sp>
        <p:sp>
          <p:nvSpPr>
            <p:cNvPr id="1048752" name="Line 19"/>
            <p:cNvSpPr>
              <a:spLocks noChangeShapeType="1"/>
            </p:cNvSpPr>
            <p:nvPr/>
          </p:nvSpPr>
          <p:spPr bwMode="auto">
            <a:xfrm>
              <a:off x="4272" y="2429"/>
              <a:ext cx="0" cy="432"/>
            </a:xfrm>
            <a:prstGeom prst="line"/>
            <a:noFill/>
            <a:ln w="38100">
              <a:solidFill>
                <a:srgbClr val="3333CC"/>
              </a:solidFill>
              <a:round/>
              <a:headEnd/>
              <a:tailEnd/>
            </a:ln>
          </p:spPr>
          <p:txBody>
            <a:bodyPr anchor="ctr" wrap="none"/>
            <a:p>
              <a:endParaRPr altLang="en-US" lang="zh-CN"/>
            </a:p>
          </p:txBody>
        </p:sp>
        <p:sp>
          <p:nvSpPr>
            <p:cNvPr id="1048753" name="Line 20"/>
            <p:cNvSpPr>
              <a:spLocks noChangeShapeType="1"/>
            </p:cNvSpPr>
            <p:nvPr/>
          </p:nvSpPr>
          <p:spPr bwMode="auto">
            <a:xfrm>
              <a:off x="4704" y="2429"/>
              <a:ext cx="0" cy="432"/>
            </a:xfrm>
            <a:prstGeom prst="line"/>
            <a:noFill/>
            <a:ln w="38100">
              <a:solidFill>
                <a:srgbClr val="3333CC"/>
              </a:solidFill>
              <a:round/>
              <a:headEnd/>
              <a:tailEnd/>
            </a:ln>
          </p:spPr>
          <p:txBody>
            <a:bodyPr anchor="ctr" wrap="none"/>
            <a:p>
              <a:endParaRPr altLang="en-US" lang="zh-CN"/>
            </a:p>
          </p:txBody>
        </p:sp>
        <p:sp>
          <p:nvSpPr>
            <p:cNvPr id="1048754" name="Text Box 21"/>
            <p:cNvSpPr txBox="1">
              <a:spLocks noChangeArrowheads="1"/>
            </p:cNvSpPr>
            <p:nvPr/>
          </p:nvSpPr>
          <p:spPr bwMode="auto">
            <a:xfrm>
              <a:off x="768" y="2064"/>
              <a:ext cx="4724" cy="362"/>
            </a:xfrm>
            <a:prstGeom prst="rect"/>
            <a:noFill/>
            <a:ln>
              <a:noFill/>
            </a:ln>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kumimoji="1" lang="en-US">
                  <a:solidFill>
                    <a:srgbClr val="3333CC"/>
                  </a:solidFill>
                  <a:latin typeface="Times New Roman" panose="02020603050405020304" pitchFamily="18" charset="0"/>
                </a:rPr>
                <a:t>0     1     2     3     4     5    6     7     8     9</a:t>
              </a:r>
            </a:p>
          </p:txBody>
        </p:sp>
        <p:sp>
          <p:nvSpPr>
            <p:cNvPr id="1048755" name="AutoShape 22"/>
            <p:cNvSpPr/>
            <p:nvPr/>
          </p:nvSpPr>
          <p:spPr bwMode="auto">
            <a:xfrm rot="-5400000">
              <a:off x="984" y="2760"/>
              <a:ext cx="96" cy="432"/>
            </a:xfrm>
            <a:prstGeom prst="leftBrace">
              <a:avLst>
                <a:gd name="adj1" fmla="val 37500"/>
                <a:gd name="adj2" fmla="val 49699"/>
              </a:avLst>
            </a:prstGeom>
            <a:noFill/>
            <a:ln w="38100">
              <a:solidFill>
                <a:srgbClr val="33CCFF"/>
              </a:solidFill>
              <a:round/>
              <a:headEnd/>
              <a:tailEnd/>
            </a:ln>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756" name="AutoShape 23"/>
            <p:cNvSpPr/>
            <p:nvPr/>
          </p:nvSpPr>
          <p:spPr bwMode="auto">
            <a:xfrm rot="-5400000">
              <a:off x="1416" y="2760"/>
              <a:ext cx="96" cy="432"/>
            </a:xfrm>
            <a:prstGeom prst="leftBrace">
              <a:avLst>
                <a:gd name="adj1" fmla="val 37500"/>
                <a:gd name="adj2" fmla="val 49699"/>
              </a:avLst>
            </a:prstGeom>
            <a:noFill/>
            <a:ln w="38100">
              <a:solidFill>
                <a:srgbClr val="33CCFF"/>
              </a:solidFill>
              <a:round/>
              <a:headEnd/>
              <a:tailEnd/>
            </a:ln>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757" name="AutoShape 24"/>
            <p:cNvSpPr/>
            <p:nvPr/>
          </p:nvSpPr>
          <p:spPr bwMode="auto">
            <a:xfrm rot="-5400000">
              <a:off x="1848" y="2760"/>
              <a:ext cx="96" cy="432"/>
            </a:xfrm>
            <a:prstGeom prst="leftBrace">
              <a:avLst>
                <a:gd name="adj1" fmla="val 37500"/>
                <a:gd name="adj2" fmla="val 49699"/>
              </a:avLst>
            </a:prstGeom>
            <a:noFill/>
            <a:ln w="38100">
              <a:solidFill>
                <a:srgbClr val="33CCFF"/>
              </a:solidFill>
              <a:round/>
              <a:headEnd/>
              <a:tailEnd/>
            </a:ln>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758" name="AutoShape 25"/>
            <p:cNvSpPr/>
            <p:nvPr/>
          </p:nvSpPr>
          <p:spPr bwMode="auto">
            <a:xfrm rot="-5400000">
              <a:off x="2280" y="2760"/>
              <a:ext cx="96" cy="432"/>
            </a:xfrm>
            <a:prstGeom prst="leftBrace">
              <a:avLst>
                <a:gd name="adj1" fmla="val 37500"/>
                <a:gd name="adj2" fmla="val 49699"/>
              </a:avLst>
            </a:prstGeom>
            <a:noFill/>
            <a:ln w="38100">
              <a:solidFill>
                <a:srgbClr val="33CCFF"/>
              </a:solidFill>
              <a:round/>
              <a:headEnd/>
              <a:tailEnd/>
            </a:ln>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759" name="AutoShape 26"/>
            <p:cNvSpPr/>
            <p:nvPr/>
          </p:nvSpPr>
          <p:spPr bwMode="auto">
            <a:xfrm rot="-5400000">
              <a:off x="2712" y="2760"/>
              <a:ext cx="96" cy="432"/>
            </a:xfrm>
            <a:prstGeom prst="leftBrace">
              <a:avLst>
                <a:gd name="adj1" fmla="val 37500"/>
                <a:gd name="adj2" fmla="val 49699"/>
              </a:avLst>
            </a:prstGeom>
            <a:noFill/>
            <a:ln w="38100">
              <a:solidFill>
                <a:srgbClr val="33CCFF"/>
              </a:solidFill>
              <a:round/>
              <a:headEnd/>
              <a:tailEnd/>
            </a:ln>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760" name="AutoShape 27"/>
            <p:cNvSpPr/>
            <p:nvPr/>
          </p:nvSpPr>
          <p:spPr bwMode="auto">
            <a:xfrm rot="-5400000">
              <a:off x="3144" y="2760"/>
              <a:ext cx="96" cy="432"/>
            </a:xfrm>
            <a:prstGeom prst="leftBrace">
              <a:avLst>
                <a:gd name="adj1" fmla="val 37500"/>
                <a:gd name="adj2" fmla="val 49699"/>
              </a:avLst>
            </a:prstGeom>
            <a:noFill/>
            <a:ln w="38100">
              <a:solidFill>
                <a:srgbClr val="33CCFF"/>
              </a:solidFill>
              <a:round/>
              <a:headEnd/>
              <a:tailEnd/>
            </a:ln>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761" name="AutoShape 28"/>
            <p:cNvSpPr/>
            <p:nvPr/>
          </p:nvSpPr>
          <p:spPr bwMode="auto">
            <a:xfrm rot="-5400000">
              <a:off x="3576" y="2760"/>
              <a:ext cx="96" cy="432"/>
            </a:xfrm>
            <a:prstGeom prst="leftBrace">
              <a:avLst>
                <a:gd name="adj1" fmla="val 37500"/>
                <a:gd name="adj2" fmla="val 49699"/>
              </a:avLst>
            </a:prstGeom>
            <a:noFill/>
            <a:ln w="38100">
              <a:solidFill>
                <a:srgbClr val="33CCFF"/>
              </a:solidFill>
              <a:round/>
              <a:headEnd/>
              <a:tailEnd/>
            </a:ln>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762" name="AutoShape 29"/>
            <p:cNvSpPr/>
            <p:nvPr/>
          </p:nvSpPr>
          <p:spPr bwMode="auto">
            <a:xfrm rot="-5400000">
              <a:off x="4008" y="2760"/>
              <a:ext cx="96" cy="432"/>
            </a:xfrm>
            <a:prstGeom prst="leftBrace">
              <a:avLst>
                <a:gd name="adj1" fmla="val 37500"/>
                <a:gd name="adj2" fmla="val 49699"/>
              </a:avLst>
            </a:prstGeom>
            <a:noFill/>
            <a:ln w="38100">
              <a:solidFill>
                <a:srgbClr val="33CCFF"/>
              </a:solidFill>
              <a:round/>
              <a:headEnd/>
              <a:tailEnd/>
            </a:ln>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763" name="AutoShape 30"/>
            <p:cNvSpPr/>
            <p:nvPr/>
          </p:nvSpPr>
          <p:spPr bwMode="auto">
            <a:xfrm rot="-5400000">
              <a:off x="4392" y="2760"/>
              <a:ext cx="96" cy="432"/>
            </a:xfrm>
            <a:prstGeom prst="leftBrace">
              <a:avLst>
                <a:gd name="adj1" fmla="val 37500"/>
                <a:gd name="adj2" fmla="val 49699"/>
              </a:avLst>
            </a:prstGeom>
            <a:noFill/>
            <a:ln w="38100">
              <a:solidFill>
                <a:srgbClr val="33CCFF"/>
              </a:solidFill>
              <a:round/>
              <a:headEnd/>
              <a:tailEnd/>
            </a:ln>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764" name="AutoShape 31"/>
            <p:cNvSpPr/>
            <p:nvPr/>
          </p:nvSpPr>
          <p:spPr bwMode="auto">
            <a:xfrm rot="-5400000">
              <a:off x="4824" y="2760"/>
              <a:ext cx="96" cy="432"/>
            </a:xfrm>
            <a:prstGeom prst="leftBrace">
              <a:avLst>
                <a:gd name="adj1" fmla="val 37500"/>
                <a:gd name="adj2" fmla="val 49699"/>
              </a:avLst>
            </a:prstGeom>
            <a:noFill/>
            <a:ln w="38100">
              <a:solidFill>
                <a:srgbClr val="33CCFF"/>
              </a:solidFill>
              <a:round/>
              <a:headEnd/>
              <a:tailEnd/>
            </a:ln>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765" name="Text Box 32"/>
            <p:cNvSpPr txBox="1">
              <a:spLocks noChangeArrowheads="1"/>
            </p:cNvSpPr>
            <p:nvPr/>
          </p:nvSpPr>
          <p:spPr bwMode="auto">
            <a:xfrm>
              <a:off x="902" y="3024"/>
              <a:ext cx="4389" cy="362"/>
            </a:xfrm>
            <a:prstGeom prst="rect"/>
            <a:noFill/>
            <a:ln>
              <a:noFill/>
            </a:ln>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i="1" kumimoji="1" lang="en-US">
                  <a:solidFill>
                    <a:srgbClr val="CC0066"/>
                  </a:solidFill>
                  <a:latin typeface="Times New Roman" panose="02020603050405020304" pitchFamily="18" charset="0"/>
                </a:rPr>
                <a:t>l      l      l     l      l      l     l      l     l      l</a:t>
              </a:r>
              <a:r>
                <a:rPr altLang="zh-CN" b="1" i="1" kumimoji="1" lang="en-US">
                  <a:latin typeface="Times New Roman" panose="02020603050405020304" pitchFamily="18" charset="0"/>
                </a:rPr>
                <a:t>  </a:t>
              </a:r>
              <a:endParaRPr altLang="zh-CN" sz="3600" kumimoji="1" lang="en-US">
                <a:latin typeface="Times New Roman" panose="02020603050405020304" pitchFamily="18" charset="0"/>
              </a:endParaRPr>
            </a:p>
          </p:txBody>
        </p:sp>
        <p:sp>
          <p:nvSpPr>
            <p:cNvPr id="1048766" name="Line 33"/>
            <p:cNvSpPr>
              <a:spLocks noChangeShapeType="1"/>
            </p:cNvSpPr>
            <p:nvPr/>
          </p:nvSpPr>
          <p:spPr bwMode="auto">
            <a:xfrm flipV="1">
              <a:off x="3072" y="2976"/>
              <a:ext cx="0" cy="528"/>
            </a:xfrm>
            <a:prstGeom prst="line"/>
            <a:noFill/>
            <a:ln w="38100">
              <a:solidFill>
                <a:schemeClr val="tx2"/>
              </a:solidFill>
              <a:round/>
              <a:headEnd/>
              <a:tailEnd type="triangle" w="med" len="lg"/>
            </a:ln>
            <a:effectLst/>
          </p:spPr>
          <p:txBody>
            <a:bodyPr anchor="ctr" wrap="none"/>
            <a:p>
              <a:endParaRPr altLang="en-US" lang="zh-CN"/>
            </a:p>
          </p:txBody>
        </p:sp>
        <p:sp>
          <p:nvSpPr>
            <p:cNvPr id="1048767" name="Text Box 34"/>
            <p:cNvSpPr txBox="1">
              <a:spLocks noChangeArrowheads="1"/>
            </p:cNvSpPr>
            <p:nvPr/>
          </p:nvSpPr>
          <p:spPr bwMode="auto">
            <a:xfrm>
              <a:off x="3072" y="3312"/>
              <a:ext cx="634" cy="36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i="1" kumimoji="1" lang="en-US">
                  <a:latin typeface="Times New Roman" panose="02020603050405020304" pitchFamily="18" charset="0"/>
                </a:rPr>
                <a:t>a+i*l</a:t>
              </a:r>
              <a:endParaRPr altLang="zh-CN" sz="2400" kumimoji="1" lang="en-US">
                <a:latin typeface="Times New Roman" panose="02020603050405020304" pitchFamily="18" charset="0"/>
              </a:endParaRPr>
            </a:p>
          </p:txBody>
        </p:sp>
        <p:sp>
          <p:nvSpPr>
            <p:cNvPr id="1048768" name="Text Box 35"/>
            <p:cNvSpPr txBox="1">
              <a:spLocks noChangeArrowheads="1"/>
            </p:cNvSpPr>
            <p:nvPr/>
          </p:nvSpPr>
          <p:spPr bwMode="auto">
            <a:xfrm>
              <a:off x="508" y="2380"/>
              <a:ext cx="260" cy="404"/>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3600" i="1" kumimoji="1" lang="en-US">
                  <a:solidFill>
                    <a:schemeClr val="accent2"/>
                  </a:solidFill>
                  <a:latin typeface="Times New Roman" panose="02020603050405020304" pitchFamily="18" charset="0"/>
                </a:rPr>
                <a:t>a</a:t>
              </a:r>
              <a:endParaRPr altLang="zh-CN" sz="2400" kumimoji="1" lang="en-US">
                <a:latin typeface="Times New Roman" panose="02020603050405020304" pitchFamily="18" charset="0"/>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89" name=""/>
        <p:cNvGrpSpPr/>
        <p:nvPr/>
      </p:nvGrpSpPr>
      <p:grpSpPr>
        <a:xfrm>
          <a:off x="0" y="0"/>
          <a:ext cx="0" cy="0"/>
          <a:chOff x="0" y="0"/>
          <a:chExt cx="0" cy="0"/>
        </a:xfrm>
      </p:grpSpPr>
      <p:sp>
        <p:nvSpPr>
          <p:cNvPr id="1048769" name="Rectangle 2"/>
          <p:cNvSpPr>
            <a:spLocks noGrp="1" noChangeArrowheads="1"/>
          </p:cNvSpPr>
          <p:nvPr>
            <p:ph type="title"/>
          </p:nvPr>
        </p:nvSpPr>
        <p:spPr>
          <a:xfrm>
            <a:off x="457200" y="274638"/>
            <a:ext cx="8229600" cy="741362"/>
          </a:xfrm>
        </p:spPr>
        <p:txBody>
          <a:bodyPr/>
          <a:p>
            <a:pPr eaLnBrk="1" hangingPunct="1"/>
            <a:r>
              <a:rPr altLang="en-US" b="1" sz="4000" lang="zh-CN">
                <a:ea typeface="华文新魏" panose="02010800040101010101" pitchFamily="2" charset="-122"/>
              </a:rPr>
              <a:t>二维数组</a:t>
            </a:r>
          </a:p>
        </p:txBody>
      </p:sp>
      <p:sp>
        <p:nvSpPr>
          <p:cNvPr id="1048770" name="Rectangle 3"/>
          <p:cNvSpPr>
            <a:spLocks noGrp="1" noChangeArrowheads="1"/>
          </p:cNvSpPr>
          <p:nvPr>
            <p:ph idx="1"/>
          </p:nvPr>
        </p:nvSpPr>
        <p:spPr>
          <a:xfrm>
            <a:off x="669927" y="1276350"/>
            <a:ext cx="7853363" cy="4960938"/>
          </a:xfrm>
        </p:spPr>
        <p:txBody>
          <a:bodyPr/>
          <a:p>
            <a:pPr eaLnBrk="1" hangingPunct="1">
              <a:spcBef>
                <a:spcPct val="10000"/>
              </a:spcBef>
              <a:buClr>
                <a:srgbClr val="990099"/>
              </a:buClr>
              <a:buSzPct val="50000"/>
            </a:pPr>
            <a:r>
              <a:rPr altLang="en-US" b="1" dirty="0" sz="3000" lang="zh-CN">
                <a:latin typeface="Times New Roman" panose="02020603050405020304" pitchFamily="18" charset="0"/>
                <a:ea typeface="仿宋_GB2312" pitchFamily="49" charset="-122"/>
              </a:rPr>
              <a:t>一维数组常被称为</a:t>
            </a:r>
            <a:r>
              <a:rPr altLang="en-US" b="1" dirty="0" sz="3000" lang="zh-CN">
                <a:solidFill>
                  <a:srgbClr val="FF6600"/>
                </a:solidFill>
                <a:latin typeface="Times New Roman" panose="02020603050405020304" pitchFamily="18" charset="0"/>
                <a:ea typeface="仿宋_GB2312" pitchFamily="49" charset="-122"/>
              </a:rPr>
              <a:t>向量（</a:t>
            </a:r>
            <a:r>
              <a:rPr altLang="zh-CN" b="1" dirty="0" sz="3000" lang="en-US">
                <a:solidFill>
                  <a:srgbClr val="FF6600"/>
                </a:solidFill>
                <a:latin typeface="Times New Roman" panose="02020603050405020304" pitchFamily="18" charset="0"/>
                <a:ea typeface="仿宋_GB2312" pitchFamily="49" charset="-122"/>
              </a:rPr>
              <a:t>Vector</a:t>
            </a:r>
            <a:r>
              <a:rPr altLang="en-US" b="1" dirty="0" sz="3000" lang="zh-CN">
                <a:solidFill>
                  <a:srgbClr val="FF6600"/>
                </a:solidFill>
                <a:latin typeface="Times New Roman" panose="02020603050405020304" pitchFamily="18" charset="0"/>
                <a:ea typeface="仿宋_GB2312" pitchFamily="49" charset="-122"/>
              </a:rPr>
              <a:t>）</a:t>
            </a:r>
            <a:r>
              <a:rPr altLang="en-US" b="1" dirty="0" sz="3000" lang="zh-CN">
                <a:latin typeface="Times New Roman" panose="02020603050405020304" pitchFamily="18" charset="0"/>
                <a:ea typeface="仿宋_GB2312" pitchFamily="49" charset="-122"/>
              </a:rPr>
              <a:t>。</a:t>
            </a:r>
          </a:p>
          <a:p>
            <a:pPr eaLnBrk="1" hangingPunct="1">
              <a:spcBef>
                <a:spcPct val="10000"/>
              </a:spcBef>
              <a:buClr>
                <a:srgbClr val="990099"/>
              </a:buClr>
              <a:buSzPct val="50000"/>
            </a:pPr>
            <a:r>
              <a:rPr altLang="en-US" b="1" dirty="0" sz="3000" lang="zh-CN">
                <a:latin typeface="Times New Roman" panose="02020603050405020304" pitchFamily="18" charset="0"/>
                <a:ea typeface="仿宋_GB2312" pitchFamily="49" charset="-122"/>
              </a:rPr>
              <a:t>二维数组 </a:t>
            </a:r>
            <a:r>
              <a:rPr altLang="zh-CN" b="1" dirty="0" sz="3000" lang="en-US">
                <a:latin typeface="Times New Roman" panose="02020603050405020304" pitchFamily="18" charset="0"/>
                <a:ea typeface="仿宋_GB2312" pitchFamily="49" charset="-122"/>
              </a:rPr>
              <a:t>A[m][n] </a:t>
            </a:r>
            <a:r>
              <a:rPr altLang="en-US" b="1" dirty="0" sz="3000" lang="zh-CN">
                <a:latin typeface="Times New Roman" panose="02020603050405020304" pitchFamily="18" charset="0"/>
                <a:ea typeface="仿宋_GB2312" pitchFamily="49" charset="-122"/>
              </a:rPr>
              <a:t>可看成是由 </a:t>
            </a:r>
            <a:r>
              <a:rPr altLang="zh-CN" b="1" dirty="0" sz="3000" lang="en-US">
                <a:latin typeface="Times New Roman" panose="02020603050405020304" pitchFamily="18" charset="0"/>
                <a:ea typeface="仿宋_GB2312" pitchFamily="49" charset="-122"/>
              </a:rPr>
              <a:t>m </a:t>
            </a:r>
            <a:r>
              <a:rPr altLang="en-US" b="1" dirty="0" sz="3000" lang="zh-CN">
                <a:latin typeface="Times New Roman" panose="02020603050405020304" pitchFamily="18" charset="0"/>
                <a:ea typeface="仿宋_GB2312" pitchFamily="49" charset="-122"/>
              </a:rPr>
              <a:t>个</a:t>
            </a:r>
            <a:r>
              <a:rPr altLang="en-US" b="1" dirty="0" sz="3000" lang="zh-CN">
                <a:solidFill>
                  <a:srgbClr val="FF6600"/>
                </a:solidFill>
                <a:latin typeface="Times New Roman" panose="02020603050405020304" pitchFamily="18" charset="0"/>
                <a:ea typeface="仿宋_GB2312" pitchFamily="49" charset="-122"/>
              </a:rPr>
              <a:t>行向量</a:t>
            </a:r>
            <a:r>
              <a:rPr altLang="en-US" b="1" dirty="0" sz="3000" lang="zh-CN">
                <a:latin typeface="Times New Roman" panose="02020603050405020304" pitchFamily="18" charset="0"/>
                <a:ea typeface="仿宋_GB2312" pitchFamily="49" charset="-122"/>
              </a:rPr>
              <a:t>组成的向量，也可看成是由 </a:t>
            </a:r>
            <a:r>
              <a:rPr altLang="zh-CN" b="1" dirty="0" sz="3000" lang="en-US">
                <a:latin typeface="Times New Roman" panose="02020603050405020304" pitchFamily="18" charset="0"/>
                <a:ea typeface="仿宋_GB2312" pitchFamily="49" charset="-122"/>
              </a:rPr>
              <a:t>n </a:t>
            </a:r>
            <a:r>
              <a:rPr altLang="en-US" b="1" dirty="0" sz="3000" lang="zh-CN">
                <a:latin typeface="Times New Roman" panose="02020603050405020304" pitchFamily="18" charset="0"/>
                <a:ea typeface="仿宋_GB2312" pitchFamily="49" charset="-122"/>
              </a:rPr>
              <a:t>个</a:t>
            </a:r>
            <a:r>
              <a:rPr altLang="en-US" b="1" dirty="0" sz="3000" lang="zh-CN">
                <a:solidFill>
                  <a:srgbClr val="FF6600"/>
                </a:solidFill>
                <a:latin typeface="Times New Roman" panose="02020603050405020304" pitchFamily="18" charset="0"/>
                <a:ea typeface="仿宋_GB2312" pitchFamily="49" charset="-122"/>
              </a:rPr>
              <a:t>列向量</a:t>
            </a:r>
            <a:r>
              <a:rPr altLang="en-US" b="1" dirty="0" sz="3000" lang="zh-CN">
                <a:latin typeface="Times New Roman" panose="02020603050405020304" pitchFamily="18" charset="0"/>
                <a:ea typeface="仿宋_GB2312" pitchFamily="49" charset="-122"/>
              </a:rPr>
              <a:t>组成的向量。</a:t>
            </a:r>
          </a:p>
          <a:p>
            <a:pPr eaLnBrk="1" hangingPunct="1">
              <a:spcBef>
                <a:spcPct val="10000"/>
              </a:spcBef>
              <a:buClr>
                <a:srgbClr val="990099"/>
              </a:buClr>
              <a:buSzPct val="50000"/>
            </a:pPr>
            <a:r>
              <a:rPr altLang="en-US" b="1" dirty="0" sz="3000" lang="zh-CN">
                <a:latin typeface="Times New Roman" panose="02020603050405020304" pitchFamily="18" charset="0"/>
                <a:ea typeface="仿宋_GB2312" pitchFamily="49" charset="-122"/>
              </a:rPr>
              <a:t>一个二维数组类型可以定义为其分量类型为一维数组类型的一维数组类型</a:t>
            </a:r>
            <a:r>
              <a:rPr altLang="zh-CN" b="1" dirty="0" sz="3000" lang="en-US">
                <a:latin typeface="Times New Roman" panose="02020603050405020304" pitchFamily="18" charset="0"/>
                <a:ea typeface="仿宋_GB2312" pitchFamily="49" charset="-122"/>
              </a:rPr>
              <a:t>:</a:t>
            </a:r>
          </a:p>
          <a:p>
            <a:pPr eaLnBrk="1" hangingPunct="1">
              <a:spcBef>
                <a:spcPct val="10000"/>
              </a:spcBef>
              <a:buClr>
                <a:srgbClr val="990099"/>
              </a:buClr>
              <a:buSzPct val="50000"/>
              <a:buFontTx/>
              <a:buNone/>
            </a:pPr>
            <a:r>
              <a:rPr altLang="zh-CN" dirty="0" sz="3000" lang="en-US">
                <a:latin typeface="Times New Roman" panose="02020603050405020304" pitchFamily="18" charset="0"/>
                <a:ea typeface="仿宋_GB2312" pitchFamily="49" charset="-122"/>
              </a:rPr>
              <a:t>         </a:t>
            </a:r>
            <a:r>
              <a:rPr altLang="zh-CN" b="1" dirty="0" lang="en-US">
                <a:latin typeface="Times New Roman" panose="02020603050405020304" pitchFamily="18" charset="0"/>
                <a:ea typeface="仿宋_GB2312" pitchFamily="49" charset="-122"/>
              </a:rPr>
              <a:t>typedef T </a:t>
            </a:r>
            <a:r>
              <a:rPr altLang="zh-CN" dirty="0" lang="en-US">
                <a:latin typeface="Times New Roman" panose="02020603050405020304" pitchFamily="18" charset="0"/>
                <a:ea typeface="仿宋_GB2312" pitchFamily="49" charset="-122"/>
              </a:rPr>
              <a:t>array2</a:t>
            </a:r>
            <a:r>
              <a:rPr altLang="zh-CN" b="1" dirty="0" lang="en-US">
                <a:latin typeface="Times New Roman" panose="02020603050405020304" pitchFamily="18" charset="0"/>
                <a:ea typeface="仿宋_GB2312" pitchFamily="49" charset="-122"/>
              </a:rPr>
              <a:t>[</a:t>
            </a:r>
            <a:r>
              <a:rPr altLang="zh-CN" dirty="0" lang="en-US">
                <a:latin typeface="Times New Roman" panose="02020603050405020304" pitchFamily="18" charset="0"/>
                <a:ea typeface="仿宋_GB2312" pitchFamily="49" charset="-122"/>
              </a:rPr>
              <a:t>m</a:t>
            </a:r>
            <a:r>
              <a:rPr altLang="zh-CN" b="1" dirty="0" lang="en-US">
                <a:latin typeface="Times New Roman" panose="02020603050405020304" pitchFamily="18" charset="0"/>
                <a:ea typeface="仿宋_GB2312" pitchFamily="49" charset="-122"/>
              </a:rPr>
              <a:t>][</a:t>
            </a:r>
            <a:r>
              <a:rPr altLang="zh-CN" dirty="0" lang="en-US">
                <a:latin typeface="Times New Roman" panose="02020603050405020304" pitchFamily="18" charset="0"/>
                <a:ea typeface="仿宋_GB2312" pitchFamily="49" charset="-122"/>
              </a:rPr>
              <a:t>n</a:t>
            </a:r>
            <a:r>
              <a:rPr altLang="zh-CN" b="1" dirty="0" lang="en-US">
                <a:latin typeface="Times New Roman" panose="02020603050405020304" pitchFamily="18" charset="0"/>
                <a:ea typeface="仿宋_GB2312" pitchFamily="49" charset="-122"/>
              </a:rPr>
              <a:t>];      </a:t>
            </a:r>
            <a:r>
              <a:rPr altLang="zh-CN" b="1" dirty="0" lang="en-US">
                <a:solidFill>
                  <a:schemeClr val="tx2"/>
                </a:solidFill>
                <a:latin typeface="Times New Roman" panose="02020603050405020304" pitchFamily="18" charset="0"/>
                <a:ea typeface="仿宋_GB2312" pitchFamily="49" charset="-122"/>
              </a:rPr>
              <a:t>//T</a:t>
            </a:r>
            <a:r>
              <a:rPr altLang="en-US" dirty="0" lang="zh-CN">
                <a:solidFill>
                  <a:schemeClr val="tx2"/>
                </a:solidFill>
                <a:latin typeface="Times New Roman" panose="02020603050405020304" pitchFamily="18" charset="0"/>
                <a:ea typeface="隶书" panose="02010509060101010101" pitchFamily="49" charset="-122"/>
              </a:rPr>
              <a:t>为元素类型</a:t>
            </a:r>
          </a:p>
          <a:p>
            <a:pPr eaLnBrk="1" hangingPunct="1">
              <a:spcBef>
                <a:spcPct val="10000"/>
              </a:spcBef>
              <a:buFontTx/>
              <a:buNone/>
            </a:pPr>
            <a:r>
              <a:rPr altLang="en-US" dirty="0" sz="3000" lang="zh-CN">
                <a:latin typeface="Times New Roman" panose="02020603050405020304" pitchFamily="18" charset="0"/>
                <a:ea typeface="仿宋_GB2312" pitchFamily="49" charset="-122"/>
              </a:rPr>
              <a:t>   </a:t>
            </a:r>
            <a:r>
              <a:rPr altLang="en-US" b="1" dirty="0" sz="3000" lang="zh-CN">
                <a:latin typeface="Times New Roman" panose="02020603050405020304" pitchFamily="18" charset="0"/>
                <a:ea typeface="仿宋_GB2312" pitchFamily="49" charset="-122"/>
              </a:rPr>
              <a:t>等价于：</a:t>
            </a:r>
          </a:p>
          <a:p>
            <a:pPr eaLnBrk="1" hangingPunct="1">
              <a:spcBef>
                <a:spcPct val="10000"/>
              </a:spcBef>
              <a:buFontTx/>
              <a:buNone/>
            </a:pPr>
            <a:r>
              <a:rPr altLang="en-US" dirty="0" sz="3000" lang="zh-CN">
                <a:latin typeface="Times New Roman" panose="02020603050405020304" pitchFamily="18" charset="0"/>
                <a:ea typeface="仿宋_GB2312" pitchFamily="49" charset="-122"/>
              </a:rPr>
              <a:t>         </a:t>
            </a:r>
            <a:r>
              <a:rPr altLang="zh-CN" b="1" dirty="0" lang="en-US">
                <a:latin typeface="Times New Roman" panose="02020603050405020304" pitchFamily="18" charset="0"/>
                <a:ea typeface="仿宋_GB2312" pitchFamily="49" charset="-122"/>
              </a:rPr>
              <a:t>typedef T </a:t>
            </a:r>
            <a:r>
              <a:rPr altLang="zh-CN" dirty="0" lang="en-US">
                <a:latin typeface="Times New Roman" panose="02020603050405020304" pitchFamily="18" charset="0"/>
                <a:ea typeface="仿宋_GB2312" pitchFamily="49" charset="-122"/>
              </a:rPr>
              <a:t>array1</a:t>
            </a:r>
            <a:r>
              <a:rPr altLang="zh-CN" b="1" dirty="0" lang="en-US">
                <a:latin typeface="Times New Roman" panose="02020603050405020304" pitchFamily="18" charset="0"/>
                <a:ea typeface="仿宋_GB2312" pitchFamily="49" charset="-122"/>
              </a:rPr>
              <a:t>[</a:t>
            </a:r>
            <a:r>
              <a:rPr altLang="zh-CN" dirty="0" lang="en-US">
                <a:latin typeface="Times New Roman" panose="02020603050405020304" pitchFamily="18" charset="0"/>
                <a:ea typeface="仿宋_GB2312" pitchFamily="49" charset="-122"/>
              </a:rPr>
              <a:t>n</a:t>
            </a:r>
            <a:r>
              <a:rPr altLang="zh-CN" b="1" dirty="0" lang="en-US">
                <a:latin typeface="Times New Roman" panose="02020603050405020304" pitchFamily="18" charset="0"/>
                <a:ea typeface="仿宋_GB2312" pitchFamily="49" charset="-122"/>
              </a:rPr>
              <a:t>];            </a:t>
            </a:r>
            <a:r>
              <a:rPr altLang="zh-CN" b="1" dirty="0" lang="en-US">
                <a:solidFill>
                  <a:schemeClr val="tx2"/>
                </a:solidFill>
                <a:latin typeface="Times New Roman" panose="02020603050405020304" pitchFamily="18" charset="0"/>
                <a:ea typeface="仿宋_GB2312" pitchFamily="49" charset="-122"/>
              </a:rPr>
              <a:t>//</a:t>
            </a:r>
            <a:r>
              <a:rPr altLang="en-US" dirty="0" lang="zh-CN">
                <a:solidFill>
                  <a:schemeClr val="tx2"/>
                </a:solidFill>
                <a:latin typeface="Times New Roman" panose="02020603050405020304" pitchFamily="18" charset="0"/>
                <a:ea typeface="隶书" panose="02010509060101010101" pitchFamily="49" charset="-122"/>
              </a:rPr>
              <a:t>列向量类型</a:t>
            </a:r>
          </a:p>
          <a:p>
            <a:pPr eaLnBrk="1" hangingPunct="1">
              <a:spcBef>
                <a:spcPct val="10000"/>
              </a:spcBef>
              <a:buFontTx/>
              <a:buNone/>
            </a:pPr>
            <a:r>
              <a:rPr altLang="en-US" b="1" dirty="0" lang="zh-CN">
                <a:latin typeface="Times New Roman" panose="02020603050405020304" pitchFamily="18" charset="0"/>
                <a:ea typeface="仿宋_GB2312" pitchFamily="49" charset="-122"/>
              </a:rPr>
              <a:t>         </a:t>
            </a:r>
            <a:r>
              <a:rPr altLang="zh-CN" b="1" dirty="0" lang="en-US">
                <a:latin typeface="Times New Roman" panose="02020603050405020304" pitchFamily="18" charset="0"/>
                <a:ea typeface="仿宋_GB2312" pitchFamily="49" charset="-122"/>
              </a:rPr>
              <a:t>typedef </a:t>
            </a:r>
            <a:r>
              <a:rPr altLang="zh-CN" dirty="0" lang="en-US">
                <a:latin typeface="Times New Roman" panose="02020603050405020304" pitchFamily="18" charset="0"/>
                <a:ea typeface="仿宋_GB2312" pitchFamily="49" charset="-122"/>
              </a:rPr>
              <a:t>array1 array2</a:t>
            </a:r>
            <a:r>
              <a:rPr altLang="zh-CN" b="1" dirty="0" lang="en-US">
                <a:latin typeface="Times New Roman" panose="02020603050405020304" pitchFamily="18" charset="0"/>
                <a:ea typeface="仿宋_GB2312" pitchFamily="49" charset="-122"/>
              </a:rPr>
              <a:t>[</a:t>
            </a:r>
            <a:r>
              <a:rPr altLang="zh-CN" dirty="0" lang="en-US">
                <a:latin typeface="Times New Roman" panose="02020603050405020304" pitchFamily="18" charset="0"/>
                <a:ea typeface="仿宋_GB2312" pitchFamily="49" charset="-122"/>
              </a:rPr>
              <a:t>m</a:t>
            </a:r>
            <a:r>
              <a:rPr altLang="zh-CN" b="1" dirty="0" lang="en-US">
                <a:latin typeface="Times New Roman" panose="02020603050405020304" pitchFamily="18" charset="0"/>
                <a:ea typeface="仿宋_GB2312" pitchFamily="49" charset="-122"/>
              </a:rPr>
              <a:t>];    </a:t>
            </a:r>
            <a:r>
              <a:rPr altLang="zh-CN" b="1" dirty="0" lang="en-US">
                <a:solidFill>
                  <a:schemeClr val="tx2"/>
                </a:solidFill>
                <a:latin typeface="Times New Roman" panose="02020603050405020304" pitchFamily="18" charset="0"/>
                <a:ea typeface="仿宋_GB2312" pitchFamily="49" charset="-122"/>
              </a:rPr>
              <a:t>//</a:t>
            </a:r>
            <a:r>
              <a:rPr altLang="en-US" dirty="0" lang="zh-CN">
                <a:solidFill>
                  <a:schemeClr val="tx2"/>
                </a:solidFill>
                <a:latin typeface="Times New Roman" panose="02020603050405020304" pitchFamily="18" charset="0"/>
                <a:ea typeface="隶书" panose="02010509060101010101" pitchFamily="49" charset="-122"/>
              </a:rPr>
              <a:t>二维数组类型</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90" name=""/>
        <p:cNvGrpSpPr/>
        <p:nvPr/>
      </p:nvGrpSpPr>
      <p:grpSpPr>
        <a:xfrm>
          <a:off x="0" y="0"/>
          <a:ext cx="0" cy="0"/>
          <a:chOff x="0" y="0"/>
          <a:chExt cx="0" cy="0"/>
        </a:xfrm>
      </p:grpSpPr>
      <p:sp>
        <p:nvSpPr>
          <p:cNvPr id="1048771" name="Rectangle 2"/>
          <p:cNvSpPr>
            <a:spLocks noGrp="1" noChangeArrowheads="1"/>
          </p:cNvSpPr>
          <p:nvPr>
            <p:ph idx="1"/>
          </p:nvPr>
        </p:nvSpPr>
        <p:spPr>
          <a:xfrm>
            <a:off x="685802" y="914400"/>
            <a:ext cx="7853363" cy="4419600"/>
          </a:xfrm>
        </p:spPr>
        <p:txBody>
          <a:bodyPr/>
          <a:p>
            <a:pPr indent="0" marL="0">
              <a:lnSpc>
                <a:spcPct val="105000"/>
              </a:lnSpc>
              <a:spcBef>
                <a:spcPct val="15000"/>
              </a:spcBef>
              <a:buClr>
                <a:srgbClr val="990099"/>
              </a:buClr>
              <a:buSzPct val="50000"/>
              <a:buNone/>
            </a:pPr>
            <a:r>
              <a:rPr altLang="en-US" b="1" dirty="0" sz="3000" lang="zh-CN">
                <a:solidFill>
                  <a:srgbClr val="FF6600"/>
                </a:solidFill>
                <a:latin typeface="Times New Roman" pitchFamily="18" charset="0"/>
                <a:ea typeface="仿宋_GB2312" pitchFamily="49" charset="-122"/>
              </a:rPr>
              <a:t>静态定义的数组：</a:t>
            </a:r>
            <a:endParaRPr altLang="zh-CN" b="1" dirty="0" sz="3000" lang="en-US">
              <a:solidFill>
                <a:srgbClr val="FF6600"/>
              </a:solidFill>
              <a:latin typeface="Times New Roman" pitchFamily="18" charset="0"/>
              <a:ea typeface="仿宋_GB2312" pitchFamily="49" charset="-122"/>
            </a:endParaRPr>
          </a:p>
          <a:p>
            <a:pPr eaLnBrk="1" hangingPunct="1" lvl="1">
              <a:lnSpc>
                <a:spcPct val="105000"/>
              </a:lnSpc>
              <a:spcBef>
                <a:spcPct val="15000"/>
              </a:spcBef>
              <a:buClr>
                <a:srgbClr val="990099"/>
              </a:buClr>
              <a:buSzPct val="50000"/>
            </a:pPr>
            <a:r>
              <a:rPr altLang="en-US" b="1" dirty="0" sz="2600" lang="zh-CN">
                <a:latin typeface="Times New Roman" pitchFamily="18" charset="0"/>
                <a:ea typeface="仿宋_GB2312" pitchFamily="49" charset="-122"/>
              </a:rPr>
              <a:t>其维数和维界不再改变，在</a:t>
            </a:r>
            <a:r>
              <a:rPr altLang="en-US" b="1" dirty="0" sz="2600" lang="zh-CN">
                <a:solidFill>
                  <a:srgbClr val="0000FF"/>
                </a:solidFill>
                <a:latin typeface="Times New Roman" pitchFamily="18" charset="0"/>
                <a:ea typeface="仿宋_GB2312" pitchFamily="49" charset="-122"/>
              </a:rPr>
              <a:t>编译时</a:t>
            </a:r>
            <a:r>
              <a:rPr altLang="en-US" b="1" dirty="0" sz="2600" lang="zh-CN">
                <a:latin typeface="Times New Roman" pitchFamily="18" charset="0"/>
                <a:ea typeface="仿宋_GB2312" pitchFamily="49" charset="-122"/>
              </a:rPr>
              <a:t>静态分配存储空间。一旦数组空间用完则不能扩充。</a:t>
            </a:r>
            <a:endParaRPr altLang="zh-CN" b="1" dirty="0" sz="2600" lang="en-US">
              <a:latin typeface="Times New Roman" pitchFamily="18" charset="0"/>
              <a:ea typeface="仿宋_GB2312" pitchFamily="49" charset="-122"/>
            </a:endParaRPr>
          </a:p>
          <a:p>
            <a:pPr indent="0" lvl="1" marL="457200">
              <a:lnSpc>
                <a:spcPct val="105000"/>
              </a:lnSpc>
              <a:spcBef>
                <a:spcPct val="15000"/>
              </a:spcBef>
              <a:buClr>
                <a:srgbClr val="990099"/>
              </a:buClr>
              <a:buSzPct val="50000"/>
              <a:buNone/>
            </a:pPr>
            <a:endParaRPr altLang="en-US" b="1" dirty="0" sz="2600" lang="zh-CN">
              <a:latin typeface="Times New Roman" pitchFamily="18" charset="0"/>
              <a:ea typeface="仿宋_GB2312" pitchFamily="49" charset="-122"/>
            </a:endParaRPr>
          </a:p>
          <a:p>
            <a:pPr indent="0" marL="0">
              <a:lnSpc>
                <a:spcPct val="105000"/>
              </a:lnSpc>
              <a:spcBef>
                <a:spcPct val="15000"/>
              </a:spcBef>
              <a:buClr>
                <a:srgbClr val="990099"/>
              </a:buClr>
              <a:buSzPct val="50000"/>
              <a:buNone/>
            </a:pPr>
            <a:r>
              <a:rPr altLang="en-US" b="1" dirty="0" sz="3000" lang="zh-CN">
                <a:solidFill>
                  <a:srgbClr val="FF6600"/>
                </a:solidFill>
                <a:latin typeface="Times New Roman" pitchFamily="18" charset="0"/>
                <a:ea typeface="仿宋_GB2312" pitchFamily="49" charset="-122"/>
              </a:rPr>
              <a:t>动态定义的数组：</a:t>
            </a:r>
            <a:endParaRPr altLang="zh-CN" b="1" dirty="0" sz="3000" lang="en-US">
              <a:solidFill>
                <a:srgbClr val="FF6600"/>
              </a:solidFill>
              <a:latin typeface="Times New Roman" pitchFamily="18" charset="0"/>
              <a:ea typeface="仿宋_GB2312" pitchFamily="49" charset="-122"/>
            </a:endParaRPr>
          </a:p>
          <a:p>
            <a:pPr eaLnBrk="1" hangingPunct="1" lvl="1">
              <a:lnSpc>
                <a:spcPct val="105000"/>
              </a:lnSpc>
              <a:spcBef>
                <a:spcPct val="15000"/>
              </a:spcBef>
              <a:buClr>
                <a:srgbClr val="990099"/>
              </a:buClr>
              <a:buSzPct val="50000"/>
            </a:pPr>
            <a:r>
              <a:rPr altLang="en-US" b="1" dirty="0" sz="2600" lang="zh-CN">
                <a:latin typeface="Times New Roman" pitchFamily="18" charset="0"/>
                <a:ea typeface="仿宋_GB2312" pitchFamily="49" charset="-122"/>
              </a:rPr>
              <a:t>其维界不在说明语句中显式定义，而是在</a:t>
            </a:r>
            <a:r>
              <a:rPr altLang="en-US" b="1" dirty="0" sz="2600" lang="zh-CN">
                <a:solidFill>
                  <a:srgbClr val="0000FF"/>
                </a:solidFill>
                <a:latin typeface="Times New Roman" pitchFamily="18" charset="0"/>
                <a:ea typeface="仿宋_GB2312" pitchFamily="49" charset="-122"/>
              </a:rPr>
              <a:t>程序运行中</a:t>
            </a:r>
            <a:r>
              <a:rPr altLang="en-US" b="1" dirty="0" sz="2600" lang="zh-CN">
                <a:latin typeface="Times New Roman" pitchFamily="18" charset="0"/>
                <a:ea typeface="仿宋_GB2312" pitchFamily="49" charset="-122"/>
              </a:rPr>
              <a:t>创建数组对象时通过 </a:t>
            </a:r>
            <a:r>
              <a:rPr altLang="zh-CN" b="1" dirty="0" sz="2600" lang="en-US">
                <a:solidFill>
                  <a:srgbClr val="0000FF"/>
                </a:solidFill>
                <a:latin typeface="Times New Roman" pitchFamily="18" charset="0"/>
                <a:ea typeface="仿宋_GB2312" pitchFamily="49" charset="-122"/>
              </a:rPr>
              <a:t>new </a:t>
            </a:r>
            <a:r>
              <a:rPr altLang="en-US" b="1" dirty="0" sz="2600" lang="zh-CN">
                <a:solidFill>
                  <a:srgbClr val="0000FF"/>
                </a:solidFill>
                <a:latin typeface="Times New Roman" pitchFamily="18" charset="0"/>
                <a:ea typeface="仿宋_GB2312" pitchFamily="49" charset="-122"/>
              </a:rPr>
              <a:t>动态分配</a:t>
            </a:r>
            <a:r>
              <a:rPr altLang="en-US" b="1" dirty="0" sz="2600" lang="zh-CN">
                <a:latin typeface="Times New Roman" pitchFamily="18" charset="0"/>
                <a:ea typeface="仿宋_GB2312" pitchFamily="49" charset="-122"/>
              </a:rPr>
              <a:t>和初始化，在对象销毁时通过 </a:t>
            </a:r>
            <a:r>
              <a:rPr altLang="zh-CN" b="1" dirty="0" sz="2600" lang="en-US">
                <a:solidFill>
                  <a:srgbClr val="0000FF"/>
                </a:solidFill>
                <a:latin typeface="Times New Roman" pitchFamily="18" charset="0"/>
                <a:ea typeface="仿宋_GB2312" pitchFamily="49" charset="-122"/>
              </a:rPr>
              <a:t>delete </a:t>
            </a:r>
            <a:r>
              <a:rPr altLang="en-US" b="1" dirty="0" sz="2600" lang="zh-CN">
                <a:solidFill>
                  <a:srgbClr val="0000FF"/>
                </a:solidFill>
                <a:latin typeface="Times New Roman" pitchFamily="18" charset="0"/>
                <a:ea typeface="仿宋_GB2312" pitchFamily="49" charset="-122"/>
              </a:rPr>
              <a:t>动态释放</a:t>
            </a:r>
            <a:r>
              <a:rPr altLang="en-US" b="1" dirty="0" sz="2600" lang="zh-CN">
                <a:latin typeface="Times New Roman" pitchFamily="18" charset="0"/>
                <a:ea typeface="仿宋_GB2312" pitchFamily="49" charset="-122"/>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91" name=""/>
        <p:cNvGrpSpPr/>
        <p:nvPr/>
      </p:nvGrpSpPr>
      <p:grpSpPr>
        <a:xfrm>
          <a:off x="0" y="0"/>
          <a:ext cx="0" cy="0"/>
          <a:chOff x="0" y="0"/>
          <a:chExt cx="0" cy="0"/>
        </a:xfrm>
      </p:grpSpPr>
      <p:sp>
        <p:nvSpPr>
          <p:cNvPr id="1048772" name="Rectangle 2"/>
          <p:cNvSpPr>
            <a:spLocks noGrp="1" noChangeArrowheads="1"/>
          </p:cNvSpPr>
          <p:nvPr>
            <p:ph type="title"/>
          </p:nvPr>
        </p:nvSpPr>
        <p:spPr>
          <a:xfrm>
            <a:off x="457200" y="274640"/>
            <a:ext cx="8229600" cy="719137"/>
          </a:xfrm>
        </p:spPr>
        <p:txBody>
          <a:bodyPr/>
          <a:p>
            <a:pPr eaLnBrk="1" hangingPunct="1"/>
            <a:r>
              <a:rPr altLang="en-US" b="1" sz="3600" kumimoji="1" lang="zh-CN">
                <a:ea typeface="华文新魏" panose="02010800040101010101" pitchFamily="2" charset="-122"/>
              </a:rPr>
              <a:t>二维数组的动态定义和初始化</a:t>
            </a:r>
          </a:p>
        </p:txBody>
      </p:sp>
      <p:sp>
        <p:nvSpPr>
          <p:cNvPr id="1048773" name="Rectangle 3"/>
          <p:cNvSpPr>
            <a:spLocks noGrp="1" noChangeArrowheads="1"/>
          </p:cNvSpPr>
          <p:nvPr>
            <p:ph idx="1"/>
          </p:nvPr>
        </p:nvSpPr>
        <p:spPr>
          <a:xfrm>
            <a:off x="647700" y="1241427"/>
            <a:ext cx="8229600" cy="5122863"/>
          </a:xfrm>
        </p:spPr>
        <p:txBody>
          <a:bodyPr/>
          <a:p>
            <a:pPr eaLnBrk="1" hangingPunct="1">
              <a:lnSpc>
                <a:spcPct val="105000"/>
              </a:lnSpc>
              <a:spcBef>
                <a:spcPct val="5000"/>
              </a:spcBef>
              <a:buFontTx/>
              <a:buNone/>
            </a:pPr>
            <a:r>
              <a:rPr altLang="zh-CN" b="1" lang="en-US">
                <a:latin typeface="Times New Roman" panose="02020603050405020304" pitchFamily="18" charset="0"/>
                <a:ea typeface="隶书" panose="02010509060101010101" pitchFamily="49" charset="-122"/>
              </a:rPr>
              <a:t>#include</a:t>
            </a: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&lt;</a:t>
            </a:r>
            <a:r>
              <a:rPr altLang="zh-CN" lang="en-US">
                <a:latin typeface="Times New Roman" panose="02020603050405020304" pitchFamily="18" charset="0"/>
                <a:ea typeface="隶书" panose="02010509060101010101" pitchFamily="49" charset="-122"/>
              </a:rPr>
              <a:t>iostream.h</a:t>
            </a:r>
            <a:r>
              <a:rPr altLang="zh-CN" b="1" lang="en-US">
                <a:latin typeface="Times New Roman" panose="02020603050405020304" pitchFamily="18" charset="0"/>
                <a:ea typeface="隶书" panose="02010509060101010101" pitchFamily="49" charset="-122"/>
              </a:rPr>
              <a:t>&gt;</a:t>
            </a:r>
          </a:p>
          <a:p>
            <a:pPr eaLnBrk="1" hangingPunct="1">
              <a:lnSpc>
                <a:spcPct val="105000"/>
              </a:lnSpc>
              <a:spcBef>
                <a:spcPct val="5000"/>
              </a:spcBef>
              <a:buFontTx/>
              <a:buNone/>
            </a:pPr>
            <a:r>
              <a:rPr altLang="zh-CN" b="1"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b="1" lang="en-US">
                <a:latin typeface="Times New Roman" panose="02020603050405020304" pitchFamily="18" charset="0"/>
                <a:ea typeface="隶书" panose="02010509060101010101" pitchFamily="49" charset="-122"/>
              </a:rPr>
              <a:t>int **</a:t>
            </a:r>
            <a:r>
              <a:rPr altLang="zh-CN" lang="en-US">
                <a:latin typeface="Times New Roman" panose="02020603050405020304" pitchFamily="18" charset="0"/>
                <a:ea typeface="隶书" panose="02010509060101010101" pitchFamily="49" charset="-122"/>
              </a:rPr>
              <a:t>A</a:t>
            </a:r>
            <a:r>
              <a:rPr altLang="zh-CN" b="1"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b="1" lang="en-US">
                <a:latin typeface="Times New Roman" panose="02020603050405020304" pitchFamily="18" charset="0"/>
                <a:ea typeface="隶书" panose="02010509060101010101" pitchFamily="49" charset="-122"/>
              </a:rPr>
              <a:t>int </a:t>
            </a:r>
            <a:r>
              <a:rPr altLang="zh-CN" lang="en-US">
                <a:latin typeface="Times New Roman" panose="02020603050405020304" pitchFamily="18" charset="0"/>
                <a:ea typeface="隶书" panose="02010509060101010101" pitchFamily="49" charset="-122"/>
              </a:rPr>
              <a:t>row =  3</a:t>
            </a:r>
            <a:r>
              <a:rPr altLang="zh-CN" b="1" lang="en-US">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col = 3</a:t>
            </a:r>
            <a:r>
              <a:rPr altLang="zh-CN" b="1" lang="en-US">
                <a:latin typeface="Times New Roman" panose="02020603050405020304" pitchFamily="18" charset="0"/>
                <a:ea typeface="隶书" panose="02010509060101010101" pitchFamily="49" charset="-122"/>
              </a:rPr>
              <a:t>;   int </a:t>
            </a:r>
            <a:r>
              <a:rPr altLang="zh-CN" lang="en-US">
                <a:latin typeface="Times New Roman" panose="02020603050405020304" pitchFamily="18" charset="0"/>
                <a:ea typeface="隶书" panose="02010509060101010101" pitchFamily="49" charset="-122"/>
              </a:rPr>
              <a:t>i</a:t>
            </a:r>
            <a:r>
              <a:rPr altLang="zh-CN" b="1" lang="en-US">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j</a:t>
            </a:r>
            <a:r>
              <a:rPr altLang="zh-CN" b="1" lang="en-US">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altLang="zh-CN" lang="en-US">
                <a:latin typeface="Times New Roman" panose="02020603050405020304" pitchFamily="18" charset="0"/>
                <a:ea typeface="隶书" panose="02010509060101010101" pitchFamily="49" charset="-122"/>
              </a:rPr>
              <a:t>A =</a:t>
            </a:r>
            <a:r>
              <a:rPr altLang="zh-CN" b="1" lang="en-US">
                <a:latin typeface="Times New Roman" panose="02020603050405020304" pitchFamily="18" charset="0"/>
                <a:ea typeface="隶书" panose="02010509060101010101" pitchFamily="49" charset="-122"/>
              </a:rPr>
              <a:t> new int *</a:t>
            </a:r>
            <a:r>
              <a:rPr altLang="zh-CN" lang="en-US">
                <a:latin typeface="Times New Roman" panose="02020603050405020304" pitchFamily="18" charset="0"/>
                <a:ea typeface="隶书" panose="02010509060101010101" pitchFamily="49" charset="-122"/>
              </a:rPr>
              <a:t>[row]</a:t>
            </a:r>
            <a:r>
              <a:rPr altLang="zh-CN" b="1"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b="1" lang="en-US">
                <a:latin typeface="Times New Roman" panose="02020603050405020304" pitchFamily="18" charset="0"/>
                <a:ea typeface="隶书" panose="02010509060101010101" pitchFamily="49" charset="-122"/>
              </a:rPr>
              <a:t>for </a:t>
            </a:r>
            <a:r>
              <a:rPr altLang="zh-CN" lang="en-US">
                <a:latin typeface="Times New Roman" panose="02020603050405020304" pitchFamily="18" charset="0"/>
                <a:ea typeface="隶书" panose="02010509060101010101" pitchFamily="49" charset="-122"/>
              </a:rPr>
              <a:t>(i = 0</a:t>
            </a:r>
            <a:r>
              <a:rPr altLang="zh-CN" b="1" lang="en-US">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i &lt; row</a:t>
            </a:r>
            <a:r>
              <a:rPr altLang="zh-CN" b="1" lang="en-US">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i++)</a:t>
            </a:r>
          </a:p>
          <a:p>
            <a:pPr eaLnBrk="1" hangingPunct="1">
              <a:lnSpc>
                <a:spcPct val="105000"/>
              </a:lnSpc>
              <a:spcBef>
                <a:spcPct val="5000"/>
              </a:spcBef>
              <a:buFontTx/>
              <a:buNone/>
            </a:pPr>
            <a:r>
              <a:rPr altLang="zh-CN" b="1" lang="en-US">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A[i] =</a:t>
            </a:r>
            <a:r>
              <a:rPr altLang="zh-CN" b="1" lang="en-US">
                <a:latin typeface="Times New Roman" panose="02020603050405020304" pitchFamily="18" charset="0"/>
                <a:ea typeface="隶书" panose="02010509060101010101" pitchFamily="49" charset="-122"/>
              </a:rPr>
              <a:t> new int </a:t>
            </a:r>
            <a:r>
              <a:rPr altLang="zh-CN" lang="en-US">
                <a:latin typeface="Times New Roman" panose="02020603050405020304" pitchFamily="18" charset="0"/>
                <a:ea typeface="隶书" panose="02010509060101010101" pitchFamily="49" charset="-122"/>
              </a:rPr>
              <a:t>[col]</a:t>
            </a:r>
            <a:r>
              <a:rPr altLang="zh-CN" b="1"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b="1" lang="en-US">
                <a:latin typeface="Times New Roman" panose="02020603050405020304" pitchFamily="18" charset="0"/>
                <a:ea typeface="隶书" panose="02010509060101010101" pitchFamily="49" charset="-122"/>
              </a:rPr>
              <a:t>for </a:t>
            </a:r>
            <a:r>
              <a:rPr altLang="zh-CN" lang="en-US">
                <a:latin typeface="Times New Roman" panose="02020603050405020304" pitchFamily="18" charset="0"/>
                <a:ea typeface="隶书" panose="02010509060101010101" pitchFamily="49" charset="-122"/>
              </a:rPr>
              <a:t>(i = 0</a:t>
            </a:r>
            <a:r>
              <a:rPr altLang="zh-CN" b="1" lang="en-US">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i &lt; row</a:t>
            </a:r>
            <a:r>
              <a:rPr altLang="zh-CN" b="1" lang="en-US">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i++)</a:t>
            </a:r>
          </a:p>
          <a:p>
            <a:pPr eaLnBrk="1" hangingPunct="1">
              <a:lnSpc>
                <a:spcPct val="105000"/>
              </a:lnSpc>
              <a:spcBef>
                <a:spcPct val="5000"/>
              </a:spcBef>
              <a:buFontTx/>
              <a:buNone/>
            </a:pPr>
            <a:r>
              <a:rPr altLang="zh-CN" b="1" lang="en-US">
                <a:latin typeface="Times New Roman" panose="02020603050405020304" pitchFamily="18" charset="0"/>
                <a:ea typeface="隶书" panose="02010509060101010101" pitchFamily="49" charset="-122"/>
              </a:rPr>
              <a:t>    for </a:t>
            </a:r>
            <a:r>
              <a:rPr altLang="zh-CN" lang="en-US">
                <a:latin typeface="Times New Roman" panose="02020603050405020304" pitchFamily="18" charset="0"/>
                <a:ea typeface="隶书" panose="02010509060101010101" pitchFamily="49" charset="-122"/>
              </a:rPr>
              <a:t>(j = 0</a:t>
            </a:r>
            <a:r>
              <a:rPr altLang="zh-CN" b="1" lang="en-US">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j &lt; col</a:t>
            </a:r>
            <a:r>
              <a:rPr altLang="zh-CN" b="1" lang="en-US">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j++)</a:t>
            </a:r>
            <a:r>
              <a:rPr altLang="zh-CN" b="1" lang="en-US">
                <a:latin typeface="Times New Roman" panose="02020603050405020304" pitchFamily="18" charset="0"/>
                <a:ea typeface="隶书" panose="02010509060101010101" pitchFamily="49" charset="-122"/>
              </a:rPr>
              <a:t>  cin &gt;&gt; </a:t>
            </a:r>
            <a:r>
              <a:rPr altLang="zh-CN" lang="en-US">
                <a:latin typeface="Times New Roman" panose="02020603050405020304" pitchFamily="18" charset="0"/>
                <a:ea typeface="隶书" panose="02010509060101010101" pitchFamily="49" charset="-122"/>
              </a:rPr>
              <a:t>A[i][j]</a:t>
            </a:r>
            <a:r>
              <a:rPr altLang="zh-CN" b="1"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b="1" lang="en-US">
                <a:latin typeface="Times New Roman" panose="02020603050405020304" pitchFamily="18" charset="0"/>
                <a:ea typeface="隶书" panose="02010509060101010101" pitchFamily="49" charset="-122"/>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92" name=""/>
        <p:cNvGrpSpPr/>
        <p:nvPr/>
      </p:nvGrpSpPr>
      <p:grpSpPr>
        <a:xfrm>
          <a:off x="0" y="0"/>
          <a:ext cx="0" cy="0"/>
          <a:chOff x="0" y="0"/>
          <a:chExt cx="0" cy="0"/>
        </a:xfrm>
      </p:grpSpPr>
      <p:sp>
        <p:nvSpPr>
          <p:cNvPr id="1048774" name="标题 1"/>
          <p:cNvSpPr>
            <a:spLocks noGrp="1"/>
          </p:cNvSpPr>
          <p:nvPr>
            <p:ph type="title"/>
          </p:nvPr>
        </p:nvSpPr>
        <p:spPr/>
        <p:txBody>
          <a:bodyPr/>
          <a:p>
            <a:endParaRPr altLang="en-US" lang="zh-CN"/>
          </a:p>
        </p:txBody>
      </p:sp>
      <p:graphicFrame>
        <p:nvGraphicFramePr>
          <p:cNvPr id="4194308" name="Object 6"/>
          <p:cNvGraphicFramePr>
            <a:graphicFrameLocks noChangeAspect="1" noGrp="1"/>
          </p:cNvGraphicFramePr>
          <p:nvPr>
            <p:ph idx="1"/>
          </p:nvPr>
        </p:nvGraphicFramePr>
        <p:xfrm>
          <a:off x="720213" y="2043720"/>
          <a:ext cx="7609876" cy="2520546"/>
        </p:xfrm>
        <a:graphic>
          <a:graphicData uri="http://schemas.openxmlformats.org/presentationml/2006/ole">
            <mc:AlternateContent xmlns:mc="http://schemas.openxmlformats.org/markup-compatibility/2006">
              <mc:Choice xmlns:v="urn:schemas-microsoft-com:vml" Requires="v">
                <p:oleObj name="公式" r:id="rId1" spid="_x0000_s19480" imgH="995216" imgW="3004965" progId="Equation.3">
                  <p:embed/>
                </p:oleObj>
              </mc:Choice>
              <mc:Fallback>
                <p:oleObj name="公式" r:id="rId1" spid="" imgH="995216" imgW="3004965" progId="Equation.3">
                  <p:embed/>
                  <p:pic>
                    <p:nvPicPr>
                      <p:cNvPr id="2097161" name="Object 6"/>
                      <p:cNvPicPr>
                        <a:picLocks noChangeAspect="1" noChangeArrowheads="1"/>
                      </p:cNvPicPr>
                      <p:nvPr/>
                    </p:nvPicPr>
                    <p:blipFill>
                      <a:blip xmlns:r="http://schemas.openxmlformats.org/officeDocument/2006/relationships" r:embed="rId2"/>
                      <a:srcRect/>
                      <a:stretch>
                        <a:fillRect/>
                      </a:stretch>
                    </p:blipFill>
                    <p:spPr bwMode="auto">
                      <a:xfrm>
                        <a:off x="720213" y="2043720"/>
                        <a:ext cx="7609876" cy="2520546"/>
                      </a:xfrm>
                      <a:prstGeom prst="rect"/>
                      <a:noFill/>
                      <a:ln>
                        <a:noFill/>
                      </a:ln>
                      <a:effectLst/>
                    </p:spPr>
                  </p:pic>
                </p:oleObj>
              </mc:Fallback>
            </mc:AlternateContent>
          </a:graphicData>
        </a:graphic>
      </p:graphicFrame>
      <p:sp>
        <p:nvSpPr>
          <p:cNvPr id="1048775" name="文本框 4"/>
          <p:cNvSpPr txBox="1"/>
          <p:nvPr/>
        </p:nvSpPr>
        <p:spPr>
          <a:xfrm>
            <a:off x="1288127" y="5026428"/>
            <a:ext cx="7778288" cy="802640"/>
          </a:xfrm>
          <a:prstGeom prst="rect"/>
          <a:noFill/>
        </p:spPr>
        <p:txBody>
          <a:bodyPr rtlCol="0" wrap="square">
            <a:spAutoFit/>
          </a:bodyPr>
          <a:p>
            <a:pPr indent="-285750" marL="285750">
              <a:buClr>
                <a:schemeClr val="accent5"/>
              </a:buClr>
              <a:buFont typeface="Wingdings" panose="05000000000000000000" pitchFamily="2" charset="2"/>
              <a:buChar char="Ø"/>
            </a:pPr>
            <a:r>
              <a:rPr altLang="en-US" dirty="0" sz="2400" lang="zh-CN"/>
              <a:t>二维数组</a:t>
            </a:r>
            <a:r>
              <a:rPr altLang="zh-CN" dirty="0" sz="2400" lang="en-US"/>
              <a:t>a</a:t>
            </a:r>
            <a:r>
              <a:rPr altLang="en-US" dirty="0" sz="2400" lang="zh-CN"/>
              <a:t>在存储器中有两种地址映射方式：</a:t>
            </a:r>
            <a:endParaRPr altLang="zh-CN" dirty="0" sz="2400" lang="en-US"/>
          </a:p>
          <a:p>
            <a:pPr>
              <a:buClr>
                <a:schemeClr val="accent5"/>
              </a:buClr>
            </a:pPr>
            <a:r>
              <a:rPr altLang="zh-CN" dirty="0" sz="2400" lang="en-US"/>
              <a:t>	</a:t>
            </a:r>
            <a:r>
              <a:rPr altLang="en-US" dirty="0" sz="2400" lang="zh-CN"/>
              <a:t>行优先、列优先</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93" name=""/>
        <p:cNvGrpSpPr/>
        <p:nvPr/>
      </p:nvGrpSpPr>
      <p:grpSpPr>
        <a:xfrm>
          <a:off x="0" y="0"/>
          <a:ext cx="0" cy="0"/>
          <a:chOff x="0" y="0"/>
          <a:chExt cx="0" cy="0"/>
        </a:xfrm>
      </p:grpSpPr>
      <p:sp>
        <p:nvSpPr>
          <p:cNvPr id="1048776" name="标题 1"/>
          <p:cNvSpPr>
            <a:spLocks noGrp="1"/>
          </p:cNvSpPr>
          <p:nvPr>
            <p:ph type="title"/>
          </p:nvPr>
        </p:nvSpPr>
        <p:spPr/>
        <p:txBody>
          <a:bodyPr/>
          <a:p>
            <a:endParaRPr altLang="en-US" lang="zh-CN"/>
          </a:p>
        </p:txBody>
      </p:sp>
      <p:sp>
        <p:nvSpPr>
          <p:cNvPr id="1048777" name="内容占位符 2"/>
          <p:cNvSpPr>
            <a:spLocks noGrp="1"/>
          </p:cNvSpPr>
          <p:nvPr>
            <p:ph idx="1"/>
          </p:nvPr>
        </p:nvSpPr>
        <p:spPr/>
        <p:txBody>
          <a:bodyPr/>
          <a:p>
            <a:r>
              <a:rPr altLang="en-US" dirty="0" lang="zh-CN"/>
              <a:t>二维数组在一维地址空间（存储器）中的</a:t>
            </a:r>
            <a:r>
              <a:rPr altLang="en-US" dirty="0" lang="zh-CN">
                <a:solidFill>
                  <a:srgbClr val="0033CC"/>
                </a:solidFill>
              </a:rPr>
              <a:t>行优先</a:t>
            </a:r>
            <a:r>
              <a:rPr altLang="en-US" dirty="0" lang="zh-CN"/>
              <a:t>存储</a:t>
            </a:r>
            <a:endParaRPr altLang="zh-CN" dirty="0" lang="en-US"/>
          </a:p>
          <a:p>
            <a:endParaRPr altLang="zh-CN" dirty="0" lang="en-US"/>
          </a:p>
          <a:p>
            <a:endParaRPr altLang="zh-CN" dirty="0" lang="en-US"/>
          </a:p>
          <a:p>
            <a:endParaRPr altLang="zh-CN" dirty="0" lang="en-US"/>
          </a:p>
          <a:p>
            <a:r>
              <a:rPr altLang="en-US" dirty="0" lang="zh-CN"/>
              <a:t>二维数组在一维地址空间（存储器）中的</a:t>
            </a:r>
            <a:r>
              <a:rPr altLang="en-US" dirty="0" lang="zh-CN">
                <a:solidFill>
                  <a:srgbClr val="0033CC"/>
                </a:solidFill>
              </a:rPr>
              <a:t>列优先</a:t>
            </a:r>
            <a:r>
              <a:rPr altLang="en-US" dirty="0" lang="zh-CN"/>
              <a:t>存储</a:t>
            </a:r>
            <a:endParaRPr altLang="zh-CN" dirty="0" lang="en-US"/>
          </a:p>
          <a:p>
            <a:endParaRPr altLang="en-US" dirty="0" lang="zh-CN"/>
          </a:p>
        </p:txBody>
      </p:sp>
      <p:pic>
        <p:nvPicPr>
          <p:cNvPr id="2097163" name="Picture 2" descr="https://img-blog.csdnimg.cn/533180ff618e43969070511012f66272.png"/>
          <p:cNvPicPr>
            <a:picLocks noChangeAspect="1" noChangeArrowheads="1"/>
          </p:cNvPicPr>
          <p:nvPr/>
        </p:nvPicPr>
        <p:blipFill>
          <a:blip xmlns:r="http://schemas.openxmlformats.org/officeDocument/2006/relationships" r:embed="rId1"/>
          <a:srcRect/>
          <a:stretch>
            <a:fillRect/>
          </a:stretch>
        </p:blipFill>
        <p:spPr bwMode="auto">
          <a:xfrm>
            <a:off x="891474" y="2805373"/>
            <a:ext cx="6944572" cy="951980"/>
          </a:xfrm>
          <a:prstGeom prst="rect"/>
          <a:noFill/>
        </p:spPr>
      </p:pic>
      <p:sp>
        <p:nvSpPr>
          <p:cNvPr id="1048778" name="矩形 3"/>
          <p:cNvSpPr/>
          <p:nvPr/>
        </p:nvSpPr>
        <p:spPr>
          <a:xfrm>
            <a:off x="5935287" y="3429000"/>
            <a:ext cx="1706880" cy="328352"/>
          </a:xfrm>
          <a:prstGeom prst="rect"/>
          <a:ln>
            <a:solidFill>
              <a:schemeClr val="bg1"/>
            </a:solidFill>
          </a:ln>
        </p:spPr>
        <p:style>
          <a:lnRef idx="2">
            <a:schemeClr val="accent6"/>
          </a:lnRef>
          <a:fillRef idx="1">
            <a:schemeClr val="lt1"/>
          </a:fillRef>
          <a:effectRef idx="0">
            <a:schemeClr val="accent6"/>
          </a:effectRef>
          <a:fontRef idx="minor">
            <a:schemeClr val="dk1"/>
          </a:fontRef>
        </p:style>
        <p:txBody>
          <a:bodyPr anchor="ctr" rtlCol="0"/>
          <a:p>
            <a:pPr algn="ctr"/>
            <a:r>
              <a:rPr altLang="en-US" b="1" dirty="0" lang="zh-CN">
                <a:latin typeface="华文新魏" panose="02010800040101010101" pitchFamily="2" charset="-122"/>
                <a:ea typeface="华文新魏" panose="02010800040101010101" pitchFamily="2" charset="-122"/>
              </a:rPr>
              <a:t>第</a:t>
            </a:r>
            <a:r>
              <a:rPr altLang="zh-CN" b="1" dirty="0" lang="en-US">
                <a:latin typeface="华文新魏" panose="02010800040101010101" pitchFamily="2" charset="-122"/>
                <a:ea typeface="华文新魏" panose="02010800040101010101" pitchFamily="2" charset="-122"/>
              </a:rPr>
              <a:t>m</a:t>
            </a:r>
            <a:r>
              <a:rPr altLang="en-US" b="1" dirty="0" lang="zh-CN">
                <a:latin typeface="华文新魏" panose="02010800040101010101" pitchFamily="2" charset="-122"/>
                <a:ea typeface="华文新魏" panose="02010800040101010101" pitchFamily="2" charset="-122"/>
              </a:rPr>
              <a:t>行</a:t>
            </a:r>
          </a:p>
        </p:txBody>
      </p:sp>
      <p:pic>
        <p:nvPicPr>
          <p:cNvPr id="2097164" name="Picture 4" descr="https://img-blog.csdnimg.cn/b53652157fec48a4947b62be7851012e.png"/>
          <p:cNvPicPr>
            <a:picLocks noChangeAspect="1" noChangeArrowheads="1"/>
          </p:cNvPicPr>
          <p:nvPr/>
        </p:nvPicPr>
        <p:blipFill>
          <a:blip xmlns:r="http://schemas.openxmlformats.org/officeDocument/2006/relationships" r:embed="rId2"/>
          <a:srcRect/>
          <a:stretch>
            <a:fillRect/>
          </a:stretch>
        </p:blipFill>
        <p:spPr bwMode="auto">
          <a:xfrm>
            <a:off x="1008611" y="5389194"/>
            <a:ext cx="6944572" cy="922705"/>
          </a:xfrm>
          <a:prstGeom prst="rect"/>
          <a:noFill/>
        </p:spPr>
      </p:pic>
      <p:sp>
        <p:nvSpPr>
          <p:cNvPr id="1048779" name="矩形 6"/>
          <p:cNvSpPr/>
          <p:nvPr/>
        </p:nvSpPr>
        <p:spPr>
          <a:xfrm>
            <a:off x="6084831" y="5983547"/>
            <a:ext cx="1806717" cy="328352"/>
          </a:xfrm>
          <a:prstGeom prst="rect"/>
          <a:ln>
            <a:solidFill>
              <a:schemeClr val="bg1"/>
            </a:solidFill>
          </a:ln>
        </p:spPr>
        <p:style>
          <a:lnRef idx="2">
            <a:schemeClr val="accent6"/>
          </a:lnRef>
          <a:fillRef idx="1">
            <a:schemeClr val="lt1"/>
          </a:fillRef>
          <a:effectRef idx="0">
            <a:schemeClr val="accent6"/>
          </a:effectRef>
          <a:fontRef idx="minor">
            <a:schemeClr val="dk1"/>
          </a:fontRef>
        </p:style>
        <p:txBody>
          <a:bodyPr anchor="ctr" rtlCol="0"/>
          <a:p>
            <a:pPr algn="ctr"/>
            <a:r>
              <a:rPr altLang="en-US" b="1" dirty="0" lang="zh-CN">
                <a:latin typeface="华文新魏" panose="02010800040101010101" pitchFamily="2" charset="-122"/>
                <a:ea typeface="华文新魏" panose="02010800040101010101" pitchFamily="2" charset="-122"/>
              </a:rPr>
              <a:t>第</a:t>
            </a:r>
            <a:r>
              <a:rPr altLang="zh-CN" b="1" dirty="0" lang="en-US">
                <a:latin typeface="华文新魏" panose="02010800040101010101" pitchFamily="2" charset="-122"/>
                <a:ea typeface="华文新魏" panose="02010800040101010101" pitchFamily="2" charset="-122"/>
              </a:rPr>
              <a:t>n</a:t>
            </a:r>
            <a:r>
              <a:rPr altLang="en-US" b="1" dirty="0" lang="zh-CN">
                <a:latin typeface="华文新魏" panose="02010800040101010101" pitchFamily="2" charset="-122"/>
                <a:ea typeface="华文新魏" panose="02010800040101010101" pitchFamily="2" charset="-122"/>
              </a:rPr>
              <a:t>列</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94" name=""/>
        <p:cNvGrpSpPr/>
        <p:nvPr/>
      </p:nvGrpSpPr>
      <p:grpSpPr>
        <a:xfrm>
          <a:off x="0" y="0"/>
          <a:ext cx="0" cy="0"/>
          <a:chOff x="0" y="0"/>
          <a:chExt cx="0" cy="0"/>
        </a:xfrm>
      </p:grpSpPr>
      <p:sp>
        <p:nvSpPr>
          <p:cNvPr id="1048780" name="Rectangle 2"/>
          <p:cNvSpPr>
            <a:spLocks noGrp="1" noChangeArrowheads="1"/>
          </p:cNvSpPr>
          <p:nvPr>
            <p:ph idx="1"/>
          </p:nvPr>
        </p:nvSpPr>
        <p:spPr>
          <a:xfrm>
            <a:off x="0" y="228600"/>
            <a:ext cx="7772400" cy="685800"/>
          </a:xfrm>
        </p:spPr>
        <p:txBody>
          <a:bodyPr>
            <a:normAutofit fontScale="70183" lnSpcReduction="20000"/>
          </a:bodyPr>
          <a:p>
            <a:pPr eaLnBrk="1" hangingPunct="1" lvl="1">
              <a:buFontTx/>
              <a:buNone/>
            </a:pPr>
            <a:br>
              <a:rPr altLang="zh-CN" b="1" dirty="0" sz="4100" lang="en-US">
                <a:solidFill>
                  <a:srgbClr val="CC0000"/>
                </a:solidFill>
                <a:effectLst>
                  <a:outerShdw algn="tl" blurRad="38100" dir="2700000" dist="38100">
                    <a:srgbClr val="C0C0C0"/>
                  </a:outerShdw>
                </a:effectLst>
                <a:ea typeface="仿宋_GB2312" pitchFamily="49" charset="-122"/>
              </a:rPr>
            </a:br>
            <a:endParaRPr altLang="zh-CN" dirty="0" lang="en-US">
              <a:ea typeface="仿宋_GB2312" pitchFamily="49" charset="-122"/>
            </a:endParaRPr>
          </a:p>
        </p:txBody>
      </p:sp>
      <p:sp>
        <p:nvSpPr>
          <p:cNvPr id="1048781" name="Text Box 3"/>
          <p:cNvSpPr txBox="1">
            <a:spLocks noChangeArrowheads="1"/>
          </p:cNvSpPr>
          <p:nvPr/>
        </p:nvSpPr>
        <p:spPr bwMode="auto">
          <a:xfrm>
            <a:off x="890590" y="935040"/>
            <a:ext cx="184731" cy="461665"/>
          </a:xfrm>
          <a:prstGeom prst="rect"/>
          <a:noFill/>
          <a:ln>
            <a:noFill/>
          </a:ln>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zh-CN" sz="2400" kumimoji="1" lang="zh-CN">
              <a:latin typeface="Times New Roman" panose="02020603050405020304" pitchFamily="18" charset="0"/>
            </a:endParaRPr>
          </a:p>
        </p:txBody>
      </p:sp>
      <p:sp>
        <p:nvSpPr>
          <p:cNvPr id="1048782" name="Text Box 4"/>
          <p:cNvSpPr txBox="1">
            <a:spLocks noChangeArrowheads="1"/>
          </p:cNvSpPr>
          <p:nvPr/>
        </p:nvSpPr>
        <p:spPr bwMode="auto">
          <a:xfrm>
            <a:off x="1485900" y="1327150"/>
            <a:ext cx="800100" cy="762000"/>
          </a:xfrm>
          <a:prstGeom prst="rect"/>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zh-CN" sz="2000" kumimoji="1" lang="en-US">
              <a:latin typeface="Times New Roman" panose="02020603050405020304" pitchFamily="18" charset="0"/>
            </a:endParaRPr>
          </a:p>
          <a:p>
            <a:pPr eaLnBrk="1" hangingPunct="1">
              <a:spcBef>
                <a:spcPct val="0"/>
              </a:spcBef>
              <a:buFontTx/>
              <a:buNone/>
            </a:pPr>
            <a:endParaRPr altLang="zh-CN" sz="2400" kumimoji="1" lang="en-US">
              <a:latin typeface="Times New Roman" panose="02020603050405020304" pitchFamily="18" charset="0"/>
            </a:endParaRPr>
          </a:p>
        </p:txBody>
      </p:sp>
      <p:sp>
        <p:nvSpPr>
          <p:cNvPr id="1048783" name="Text Box 5"/>
          <p:cNvSpPr txBox="1">
            <a:spLocks noChangeArrowheads="1"/>
          </p:cNvSpPr>
          <p:nvPr/>
        </p:nvSpPr>
        <p:spPr bwMode="auto">
          <a:xfrm>
            <a:off x="2286000" y="1965327"/>
            <a:ext cx="184150" cy="366713"/>
          </a:xfrm>
          <a:prstGeom prst="rect"/>
          <a:noFill/>
          <a:ln>
            <a:noFill/>
          </a:ln>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zh-CN" sz="1800" i="1" kumimoji="1" lang="zh-CN">
              <a:latin typeface="Times New Roman" panose="02020603050405020304" pitchFamily="18" charset="0"/>
            </a:endParaRPr>
          </a:p>
        </p:txBody>
      </p:sp>
      <p:sp>
        <p:nvSpPr>
          <p:cNvPr id="1048784" name="Text Box 6"/>
          <p:cNvSpPr txBox="1">
            <a:spLocks noChangeArrowheads="1"/>
          </p:cNvSpPr>
          <p:nvPr/>
        </p:nvSpPr>
        <p:spPr bwMode="auto">
          <a:xfrm>
            <a:off x="841375" y="569915"/>
            <a:ext cx="7480300" cy="701675"/>
          </a:xfrm>
          <a:prstGeom prst="rect"/>
          <a:noFill/>
          <a:ln>
            <a:noFill/>
          </a:ln>
        </p:spPr>
        <p:txBody>
          <a:bodyPr>
            <a:spAutoFit/>
          </a:bodyPr>
          <a:p>
            <a:pPr algn="ctr" eaLnBrk="1" hangingPunct="1">
              <a:buClr>
                <a:srgbClr val="800080"/>
              </a:buClr>
              <a:buSzPct val="40000"/>
              <a:buFont typeface="Wingdings" pitchFamily="2" charset="2"/>
              <a:buNone/>
            </a:pPr>
            <a:r>
              <a:rPr altLang="zh-CN" b="1" dirty="0" sz="4000" kumimoji="1" lang="en-US">
                <a:solidFill>
                  <a:srgbClr val="000099"/>
                </a:solidFill>
                <a:effectLst>
                  <a:outerShdw algn="tl" blurRad="38100" dir="2700000" dist="38100">
                    <a:srgbClr val="C0C0C0"/>
                  </a:outerShdw>
                </a:effectLst>
                <a:latin typeface="Times New Roman" pitchFamily="18" charset="0"/>
                <a:ea typeface="楷体_GB2312" pitchFamily="49" charset="-122"/>
              </a:rPr>
              <a:t> </a:t>
            </a:r>
            <a:r>
              <a:rPr altLang="en-US" b="1" dirty="0" sz="3600" kumimoji="1" lang="zh-CN">
                <a:solidFill>
                  <a:schemeClr val="tx2"/>
                </a:solidFill>
                <a:latin typeface="Times New Roman" pitchFamily="18" charset="0"/>
                <a:ea typeface="华文新魏" pitchFamily="2" charset="-122"/>
              </a:rPr>
              <a:t>二维数组中数组元素的顺序存放</a:t>
            </a:r>
          </a:p>
        </p:txBody>
      </p:sp>
      <p:graphicFrame>
        <p:nvGraphicFramePr>
          <p:cNvPr id="4194309" name="Object 7"/>
          <p:cNvGraphicFramePr>
            <a:graphicFrameLocks noChangeAspect="1"/>
          </p:cNvGraphicFramePr>
          <p:nvPr/>
        </p:nvGraphicFramePr>
        <p:xfrm>
          <a:off x="1098550" y="1450975"/>
          <a:ext cx="7143750" cy="2478088"/>
        </p:xfrm>
        <a:graphic>
          <a:graphicData uri="http://schemas.openxmlformats.org/presentationml/2006/ole">
            <mc:AlternateContent xmlns:mc="http://schemas.openxmlformats.org/markup-compatibility/2006">
              <mc:Choice xmlns:v="urn:schemas-microsoft-com:vml" Requires="v">
                <p:oleObj name="公式" r:id="rId1" spid="_x0000_s1066" imgH="995216" imgW="3004965" progId="Equation.3">
                  <p:embed/>
                </p:oleObj>
              </mc:Choice>
              <mc:Fallback>
                <p:oleObj name="公式" r:id="rId1" spid="" imgH="995216" imgW="3004965" progId="Equation.3">
                  <p:embed/>
                  <p:pic>
                    <p:nvPicPr>
                      <p:cNvPr id="2097165" name="Object 7"/>
                      <p:cNvPicPr>
                        <a:picLocks noChangeAspect="1" noChangeArrowheads="1"/>
                      </p:cNvPicPr>
                      <p:nvPr/>
                    </p:nvPicPr>
                    <p:blipFill>
                      <a:blip xmlns:r="http://schemas.openxmlformats.org/officeDocument/2006/relationships" r:embed="rId2"/>
                      <a:srcRect/>
                      <a:stretch>
                        <a:fillRect/>
                      </a:stretch>
                    </p:blipFill>
                    <p:spPr bwMode="auto">
                      <a:xfrm>
                        <a:off x="1098550" y="1450975"/>
                        <a:ext cx="7143750" cy="2478088"/>
                      </a:xfrm>
                      <a:prstGeom prst="rect"/>
                      <a:noFill/>
                      <a:ln>
                        <a:noFill/>
                      </a:ln>
                      <a:effectLst/>
                    </p:spPr>
                  </p:pic>
                </p:oleObj>
              </mc:Fallback>
            </mc:AlternateContent>
          </a:graphicData>
        </a:graphic>
      </p:graphicFrame>
      <p:sp>
        <p:nvSpPr>
          <p:cNvPr id="1048785" name="Text Box 8"/>
          <p:cNvSpPr txBox="1">
            <a:spLocks noChangeArrowheads="1"/>
          </p:cNvSpPr>
          <p:nvPr/>
        </p:nvSpPr>
        <p:spPr bwMode="auto">
          <a:xfrm>
            <a:off x="749300" y="4051300"/>
            <a:ext cx="7696200" cy="1958341"/>
          </a:xfrm>
          <a:prstGeom prst="rect"/>
          <a:noFill/>
          <a:ln>
            <a:noFill/>
          </a:ln>
        </p:spPr>
        <p:txBody>
          <a:bodyPr>
            <a:spAutoFit/>
          </a:bodyPr>
          <a:lstStyle>
            <a:lvl1pPr indent="-342900" marL="342900">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0"/>
              </a:spcBef>
              <a:buClr>
                <a:srgbClr val="800080"/>
              </a:buClr>
              <a:buSzPct val="50000"/>
              <a:buFont typeface="Wingdings" panose="05000000000000000000" pitchFamily="2" charset="2"/>
              <a:buChar char="n"/>
            </a:pPr>
            <a:r>
              <a:rPr altLang="en-US" b="1" sz="3000" kumimoji="1" lang="zh-CN">
                <a:solidFill>
                  <a:srgbClr val="CC0000"/>
                </a:solidFill>
                <a:latin typeface="Times New Roman" panose="02020603050405020304" pitchFamily="18" charset="0"/>
                <a:ea typeface="仿宋_GB2312" pitchFamily="49" charset="-122"/>
              </a:rPr>
              <a:t>行优先存放：</a:t>
            </a:r>
          </a:p>
          <a:p>
            <a:pPr eaLnBrk="1" hangingPunct="1">
              <a:lnSpc>
                <a:spcPct val="105000"/>
              </a:lnSpc>
              <a:spcBef>
                <a:spcPct val="0"/>
              </a:spcBef>
              <a:buFontTx/>
              <a:buNone/>
            </a:pPr>
            <a:r>
              <a:rPr altLang="en-US" b="1" sz="3000" kumimoji="1" lang="zh-CN">
                <a:latin typeface="Times New Roman" panose="02020603050405020304" pitchFamily="18" charset="0"/>
                <a:ea typeface="仿宋_GB2312" pitchFamily="49" charset="-122"/>
              </a:rPr>
              <a:t>    设数组开始存放位置 </a:t>
            </a:r>
            <a:r>
              <a:rPr altLang="zh-CN" b="1" sz="3000" kumimoji="1" lang="en-US">
                <a:latin typeface="Times New Roman" panose="02020603050405020304" pitchFamily="18" charset="0"/>
                <a:ea typeface="仿宋_GB2312" pitchFamily="49" charset="-122"/>
              </a:rPr>
              <a:t>LOC(0, 0) = </a:t>
            </a:r>
            <a:r>
              <a:rPr altLang="zh-CN" b="1" sz="3000" i="1" kumimoji="1" lang="en-US">
                <a:latin typeface="Times New Roman" panose="02020603050405020304" pitchFamily="18" charset="0"/>
                <a:ea typeface="仿宋_GB2312" pitchFamily="49" charset="-122"/>
              </a:rPr>
              <a:t>a</a:t>
            </a:r>
            <a:r>
              <a:rPr altLang="zh-CN" b="1" sz="3000" kumimoji="1" lang="en-US">
                <a:latin typeface="Times New Roman" panose="02020603050405020304" pitchFamily="18" charset="0"/>
                <a:ea typeface="仿宋_GB2312" pitchFamily="49" charset="-122"/>
              </a:rPr>
              <a:t>,  </a:t>
            </a:r>
            <a:r>
              <a:rPr altLang="en-US" b="1" sz="3000" kumimoji="1" lang="zh-CN">
                <a:latin typeface="Times New Roman" panose="02020603050405020304" pitchFamily="18" charset="0"/>
                <a:ea typeface="仿宋_GB2312" pitchFamily="49" charset="-122"/>
              </a:rPr>
              <a:t>每个元素占用 </a:t>
            </a:r>
            <a:r>
              <a:rPr altLang="zh-CN" b="1" sz="3000" i="1" kumimoji="1" lang="en-US">
                <a:latin typeface="Times New Roman" panose="02020603050405020304" pitchFamily="18" charset="0"/>
                <a:ea typeface="仿宋_GB2312" pitchFamily="49" charset="-122"/>
              </a:rPr>
              <a:t>l</a:t>
            </a:r>
            <a:r>
              <a:rPr altLang="zh-CN" b="1" sz="3000" kumimoji="1" lang="en-US">
                <a:latin typeface="Times New Roman" panose="02020603050405020304" pitchFamily="18" charset="0"/>
                <a:ea typeface="仿宋_GB2312" pitchFamily="49" charset="-122"/>
              </a:rPr>
              <a:t> </a:t>
            </a:r>
            <a:r>
              <a:rPr altLang="zh-CN" b="1" sz="3000" kumimoji="1" lang="zh-CN">
                <a:latin typeface="Times New Roman" panose="02020603050405020304" pitchFamily="18" charset="0"/>
                <a:ea typeface="仿宋_GB2312" pitchFamily="49" charset="-122"/>
              </a:rPr>
              <a:t>个存储单元</a:t>
            </a:r>
            <a:endParaRPr altLang="en-US" b="1" sz="3000" kumimoji="1" lang="zh-CN">
              <a:latin typeface="Times New Roman" panose="02020603050405020304" pitchFamily="18" charset="0"/>
              <a:ea typeface="仿宋_GB2312" pitchFamily="49" charset="-122"/>
            </a:endParaRPr>
          </a:p>
          <a:p>
            <a:pPr eaLnBrk="1" hangingPunct="1">
              <a:lnSpc>
                <a:spcPct val="105000"/>
              </a:lnSpc>
              <a:spcBef>
                <a:spcPct val="0"/>
              </a:spcBef>
              <a:buClr>
                <a:srgbClr val="800080"/>
              </a:buClr>
              <a:buSzPct val="50000"/>
              <a:buFont typeface="Wingdings" panose="05000000000000000000" pitchFamily="2" charset="2"/>
              <a:buChar char="n"/>
            </a:pPr>
            <a:r>
              <a:rPr altLang="en-US" b="1" sz="3000" kumimoji="1" lang="zh-CN">
                <a:solidFill>
                  <a:srgbClr val="CC0000"/>
                </a:solidFill>
                <a:latin typeface="Times New Roman" panose="02020603050405020304" pitchFamily="18" charset="0"/>
                <a:ea typeface="仿宋_GB2312" pitchFamily="49" charset="-122"/>
              </a:rPr>
              <a:t>         </a:t>
            </a:r>
            <a:r>
              <a:rPr altLang="zh-CN" b="1" sz="3000" kumimoji="1" lang="en-US">
                <a:solidFill>
                  <a:srgbClr val="CC0000"/>
                </a:solidFill>
                <a:latin typeface="Times New Roman" panose="02020603050405020304" pitchFamily="18" charset="0"/>
                <a:ea typeface="仿宋_GB2312" pitchFamily="49" charset="-122"/>
              </a:rPr>
              <a:t>LOC ( </a:t>
            </a:r>
            <a:r>
              <a:rPr altLang="zh-CN" b="1" sz="3000" i="1" kumimoji="1" lang="en-US">
                <a:solidFill>
                  <a:srgbClr val="CC0000"/>
                </a:solidFill>
                <a:latin typeface="Times New Roman" panose="02020603050405020304" pitchFamily="18" charset="0"/>
                <a:ea typeface="仿宋_GB2312" pitchFamily="49" charset="-122"/>
              </a:rPr>
              <a:t>j</a:t>
            </a:r>
            <a:r>
              <a:rPr altLang="zh-CN" b="1" sz="3000" kumimoji="1" lang="en-US">
                <a:solidFill>
                  <a:srgbClr val="CC0000"/>
                </a:solidFill>
                <a:latin typeface="Times New Roman" panose="02020603050405020304" pitchFamily="18" charset="0"/>
                <a:ea typeface="仿宋_GB2312" pitchFamily="49" charset="-122"/>
              </a:rPr>
              <a:t>, </a:t>
            </a:r>
            <a:r>
              <a:rPr altLang="zh-CN" b="1" sz="3000" i="1" kumimoji="1" lang="en-US">
                <a:solidFill>
                  <a:srgbClr val="CC0000"/>
                </a:solidFill>
                <a:latin typeface="Times New Roman" panose="02020603050405020304" pitchFamily="18" charset="0"/>
                <a:ea typeface="仿宋_GB2312" pitchFamily="49" charset="-122"/>
              </a:rPr>
              <a:t>k</a:t>
            </a:r>
            <a:r>
              <a:rPr altLang="zh-CN" b="1" sz="3000" kumimoji="1" lang="en-US">
                <a:solidFill>
                  <a:srgbClr val="CC0000"/>
                </a:solidFill>
                <a:latin typeface="Times New Roman" panose="02020603050405020304" pitchFamily="18" charset="0"/>
                <a:ea typeface="仿宋_GB2312" pitchFamily="49" charset="-122"/>
              </a:rPr>
              <a:t> ) = </a:t>
            </a:r>
            <a:r>
              <a:rPr altLang="zh-CN" b="1" sz="3000" i="1" kumimoji="1" lang="en-US">
                <a:solidFill>
                  <a:srgbClr val="CC0000"/>
                </a:solidFill>
                <a:latin typeface="Times New Roman" panose="02020603050405020304" pitchFamily="18" charset="0"/>
                <a:ea typeface="仿宋_GB2312" pitchFamily="49" charset="-122"/>
              </a:rPr>
              <a:t>a</a:t>
            </a:r>
            <a:r>
              <a:rPr altLang="zh-CN" b="1" sz="3000" kumimoji="1" lang="en-US">
                <a:solidFill>
                  <a:srgbClr val="CC0000"/>
                </a:solidFill>
                <a:latin typeface="Times New Roman" panose="02020603050405020304" pitchFamily="18" charset="0"/>
                <a:ea typeface="仿宋_GB2312" pitchFamily="49" charset="-122"/>
              </a:rPr>
              <a:t> + ( </a:t>
            </a:r>
            <a:r>
              <a:rPr altLang="zh-CN" b="1" sz="3000" i="1" kumimoji="1" lang="en-US">
                <a:solidFill>
                  <a:srgbClr val="CC0000"/>
                </a:solidFill>
                <a:latin typeface="Times New Roman" panose="02020603050405020304" pitchFamily="18" charset="0"/>
                <a:ea typeface="仿宋_GB2312" pitchFamily="49" charset="-122"/>
              </a:rPr>
              <a:t>j</a:t>
            </a:r>
            <a:r>
              <a:rPr altLang="zh-CN" b="1" sz="3000" kumimoji="1" lang="en-US">
                <a:solidFill>
                  <a:srgbClr val="CC0000"/>
                </a:solidFill>
                <a:latin typeface="Times New Roman" panose="02020603050405020304" pitchFamily="18" charset="0"/>
                <a:ea typeface="仿宋_GB2312" pitchFamily="49" charset="-122"/>
              </a:rPr>
              <a:t> * </a:t>
            </a:r>
            <a:r>
              <a:rPr altLang="zh-CN" b="1" sz="3000" i="1" kumimoji="1" lang="en-US">
                <a:solidFill>
                  <a:srgbClr val="CC0000"/>
                </a:solidFill>
                <a:latin typeface="Times New Roman" panose="02020603050405020304" pitchFamily="18" charset="0"/>
                <a:ea typeface="仿宋_GB2312" pitchFamily="49" charset="-122"/>
              </a:rPr>
              <a:t>m</a:t>
            </a:r>
            <a:r>
              <a:rPr altLang="zh-CN" b="1" sz="3000" kumimoji="1" lang="en-US">
                <a:solidFill>
                  <a:srgbClr val="CC0000"/>
                </a:solidFill>
                <a:latin typeface="Times New Roman" panose="02020603050405020304" pitchFamily="18" charset="0"/>
                <a:ea typeface="仿宋_GB2312" pitchFamily="49" charset="-122"/>
              </a:rPr>
              <a:t> + </a:t>
            </a:r>
            <a:r>
              <a:rPr altLang="zh-CN" b="1" sz="3000" i="1" kumimoji="1" lang="en-US">
                <a:solidFill>
                  <a:srgbClr val="CC0000"/>
                </a:solidFill>
                <a:latin typeface="Times New Roman" panose="02020603050405020304" pitchFamily="18" charset="0"/>
                <a:ea typeface="仿宋_GB2312" pitchFamily="49" charset="-122"/>
              </a:rPr>
              <a:t>k</a:t>
            </a:r>
            <a:r>
              <a:rPr altLang="zh-CN" b="1" sz="3000" kumimoji="1" lang="en-US">
                <a:solidFill>
                  <a:srgbClr val="CC0000"/>
                </a:solidFill>
                <a:latin typeface="Times New Roman" panose="02020603050405020304" pitchFamily="18" charset="0"/>
                <a:ea typeface="仿宋_GB2312" pitchFamily="49" charset="-122"/>
              </a:rPr>
              <a:t> ) * </a:t>
            </a:r>
            <a:r>
              <a:rPr altLang="zh-CN" b="1" sz="3000" i="1" kumimoji="1" lang="en-US">
                <a:solidFill>
                  <a:srgbClr val="CC0000"/>
                </a:solidFill>
                <a:latin typeface="Times New Roman" panose="02020603050405020304" pitchFamily="18" charset="0"/>
                <a:ea typeface="仿宋_GB2312" pitchFamily="49" charset="-122"/>
              </a:rPr>
              <a:t>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95" name=""/>
        <p:cNvGrpSpPr/>
        <p:nvPr/>
      </p:nvGrpSpPr>
      <p:grpSpPr>
        <a:xfrm>
          <a:off x="0" y="0"/>
          <a:ext cx="0" cy="0"/>
          <a:chOff x="0" y="0"/>
          <a:chExt cx="0" cy="0"/>
        </a:xfrm>
      </p:grpSpPr>
      <p:sp>
        <p:nvSpPr>
          <p:cNvPr id="1048786" name="Rectangle 2"/>
          <p:cNvSpPr>
            <a:spLocks noGrp="1" noChangeArrowheads="1"/>
          </p:cNvSpPr>
          <p:nvPr>
            <p:ph idx="1"/>
          </p:nvPr>
        </p:nvSpPr>
        <p:spPr>
          <a:xfrm>
            <a:off x="0" y="228600"/>
            <a:ext cx="7772400" cy="685800"/>
          </a:xfrm>
        </p:spPr>
        <p:txBody>
          <a:bodyPr>
            <a:normAutofit fontScale="77500" lnSpcReduction="20000"/>
          </a:bodyPr>
          <a:p>
            <a:pPr eaLnBrk="1" hangingPunct="1" lvl="1">
              <a:buFontTx/>
              <a:buNone/>
            </a:pPr>
            <a:br>
              <a:rPr altLang="zh-CN" b="1" sz="4100" lang="en-US">
                <a:solidFill>
                  <a:srgbClr val="CC0000"/>
                </a:solidFill>
                <a:effectLst>
                  <a:outerShdw algn="tl" blurRad="38100" dir="2700000" dist="38100">
                    <a:srgbClr val="C0C0C0"/>
                  </a:outerShdw>
                </a:effectLst>
                <a:ea typeface="仿宋_GB2312" pitchFamily="49" charset="-122"/>
              </a:rPr>
            </a:br>
            <a:endParaRPr altLang="zh-CN" lang="en-US">
              <a:ea typeface="仿宋_GB2312" pitchFamily="49" charset="-122"/>
            </a:endParaRPr>
          </a:p>
        </p:txBody>
      </p:sp>
      <p:sp>
        <p:nvSpPr>
          <p:cNvPr id="1048787" name="Text Box 3"/>
          <p:cNvSpPr txBox="1">
            <a:spLocks noChangeArrowheads="1"/>
          </p:cNvSpPr>
          <p:nvPr/>
        </p:nvSpPr>
        <p:spPr bwMode="auto">
          <a:xfrm>
            <a:off x="890590" y="935040"/>
            <a:ext cx="184731" cy="461665"/>
          </a:xfrm>
          <a:prstGeom prst="rect"/>
          <a:noFill/>
          <a:ln>
            <a:noFill/>
          </a:ln>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zh-CN" sz="2400" kumimoji="1" lang="zh-CN">
              <a:latin typeface="Times New Roman" panose="02020603050405020304" pitchFamily="18" charset="0"/>
            </a:endParaRPr>
          </a:p>
        </p:txBody>
      </p:sp>
      <p:sp>
        <p:nvSpPr>
          <p:cNvPr id="1048788" name="Text Box 4"/>
          <p:cNvSpPr txBox="1">
            <a:spLocks noChangeArrowheads="1"/>
          </p:cNvSpPr>
          <p:nvPr/>
        </p:nvSpPr>
        <p:spPr bwMode="auto">
          <a:xfrm>
            <a:off x="1485900" y="1327150"/>
            <a:ext cx="800100" cy="762000"/>
          </a:xfrm>
          <a:prstGeom prst="rect"/>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zh-CN" sz="2000" kumimoji="1" lang="en-US">
              <a:latin typeface="Times New Roman" panose="02020603050405020304" pitchFamily="18" charset="0"/>
            </a:endParaRPr>
          </a:p>
          <a:p>
            <a:pPr eaLnBrk="1" hangingPunct="1">
              <a:spcBef>
                <a:spcPct val="0"/>
              </a:spcBef>
              <a:buFontTx/>
              <a:buNone/>
            </a:pPr>
            <a:endParaRPr altLang="zh-CN" sz="2400" kumimoji="1" lang="en-US">
              <a:latin typeface="Times New Roman" panose="02020603050405020304" pitchFamily="18" charset="0"/>
            </a:endParaRPr>
          </a:p>
        </p:txBody>
      </p:sp>
      <p:sp>
        <p:nvSpPr>
          <p:cNvPr id="1048789" name="Text Box 5"/>
          <p:cNvSpPr txBox="1">
            <a:spLocks noChangeArrowheads="1"/>
          </p:cNvSpPr>
          <p:nvPr/>
        </p:nvSpPr>
        <p:spPr bwMode="auto">
          <a:xfrm>
            <a:off x="2286000" y="1965327"/>
            <a:ext cx="184150" cy="366713"/>
          </a:xfrm>
          <a:prstGeom prst="rect"/>
          <a:noFill/>
          <a:ln>
            <a:noFill/>
          </a:ln>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zh-CN" sz="1800" i="1" kumimoji="1" lang="zh-CN">
              <a:latin typeface="Times New Roman" panose="02020603050405020304" pitchFamily="18" charset="0"/>
            </a:endParaRPr>
          </a:p>
        </p:txBody>
      </p:sp>
      <p:graphicFrame>
        <p:nvGraphicFramePr>
          <p:cNvPr id="4194310" name="Object 6"/>
          <p:cNvGraphicFramePr>
            <a:graphicFrameLocks noChangeAspect="1"/>
          </p:cNvGraphicFramePr>
          <p:nvPr/>
        </p:nvGraphicFramePr>
        <p:xfrm>
          <a:off x="1098550" y="917575"/>
          <a:ext cx="7143750" cy="2478088"/>
        </p:xfrm>
        <a:graphic>
          <a:graphicData uri="http://schemas.openxmlformats.org/presentationml/2006/ole">
            <mc:AlternateContent xmlns:mc="http://schemas.openxmlformats.org/markup-compatibility/2006">
              <mc:Choice xmlns:v="urn:schemas-microsoft-com:vml" Requires="v">
                <p:oleObj name="公式" r:id="rId1" spid="_x0000_s2091" imgH="995216" imgW="3004965" progId="Equation.3">
                  <p:embed/>
                </p:oleObj>
              </mc:Choice>
              <mc:Fallback>
                <p:oleObj name="公式" r:id="rId1" spid="" imgH="995216" imgW="3004965" progId="Equation.3">
                  <p:embed/>
                  <p:pic>
                    <p:nvPicPr>
                      <p:cNvPr id="2097167" name="Object 6"/>
                      <p:cNvPicPr>
                        <a:picLocks noChangeAspect="1" noChangeArrowheads="1"/>
                      </p:cNvPicPr>
                      <p:nvPr/>
                    </p:nvPicPr>
                    <p:blipFill>
                      <a:blip xmlns:r="http://schemas.openxmlformats.org/officeDocument/2006/relationships" r:embed="rId2"/>
                      <a:srcRect/>
                      <a:stretch>
                        <a:fillRect/>
                      </a:stretch>
                    </p:blipFill>
                    <p:spPr bwMode="auto">
                      <a:xfrm>
                        <a:off x="1098550" y="917575"/>
                        <a:ext cx="7143750" cy="2478088"/>
                      </a:xfrm>
                      <a:prstGeom prst="rect"/>
                      <a:noFill/>
                      <a:ln>
                        <a:noFill/>
                      </a:ln>
                      <a:effectLst/>
                    </p:spPr>
                  </p:pic>
                </p:oleObj>
              </mc:Fallback>
            </mc:AlternateContent>
          </a:graphicData>
        </a:graphic>
      </p:graphicFrame>
      <p:sp>
        <p:nvSpPr>
          <p:cNvPr id="1048790" name="Text Box 7"/>
          <p:cNvSpPr txBox="1">
            <a:spLocks noChangeArrowheads="1"/>
          </p:cNvSpPr>
          <p:nvPr/>
        </p:nvSpPr>
        <p:spPr bwMode="auto">
          <a:xfrm>
            <a:off x="749300" y="3567113"/>
            <a:ext cx="7696200" cy="2101850"/>
          </a:xfrm>
          <a:prstGeom prst="rect"/>
          <a:noFill/>
          <a:ln>
            <a:noFill/>
          </a:ln>
        </p:spPr>
        <p:txBody>
          <a:bodyPr>
            <a:spAutoFit/>
          </a:bodyPr>
          <a:lstStyle>
            <a:lvl1pPr indent="-342900" marL="342900">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10000"/>
              </a:spcBef>
              <a:buClr>
                <a:srgbClr val="800080"/>
              </a:buClr>
              <a:buFont typeface="Wingdings" panose="05000000000000000000" pitchFamily="2" charset="2"/>
              <a:buNone/>
            </a:pPr>
            <a:r>
              <a:rPr altLang="en-US" b="1" sz="3000" kumimoji="1" lang="zh-CN">
                <a:solidFill>
                  <a:srgbClr val="CC0000"/>
                </a:solidFill>
                <a:latin typeface="Times New Roman" panose="02020603050405020304" pitchFamily="18" charset="0"/>
                <a:ea typeface="仿宋_GB2312" pitchFamily="49" charset="-122"/>
              </a:rPr>
              <a:t>列优先存放：</a:t>
            </a:r>
          </a:p>
          <a:p>
            <a:pPr eaLnBrk="1" hangingPunct="1">
              <a:lnSpc>
                <a:spcPct val="105000"/>
              </a:lnSpc>
              <a:spcBef>
                <a:spcPct val="10000"/>
              </a:spcBef>
              <a:buFontTx/>
              <a:buNone/>
            </a:pPr>
            <a:r>
              <a:rPr altLang="en-US" b="1" sz="3000" kumimoji="1" lang="zh-CN">
                <a:solidFill>
                  <a:srgbClr val="000099"/>
                </a:solidFill>
                <a:latin typeface="Times New Roman" panose="02020603050405020304" pitchFamily="18" charset="0"/>
                <a:ea typeface="仿宋_GB2312" pitchFamily="49" charset="-122"/>
              </a:rPr>
              <a:t>    设数组开始存放位置 </a:t>
            </a:r>
            <a:r>
              <a:rPr altLang="zh-CN" b="1" sz="3000" kumimoji="1" lang="en-US">
                <a:solidFill>
                  <a:srgbClr val="000099"/>
                </a:solidFill>
                <a:latin typeface="Times New Roman" panose="02020603050405020304" pitchFamily="18" charset="0"/>
                <a:ea typeface="仿宋_GB2312" pitchFamily="49" charset="-122"/>
              </a:rPr>
              <a:t>LOC(0, 0) = </a:t>
            </a:r>
            <a:r>
              <a:rPr altLang="zh-CN" b="1" sz="3000" i="1" kumimoji="1" lang="en-US">
                <a:solidFill>
                  <a:srgbClr val="000099"/>
                </a:solidFill>
                <a:latin typeface="Times New Roman" panose="02020603050405020304" pitchFamily="18" charset="0"/>
                <a:ea typeface="仿宋_GB2312" pitchFamily="49" charset="-122"/>
              </a:rPr>
              <a:t>a</a:t>
            </a:r>
            <a:r>
              <a:rPr altLang="zh-CN" b="1" sz="3000" kumimoji="1" lang="en-US">
                <a:solidFill>
                  <a:srgbClr val="000099"/>
                </a:solidFill>
                <a:latin typeface="Times New Roman" panose="02020603050405020304" pitchFamily="18" charset="0"/>
                <a:ea typeface="仿宋_GB2312" pitchFamily="49" charset="-122"/>
              </a:rPr>
              <a:t>,  </a:t>
            </a:r>
            <a:r>
              <a:rPr altLang="en-US" b="1" sz="3000" kumimoji="1" lang="zh-CN">
                <a:solidFill>
                  <a:srgbClr val="000099"/>
                </a:solidFill>
                <a:latin typeface="Times New Roman" panose="02020603050405020304" pitchFamily="18" charset="0"/>
                <a:ea typeface="仿宋_GB2312" pitchFamily="49" charset="-122"/>
              </a:rPr>
              <a:t>每个元素占用 </a:t>
            </a:r>
            <a:r>
              <a:rPr altLang="zh-CN" b="1" sz="3000" i="1" kumimoji="1" lang="en-US">
                <a:solidFill>
                  <a:srgbClr val="000099"/>
                </a:solidFill>
                <a:latin typeface="Times New Roman" panose="02020603050405020304" pitchFamily="18" charset="0"/>
                <a:ea typeface="仿宋_GB2312" pitchFamily="49" charset="-122"/>
              </a:rPr>
              <a:t>l</a:t>
            </a:r>
            <a:r>
              <a:rPr altLang="zh-CN" b="1" sz="3000" kumimoji="1" lang="en-US">
                <a:solidFill>
                  <a:srgbClr val="000099"/>
                </a:solidFill>
                <a:latin typeface="Times New Roman" panose="02020603050405020304" pitchFamily="18" charset="0"/>
                <a:ea typeface="仿宋_GB2312" pitchFamily="49" charset="-122"/>
              </a:rPr>
              <a:t> </a:t>
            </a:r>
            <a:r>
              <a:rPr altLang="zh-CN" b="1" sz="3000" kumimoji="1" lang="zh-CN">
                <a:solidFill>
                  <a:srgbClr val="000099"/>
                </a:solidFill>
                <a:latin typeface="Times New Roman" panose="02020603050405020304" pitchFamily="18" charset="0"/>
                <a:ea typeface="仿宋_GB2312" pitchFamily="49" charset="-122"/>
              </a:rPr>
              <a:t>个存储单元</a:t>
            </a:r>
            <a:endParaRPr altLang="en-US" b="1" sz="3000" kumimoji="1" lang="zh-CN">
              <a:solidFill>
                <a:srgbClr val="000099"/>
              </a:solidFill>
              <a:latin typeface="Times New Roman" panose="02020603050405020304" pitchFamily="18" charset="0"/>
              <a:ea typeface="仿宋_GB2312" pitchFamily="49" charset="-122"/>
            </a:endParaRPr>
          </a:p>
          <a:p>
            <a:pPr eaLnBrk="1" hangingPunct="1">
              <a:lnSpc>
                <a:spcPct val="105000"/>
              </a:lnSpc>
              <a:spcBef>
                <a:spcPct val="10000"/>
              </a:spcBef>
              <a:buFontTx/>
              <a:buNone/>
            </a:pPr>
            <a:r>
              <a:rPr altLang="en-US" b="1" sz="3000" kumimoji="1" lang="zh-CN">
                <a:solidFill>
                  <a:srgbClr val="CC0000"/>
                </a:solidFill>
                <a:latin typeface="Times New Roman" panose="02020603050405020304" pitchFamily="18" charset="0"/>
                <a:ea typeface="仿宋_GB2312" pitchFamily="49" charset="-122"/>
              </a:rPr>
              <a:t>     </a:t>
            </a:r>
            <a:r>
              <a:rPr altLang="zh-CN" b="1" sz="3000" kumimoji="1" lang="en-US">
                <a:solidFill>
                  <a:srgbClr val="CC0000"/>
                </a:solidFill>
                <a:latin typeface="Times New Roman" panose="02020603050405020304" pitchFamily="18" charset="0"/>
                <a:ea typeface="仿宋_GB2312" pitchFamily="49" charset="-122"/>
              </a:rPr>
              <a:t>LOC ( </a:t>
            </a:r>
            <a:r>
              <a:rPr altLang="zh-CN" b="1" sz="3000" i="1" kumimoji="1" lang="en-US">
                <a:solidFill>
                  <a:srgbClr val="CC0000"/>
                </a:solidFill>
                <a:latin typeface="Times New Roman" panose="02020603050405020304" pitchFamily="18" charset="0"/>
                <a:ea typeface="仿宋_GB2312" pitchFamily="49" charset="-122"/>
              </a:rPr>
              <a:t>j</a:t>
            </a:r>
            <a:r>
              <a:rPr altLang="zh-CN" b="1" sz="3000" kumimoji="1" lang="en-US">
                <a:solidFill>
                  <a:srgbClr val="CC0000"/>
                </a:solidFill>
                <a:latin typeface="Times New Roman" panose="02020603050405020304" pitchFamily="18" charset="0"/>
                <a:ea typeface="仿宋_GB2312" pitchFamily="49" charset="-122"/>
              </a:rPr>
              <a:t>, </a:t>
            </a:r>
            <a:r>
              <a:rPr altLang="zh-CN" b="1" sz="3000" i="1" kumimoji="1" lang="en-US">
                <a:solidFill>
                  <a:srgbClr val="CC0000"/>
                </a:solidFill>
                <a:latin typeface="Times New Roman" panose="02020603050405020304" pitchFamily="18" charset="0"/>
                <a:ea typeface="仿宋_GB2312" pitchFamily="49" charset="-122"/>
              </a:rPr>
              <a:t>k</a:t>
            </a:r>
            <a:r>
              <a:rPr altLang="zh-CN" b="1" sz="3000" kumimoji="1" lang="en-US">
                <a:solidFill>
                  <a:srgbClr val="CC0000"/>
                </a:solidFill>
                <a:latin typeface="Times New Roman" panose="02020603050405020304" pitchFamily="18" charset="0"/>
                <a:ea typeface="仿宋_GB2312" pitchFamily="49" charset="-122"/>
              </a:rPr>
              <a:t> ) = </a:t>
            </a:r>
            <a:r>
              <a:rPr altLang="zh-CN" b="1" sz="3000" i="1" kumimoji="1" lang="en-US">
                <a:solidFill>
                  <a:srgbClr val="CC0000"/>
                </a:solidFill>
                <a:latin typeface="Times New Roman" panose="02020603050405020304" pitchFamily="18" charset="0"/>
                <a:ea typeface="仿宋_GB2312" pitchFamily="49" charset="-122"/>
              </a:rPr>
              <a:t>a</a:t>
            </a:r>
            <a:r>
              <a:rPr altLang="zh-CN" b="1" sz="3000" kumimoji="1" lang="en-US">
                <a:solidFill>
                  <a:srgbClr val="CC0000"/>
                </a:solidFill>
                <a:latin typeface="Times New Roman" panose="02020603050405020304" pitchFamily="18" charset="0"/>
                <a:ea typeface="仿宋_GB2312" pitchFamily="49" charset="-122"/>
              </a:rPr>
              <a:t> + ( </a:t>
            </a:r>
            <a:r>
              <a:rPr altLang="zh-CN" b="1" sz="3000" i="1" kumimoji="1" lang="en-US">
                <a:solidFill>
                  <a:srgbClr val="CC0000"/>
                </a:solidFill>
                <a:latin typeface="Times New Roman" panose="02020603050405020304" pitchFamily="18" charset="0"/>
                <a:ea typeface="仿宋_GB2312" pitchFamily="49" charset="-122"/>
              </a:rPr>
              <a:t>k</a:t>
            </a:r>
            <a:r>
              <a:rPr altLang="zh-CN" b="1" sz="3000" kumimoji="1" lang="en-US">
                <a:solidFill>
                  <a:srgbClr val="CC0000"/>
                </a:solidFill>
                <a:latin typeface="Times New Roman" panose="02020603050405020304" pitchFamily="18" charset="0"/>
                <a:ea typeface="仿宋_GB2312" pitchFamily="49" charset="-122"/>
              </a:rPr>
              <a:t> * </a:t>
            </a:r>
            <a:r>
              <a:rPr altLang="zh-CN" b="1" sz="3000" i="1" kumimoji="1" lang="en-US">
                <a:solidFill>
                  <a:srgbClr val="CC0000"/>
                </a:solidFill>
                <a:latin typeface="Times New Roman" panose="02020603050405020304" pitchFamily="18" charset="0"/>
                <a:ea typeface="仿宋_GB2312" pitchFamily="49" charset="-122"/>
              </a:rPr>
              <a:t>n</a:t>
            </a:r>
            <a:r>
              <a:rPr altLang="zh-CN" b="1" sz="3000" kumimoji="1" lang="en-US">
                <a:solidFill>
                  <a:srgbClr val="CC0000"/>
                </a:solidFill>
                <a:latin typeface="Times New Roman" panose="02020603050405020304" pitchFamily="18" charset="0"/>
                <a:ea typeface="仿宋_GB2312" pitchFamily="49" charset="-122"/>
              </a:rPr>
              <a:t> + </a:t>
            </a:r>
            <a:r>
              <a:rPr altLang="zh-CN" b="1" sz="3000" i="1" kumimoji="1" lang="en-US">
                <a:solidFill>
                  <a:srgbClr val="CC0000"/>
                </a:solidFill>
                <a:latin typeface="Times New Roman" panose="02020603050405020304" pitchFamily="18" charset="0"/>
                <a:ea typeface="仿宋_GB2312" pitchFamily="49" charset="-122"/>
              </a:rPr>
              <a:t>j</a:t>
            </a:r>
            <a:r>
              <a:rPr altLang="zh-CN" b="1" sz="3000" kumimoji="1" lang="en-US">
                <a:solidFill>
                  <a:srgbClr val="CC0000"/>
                </a:solidFill>
                <a:latin typeface="Times New Roman" panose="02020603050405020304" pitchFamily="18" charset="0"/>
                <a:ea typeface="仿宋_GB2312" pitchFamily="49" charset="-122"/>
              </a:rPr>
              <a:t> ) * </a:t>
            </a:r>
            <a:r>
              <a:rPr altLang="zh-CN" b="1" sz="3000" i="1" kumimoji="1" lang="en-US">
                <a:solidFill>
                  <a:srgbClr val="CC0000"/>
                </a:solidFill>
                <a:latin typeface="Times New Roman" panose="02020603050405020304" pitchFamily="18" charset="0"/>
                <a:ea typeface="仿宋_GB2312" pitchFamily="49" charset="-122"/>
              </a:rPr>
              <a:t>l</a:t>
            </a:r>
            <a:endParaRPr altLang="zh-CN" sz="3000" kumimoji="1" lang="en-US">
              <a:solidFill>
                <a:schemeClr val="tx2"/>
              </a:solidFill>
              <a:latin typeface="Times New Roman" panose="02020603050405020304" pitchFamily="18" charset="0"/>
              <a:ea typeface="仿宋_GB2312"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96" name=""/>
        <p:cNvGrpSpPr/>
        <p:nvPr/>
      </p:nvGrpSpPr>
      <p:grpSpPr>
        <a:xfrm>
          <a:off x="0" y="0"/>
          <a:ext cx="0" cy="0"/>
          <a:chOff x="0" y="0"/>
          <a:chExt cx="0" cy="0"/>
        </a:xfrm>
      </p:grpSpPr>
      <p:sp>
        <p:nvSpPr>
          <p:cNvPr id="1048791" name="Rectangle 2"/>
          <p:cNvSpPr>
            <a:spLocks noGrp="1" noChangeArrowheads="1"/>
          </p:cNvSpPr>
          <p:nvPr>
            <p:ph type="title"/>
          </p:nvPr>
        </p:nvSpPr>
        <p:spPr>
          <a:xfrm>
            <a:off x="635000" y="315915"/>
            <a:ext cx="7526338" cy="638175"/>
          </a:xfrm>
        </p:spPr>
        <p:txBody>
          <a:bodyPr>
            <a:normAutofit fontScale="90000"/>
          </a:bodyPr>
          <a:p>
            <a:pPr eaLnBrk="1" hangingPunct="1">
              <a:buClr>
                <a:srgbClr val="800080"/>
              </a:buClr>
              <a:buSzPct val="50000"/>
              <a:buFont typeface="Wingdings" pitchFamily="2" charset="2"/>
              <a:buNone/>
            </a:pPr>
            <a:r>
              <a:rPr altLang="zh-CN" sz="3700" lang="en-US">
                <a:solidFill>
                  <a:srgbClr val="000099"/>
                </a:solidFill>
                <a:effectLst>
                  <a:outerShdw algn="tl" blurRad="38100" dir="2700000" dist="38100">
                    <a:srgbClr val="C0C0C0"/>
                  </a:outerShdw>
                </a:effectLst>
                <a:ea typeface="仿宋_GB2312" pitchFamily="49" charset="-122"/>
              </a:rPr>
              <a:t> </a:t>
            </a:r>
            <a:r>
              <a:rPr altLang="en-US" b="1" sz="4000" lang="zh-CN">
                <a:ea typeface="华文新魏" pitchFamily="2" charset="-122"/>
              </a:rPr>
              <a:t>三维数组</a:t>
            </a:r>
          </a:p>
        </p:txBody>
      </p:sp>
      <p:sp>
        <p:nvSpPr>
          <p:cNvPr id="1048792" name="Rectangle 3"/>
          <p:cNvSpPr>
            <a:spLocks noGrp="1" noChangeArrowheads="1"/>
          </p:cNvSpPr>
          <p:nvPr>
            <p:ph idx="1"/>
          </p:nvPr>
        </p:nvSpPr>
        <p:spPr>
          <a:xfrm>
            <a:off x="762000" y="1231900"/>
            <a:ext cx="8382000" cy="2863850"/>
          </a:xfrm>
        </p:spPr>
        <p:txBody>
          <a:bodyPr/>
          <a:p>
            <a:pPr eaLnBrk="1" hangingPunct="1">
              <a:lnSpc>
                <a:spcPct val="105000"/>
              </a:lnSpc>
              <a:spcBef>
                <a:spcPct val="15000"/>
              </a:spcBef>
              <a:buClr>
                <a:srgbClr val="990099"/>
              </a:buClr>
              <a:buSzPct val="50000"/>
            </a:pPr>
            <a:r>
              <a:rPr altLang="en-US" b="1" dirty="0" sz="3000" lang="zh-CN">
                <a:solidFill>
                  <a:srgbClr val="000099"/>
                </a:solidFill>
                <a:latin typeface="Times New Roman" pitchFamily="18" charset="0"/>
                <a:ea typeface="仿宋_GB2312" pitchFamily="49" charset="-122"/>
              </a:rPr>
              <a:t>各维元素个数为</a:t>
            </a:r>
            <a:r>
              <a:rPr altLang="en-US" dirty="0" sz="3000" lang="zh-CN">
                <a:solidFill>
                  <a:srgbClr val="000099"/>
                </a:solidFill>
                <a:latin typeface="Times New Roman" pitchFamily="18" charset="0"/>
                <a:ea typeface="仿宋_GB2312" pitchFamily="49" charset="-122"/>
              </a:rPr>
              <a:t>  </a:t>
            </a:r>
            <a:r>
              <a:rPr altLang="zh-CN" b="1" dirty="0" sz="3000" i="1" lang="en-US">
                <a:solidFill>
                  <a:srgbClr val="000099"/>
                </a:solidFill>
                <a:latin typeface="Times New Roman" pitchFamily="18" charset="0"/>
                <a:ea typeface="仿宋_GB2312" pitchFamily="49" charset="-122"/>
              </a:rPr>
              <a:t>m</a:t>
            </a:r>
            <a:r>
              <a:rPr altLang="zh-CN" baseline="-25000" b="1" dirty="0" sz="3000" lang="en-US">
                <a:solidFill>
                  <a:srgbClr val="000099"/>
                </a:solidFill>
                <a:latin typeface="Times New Roman" pitchFamily="18" charset="0"/>
                <a:ea typeface="仿宋_GB2312" pitchFamily="49" charset="-122"/>
              </a:rPr>
              <a:t>1</a:t>
            </a:r>
            <a:r>
              <a:rPr altLang="zh-CN" b="1" dirty="0" sz="3000" i="1" lang="en-US">
                <a:solidFill>
                  <a:srgbClr val="000099"/>
                </a:solidFill>
                <a:latin typeface="Times New Roman" pitchFamily="18" charset="0"/>
                <a:ea typeface="仿宋_GB2312" pitchFamily="49" charset="-122"/>
              </a:rPr>
              <a:t>, m</a:t>
            </a:r>
            <a:r>
              <a:rPr altLang="zh-CN" baseline="-25000" b="1" dirty="0" sz="3000" lang="en-US">
                <a:solidFill>
                  <a:srgbClr val="000099"/>
                </a:solidFill>
                <a:latin typeface="Times New Roman" pitchFamily="18" charset="0"/>
                <a:ea typeface="仿宋_GB2312" pitchFamily="49" charset="-122"/>
              </a:rPr>
              <a:t>2</a:t>
            </a:r>
            <a:r>
              <a:rPr altLang="zh-CN" b="1" dirty="0" sz="3000" i="1" lang="en-US">
                <a:solidFill>
                  <a:srgbClr val="000099"/>
                </a:solidFill>
                <a:latin typeface="Times New Roman" pitchFamily="18" charset="0"/>
                <a:ea typeface="仿宋_GB2312" pitchFamily="49" charset="-122"/>
              </a:rPr>
              <a:t>, m</a:t>
            </a:r>
            <a:r>
              <a:rPr altLang="zh-CN" baseline="-25000" b="1" dirty="0" sz="3000" lang="en-US">
                <a:solidFill>
                  <a:srgbClr val="000099"/>
                </a:solidFill>
                <a:latin typeface="Times New Roman" pitchFamily="18" charset="0"/>
                <a:ea typeface="仿宋_GB2312" pitchFamily="49" charset="-122"/>
              </a:rPr>
              <a:t>3</a:t>
            </a:r>
            <a:endParaRPr altLang="zh-CN" baseline="-25000" b="1" dirty="0" sz="3000" i="1" lang="en-US">
              <a:solidFill>
                <a:srgbClr val="000099"/>
              </a:solidFill>
              <a:latin typeface="Times New Roman" pitchFamily="18" charset="0"/>
              <a:ea typeface="仿宋_GB2312" pitchFamily="49" charset="-122"/>
            </a:endParaRPr>
          </a:p>
          <a:p>
            <a:pPr eaLnBrk="1" hangingPunct="1">
              <a:lnSpc>
                <a:spcPct val="105000"/>
              </a:lnSpc>
              <a:spcBef>
                <a:spcPct val="15000"/>
              </a:spcBef>
              <a:buClr>
                <a:srgbClr val="990099"/>
              </a:buClr>
              <a:buSzPct val="50000"/>
            </a:pPr>
            <a:r>
              <a:rPr altLang="en-US" b="1" dirty="0" sz="3000" lang="zh-CN">
                <a:solidFill>
                  <a:srgbClr val="000099"/>
                </a:solidFill>
                <a:latin typeface="Times New Roman" pitchFamily="18" charset="0"/>
                <a:ea typeface="仿宋_GB2312" pitchFamily="49" charset="-122"/>
              </a:rPr>
              <a:t>下标为 </a:t>
            </a:r>
            <a:r>
              <a:rPr altLang="zh-CN" b="1" dirty="0" sz="3000" i="1" lang="en-US">
                <a:solidFill>
                  <a:srgbClr val="000099"/>
                </a:solidFill>
                <a:latin typeface="Times New Roman" pitchFamily="18" charset="0"/>
                <a:ea typeface="仿宋_GB2312" pitchFamily="49" charset="-122"/>
              </a:rPr>
              <a:t>i</a:t>
            </a:r>
            <a:r>
              <a:rPr altLang="zh-CN" baseline="-25000" b="1" dirty="0" sz="3000" lang="en-US">
                <a:solidFill>
                  <a:srgbClr val="000099"/>
                </a:solidFill>
                <a:latin typeface="Times New Roman" pitchFamily="18" charset="0"/>
                <a:ea typeface="仿宋_GB2312" pitchFamily="49" charset="-122"/>
              </a:rPr>
              <a:t>1</a:t>
            </a:r>
            <a:r>
              <a:rPr altLang="zh-CN" b="1" dirty="0" sz="3000" i="1" lang="en-US">
                <a:solidFill>
                  <a:srgbClr val="000099"/>
                </a:solidFill>
                <a:latin typeface="Times New Roman" pitchFamily="18" charset="0"/>
                <a:ea typeface="仿宋_GB2312" pitchFamily="49" charset="-122"/>
              </a:rPr>
              <a:t>, i</a:t>
            </a:r>
            <a:r>
              <a:rPr altLang="zh-CN" baseline="-25000" b="1" dirty="0" sz="3000" lang="en-US">
                <a:solidFill>
                  <a:srgbClr val="000099"/>
                </a:solidFill>
                <a:latin typeface="Times New Roman" pitchFamily="18" charset="0"/>
                <a:ea typeface="仿宋_GB2312" pitchFamily="49" charset="-122"/>
              </a:rPr>
              <a:t>2</a:t>
            </a:r>
            <a:r>
              <a:rPr altLang="zh-CN" b="1" dirty="0" sz="3000" i="1" lang="en-US">
                <a:solidFill>
                  <a:srgbClr val="000099"/>
                </a:solidFill>
                <a:latin typeface="Times New Roman" pitchFamily="18" charset="0"/>
                <a:ea typeface="仿宋_GB2312" pitchFamily="49" charset="-122"/>
              </a:rPr>
              <a:t>, i</a:t>
            </a:r>
            <a:r>
              <a:rPr altLang="zh-CN" baseline="-25000" b="1" dirty="0" sz="3000" lang="en-US">
                <a:solidFill>
                  <a:srgbClr val="000099"/>
                </a:solidFill>
                <a:latin typeface="Times New Roman" pitchFamily="18" charset="0"/>
                <a:ea typeface="仿宋_GB2312" pitchFamily="49" charset="-122"/>
              </a:rPr>
              <a:t>3</a:t>
            </a:r>
            <a:r>
              <a:rPr altLang="en-US" b="1" dirty="0" sz="3000" lang="zh-CN">
                <a:solidFill>
                  <a:srgbClr val="000099"/>
                </a:solidFill>
                <a:latin typeface="Times New Roman" pitchFamily="18" charset="0"/>
                <a:ea typeface="仿宋_GB2312" pitchFamily="49" charset="-122"/>
              </a:rPr>
              <a:t>的数组元素的存储地址：</a:t>
            </a:r>
          </a:p>
          <a:p>
            <a:pPr eaLnBrk="1" hangingPunct="1">
              <a:lnSpc>
                <a:spcPct val="105000"/>
              </a:lnSpc>
              <a:spcBef>
                <a:spcPct val="15000"/>
              </a:spcBef>
              <a:buClr>
                <a:srgbClr val="008000"/>
              </a:buClr>
              <a:buSzPct val="50000"/>
              <a:buFont typeface="Wingdings" pitchFamily="2" charset="2"/>
              <a:buNone/>
            </a:pPr>
            <a:r>
              <a:rPr altLang="en-US" b="1" dirty="0" sz="3000" lang="zh-CN">
                <a:solidFill>
                  <a:srgbClr val="009900"/>
                </a:solidFill>
                <a:latin typeface="Times New Roman" pitchFamily="18" charset="0"/>
                <a:ea typeface="仿宋_GB2312" pitchFamily="49" charset="-122"/>
              </a:rPr>
              <a:t>		</a:t>
            </a:r>
            <a:r>
              <a:rPr altLang="en-US" b="1" dirty="0" sz="3000" lang="zh-CN">
                <a:solidFill>
                  <a:srgbClr val="FF6600"/>
                </a:solidFill>
                <a:latin typeface="Times New Roman" pitchFamily="18" charset="0"/>
                <a:ea typeface="仿宋_GB2312" pitchFamily="49" charset="-122"/>
              </a:rPr>
              <a:t>（按页／行／列存放）</a:t>
            </a:r>
          </a:p>
          <a:p>
            <a:pPr eaLnBrk="1" hangingPunct="1">
              <a:lnSpc>
                <a:spcPct val="80000"/>
              </a:lnSpc>
              <a:buFontTx/>
              <a:buNone/>
            </a:pPr>
            <a:r>
              <a:rPr altLang="en-US" b="1" dirty="0" sz="3000" kumimoji="1" lang="zh-CN">
                <a:solidFill>
                  <a:srgbClr val="FF3300"/>
                </a:solidFill>
                <a:latin typeface="Times New Roman" pitchFamily="18" charset="0"/>
              </a:rPr>
              <a:t>		</a:t>
            </a:r>
            <a:r>
              <a:rPr altLang="zh-CN" b="1" dirty="0" sz="3000" kumimoji="1" lang="en-US">
                <a:solidFill>
                  <a:srgbClr val="0000FF"/>
                </a:solidFill>
                <a:latin typeface="Times New Roman" pitchFamily="18" charset="0"/>
              </a:rPr>
              <a:t>LOC ( </a:t>
            </a:r>
            <a:r>
              <a:rPr altLang="zh-CN" b="1" dirty="0" sz="3000" i="1" kumimoji="1" lang="en-US">
                <a:solidFill>
                  <a:srgbClr val="0000FF"/>
                </a:solidFill>
                <a:latin typeface="Times New Roman" pitchFamily="18" charset="0"/>
              </a:rPr>
              <a:t>i</a:t>
            </a:r>
            <a:r>
              <a:rPr altLang="zh-CN" baseline="-25000" b="1" dirty="0" sz="3000" kumimoji="1" lang="en-US">
                <a:solidFill>
                  <a:srgbClr val="0000FF"/>
                </a:solidFill>
                <a:latin typeface="Times New Roman" pitchFamily="18" charset="0"/>
              </a:rPr>
              <a:t>1</a:t>
            </a:r>
            <a:r>
              <a:rPr altLang="zh-CN" b="1" dirty="0" sz="3000" i="1" kumimoji="1" lang="en-US">
                <a:solidFill>
                  <a:srgbClr val="0000FF"/>
                </a:solidFill>
                <a:latin typeface="Times New Roman" pitchFamily="18" charset="0"/>
              </a:rPr>
              <a:t>, i</a:t>
            </a:r>
            <a:r>
              <a:rPr altLang="zh-CN" baseline="-25000" b="1" dirty="0" sz="3000" kumimoji="1" lang="en-US">
                <a:solidFill>
                  <a:srgbClr val="0000FF"/>
                </a:solidFill>
                <a:latin typeface="Times New Roman" pitchFamily="18" charset="0"/>
              </a:rPr>
              <a:t>2</a:t>
            </a:r>
            <a:r>
              <a:rPr altLang="zh-CN" b="1" dirty="0" sz="3000" i="1" kumimoji="1" lang="en-US">
                <a:solidFill>
                  <a:srgbClr val="0000FF"/>
                </a:solidFill>
                <a:latin typeface="Times New Roman" pitchFamily="18" charset="0"/>
              </a:rPr>
              <a:t>, i</a:t>
            </a:r>
            <a:r>
              <a:rPr altLang="zh-CN" baseline="-25000" b="1" dirty="0" sz="3000" kumimoji="1" lang="en-US">
                <a:solidFill>
                  <a:srgbClr val="0000FF"/>
                </a:solidFill>
                <a:latin typeface="Times New Roman" pitchFamily="18" charset="0"/>
              </a:rPr>
              <a:t>3</a:t>
            </a:r>
            <a:r>
              <a:rPr altLang="zh-CN" b="1" dirty="0" sz="3000" kumimoji="1" lang="en-US">
                <a:solidFill>
                  <a:srgbClr val="0000FF"/>
                </a:solidFill>
                <a:latin typeface="Times New Roman" pitchFamily="18" charset="0"/>
              </a:rPr>
              <a:t> ) = </a:t>
            </a:r>
            <a:r>
              <a:rPr altLang="zh-CN" b="1" dirty="0" sz="3000" i="1" kumimoji="1" lang="en-US">
                <a:solidFill>
                  <a:srgbClr val="0000FF"/>
                </a:solidFill>
                <a:latin typeface="Times New Roman" pitchFamily="18" charset="0"/>
              </a:rPr>
              <a:t>a</a:t>
            </a:r>
            <a:r>
              <a:rPr altLang="zh-CN" b="1" dirty="0" sz="3000" kumimoji="1" lang="en-US">
                <a:solidFill>
                  <a:srgbClr val="0000FF"/>
                </a:solidFill>
                <a:latin typeface="Times New Roman" pitchFamily="18" charset="0"/>
              </a:rPr>
              <a:t> + </a:t>
            </a:r>
          </a:p>
          <a:p>
            <a:pPr eaLnBrk="1" hangingPunct="1">
              <a:lnSpc>
                <a:spcPct val="80000"/>
              </a:lnSpc>
              <a:buFontTx/>
              <a:buNone/>
            </a:pPr>
            <a:r>
              <a:rPr altLang="zh-CN" b="1" dirty="0" sz="3000" kumimoji="1" lang="en-US">
                <a:solidFill>
                  <a:srgbClr val="0000FF"/>
                </a:solidFill>
                <a:latin typeface="Times New Roman" pitchFamily="18" charset="0"/>
              </a:rPr>
              <a:t>			 ( </a:t>
            </a:r>
            <a:r>
              <a:rPr altLang="zh-CN" b="1" dirty="0" sz="3000" i="1" kumimoji="1" lang="en-US">
                <a:solidFill>
                  <a:srgbClr val="0000FF"/>
                </a:solidFill>
                <a:latin typeface="Times New Roman" pitchFamily="18" charset="0"/>
              </a:rPr>
              <a:t>i</a:t>
            </a:r>
            <a:r>
              <a:rPr altLang="zh-CN" baseline="-25000" b="1" dirty="0" sz="3000" kumimoji="1" lang="en-US">
                <a:solidFill>
                  <a:srgbClr val="0000FF"/>
                </a:solidFill>
                <a:latin typeface="Times New Roman" pitchFamily="18" charset="0"/>
              </a:rPr>
              <a:t>1</a:t>
            </a:r>
            <a:r>
              <a:rPr altLang="zh-CN" b="1" dirty="0" sz="3000" kumimoji="1" lang="en-US">
                <a:solidFill>
                  <a:srgbClr val="0000FF"/>
                </a:solidFill>
                <a:latin typeface="Times New Roman" pitchFamily="18" charset="0"/>
              </a:rPr>
              <a:t>* </a:t>
            </a:r>
            <a:r>
              <a:rPr altLang="zh-CN" b="1" dirty="0" sz="3000" i="1" kumimoji="1" lang="en-US">
                <a:solidFill>
                  <a:srgbClr val="0000FF"/>
                </a:solidFill>
                <a:latin typeface="Times New Roman" pitchFamily="18" charset="0"/>
              </a:rPr>
              <a:t>m</a:t>
            </a:r>
            <a:r>
              <a:rPr altLang="zh-CN" baseline="-25000" b="1" dirty="0" sz="3000" kumimoji="1" lang="en-US">
                <a:solidFill>
                  <a:srgbClr val="0000FF"/>
                </a:solidFill>
                <a:latin typeface="Times New Roman" pitchFamily="18" charset="0"/>
              </a:rPr>
              <a:t>2</a:t>
            </a:r>
            <a:r>
              <a:rPr altLang="zh-CN" b="1" dirty="0" sz="3000" kumimoji="1" lang="en-US">
                <a:solidFill>
                  <a:srgbClr val="0000FF"/>
                </a:solidFill>
                <a:latin typeface="Times New Roman" pitchFamily="18" charset="0"/>
              </a:rPr>
              <a:t> * </a:t>
            </a:r>
            <a:r>
              <a:rPr altLang="zh-CN" b="1" dirty="0" sz="3000" i="1" kumimoji="1" lang="en-US">
                <a:solidFill>
                  <a:srgbClr val="0000FF"/>
                </a:solidFill>
                <a:latin typeface="Times New Roman" pitchFamily="18" charset="0"/>
              </a:rPr>
              <a:t>m</a:t>
            </a:r>
            <a:r>
              <a:rPr altLang="zh-CN" baseline="-25000" b="1" dirty="0" sz="3000" kumimoji="1" lang="en-US">
                <a:solidFill>
                  <a:srgbClr val="0000FF"/>
                </a:solidFill>
                <a:latin typeface="Times New Roman" pitchFamily="18" charset="0"/>
              </a:rPr>
              <a:t>3</a:t>
            </a:r>
            <a:r>
              <a:rPr altLang="zh-CN" b="1" dirty="0" sz="3000" kumimoji="1" lang="en-US">
                <a:solidFill>
                  <a:srgbClr val="0000FF"/>
                </a:solidFill>
                <a:latin typeface="Times New Roman" pitchFamily="18" charset="0"/>
              </a:rPr>
              <a:t> </a:t>
            </a:r>
            <a:r>
              <a:rPr altLang="zh-CN" b="1" dirty="0" sz="3000" i="1" kumimoji="1" lang="en-US">
                <a:solidFill>
                  <a:srgbClr val="0000FF"/>
                </a:solidFill>
                <a:latin typeface="Times New Roman" pitchFamily="18" charset="0"/>
              </a:rPr>
              <a:t>+ i</a:t>
            </a:r>
            <a:r>
              <a:rPr altLang="zh-CN" baseline="-25000" b="1" dirty="0" sz="3000" kumimoji="1" lang="en-US">
                <a:solidFill>
                  <a:srgbClr val="0000FF"/>
                </a:solidFill>
                <a:latin typeface="Times New Roman" pitchFamily="18" charset="0"/>
              </a:rPr>
              <a:t>2</a:t>
            </a:r>
            <a:r>
              <a:rPr altLang="zh-CN" b="1" dirty="0" sz="3000" i="1" kumimoji="1" lang="en-US">
                <a:solidFill>
                  <a:srgbClr val="0000FF"/>
                </a:solidFill>
                <a:latin typeface="Times New Roman" pitchFamily="18" charset="0"/>
              </a:rPr>
              <a:t>* m</a:t>
            </a:r>
            <a:r>
              <a:rPr altLang="zh-CN" baseline="-25000" b="1" dirty="0" sz="3000" kumimoji="1" lang="en-US">
                <a:solidFill>
                  <a:srgbClr val="0000FF"/>
                </a:solidFill>
                <a:latin typeface="Times New Roman" pitchFamily="18" charset="0"/>
              </a:rPr>
              <a:t>3</a:t>
            </a:r>
            <a:r>
              <a:rPr altLang="zh-CN" b="1" dirty="0" sz="3000" kumimoji="1" lang="en-US">
                <a:solidFill>
                  <a:srgbClr val="0000FF"/>
                </a:solidFill>
                <a:latin typeface="Times New Roman" pitchFamily="18" charset="0"/>
              </a:rPr>
              <a:t> </a:t>
            </a:r>
            <a:r>
              <a:rPr altLang="zh-CN" b="1" dirty="0" sz="3000" i="1" kumimoji="1" lang="en-US">
                <a:solidFill>
                  <a:srgbClr val="0000FF"/>
                </a:solidFill>
                <a:latin typeface="Times New Roman" pitchFamily="18" charset="0"/>
              </a:rPr>
              <a:t>+ i</a:t>
            </a:r>
            <a:r>
              <a:rPr altLang="zh-CN" baseline="-25000" b="1" dirty="0" sz="3000" kumimoji="1" lang="en-US">
                <a:solidFill>
                  <a:srgbClr val="0000FF"/>
                </a:solidFill>
                <a:latin typeface="Times New Roman" pitchFamily="18" charset="0"/>
              </a:rPr>
              <a:t>3</a:t>
            </a:r>
            <a:r>
              <a:rPr altLang="zh-CN" b="1" dirty="0" sz="3000" i="1" kumimoji="1" lang="en-US">
                <a:solidFill>
                  <a:srgbClr val="0000FF"/>
                </a:solidFill>
                <a:latin typeface="Times New Roman" pitchFamily="18" charset="0"/>
              </a:rPr>
              <a:t> </a:t>
            </a:r>
            <a:r>
              <a:rPr altLang="zh-CN" b="1" dirty="0" sz="3000" kumimoji="1" lang="en-US">
                <a:solidFill>
                  <a:srgbClr val="0000FF"/>
                </a:solidFill>
                <a:latin typeface="Times New Roman" pitchFamily="18" charset="0"/>
              </a:rPr>
              <a:t>) *</a:t>
            </a:r>
            <a:r>
              <a:rPr altLang="zh-CN" b="1" dirty="0" sz="3000" i="1" kumimoji="1" lang="en-US">
                <a:solidFill>
                  <a:srgbClr val="0000FF"/>
                </a:solidFill>
                <a:latin typeface="Times New Roman" pitchFamily="18" charset="0"/>
              </a:rPr>
              <a:t> l</a:t>
            </a:r>
            <a:r>
              <a:rPr altLang="zh-CN" b="1" dirty="0" sz="3000" lang="en-US">
                <a:solidFill>
                  <a:srgbClr val="0000FF"/>
                </a:solidFill>
                <a:effectLst>
                  <a:outerShdw algn="tl" blurRad="38100" dir="2700000" dist="38100">
                    <a:srgbClr val="C0C0C0"/>
                  </a:outerShdw>
                </a:effectLst>
                <a:latin typeface="Times New Roman" pitchFamily="18" charset="0"/>
                <a:ea typeface="仿宋_GB2312" pitchFamily="49" charset="-122"/>
              </a:rPr>
              <a:t> </a:t>
            </a:r>
          </a:p>
        </p:txBody>
      </p:sp>
      <p:sp>
        <p:nvSpPr>
          <p:cNvPr id="1048793" name="AutoShape 4"/>
          <p:cNvSpPr/>
          <p:nvPr/>
        </p:nvSpPr>
        <p:spPr bwMode="auto">
          <a:xfrm rot="-5400000">
            <a:off x="3752057" y="3064671"/>
            <a:ext cx="133350" cy="1824037"/>
          </a:xfrm>
          <a:prstGeom prst="leftBrace">
            <a:avLst>
              <a:gd name="adj1" fmla="val 113988"/>
              <a:gd name="adj2" fmla="val 50000"/>
            </a:avLst>
          </a:prstGeom>
          <a:noFill/>
          <a:ln w="28575">
            <a:solidFill>
              <a:srgbClr val="009900"/>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794" name="Text Box 5"/>
          <p:cNvSpPr txBox="1">
            <a:spLocks noChangeArrowheads="1"/>
          </p:cNvSpPr>
          <p:nvPr/>
        </p:nvSpPr>
        <p:spPr bwMode="auto">
          <a:xfrm>
            <a:off x="3186113" y="4116390"/>
            <a:ext cx="1331912" cy="1463675"/>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en-US" b="1" sz="3000" kumimoji="1" lang="zh-CN">
                <a:latin typeface="Times New Roman" panose="02020603050405020304" pitchFamily="18" charset="0"/>
                <a:ea typeface="仿宋_GB2312" pitchFamily="49" charset="-122"/>
              </a:rPr>
              <a:t>前</a:t>
            </a:r>
            <a:r>
              <a:rPr altLang="zh-CN" b="1" sz="3000" i="1" kumimoji="1" lang="en-US">
                <a:solidFill>
                  <a:schemeClr val="tx2"/>
                </a:solidFill>
                <a:latin typeface="Times New Roman" panose="02020603050405020304" pitchFamily="18" charset="0"/>
                <a:ea typeface="仿宋_GB2312" pitchFamily="49" charset="-122"/>
              </a:rPr>
              <a:t>i</a:t>
            </a:r>
            <a:r>
              <a:rPr altLang="zh-CN" baseline="-25000" b="1" sz="3000" kumimoji="1" lang="en-US">
                <a:solidFill>
                  <a:schemeClr val="tx2"/>
                </a:solidFill>
                <a:latin typeface="Times New Roman" panose="02020603050405020304" pitchFamily="18" charset="0"/>
                <a:ea typeface="仿宋_GB2312" pitchFamily="49" charset="-122"/>
              </a:rPr>
              <a:t>1</a:t>
            </a:r>
            <a:r>
              <a:rPr altLang="en-US" b="1" sz="3000" kumimoji="1" lang="zh-CN">
                <a:latin typeface="Times New Roman" panose="02020603050405020304" pitchFamily="18" charset="0"/>
                <a:ea typeface="仿宋_GB2312" pitchFamily="49" charset="-122"/>
              </a:rPr>
              <a:t>页</a:t>
            </a:r>
          </a:p>
          <a:p>
            <a:pPr eaLnBrk="1" hangingPunct="1">
              <a:spcBef>
                <a:spcPct val="0"/>
              </a:spcBef>
              <a:buFontTx/>
              <a:buNone/>
            </a:pPr>
            <a:r>
              <a:rPr altLang="en-US" b="1" sz="3000" kumimoji="1" lang="zh-CN">
                <a:latin typeface="Times New Roman" panose="02020603050405020304" pitchFamily="18" charset="0"/>
                <a:ea typeface="仿宋_GB2312" pitchFamily="49" charset="-122"/>
              </a:rPr>
              <a:t>总元素</a:t>
            </a:r>
          </a:p>
          <a:p>
            <a:pPr eaLnBrk="1" hangingPunct="1">
              <a:spcBef>
                <a:spcPct val="0"/>
              </a:spcBef>
              <a:buFontTx/>
              <a:buNone/>
            </a:pPr>
            <a:r>
              <a:rPr altLang="en-US" b="1" sz="3000" kumimoji="1" lang="zh-CN">
                <a:latin typeface="Times New Roman" panose="02020603050405020304" pitchFamily="18" charset="0"/>
                <a:ea typeface="仿宋_GB2312" pitchFamily="49" charset="-122"/>
              </a:rPr>
              <a:t>个数</a:t>
            </a:r>
          </a:p>
        </p:txBody>
      </p:sp>
      <p:sp>
        <p:nvSpPr>
          <p:cNvPr id="1048795" name="AutoShape 6"/>
          <p:cNvSpPr/>
          <p:nvPr/>
        </p:nvSpPr>
        <p:spPr bwMode="auto">
          <a:xfrm rot="-5400000">
            <a:off x="5540377" y="3490913"/>
            <a:ext cx="147637" cy="985838"/>
          </a:xfrm>
          <a:prstGeom prst="leftBrace">
            <a:avLst>
              <a:gd name="adj1" fmla="val 55645"/>
              <a:gd name="adj2" fmla="val 50000"/>
            </a:avLst>
          </a:prstGeom>
          <a:noFill/>
          <a:ln w="28575">
            <a:solidFill>
              <a:srgbClr val="009900"/>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796" name="Text Box 7"/>
          <p:cNvSpPr txBox="1">
            <a:spLocks noChangeArrowheads="1"/>
          </p:cNvSpPr>
          <p:nvPr/>
        </p:nvSpPr>
        <p:spPr bwMode="auto">
          <a:xfrm>
            <a:off x="5018088" y="4119565"/>
            <a:ext cx="1828800" cy="1920875"/>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en-US" b="1" sz="3000" kumimoji="1" lang="zh-CN">
                <a:latin typeface="Times New Roman" panose="02020603050405020304" pitchFamily="18" charset="0"/>
                <a:ea typeface="仿宋_GB2312" pitchFamily="49" charset="-122"/>
              </a:rPr>
              <a:t>第</a:t>
            </a:r>
            <a:r>
              <a:rPr altLang="zh-CN" b="1" sz="3000" i="1" kumimoji="1" lang="en-US">
                <a:solidFill>
                  <a:schemeClr val="tx2"/>
                </a:solidFill>
                <a:latin typeface="Times New Roman" panose="02020603050405020304" pitchFamily="18" charset="0"/>
                <a:ea typeface="仿宋_GB2312" pitchFamily="49" charset="-122"/>
              </a:rPr>
              <a:t>i</a:t>
            </a:r>
            <a:r>
              <a:rPr altLang="zh-CN" baseline="-25000" b="1" sz="3000" kumimoji="1" lang="en-US">
                <a:solidFill>
                  <a:schemeClr val="tx2"/>
                </a:solidFill>
                <a:latin typeface="Times New Roman" panose="02020603050405020304" pitchFamily="18" charset="0"/>
                <a:ea typeface="仿宋_GB2312" pitchFamily="49" charset="-122"/>
              </a:rPr>
              <a:t>1</a:t>
            </a:r>
            <a:r>
              <a:rPr altLang="en-US" b="1" sz="3000" kumimoji="1" lang="zh-CN">
                <a:latin typeface="Times New Roman" panose="02020603050405020304" pitchFamily="18" charset="0"/>
                <a:ea typeface="仿宋_GB2312" pitchFamily="49" charset="-122"/>
              </a:rPr>
              <a:t>页</a:t>
            </a:r>
          </a:p>
          <a:p>
            <a:pPr eaLnBrk="1" hangingPunct="1">
              <a:spcBef>
                <a:spcPct val="0"/>
              </a:spcBef>
              <a:buFontTx/>
              <a:buNone/>
            </a:pPr>
            <a:r>
              <a:rPr altLang="en-US" b="1" sz="3000" kumimoji="1" lang="zh-CN">
                <a:latin typeface="Times New Roman" panose="02020603050405020304" pitchFamily="18" charset="0"/>
                <a:ea typeface="仿宋_GB2312" pitchFamily="49" charset="-122"/>
              </a:rPr>
              <a:t>前</a:t>
            </a:r>
            <a:r>
              <a:rPr altLang="zh-CN" b="1" sz="3000" i="1" kumimoji="1" lang="en-US">
                <a:solidFill>
                  <a:schemeClr val="tx2"/>
                </a:solidFill>
                <a:latin typeface="Times New Roman" panose="02020603050405020304" pitchFamily="18" charset="0"/>
                <a:ea typeface="仿宋_GB2312" pitchFamily="49" charset="-122"/>
              </a:rPr>
              <a:t>i</a:t>
            </a:r>
            <a:r>
              <a:rPr altLang="zh-CN" baseline="-25000" b="1" sz="3000" kumimoji="1" lang="en-US">
                <a:solidFill>
                  <a:schemeClr val="tx2"/>
                </a:solidFill>
                <a:latin typeface="Times New Roman" panose="02020603050405020304" pitchFamily="18" charset="0"/>
                <a:ea typeface="仿宋_GB2312" pitchFamily="49" charset="-122"/>
              </a:rPr>
              <a:t>2</a:t>
            </a:r>
            <a:r>
              <a:rPr altLang="en-US" b="1" sz="3000" kumimoji="1" lang="zh-CN">
                <a:latin typeface="Times New Roman" panose="02020603050405020304" pitchFamily="18" charset="0"/>
                <a:ea typeface="仿宋_GB2312" pitchFamily="49" charset="-122"/>
              </a:rPr>
              <a:t>行</a:t>
            </a:r>
          </a:p>
          <a:p>
            <a:pPr eaLnBrk="1" hangingPunct="1">
              <a:spcBef>
                <a:spcPct val="0"/>
              </a:spcBef>
              <a:buFontTx/>
              <a:buNone/>
            </a:pPr>
            <a:r>
              <a:rPr altLang="en-US" b="1" sz="3000" kumimoji="1" lang="zh-CN">
                <a:latin typeface="Times New Roman" panose="02020603050405020304" pitchFamily="18" charset="0"/>
                <a:ea typeface="仿宋_GB2312" pitchFamily="49" charset="-122"/>
              </a:rPr>
              <a:t>总元素</a:t>
            </a:r>
          </a:p>
          <a:p>
            <a:pPr eaLnBrk="1" hangingPunct="1">
              <a:spcBef>
                <a:spcPct val="0"/>
              </a:spcBef>
              <a:buFontTx/>
              <a:buNone/>
            </a:pPr>
            <a:r>
              <a:rPr altLang="en-US" b="1" sz="3000" kumimoji="1" lang="zh-CN">
                <a:latin typeface="Times New Roman" panose="02020603050405020304" pitchFamily="18" charset="0"/>
                <a:ea typeface="仿宋_GB2312" pitchFamily="49" charset="-122"/>
              </a:rPr>
              <a:t>个数</a:t>
            </a:r>
          </a:p>
        </p:txBody>
      </p:sp>
      <p:sp>
        <p:nvSpPr>
          <p:cNvPr id="1048797" name="Text Box 8"/>
          <p:cNvSpPr txBox="1">
            <a:spLocks noChangeArrowheads="1"/>
          </p:cNvSpPr>
          <p:nvPr/>
        </p:nvSpPr>
        <p:spPr bwMode="auto">
          <a:xfrm>
            <a:off x="6310313" y="4119565"/>
            <a:ext cx="2362200" cy="1920875"/>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en-US" b="1" sz="3000" kumimoji="1" lang="zh-CN">
                <a:latin typeface="Times New Roman" panose="02020603050405020304" pitchFamily="18" charset="0"/>
                <a:ea typeface="仿宋_GB2312" pitchFamily="49" charset="-122"/>
              </a:rPr>
              <a:t>第 </a:t>
            </a:r>
            <a:r>
              <a:rPr altLang="zh-CN" b="1" sz="3000" i="1" kumimoji="1" lang="en-US">
                <a:solidFill>
                  <a:schemeClr val="tx2"/>
                </a:solidFill>
                <a:latin typeface="Times New Roman" panose="02020603050405020304" pitchFamily="18" charset="0"/>
                <a:ea typeface="仿宋_GB2312" pitchFamily="49" charset="-122"/>
              </a:rPr>
              <a:t>i</a:t>
            </a:r>
            <a:r>
              <a:rPr altLang="zh-CN" baseline="-25000" b="1" sz="3000" kumimoji="1" lang="en-US">
                <a:solidFill>
                  <a:schemeClr val="tx2"/>
                </a:solidFill>
                <a:latin typeface="Times New Roman" panose="02020603050405020304" pitchFamily="18" charset="0"/>
                <a:ea typeface="仿宋_GB2312" pitchFamily="49" charset="-122"/>
              </a:rPr>
              <a:t>2</a:t>
            </a:r>
            <a:r>
              <a:rPr altLang="zh-CN" baseline="-25000" b="1" sz="3000" kumimoji="1" lang="en-US">
                <a:latin typeface="Times New Roman" panose="02020603050405020304" pitchFamily="18" charset="0"/>
                <a:ea typeface="仿宋_GB2312" pitchFamily="49" charset="-122"/>
              </a:rPr>
              <a:t> </a:t>
            </a:r>
            <a:r>
              <a:rPr altLang="en-US" b="1" sz="3000" kumimoji="1" lang="zh-CN">
                <a:latin typeface="Times New Roman" panose="02020603050405020304" pitchFamily="18" charset="0"/>
                <a:ea typeface="仿宋_GB2312" pitchFamily="49" charset="-122"/>
              </a:rPr>
              <a:t>行</a:t>
            </a:r>
          </a:p>
          <a:p>
            <a:pPr eaLnBrk="1" hangingPunct="1">
              <a:spcBef>
                <a:spcPct val="0"/>
              </a:spcBef>
              <a:buFontTx/>
              <a:buNone/>
            </a:pPr>
            <a:r>
              <a:rPr altLang="en-US" b="1" sz="3000" kumimoji="1" lang="zh-CN">
                <a:latin typeface="Times New Roman" panose="02020603050405020304" pitchFamily="18" charset="0"/>
                <a:ea typeface="仿宋_GB2312" pitchFamily="49" charset="-122"/>
              </a:rPr>
              <a:t>前</a:t>
            </a:r>
            <a:r>
              <a:rPr altLang="en-US" b="1" sz="3000" kumimoji="1" lang="zh-CN">
                <a:solidFill>
                  <a:schemeClr val="tx2"/>
                </a:solidFill>
                <a:latin typeface="Times New Roman" panose="02020603050405020304" pitchFamily="18" charset="0"/>
                <a:ea typeface="仿宋_GB2312" pitchFamily="49" charset="-122"/>
              </a:rPr>
              <a:t> </a:t>
            </a:r>
            <a:r>
              <a:rPr altLang="zh-CN" b="1" sz="3000" i="1" kumimoji="1" lang="en-US">
                <a:solidFill>
                  <a:schemeClr val="tx2"/>
                </a:solidFill>
                <a:latin typeface="Times New Roman" panose="02020603050405020304" pitchFamily="18" charset="0"/>
                <a:ea typeface="仿宋_GB2312" pitchFamily="49" charset="-122"/>
              </a:rPr>
              <a:t>i</a:t>
            </a:r>
            <a:r>
              <a:rPr altLang="zh-CN" baseline="-25000" b="1" sz="3000" kumimoji="1" lang="en-US">
                <a:solidFill>
                  <a:schemeClr val="tx2"/>
                </a:solidFill>
                <a:latin typeface="Times New Roman" panose="02020603050405020304" pitchFamily="18" charset="0"/>
                <a:ea typeface="仿宋_GB2312" pitchFamily="49" charset="-122"/>
              </a:rPr>
              <a:t>3</a:t>
            </a:r>
            <a:r>
              <a:rPr altLang="zh-CN" baseline="-25000" b="1" sz="3000" kumimoji="1" lang="en-US">
                <a:latin typeface="Times New Roman" panose="02020603050405020304" pitchFamily="18" charset="0"/>
                <a:ea typeface="仿宋_GB2312" pitchFamily="49" charset="-122"/>
              </a:rPr>
              <a:t> </a:t>
            </a:r>
            <a:r>
              <a:rPr altLang="en-US" b="1" sz="3000" kumimoji="1" lang="zh-CN">
                <a:latin typeface="Times New Roman" panose="02020603050405020304" pitchFamily="18" charset="0"/>
                <a:ea typeface="仿宋_GB2312" pitchFamily="49" charset="-122"/>
              </a:rPr>
              <a:t>列</a:t>
            </a:r>
          </a:p>
          <a:p>
            <a:pPr eaLnBrk="1" hangingPunct="1">
              <a:spcBef>
                <a:spcPct val="0"/>
              </a:spcBef>
              <a:buFontTx/>
              <a:buNone/>
            </a:pPr>
            <a:r>
              <a:rPr altLang="en-US" b="1" sz="3000" kumimoji="1" lang="zh-CN">
                <a:latin typeface="Times New Roman" panose="02020603050405020304" pitchFamily="18" charset="0"/>
                <a:ea typeface="仿宋_GB2312" pitchFamily="49" charset="-122"/>
              </a:rPr>
              <a:t>元素个</a:t>
            </a:r>
          </a:p>
          <a:p>
            <a:pPr eaLnBrk="1" hangingPunct="1">
              <a:spcBef>
                <a:spcPct val="0"/>
              </a:spcBef>
              <a:buFontTx/>
              <a:buNone/>
            </a:pPr>
            <a:r>
              <a:rPr altLang="en-US" b="1" sz="3000" kumimoji="1" lang="zh-CN">
                <a:latin typeface="Times New Roman" panose="02020603050405020304" pitchFamily="18" charset="0"/>
                <a:ea typeface="仿宋_GB2312" pitchFamily="49" charset="-122"/>
              </a:rPr>
              <a:t>数</a:t>
            </a:r>
          </a:p>
        </p:txBody>
      </p:sp>
      <p:sp>
        <p:nvSpPr>
          <p:cNvPr id="1048798" name="AutoShape 9"/>
          <p:cNvSpPr/>
          <p:nvPr/>
        </p:nvSpPr>
        <p:spPr bwMode="auto">
          <a:xfrm rot="-5400000">
            <a:off x="6547644" y="3820319"/>
            <a:ext cx="134938" cy="323850"/>
          </a:xfrm>
          <a:prstGeom prst="leftBrace">
            <a:avLst>
              <a:gd name="adj1" fmla="val 20000"/>
              <a:gd name="adj2" fmla="val 50000"/>
            </a:avLst>
          </a:prstGeom>
          <a:noFill/>
          <a:ln w="28575">
            <a:solidFill>
              <a:srgbClr val="009900"/>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97" name=""/>
        <p:cNvGrpSpPr/>
        <p:nvPr/>
      </p:nvGrpSpPr>
      <p:grpSpPr>
        <a:xfrm>
          <a:off x="0" y="0"/>
          <a:ext cx="0" cy="0"/>
          <a:chOff x="0" y="0"/>
          <a:chExt cx="0" cy="0"/>
        </a:xfrm>
      </p:grpSpPr>
      <p:sp>
        <p:nvSpPr>
          <p:cNvPr id="1048799" name="Rectangle 2"/>
          <p:cNvSpPr>
            <a:spLocks noGrp="1" noChangeArrowheads="1"/>
          </p:cNvSpPr>
          <p:nvPr>
            <p:ph type="title"/>
          </p:nvPr>
        </p:nvSpPr>
        <p:spPr>
          <a:xfrm>
            <a:off x="762002" y="295277"/>
            <a:ext cx="7231063" cy="879475"/>
          </a:xfrm>
        </p:spPr>
        <p:txBody>
          <a:bodyPr/>
          <a:p>
            <a:pPr eaLnBrk="1" hangingPunct="1">
              <a:buClr>
                <a:srgbClr val="800080"/>
              </a:buClr>
              <a:buSzPct val="50000"/>
              <a:buFont typeface="Wingdings" pitchFamily="2" charset="2"/>
              <a:buNone/>
            </a:pPr>
            <a:r>
              <a:rPr altLang="zh-CN" sz="3700" lang="en-US">
                <a:solidFill>
                  <a:srgbClr val="000099"/>
                </a:solidFill>
                <a:effectLst>
                  <a:outerShdw algn="tl" blurRad="38100" dir="2700000" dist="38100">
                    <a:srgbClr val="C0C0C0"/>
                  </a:outerShdw>
                </a:effectLst>
                <a:ea typeface="仿宋_GB2312" pitchFamily="49" charset="-122"/>
              </a:rPr>
              <a:t> </a:t>
            </a:r>
            <a:r>
              <a:rPr altLang="zh-CN" b="1" sz="4000" lang="en-US">
                <a:latin typeface="华文新魏" pitchFamily="2" charset="-122"/>
                <a:ea typeface="华文新魏" pitchFamily="2" charset="-122"/>
              </a:rPr>
              <a:t>n </a:t>
            </a:r>
            <a:r>
              <a:rPr altLang="en-US" b="1" sz="4000" lang="zh-CN">
                <a:latin typeface="华文新魏" pitchFamily="2" charset="-122"/>
                <a:ea typeface="华文新魏" pitchFamily="2" charset="-122"/>
              </a:rPr>
              <a:t>维数组</a:t>
            </a:r>
          </a:p>
        </p:txBody>
      </p:sp>
      <p:sp>
        <p:nvSpPr>
          <p:cNvPr id="1048800" name="Rectangle 3"/>
          <p:cNvSpPr>
            <a:spLocks noGrp="1" noChangeArrowheads="1"/>
          </p:cNvSpPr>
          <p:nvPr>
            <p:ph idx="1"/>
          </p:nvPr>
        </p:nvSpPr>
        <p:spPr>
          <a:xfrm>
            <a:off x="698502" y="1479552"/>
            <a:ext cx="7897813" cy="3546475"/>
          </a:xfrm>
        </p:spPr>
        <p:txBody>
          <a:bodyPr/>
          <a:p>
            <a:pPr indent="-609600" marL="609600">
              <a:spcBef>
                <a:spcPct val="10000"/>
              </a:spcBef>
              <a:buClr>
                <a:srgbClr val="990099"/>
              </a:buClr>
              <a:buSzPct val="50000"/>
            </a:pPr>
            <a:r>
              <a:rPr altLang="en-US" b="1" dirty="0" sz="3000" lang="zh-CN">
                <a:solidFill>
                  <a:srgbClr val="000099"/>
                </a:solidFill>
                <a:latin typeface="Times New Roman" pitchFamily="18" charset="0"/>
                <a:ea typeface="仿宋_GB2312" pitchFamily="49" charset="-122"/>
              </a:rPr>
              <a:t>各维元素个数为</a:t>
            </a:r>
            <a:r>
              <a:rPr altLang="en-US" dirty="0" sz="3000" lang="zh-CN">
                <a:solidFill>
                  <a:srgbClr val="000099"/>
                </a:solidFill>
                <a:latin typeface="Times New Roman" pitchFamily="18" charset="0"/>
                <a:ea typeface="仿宋_GB2312" pitchFamily="49" charset="-122"/>
              </a:rPr>
              <a:t>  </a:t>
            </a:r>
            <a:r>
              <a:rPr altLang="zh-CN" b="1" dirty="0" sz="3000" i="1" lang="en-US">
                <a:solidFill>
                  <a:srgbClr val="000099"/>
                </a:solidFill>
                <a:latin typeface="Times New Roman" pitchFamily="18" charset="0"/>
                <a:ea typeface="仿宋_GB2312" pitchFamily="49" charset="-122"/>
              </a:rPr>
              <a:t>m</a:t>
            </a:r>
            <a:r>
              <a:rPr altLang="zh-CN" baseline="-25000" b="1" dirty="0" sz="3000" lang="en-US">
                <a:solidFill>
                  <a:srgbClr val="000099"/>
                </a:solidFill>
                <a:latin typeface="Times New Roman" pitchFamily="18" charset="0"/>
                <a:ea typeface="仿宋_GB2312" pitchFamily="49" charset="-122"/>
              </a:rPr>
              <a:t>1</a:t>
            </a:r>
            <a:r>
              <a:rPr altLang="zh-CN" b="1" dirty="0" sz="3000" i="1" lang="en-US">
                <a:solidFill>
                  <a:srgbClr val="000099"/>
                </a:solidFill>
                <a:latin typeface="Times New Roman" pitchFamily="18" charset="0"/>
                <a:ea typeface="仿宋_GB2312" pitchFamily="49" charset="-122"/>
              </a:rPr>
              <a:t>, m</a:t>
            </a:r>
            <a:r>
              <a:rPr altLang="zh-CN" baseline="-25000" b="1" dirty="0" sz="3000" lang="en-US">
                <a:solidFill>
                  <a:srgbClr val="000099"/>
                </a:solidFill>
                <a:latin typeface="Times New Roman" pitchFamily="18" charset="0"/>
                <a:ea typeface="仿宋_GB2312" pitchFamily="49" charset="-122"/>
              </a:rPr>
              <a:t>2</a:t>
            </a:r>
            <a:r>
              <a:rPr altLang="zh-CN" b="1" dirty="0" sz="3000" i="1" lang="en-US">
                <a:solidFill>
                  <a:srgbClr val="000099"/>
                </a:solidFill>
                <a:latin typeface="Times New Roman" pitchFamily="18" charset="0"/>
                <a:ea typeface="仿宋_GB2312" pitchFamily="49" charset="-122"/>
              </a:rPr>
              <a:t>, m</a:t>
            </a:r>
            <a:r>
              <a:rPr altLang="zh-CN" baseline="-25000" b="1" dirty="0" sz="3000" lang="en-US">
                <a:solidFill>
                  <a:srgbClr val="000099"/>
                </a:solidFill>
                <a:latin typeface="Times New Roman" pitchFamily="18" charset="0"/>
                <a:ea typeface="仿宋_GB2312" pitchFamily="49" charset="-122"/>
              </a:rPr>
              <a:t>3</a:t>
            </a:r>
            <a:r>
              <a:rPr altLang="zh-CN" b="1" dirty="0" sz="3000" i="1" lang="en-US">
                <a:solidFill>
                  <a:srgbClr val="000099"/>
                </a:solidFill>
                <a:latin typeface="Times New Roman" pitchFamily="18" charset="0"/>
                <a:ea typeface="仿宋_GB2312" pitchFamily="49" charset="-122"/>
              </a:rPr>
              <a:t>, …, </a:t>
            </a:r>
            <a:r>
              <a:rPr altLang="zh-CN" b="1" dirty="0" sz="3000" i="1" lang="en-US" err="1">
                <a:solidFill>
                  <a:srgbClr val="000099"/>
                </a:solidFill>
                <a:latin typeface="Times New Roman" pitchFamily="18" charset="0"/>
                <a:ea typeface="仿宋_GB2312" pitchFamily="49" charset="-122"/>
              </a:rPr>
              <a:t>m</a:t>
            </a:r>
            <a:r>
              <a:rPr altLang="zh-CN" baseline="-25000" b="1" dirty="0" sz="3000" i="1" lang="en-US" err="1">
                <a:solidFill>
                  <a:srgbClr val="000099"/>
                </a:solidFill>
                <a:latin typeface="Times New Roman" pitchFamily="18" charset="0"/>
                <a:ea typeface="仿宋_GB2312" pitchFamily="49" charset="-122"/>
              </a:rPr>
              <a:t>n</a:t>
            </a:r>
            <a:endParaRPr altLang="zh-CN" baseline="-25000" b="1" dirty="0" sz="3000" i="1" lang="en-US">
              <a:solidFill>
                <a:srgbClr val="000099"/>
              </a:solidFill>
              <a:latin typeface="Times New Roman" pitchFamily="18" charset="0"/>
              <a:ea typeface="仿宋_GB2312" pitchFamily="49" charset="-122"/>
            </a:endParaRPr>
          </a:p>
          <a:p>
            <a:pPr indent="-609600" marL="609600">
              <a:spcBef>
                <a:spcPct val="10000"/>
              </a:spcBef>
              <a:buClr>
                <a:srgbClr val="990099"/>
              </a:buClr>
              <a:buSzPct val="50000"/>
            </a:pPr>
            <a:r>
              <a:rPr altLang="en-US" b="1" dirty="0" sz="3000" lang="zh-CN">
                <a:solidFill>
                  <a:srgbClr val="000099"/>
                </a:solidFill>
                <a:latin typeface="Times New Roman" pitchFamily="18" charset="0"/>
                <a:ea typeface="仿宋_GB2312" pitchFamily="49" charset="-122"/>
              </a:rPr>
              <a:t>下标为 </a:t>
            </a:r>
            <a:r>
              <a:rPr altLang="zh-CN" b="1" dirty="0" sz="3000" i="1" lang="en-US">
                <a:solidFill>
                  <a:srgbClr val="000099"/>
                </a:solidFill>
                <a:latin typeface="Times New Roman" pitchFamily="18" charset="0"/>
                <a:ea typeface="仿宋_GB2312" pitchFamily="49" charset="-122"/>
              </a:rPr>
              <a:t>i</a:t>
            </a:r>
            <a:r>
              <a:rPr altLang="zh-CN" baseline="-25000" b="1" dirty="0" sz="3000" lang="en-US">
                <a:solidFill>
                  <a:srgbClr val="000099"/>
                </a:solidFill>
                <a:latin typeface="Times New Roman" pitchFamily="18" charset="0"/>
                <a:ea typeface="仿宋_GB2312" pitchFamily="49" charset="-122"/>
              </a:rPr>
              <a:t>1</a:t>
            </a:r>
            <a:r>
              <a:rPr altLang="zh-CN" b="1" dirty="0" sz="3000" i="1" lang="en-US">
                <a:solidFill>
                  <a:srgbClr val="000099"/>
                </a:solidFill>
                <a:latin typeface="Times New Roman" pitchFamily="18" charset="0"/>
                <a:ea typeface="仿宋_GB2312" pitchFamily="49" charset="-122"/>
              </a:rPr>
              <a:t>, i</a:t>
            </a:r>
            <a:r>
              <a:rPr altLang="zh-CN" baseline="-25000" b="1" dirty="0" sz="3000" lang="en-US">
                <a:solidFill>
                  <a:srgbClr val="000099"/>
                </a:solidFill>
                <a:latin typeface="Times New Roman" pitchFamily="18" charset="0"/>
                <a:ea typeface="仿宋_GB2312" pitchFamily="49" charset="-122"/>
              </a:rPr>
              <a:t>2</a:t>
            </a:r>
            <a:r>
              <a:rPr altLang="zh-CN" b="1" dirty="0" sz="3000" i="1" lang="en-US">
                <a:solidFill>
                  <a:srgbClr val="000099"/>
                </a:solidFill>
                <a:latin typeface="Times New Roman" pitchFamily="18" charset="0"/>
                <a:ea typeface="仿宋_GB2312" pitchFamily="49" charset="-122"/>
              </a:rPr>
              <a:t>, i</a:t>
            </a:r>
            <a:r>
              <a:rPr altLang="zh-CN" baseline="-25000" b="1" dirty="0" sz="3000" lang="en-US">
                <a:solidFill>
                  <a:srgbClr val="000099"/>
                </a:solidFill>
                <a:latin typeface="Times New Roman" pitchFamily="18" charset="0"/>
                <a:ea typeface="仿宋_GB2312" pitchFamily="49" charset="-122"/>
              </a:rPr>
              <a:t>3</a:t>
            </a:r>
            <a:r>
              <a:rPr altLang="zh-CN" b="1" dirty="0" sz="3000" i="1" lang="en-US">
                <a:solidFill>
                  <a:srgbClr val="000099"/>
                </a:solidFill>
                <a:latin typeface="Times New Roman" pitchFamily="18" charset="0"/>
                <a:ea typeface="仿宋_GB2312" pitchFamily="49" charset="-122"/>
              </a:rPr>
              <a:t>, …, i</a:t>
            </a:r>
            <a:r>
              <a:rPr altLang="zh-CN" baseline="-25000" b="1" dirty="0" sz="3000" i="1" lang="en-US">
                <a:solidFill>
                  <a:srgbClr val="000099"/>
                </a:solidFill>
                <a:latin typeface="Times New Roman" pitchFamily="18" charset="0"/>
                <a:ea typeface="仿宋_GB2312" pitchFamily="49" charset="-122"/>
              </a:rPr>
              <a:t>n</a:t>
            </a:r>
            <a:r>
              <a:rPr altLang="zh-CN" b="1" dirty="0" sz="3000" lang="en-US">
                <a:solidFill>
                  <a:srgbClr val="000099"/>
                </a:solidFill>
                <a:latin typeface="Times New Roman" pitchFamily="18" charset="0"/>
                <a:ea typeface="仿宋_GB2312" pitchFamily="49" charset="-122"/>
              </a:rPr>
              <a:t> </a:t>
            </a:r>
            <a:r>
              <a:rPr altLang="en-US" b="1" dirty="0" sz="3000" lang="zh-CN">
                <a:solidFill>
                  <a:srgbClr val="000099"/>
                </a:solidFill>
                <a:latin typeface="Times New Roman" pitchFamily="18" charset="0"/>
                <a:ea typeface="仿宋_GB2312" pitchFamily="49" charset="-122"/>
              </a:rPr>
              <a:t>的数组元素的存储地址：</a:t>
            </a:r>
          </a:p>
          <a:p>
            <a:pPr indent="-609600" marL="609600">
              <a:lnSpc>
                <a:spcPct val="105000"/>
              </a:lnSpc>
              <a:buNone/>
            </a:pPr>
            <a:r>
              <a:rPr altLang="en-US" b="1" dirty="0" sz="3000" kumimoji="1" lang="zh-CN">
                <a:solidFill>
                  <a:srgbClr val="FF3300"/>
                </a:solidFill>
                <a:latin typeface="Times New Roman" pitchFamily="18" charset="0"/>
              </a:rPr>
              <a:t>		  </a:t>
            </a:r>
            <a:r>
              <a:rPr altLang="zh-CN" b="1" dirty="0" sz="3000" kumimoji="1" lang="en-US">
                <a:solidFill>
                  <a:schemeClr val="tx2"/>
                </a:solidFill>
                <a:latin typeface="Times New Roman" pitchFamily="18" charset="0"/>
              </a:rPr>
              <a:t>LOC ( </a:t>
            </a:r>
            <a:r>
              <a:rPr altLang="zh-CN" b="1" dirty="0" sz="3000" i="1" kumimoji="1" lang="en-US">
                <a:solidFill>
                  <a:schemeClr val="tx2"/>
                </a:solidFill>
                <a:latin typeface="Times New Roman" pitchFamily="18" charset="0"/>
              </a:rPr>
              <a:t>i</a:t>
            </a:r>
            <a:r>
              <a:rPr altLang="zh-CN" baseline="-25000" b="1" dirty="0" sz="3000" kumimoji="1" lang="en-US">
                <a:solidFill>
                  <a:schemeClr val="tx2"/>
                </a:solidFill>
                <a:latin typeface="Times New Roman" pitchFamily="18" charset="0"/>
              </a:rPr>
              <a:t>1</a:t>
            </a:r>
            <a:r>
              <a:rPr altLang="zh-CN" b="1" dirty="0" sz="3000" i="1" kumimoji="1" lang="en-US">
                <a:solidFill>
                  <a:schemeClr val="tx2"/>
                </a:solidFill>
                <a:latin typeface="Times New Roman" pitchFamily="18" charset="0"/>
              </a:rPr>
              <a:t>, i</a:t>
            </a:r>
            <a:r>
              <a:rPr altLang="zh-CN" baseline="-25000" b="1" dirty="0" sz="3000" kumimoji="1" lang="en-US">
                <a:solidFill>
                  <a:schemeClr val="tx2"/>
                </a:solidFill>
                <a:latin typeface="Times New Roman" pitchFamily="18" charset="0"/>
              </a:rPr>
              <a:t>2</a:t>
            </a:r>
            <a:r>
              <a:rPr altLang="zh-CN" b="1" dirty="0" sz="3000" i="1" kumimoji="1" lang="en-US">
                <a:solidFill>
                  <a:schemeClr val="tx2"/>
                </a:solidFill>
                <a:latin typeface="Times New Roman" pitchFamily="18" charset="0"/>
              </a:rPr>
              <a:t>, …, in</a:t>
            </a:r>
            <a:r>
              <a:rPr altLang="zh-CN" b="1" dirty="0" sz="3000" kumimoji="1" lang="en-US">
                <a:solidFill>
                  <a:schemeClr val="tx2"/>
                </a:solidFill>
                <a:latin typeface="Times New Roman" pitchFamily="18" charset="0"/>
              </a:rPr>
              <a:t> ) = </a:t>
            </a:r>
            <a:r>
              <a:rPr altLang="zh-CN" b="1" dirty="0" sz="3000" i="1" kumimoji="1" lang="en-US">
                <a:solidFill>
                  <a:schemeClr val="tx2"/>
                </a:solidFill>
                <a:latin typeface="Times New Roman" pitchFamily="18" charset="0"/>
              </a:rPr>
              <a:t>a</a:t>
            </a:r>
            <a:r>
              <a:rPr altLang="zh-CN" b="1" dirty="0" sz="3000" kumimoji="1" lang="en-US">
                <a:solidFill>
                  <a:schemeClr val="tx2"/>
                </a:solidFill>
                <a:latin typeface="Times New Roman" pitchFamily="18" charset="0"/>
              </a:rPr>
              <a:t> + </a:t>
            </a:r>
          </a:p>
          <a:p>
            <a:pPr indent="-609600" marL="609600">
              <a:lnSpc>
                <a:spcPct val="105000"/>
              </a:lnSpc>
              <a:buNone/>
            </a:pPr>
            <a:r>
              <a:rPr altLang="zh-CN" b="1" dirty="0" sz="3000" kumimoji="1" lang="en-US">
                <a:solidFill>
                  <a:schemeClr val="tx2"/>
                </a:solidFill>
                <a:latin typeface="Times New Roman" pitchFamily="18" charset="0"/>
              </a:rPr>
              <a:t>              ( </a:t>
            </a:r>
            <a:r>
              <a:rPr altLang="zh-CN" b="1" dirty="0" sz="3000" i="1" kumimoji="1" lang="en-US">
                <a:solidFill>
                  <a:schemeClr val="tx2"/>
                </a:solidFill>
                <a:latin typeface="Times New Roman" pitchFamily="18" charset="0"/>
              </a:rPr>
              <a:t>i</a:t>
            </a:r>
            <a:r>
              <a:rPr altLang="zh-CN" baseline="-25000" b="1" dirty="0" sz="3000" kumimoji="1" lang="en-US">
                <a:solidFill>
                  <a:schemeClr val="tx2"/>
                </a:solidFill>
                <a:latin typeface="Times New Roman" pitchFamily="18" charset="0"/>
              </a:rPr>
              <a:t>1</a:t>
            </a:r>
            <a:r>
              <a:rPr altLang="zh-CN" b="1" dirty="0" sz="3000" kumimoji="1" lang="en-US">
                <a:solidFill>
                  <a:schemeClr val="tx2"/>
                </a:solidFill>
                <a:latin typeface="Times New Roman" pitchFamily="18" charset="0"/>
              </a:rPr>
              <a:t>*</a:t>
            </a:r>
            <a:r>
              <a:rPr altLang="zh-CN" b="1" dirty="0" sz="3000" i="1" kumimoji="1" lang="en-US">
                <a:solidFill>
                  <a:schemeClr val="tx2"/>
                </a:solidFill>
                <a:latin typeface="Times New Roman" pitchFamily="18" charset="0"/>
              </a:rPr>
              <a:t>m</a:t>
            </a:r>
            <a:r>
              <a:rPr altLang="zh-CN" baseline="-25000" b="1" dirty="0" sz="3000" kumimoji="1" lang="en-US">
                <a:solidFill>
                  <a:schemeClr val="tx2"/>
                </a:solidFill>
                <a:latin typeface="Times New Roman" pitchFamily="18" charset="0"/>
              </a:rPr>
              <a:t>2</a:t>
            </a:r>
            <a:r>
              <a:rPr altLang="zh-CN" b="1" dirty="0" sz="3000" kumimoji="1" lang="en-US">
                <a:solidFill>
                  <a:schemeClr val="tx2"/>
                </a:solidFill>
                <a:latin typeface="Times New Roman" pitchFamily="18" charset="0"/>
              </a:rPr>
              <a:t>*</a:t>
            </a:r>
            <a:r>
              <a:rPr altLang="zh-CN" b="1" dirty="0" sz="3000" i="1" kumimoji="1" lang="en-US">
                <a:solidFill>
                  <a:schemeClr val="tx2"/>
                </a:solidFill>
                <a:latin typeface="Times New Roman" pitchFamily="18" charset="0"/>
              </a:rPr>
              <a:t>m</a:t>
            </a:r>
            <a:r>
              <a:rPr altLang="zh-CN" baseline="-25000" b="1" dirty="0" sz="3000" kumimoji="1" lang="en-US">
                <a:solidFill>
                  <a:schemeClr val="tx2"/>
                </a:solidFill>
                <a:latin typeface="Times New Roman" pitchFamily="18" charset="0"/>
              </a:rPr>
              <a:t>3</a:t>
            </a:r>
            <a:r>
              <a:rPr altLang="zh-CN" b="1" dirty="0" sz="3000" kumimoji="1" lang="en-US">
                <a:solidFill>
                  <a:schemeClr val="tx2"/>
                </a:solidFill>
                <a:latin typeface="Times New Roman" pitchFamily="18" charset="0"/>
              </a:rPr>
              <a:t>*</a:t>
            </a:r>
            <a:r>
              <a:rPr altLang="zh-CN" b="1" dirty="0" sz="3000" i="1" kumimoji="1" lang="en-US">
                <a:solidFill>
                  <a:schemeClr val="tx2"/>
                </a:solidFill>
                <a:latin typeface="Times New Roman" pitchFamily="18" charset="0"/>
              </a:rPr>
              <a:t>…*</a:t>
            </a:r>
            <a:r>
              <a:rPr altLang="zh-CN" b="1" dirty="0" sz="3000" i="1" kumimoji="1" lang="en-US" err="1">
                <a:solidFill>
                  <a:schemeClr val="tx2"/>
                </a:solidFill>
                <a:latin typeface="Times New Roman" pitchFamily="18" charset="0"/>
              </a:rPr>
              <a:t>m</a:t>
            </a:r>
            <a:r>
              <a:rPr altLang="zh-CN" baseline="-25000" b="1" dirty="0" sz="3000" i="1" kumimoji="1" lang="en-US" err="1">
                <a:solidFill>
                  <a:schemeClr val="tx2"/>
                </a:solidFill>
                <a:latin typeface="Times New Roman" pitchFamily="18" charset="0"/>
              </a:rPr>
              <a:t>n</a:t>
            </a:r>
            <a:r>
              <a:rPr altLang="zh-CN" b="1" dirty="0" sz="3000" i="1" kumimoji="1" lang="en-US">
                <a:solidFill>
                  <a:schemeClr val="tx2"/>
                </a:solidFill>
                <a:latin typeface="Times New Roman" pitchFamily="18" charset="0"/>
              </a:rPr>
              <a:t> + i</a:t>
            </a:r>
            <a:r>
              <a:rPr altLang="zh-CN" baseline="-25000" b="1" dirty="0" sz="3000" kumimoji="1" lang="en-US">
                <a:solidFill>
                  <a:schemeClr val="tx2"/>
                </a:solidFill>
                <a:latin typeface="Times New Roman" pitchFamily="18" charset="0"/>
              </a:rPr>
              <a:t>2</a:t>
            </a:r>
            <a:r>
              <a:rPr altLang="zh-CN" b="1" dirty="0" sz="3000" i="1" kumimoji="1" lang="en-US">
                <a:solidFill>
                  <a:schemeClr val="tx2"/>
                </a:solidFill>
                <a:latin typeface="Times New Roman" pitchFamily="18" charset="0"/>
              </a:rPr>
              <a:t>*m</a:t>
            </a:r>
            <a:r>
              <a:rPr altLang="zh-CN" baseline="-25000" b="1" dirty="0" sz="3000" kumimoji="1" lang="en-US">
                <a:solidFill>
                  <a:schemeClr val="tx2"/>
                </a:solidFill>
                <a:latin typeface="Times New Roman" pitchFamily="18" charset="0"/>
              </a:rPr>
              <a:t>3</a:t>
            </a:r>
            <a:r>
              <a:rPr altLang="zh-CN" b="1" dirty="0" sz="3000" i="1" kumimoji="1" lang="en-US">
                <a:solidFill>
                  <a:schemeClr val="tx2"/>
                </a:solidFill>
                <a:latin typeface="Times New Roman" pitchFamily="18" charset="0"/>
              </a:rPr>
              <a:t>*m</a:t>
            </a:r>
            <a:r>
              <a:rPr altLang="zh-CN" baseline="-25000" b="1" dirty="0" sz="3000" kumimoji="1" lang="en-US">
                <a:solidFill>
                  <a:schemeClr val="tx2"/>
                </a:solidFill>
                <a:latin typeface="Times New Roman" pitchFamily="18" charset="0"/>
              </a:rPr>
              <a:t>4</a:t>
            </a:r>
            <a:r>
              <a:rPr altLang="zh-CN" b="1" dirty="0" sz="3000" kumimoji="1" lang="en-US">
                <a:solidFill>
                  <a:schemeClr val="tx2"/>
                </a:solidFill>
                <a:latin typeface="Times New Roman" pitchFamily="18" charset="0"/>
              </a:rPr>
              <a:t>*</a:t>
            </a:r>
            <a:r>
              <a:rPr altLang="zh-CN" b="1" dirty="0" sz="3000" i="1" kumimoji="1" lang="en-US">
                <a:solidFill>
                  <a:schemeClr val="tx2"/>
                </a:solidFill>
                <a:latin typeface="Times New Roman" pitchFamily="18" charset="0"/>
              </a:rPr>
              <a:t>…*</a:t>
            </a:r>
            <a:r>
              <a:rPr altLang="zh-CN" b="1" dirty="0" sz="3000" i="1" kumimoji="1" lang="en-US" err="1">
                <a:solidFill>
                  <a:schemeClr val="tx2"/>
                </a:solidFill>
                <a:latin typeface="Times New Roman" pitchFamily="18" charset="0"/>
              </a:rPr>
              <a:t>m</a:t>
            </a:r>
            <a:r>
              <a:rPr altLang="zh-CN" baseline="-25000" b="1" dirty="0" sz="3000" i="1" kumimoji="1" lang="en-US" err="1">
                <a:solidFill>
                  <a:schemeClr val="tx2"/>
                </a:solidFill>
                <a:latin typeface="Times New Roman" pitchFamily="18" charset="0"/>
              </a:rPr>
              <a:t>n</a:t>
            </a:r>
            <a:r>
              <a:rPr altLang="zh-CN" b="1" dirty="0" sz="3000" i="1" kumimoji="1" lang="en-US">
                <a:solidFill>
                  <a:schemeClr val="tx2"/>
                </a:solidFill>
                <a:latin typeface="Times New Roman" pitchFamily="18" charset="0"/>
              </a:rPr>
              <a:t>+</a:t>
            </a:r>
          </a:p>
          <a:p>
            <a:pPr indent="-609600" marL="609600">
              <a:lnSpc>
                <a:spcPct val="105000"/>
              </a:lnSpc>
              <a:buNone/>
            </a:pPr>
            <a:r>
              <a:rPr altLang="zh-CN" b="1" dirty="0" sz="3000" i="1" kumimoji="1" lang="en-US">
                <a:solidFill>
                  <a:schemeClr val="tx2"/>
                </a:solidFill>
                <a:latin typeface="Times New Roman" pitchFamily="18" charset="0"/>
              </a:rPr>
              <a:t>                  + ……+ i</a:t>
            </a:r>
            <a:r>
              <a:rPr altLang="zh-CN" baseline="-25000" b="1" dirty="0" sz="3000" i="1" kumimoji="1" lang="en-US">
                <a:solidFill>
                  <a:schemeClr val="tx2"/>
                </a:solidFill>
                <a:latin typeface="Times New Roman" pitchFamily="18" charset="0"/>
              </a:rPr>
              <a:t>n</a:t>
            </a:r>
            <a:r>
              <a:rPr altLang="zh-CN" baseline="-25000" dirty="0" sz="3000" kumimoji="1" lang="en-US">
                <a:solidFill>
                  <a:schemeClr val="tx2"/>
                </a:solidFill>
                <a:latin typeface="Courier New" pitchFamily="49" charset="0"/>
              </a:rPr>
              <a:t>-</a:t>
            </a:r>
            <a:r>
              <a:rPr altLang="zh-CN" baseline="-25000" b="1" dirty="0" sz="3000" kumimoji="1" lang="en-US">
                <a:solidFill>
                  <a:schemeClr val="tx2"/>
                </a:solidFill>
                <a:latin typeface="Times New Roman" pitchFamily="18" charset="0"/>
              </a:rPr>
              <a:t>1</a:t>
            </a:r>
            <a:r>
              <a:rPr altLang="zh-CN" b="1" dirty="0" sz="3000" i="1" kumimoji="1" lang="en-US">
                <a:solidFill>
                  <a:schemeClr val="tx2"/>
                </a:solidFill>
                <a:latin typeface="Times New Roman" pitchFamily="18" charset="0"/>
              </a:rPr>
              <a:t>*</a:t>
            </a:r>
            <a:r>
              <a:rPr altLang="zh-CN" b="1" dirty="0" sz="3000" i="1" kumimoji="1" lang="en-US" err="1">
                <a:solidFill>
                  <a:schemeClr val="tx2"/>
                </a:solidFill>
                <a:latin typeface="Times New Roman" pitchFamily="18" charset="0"/>
              </a:rPr>
              <a:t>m</a:t>
            </a:r>
            <a:r>
              <a:rPr altLang="zh-CN" baseline="-25000" b="1" dirty="0" sz="3000" i="1" kumimoji="1" lang="en-US" err="1">
                <a:solidFill>
                  <a:schemeClr val="tx2"/>
                </a:solidFill>
                <a:latin typeface="Times New Roman" pitchFamily="18" charset="0"/>
              </a:rPr>
              <a:t>n</a:t>
            </a:r>
            <a:r>
              <a:rPr altLang="zh-CN" b="1" dirty="0" sz="3000" i="1" kumimoji="1" lang="en-US">
                <a:solidFill>
                  <a:schemeClr val="tx2"/>
                </a:solidFill>
                <a:latin typeface="Times New Roman" pitchFamily="18" charset="0"/>
              </a:rPr>
              <a:t> + i</a:t>
            </a:r>
            <a:r>
              <a:rPr altLang="zh-CN" baseline="-25000" b="1" dirty="0" sz="3000" i="1" kumimoji="1" lang="en-US">
                <a:solidFill>
                  <a:schemeClr val="tx2"/>
                </a:solidFill>
                <a:latin typeface="Times New Roman" pitchFamily="18" charset="0"/>
              </a:rPr>
              <a:t>n</a:t>
            </a:r>
            <a:r>
              <a:rPr altLang="zh-CN" b="1" dirty="0" sz="3000" i="1" kumimoji="1" lang="en-US">
                <a:solidFill>
                  <a:schemeClr val="tx2"/>
                </a:solidFill>
                <a:latin typeface="Times New Roman" pitchFamily="18" charset="0"/>
              </a:rPr>
              <a:t> </a:t>
            </a:r>
            <a:r>
              <a:rPr altLang="zh-CN" b="1" dirty="0" sz="3000" kumimoji="1" lang="en-US">
                <a:solidFill>
                  <a:schemeClr val="tx2"/>
                </a:solidFill>
                <a:latin typeface="Times New Roman" pitchFamily="18" charset="0"/>
              </a:rPr>
              <a:t>) *</a:t>
            </a:r>
            <a:r>
              <a:rPr altLang="zh-CN" b="1" dirty="0" sz="3000" i="1" kumimoji="1" lang="en-US">
                <a:solidFill>
                  <a:schemeClr val="tx2"/>
                </a:solidFill>
                <a:latin typeface="Times New Roman" pitchFamily="18" charset="0"/>
              </a:rPr>
              <a:t> l</a:t>
            </a:r>
            <a:r>
              <a:rPr altLang="zh-CN" b="1" dirty="0" sz="3000" lang="en-US">
                <a:effectLst>
                  <a:outerShdw algn="tl" blurRad="38100" dir="2700000" dist="38100">
                    <a:srgbClr val="C0C0C0"/>
                  </a:outerShdw>
                </a:effectLst>
                <a:latin typeface="Times New Roman" pitchFamily="18" charset="0"/>
                <a:ea typeface="仿宋_GB2312" pitchFamily="49" charset="-122"/>
              </a:rPr>
              <a:t> </a:t>
            </a:r>
          </a:p>
        </p:txBody>
      </p:sp>
      <p:graphicFrame>
        <p:nvGraphicFramePr>
          <p:cNvPr id="4194311" name="Object 4"/>
          <p:cNvGraphicFramePr>
            <a:graphicFrameLocks noChangeAspect="1"/>
          </p:cNvGraphicFramePr>
          <p:nvPr/>
        </p:nvGraphicFramePr>
        <p:xfrm>
          <a:off x="1974850" y="4659315"/>
          <a:ext cx="5259388" cy="1443037"/>
        </p:xfrm>
        <a:graphic>
          <a:graphicData uri="http://schemas.openxmlformats.org/presentationml/2006/ole">
            <mc:AlternateContent xmlns:mc="http://schemas.openxmlformats.org/markup-compatibility/2006">
              <mc:Choice xmlns:v="urn:schemas-microsoft-com:vml" Requires="v">
                <p:oleObj name="公式" r:id="rId1" spid="_x0000_s3114" imgH="357012" imgW="1566631" progId="Equation.3">
                  <p:embed/>
                </p:oleObj>
              </mc:Choice>
              <mc:Fallback>
                <p:oleObj name="公式" r:id="rId1" spid="" imgH="357012" imgW="1566631" progId="Equation.3">
                  <p:embed/>
                  <p:pic>
                    <p:nvPicPr>
                      <p:cNvPr id="2097169" name="Object 4"/>
                      <p:cNvPicPr>
                        <a:picLocks noChangeAspect="1" noChangeArrowheads="1"/>
                      </p:cNvPicPr>
                      <p:nvPr/>
                    </p:nvPicPr>
                    <p:blipFill>
                      <a:blip xmlns:r="http://schemas.openxmlformats.org/officeDocument/2006/relationships" r:embed="rId2"/>
                      <a:srcRect/>
                      <a:stretch>
                        <a:fillRect/>
                      </a:stretch>
                    </p:blipFill>
                    <p:spPr bwMode="auto">
                      <a:xfrm>
                        <a:off x="1974850" y="4659315"/>
                        <a:ext cx="5259388" cy="1443037"/>
                      </a:xfrm>
                      <a:prstGeom prst="rect"/>
                      <a:noFill/>
                      <a:ln>
                        <a:noFill/>
                      </a:ln>
                      <a:effectLst/>
                    </p:spPr>
                  </p:pic>
                </p:oleObj>
              </mc:Fallback>
            </mc:AlternateContent>
          </a:graphicData>
        </a:graphic>
      </p:graphicFrame>
      <p:sp>
        <p:nvSpPr>
          <p:cNvPr id="1048801" name="AutoShape 5">
            <a:hlinkClick r:id="rId3" action="ppaction://hlinksldjump" highlightClick="1"/>
          </p:cNvPr>
          <p:cNvSpPr>
            <a:spLocks noChangeArrowheads="1"/>
          </p:cNvSpPr>
          <p:nvPr/>
        </p:nvSpPr>
        <p:spPr bwMode="auto">
          <a:xfrm>
            <a:off x="8247065" y="6248400"/>
            <a:ext cx="568325" cy="381000"/>
          </a:xfrm>
          <a:prstGeom prst="actionButtonBackPrevious"/>
          <a:solidFill>
            <a:srgbClr val="C0C0C0"/>
          </a:solidFill>
          <a:ln w="9525">
            <a:solidFill>
              <a:srgbClr val="FFFFFF"/>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98" name=""/>
        <p:cNvGrpSpPr/>
        <p:nvPr/>
      </p:nvGrpSpPr>
      <p:grpSpPr>
        <a:xfrm>
          <a:off x="0" y="0"/>
          <a:ext cx="0" cy="0"/>
          <a:chOff x="0" y="0"/>
          <a:chExt cx="0" cy="0"/>
        </a:xfrm>
      </p:grpSpPr>
      <p:sp>
        <p:nvSpPr>
          <p:cNvPr id="1048802" name="Rectangle 2"/>
          <p:cNvSpPr>
            <a:spLocks noGrp="1" noChangeArrowheads="1"/>
          </p:cNvSpPr>
          <p:nvPr>
            <p:ph type="title"/>
          </p:nvPr>
        </p:nvSpPr>
        <p:spPr>
          <a:xfrm>
            <a:off x="685800" y="274638"/>
            <a:ext cx="7772400" cy="933450"/>
          </a:xfrm>
        </p:spPr>
        <p:txBody>
          <a:bodyPr/>
          <a:p>
            <a:pPr eaLnBrk="1" hangingPunct="1"/>
            <a:r>
              <a:rPr altLang="en-US" b="1" sz="4000" lang="zh-CN">
                <a:ea typeface="华文新魏" panose="02010800040101010101" pitchFamily="2" charset="-122"/>
              </a:rPr>
              <a:t>特殊矩阵</a:t>
            </a:r>
            <a:endParaRPr altLang="en-US" lang="zh-CN">
              <a:ea typeface="华文新魏" panose="02010800040101010101" pitchFamily="2" charset="-122"/>
            </a:endParaRPr>
          </a:p>
        </p:txBody>
      </p:sp>
      <p:sp>
        <p:nvSpPr>
          <p:cNvPr id="1048803" name="Rectangle 3"/>
          <p:cNvSpPr>
            <a:spLocks noGrp="1" noChangeArrowheads="1"/>
          </p:cNvSpPr>
          <p:nvPr>
            <p:ph idx="1"/>
          </p:nvPr>
        </p:nvSpPr>
        <p:spPr>
          <a:xfrm>
            <a:off x="762000" y="1473202"/>
            <a:ext cx="7678738" cy="4378325"/>
          </a:xfrm>
        </p:spPr>
        <p:txBody>
          <a:bodyPr/>
          <a:p>
            <a:pPr eaLnBrk="1" hangingPunct="1">
              <a:lnSpc>
                <a:spcPct val="105000"/>
              </a:lnSpc>
              <a:buClr>
                <a:srgbClr val="800080"/>
              </a:buClr>
              <a:buSzPct val="50000"/>
            </a:pPr>
            <a:r>
              <a:rPr altLang="en-US" b="1" sz="3000" lang="zh-CN">
                <a:ea typeface="仿宋_GB2312" pitchFamily="49" charset="-122"/>
              </a:rPr>
              <a:t>特殊矩阵是指</a:t>
            </a:r>
            <a:r>
              <a:rPr altLang="en-US" b="1" sz="3000" lang="zh-CN">
                <a:solidFill>
                  <a:srgbClr val="FF6600"/>
                </a:solidFill>
                <a:ea typeface="仿宋_GB2312" pitchFamily="49" charset="-122"/>
              </a:rPr>
              <a:t>非零元素</a:t>
            </a:r>
            <a:r>
              <a:rPr altLang="en-US" b="1" sz="3000" lang="zh-CN">
                <a:ea typeface="仿宋_GB2312" pitchFamily="49" charset="-122"/>
              </a:rPr>
              <a:t>或</a:t>
            </a:r>
            <a:r>
              <a:rPr altLang="en-US" b="1" sz="3000" lang="zh-CN">
                <a:solidFill>
                  <a:srgbClr val="FF6600"/>
                </a:solidFill>
                <a:ea typeface="仿宋_GB2312" pitchFamily="49" charset="-122"/>
              </a:rPr>
              <a:t>零元素</a:t>
            </a:r>
            <a:r>
              <a:rPr altLang="en-US" b="1" sz="3000" lang="zh-CN">
                <a:ea typeface="仿宋_GB2312" pitchFamily="49" charset="-122"/>
              </a:rPr>
              <a:t>的</a:t>
            </a:r>
            <a:r>
              <a:rPr altLang="en-US" b="1" sz="3000" lang="zh-CN">
                <a:solidFill>
                  <a:srgbClr val="FF6600"/>
                </a:solidFill>
                <a:ea typeface="仿宋_GB2312" pitchFamily="49" charset="-122"/>
              </a:rPr>
              <a:t>分布有一定规律</a:t>
            </a:r>
            <a:r>
              <a:rPr altLang="en-US" b="1" sz="3000" lang="zh-CN">
                <a:ea typeface="仿宋_GB2312" pitchFamily="49" charset="-122"/>
              </a:rPr>
              <a:t>的矩阵。</a:t>
            </a:r>
          </a:p>
          <a:p>
            <a:pPr eaLnBrk="1" hangingPunct="1">
              <a:lnSpc>
                <a:spcPct val="105000"/>
              </a:lnSpc>
              <a:buClr>
                <a:srgbClr val="800080"/>
              </a:buClr>
              <a:buSzPct val="50000"/>
            </a:pPr>
            <a:r>
              <a:rPr altLang="en-US" b="1" sz="3000" lang="zh-CN">
                <a:ea typeface="仿宋_GB2312" pitchFamily="49" charset="-122"/>
              </a:rPr>
              <a:t>特殊矩阵的压缩存储主要是针对阶数很高的特殊矩阵。为节省存储空间，对可以不存储的元素，如零元素或对称元素，不再存储。</a:t>
            </a:r>
          </a:p>
          <a:p>
            <a:pPr eaLnBrk="1" hangingPunct="1" lvl="1">
              <a:lnSpc>
                <a:spcPct val="105000"/>
              </a:lnSpc>
              <a:buClr>
                <a:srgbClr val="006600"/>
              </a:buClr>
              <a:buSzPct val="50000"/>
              <a:buFont typeface="Wingdings" panose="05000000000000000000" pitchFamily="2" charset="2"/>
              <a:buChar char="u"/>
            </a:pPr>
            <a:r>
              <a:rPr altLang="en-US" b="1" sz="2900" lang="zh-CN">
                <a:solidFill>
                  <a:srgbClr val="0000FF"/>
                </a:solidFill>
                <a:ea typeface="仿宋_GB2312" pitchFamily="49" charset="-122"/>
              </a:rPr>
              <a:t>对称矩阵</a:t>
            </a:r>
          </a:p>
          <a:p>
            <a:pPr eaLnBrk="1" hangingPunct="1" lvl="1">
              <a:lnSpc>
                <a:spcPct val="105000"/>
              </a:lnSpc>
              <a:buClr>
                <a:srgbClr val="006600"/>
              </a:buClr>
              <a:buSzPct val="50000"/>
              <a:buFont typeface="Wingdings" panose="05000000000000000000" pitchFamily="2" charset="2"/>
              <a:buChar char="u"/>
            </a:pPr>
            <a:r>
              <a:rPr altLang="en-US" b="1" sz="2900" lang="zh-CN">
                <a:solidFill>
                  <a:srgbClr val="0000FF"/>
                </a:solidFill>
                <a:ea typeface="仿宋_GB2312" pitchFamily="49" charset="-122"/>
              </a:rPr>
              <a:t>三对角矩阵</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99" name=""/>
        <p:cNvGrpSpPr/>
        <p:nvPr/>
      </p:nvGrpSpPr>
      <p:grpSpPr>
        <a:xfrm>
          <a:off x="0" y="0"/>
          <a:ext cx="0" cy="0"/>
          <a:chOff x="0" y="0"/>
          <a:chExt cx="0" cy="0"/>
        </a:xfrm>
      </p:grpSpPr>
      <p:sp>
        <p:nvSpPr>
          <p:cNvPr id="1048804" name="Rectangle 2"/>
          <p:cNvSpPr>
            <a:spLocks noGrp="1" noChangeArrowheads="1"/>
          </p:cNvSpPr>
          <p:nvPr>
            <p:ph type="title"/>
          </p:nvPr>
        </p:nvSpPr>
        <p:spPr>
          <a:xfrm>
            <a:off x="685800" y="381000"/>
            <a:ext cx="7772400" cy="1035050"/>
          </a:xfrm>
        </p:spPr>
        <p:txBody>
          <a:bodyPr/>
          <a:p>
            <a:pPr eaLnBrk="1" hangingPunct="1"/>
            <a:r>
              <a:rPr altLang="en-US" b="1" sz="4000" lang="zh-CN">
                <a:ea typeface="华文新魏" panose="02010800040101010101" pitchFamily="2" charset="-122"/>
              </a:rPr>
              <a:t>对称矩阵的压缩存储</a:t>
            </a:r>
            <a:endParaRPr altLang="en-US" lang="zh-CN">
              <a:ea typeface="华文新魏" panose="02010800040101010101" pitchFamily="2" charset="-122"/>
            </a:endParaRPr>
          </a:p>
        </p:txBody>
      </p:sp>
      <p:sp>
        <p:nvSpPr>
          <p:cNvPr id="1048805" name="Rectangle 3"/>
          <p:cNvSpPr>
            <a:spLocks noGrp="1" noChangeArrowheads="1"/>
          </p:cNvSpPr>
          <p:nvPr>
            <p:ph idx="1"/>
          </p:nvPr>
        </p:nvSpPr>
        <p:spPr>
          <a:xfrm>
            <a:off x="622300" y="1333500"/>
            <a:ext cx="8001000" cy="685800"/>
          </a:xfrm>
        </p:spPr>
        <p:txBody>
          <a:bodyPr/>
          <a:p>
            <a:pPr eaLnBrk="1" hangingPunct="1">
              <a:buClr>
                <a:srgbClr val="800080"/>
              </a:buClr>
              <a:buSzPct val="50000"/>
            </a:pPr>
            <a:r>
              <a:rPr altLang="en-US" b="1" sz="3000" lang="zh-CN">
                <a:latin typeface="Times New Roman" panose="02020603050405020304" pitchFamily="18" charset="0"/>
                <a:ea typeface="仿宋_GB2312" pitchFamily="49" charset="-122"/>
              </a:rPr>
              <a:t>设有一个 </a:t>
            </a:r>
            <a:r>
              <a:rPr altLang="zh-CN" b="1" sz="3000" lang="en-US">
                <a:latin typeface="Times New Roman" panose="02020603050405020304" pitchFamily="18" charset="0"/>
                <a:ea typeface="仿宋_GB2312" pitchFamily="49" charset="-122"/>
              </a:rPr>
              <a:t>n</a:t>
            </a:r>
            <a:r>
              <a:rPr altLang="zh-CN" b="1" sz="3000" lang="en-US">
                <a:latin typeface="Times New Roman" panose="02020603050405020304" pitchFamily="18" charset="0"/>
                <a:ea typeface="仿宋_GB2312" pitchFamily="49" charset="-122"/>
                <a:sym typeface="Symbol" panose="05050102010706020507" pitchFamily="18" charset="2"/>
              </a:rPr>
              <a:t></a:t>
            </a:r>
            <a:r>
              <a:rPr altLang="zh-CN" b="1" sz="3000" lang="en-US">
                <a:latin typeface="Times New Roman" panose="02020603050405020304" pitchFamily="18" charset="0"/>
                <a:ea typeface="仿宋_GB2312" pitchFamily="49" charset="-122"/>
              </a:rPr>
              <a:t>n </a:t>
            </a:r>
            <a:r>
              <a:rPr altLang="en-US" b="1" sz="3000" lang="zh-CN">
                <a:latin typeface="Times New Roman" panose="02020603050405020304" pitchFamily="18" charset="0"/>
                <a:ea typeface="仿宋_GB2312" pitchFamily="49" charset="-122"/>
              </a:rPr>
              <a:t>的对称矩阵 </a:t>
            </a:r>
            <a:r>
              <a:rPr altLang="zh-CN" b="1" sz="3000" lang="en-US">
                <a:latin typeface="Times New Roman" panose="02020603050405020304" pitchFamily="18" charset="0"/>
                <a:ea typeface="仿宋_GB2312" pitchFamily="49" charset="-122"/>
              </a:rPr>
              <a:t>A</a:t>
            </a:r>
            <a:r>
              <a:rPr altLang="en-US" b="1" sz="3000" lang="zh-CN">
                <a:latin typeface="Times New Roman" panose="02020603050405020304" pitchFamily="18" charset="0"/>
                <a:ea typeface="仿宋_GB2312" pitchFamily="49" charset="-122"/>
              </a:rPr>
              <a:t>。</a:t>
            </a:r>
          </a:p>
        </p:txBody>
      </p:sp>
      <p:graphicFrame>
        <p:nvGraphicFramePr>
          <p:cNvPr id="4194312" name="Object 4"/>
          <p:cNvGraphicFramePr>
            <a:graphicFrameLocks noChangeAspect="1"/>
          </p:cNvGraphicFramePr>
          <p:nvPr/>
        </p:nvGraphicFramePr>
        <p:xfrm>
          <a:off x="1449390" y="2078040"/>
          <a:ext cx="6359525" cy="2738437"/>
        </p:xfrm>
        <a:graphic>
          <a:graphicData uri="http://schemas.openxmlformats.org/presentationml/2006/ole">
            <mc:AlternateContent xmlns:mc="http://schemas.openxmlformats.org/markup-compatibility/2006">
              <mc:Choice xmlns:v="urn:schemas-microsoft-com:vml" Requires="v">
                <p:oleObj name="公式" r:id="rId1" spid="_x0000_s4138" imgH="766748" imgW="2014669" progId="Equation.3">
                  <p:embed/>
                </p:oleObj>
              </mc:Choice>
              <mc:Fallback>
                <p:oleObj name="公式" r:id="rId1" spid="" imgH="766748" imgW="2014669" progId="Equation.3">
                  <p:embed/>
                  <p:pic>
                    <p:nvPicPr>
                      <p:cNvPr id="2097171" name="Object 4"/>
                      <p:cNvPicPr>
                        <a:picLocks noChangeAspect="1" noChangeArrowheads="1"/>
                      </p:cNvPicPr>
                      <p:nvPr/>
                    </p:nvPicPr>
                    <p:blipFill>
                      <a:blip xmlns:r="http://schemas.openxmlformats.org/officeDocument/2006/relationships" r:embed="rId2"/>
                      <a:srcRect/>
                      <a:stretch>
                        <a:fillRect/>
                      </a:stretch>
                    </p:blipFill>
                    <p:spPr bwMode="auto">
                      <a:xfrm>
                        <a:off x="1449390" y="2078040"/>
                        <a:ext cx="6359525" cy="2738437"/>
                      </a:xfrm>
                      <a:prstGeom prst="rect"/>
                      <a:noFill/>
                      <a:ln>
                        <a:noFill/>
                      </a:ln>
                      <a:effectLst/>
                    </p:spPr>
                  </p:pic>
                </p:oleObj>
              </mc:Fallback>
            </mc:AlternateContent>
          </a:graphicData>
        </a:graphic>
      </p:graphicFrame>
      <p:sp>
        <p:nvSpPr>
          <p:cNvPr id="1048806" name="Text Box 5"/>
          <p:cNvSpPr txBox="1">
            <a:spLocks noChangeArrowheads="1"/>
          </p:cNvSpPr>
          <p:nvPr/>
        </p:nvSpPr>
        <p:spPr bwMode="auto">
          <a:xfrm>
            <a:off x="736600" y="5029200"/>
            <a:ext cx="7043738" cy="1062038"/>
          </a:xfrm>
          <a:prstGeom prst="rect"/>
          <a:noFill/>
          <a:ln>
            <a:noFill/>
          </a:ln>
          <a:effectLst/>
        </p:spPr>
        <p:txBody>
          <a:bodyPr>
            <a:spAutoFit/>
          </a:bodyPr>
          <a:lstStyle>
            <a:lvl1pPr indent="-342900" marL="342900">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0"/>
              </a:spcBef>
              <a:buClr>
                <a:srgbClr val="990099"/>
              </a:buClr>
              <a:buSzPct val="50000"/>
              <a:buFont typeface="Wingdings" panose="05000000000000000000" pitchFamily="2" charset="2"/>
              <a:buChar char="n"/>
            </a:pPr>
            <a:r>
              <a:rPr altLang="en-US" b="1" sz="3000" kumimoji="1" lang="zh-CN">
                <a:latin typeface="Courier New" panose="02070309020205020404" pitchFamily="49" charset="0"/>
                <a:ea typeface="仿宋_GB2312" pitchFamily="49" charset="-122"/>
              </a:rPr>
              <a:t>对称矩阵中的元素</a:t>
            </a:r>
            <a:r>
              <a:rPr altLang="en-US" b="1" sz="3000" kumimoji="1" lang="zh-CN">
                <a:solidFill>
                  <a:srgbClr val="0000FF"/>
                </a:solidFill>
                <a:latin typeface="Courier New" panose="02070309020205020404" pitchFamily="49" charset="0"/>
                <a:ea typeface="仿宋_GB2312" pitchFamily="49" charset="-122"/>
              </a:rPr>
              <a:t>关于主对角线对称</a:t>
            </a:r>
            <a:r>
              <a:rPr altLang="en-US" b="1" sz="3000" kumimoji="1" lang="zh-CN">
                <a:latin typeface="Times New Roman" panose="02020603050405020304" pitchFamily="18" charset="0"/>
              </a:rPr>
              <a:t>，</a:t>
            </a:r>
            <a:r>
              <a:rPr altLang="zh-CN" b="1" sz="3000" i="1" kumimoji="1" lang="en-US">
                <a:latin typeface="Times New Roman" panose="02020603050405020304" pitchFamily="18" charset="0"/>
              </a:rPr>
              <a:t>a</a:t>
            </a:r>
            <a:r>
              <a:rPr altLang="zh-CN" baseline="-25000" b="1" sz="3000" i="1" kumimoji="1" lang="en-US">
                <a:latin typeface="Times New Roman" panose="02020603050405020304" pitchFamily="18" charset="0"/>
              </a:rPr>
              <a:t>ij</a:t>
            </a:r>
            <a:r>
              <a:rPr altLang="zh-CN" b="1" sz="3000" i="1" kumimoji="1" lang="en-US">
                <a:latin typeface="Times New Roman" panose="02020603050405020304" pitchFamily="18" charset="0"/>
              </a:rPr>
              <a:t> </a:t>
            </a:r>
            <a:r>
              <a:rPr altLang="zh-CN" b="1" sz="3000" kumimoji="1" lang="en-US">
                <a:latin typeface="Times New Roman" panose="02020603050405020304" pitchFamily="18" charset="0"/>
              </a:rPr>
              <a:t>= </a:t>
            </a:r>
            <a:r>
              <a:rPr altLang="zh-CN" b="1" sz="3000" i="1" kumimoji="1" lang="en-US">
                <a:latin typeface="Times New Roman" panose="02020603050405020304" pitchFamily="18" charset="0"/>
              </a:rPr>
              <a:t>a</a:t>
            </a:r>
            <a:r>
              <a:rPr altLang="zh-CN" baseline="-25000" b="1" sz="3000" i="1" kumimoji="1" lang="en-US">
                <a:latin typeface="Times New Roman" panose="02020603050405020304" pitchFamily="18" charset="0"/>
              </a:rPr>
              <a:t>ji</a:t>
            </a:r>
            <a:r>
              <a:rPr altLang="en-US" baseline="-25000" b="1" sz="3000" kumimoji="1" lang="zh-CN">
                <a:latin typeface="Times New Roman" panose="02020603050405020304" pitchFamily="18" charset="0"/>
              </a:rPr>
              <a:t>，</a:t>
            </a:r>
            <a:r>
              <a:rPr altLang="en-US" baseline="-25000" b="1" sz="3000" i="1" kumimoji="1" lang="zh-CN">
                <a:latin typeface="Times New Roman" panose="02020603050405020304" pitchFamily="18" charset="0"/>
              </a:rPr>
              <a:t> </a:t>
            </a:r>
            <a:r>
              <a:rPr altLang="zh-CN" b="1" sz="3000" kumimoji="1" lang="en-US">
                <a:latin typeface="Times New Roman" panose="02020603050405020304" pitchFamily="18" charset="0"/>
              </a:rPr>
              <a:t>0≤</a:t>
            </a:r>
            <a:r>
              <a:rPr altLang="zh-CN" b="1" sz="3000" i="1" kumimoji="1" lang="en-US">
                <a:latin typeface="Times New Roman" panose="02020603050405020304" pitchFamily="18" charset="0"/>
              </a:rPr>
              <a:t>i</a:t>
            </a:r>
            <a:r>
              <a:rPr altLang="zh-CN" b="1" sz="3000" kumimoji="1" lang="en-US">
                <a:latin typeface="Times New Roman" panose="02020603050405020304" pitchFamily="18" charset="0"/>
                <a:ea typeface="仿宋_GB2312" pitchFamily="49" charset="-122"/>
              </a:rPr>
              <a:t>, </a:t>
            </a:r>
            <a:r>
              <a:rPr altLang="zh-CN" b="1" sz="3000" i="1" kumimoji="1" lang="en-US">
                <a:latin typeface="Times New Roman" panose="02020603050405020304" pitchFamily="18" charset="0"/>
                <a:ea typeface="仿宋_GB2312" pitchFamily="49" charset="-122"/>
              </a:rPr>
              <a:t>j</a:t>
            </a:r>
            <a:r>
              <a:rPr altLang="zh-CN" b="1" sz="3000" kumimoji="1" lang="en-US">
                <a:latin typeface="Courier New" panose="02070309020205020404" pitchFamily="49" charset="0"/>
              </a:rPr>
              <a:t>≤</a:t>
            </a:r>
            <a:r>
              <a:rPr altLang="zh-CN" b="1" sz="3000" i="1" kumimoji="1" lang="en-US">
                <a:latin typeface="Times New Roman" panose="02020603050405020304" pitchFamily="18" charset="0"/>
                <a:ea typeface="仿宋_GB2312" pitchFamily="49" charset="-122"/>
              </a:rPr>
              <a:t>n</a:t>
            </a:r>
            <a:r>
              <a:rPr altLang="zh-CN" b="1" sz="3000" kumimoji="1" lang="en-US">
                <a:latin typeface="Courier New" panose="02070309020205020404" pitchFamily="49" charset="0"/>
                <a:ea typeface="仿宋_GB2312" pitchFamily="49" charset="-122"/>
              </a:rPr>
              <a:t>-</a:t>
            </a:r>
            <a:r>
              <a:rPr altLang="zh-CN" b="1" sz="3000" kumimoji="1" lang="en-US">
                <a:latin typeface="Times New Roman" panose="02020603050405020304" pitchFamily="18" charset="0"/>
                <a:ea typeface="仿宋_GB2312" pitchFamily="49" charset="-122"/>
              </a:rPr>
              <a:t>1</a:t>
            </a:r>
            <a:endParaRPr altLang="zh-CN" sz="3000" i="1" kumimoji="1" lang="en-US">
              <a:latin typeface="Times New Roman" panose="02020603050405020304" pitchFamily="18" charset="0"/>
              <a:ea typeface="仿宋_GB2312" pitchFamily="49" charset="-122"/>
            </a:endParaRPr>
          </a:p>
        </p:txBody>
      </p:sp>
      <p:sp>
        <p:nvSpPr>
          <p:cNvPr id="1048807" name="AutoShape 6"/>
          <p:cNvSpPr>
            <a:spLocks noChangeArrowheads="1"/>
          </p:cNvSpPr>
          <p:nvPr/>
        </p:nvSpPr>
        <p:spPr bwMode="auto">
          <a:xfrm rot="1524529">
            <a:off x="2192340" y="3224213"/>
            <a:ext cx="5526087" cy="550862"/>
          </a:xfrm>
          <a:prstGeom prst="roundRect">
            <a:avLst>
              <a:gd name="adj" fmla="val 50000"/>
            </a:avLst>
          </a:prstGeom>
          <a:solidFill>
            <a:schemeClr val="accent2">
              <a:alpha val="50195"/>
            </a:scheme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00" name=""/>
        <p:cNvGrpSpPr/>
        <p:nvPr/>
      </p:nvGrpSpPr>
      <p:grpSpPr>
        <a:xfrm>
          <a:off x="0" y="0"/>
          <a:ext cx="0" cy="0"/>
          <a:chOff x="0" y="0"/>
          <a:chExt cx="0" cy="0"/>
        </a:xfrm>
      </p:grpSpPr>
      <p:graphicFrame>
        <p:nvGraphicFramePr>
          <p:cNvPr id="4194313" name="Object 2"/>
          <p:cNvGraphicFramePr>
            <a:graphicFrameLocks noChangeAspect="1"/>
          </p:cNvGraphicFramePr>
          <p:nvPr/>
        </p:nvGraphicFramePr>
        <p:xfrm>
          <a:off x="1365250" y="3035300"/>
          <a:ext cx="5486400" cy="2971800"/>
        </p:xfrm>
        <a:graphic>
          <a:graphicData uri="http://schemas.openxmlformats.org/presentationml/2006/ole">
            <mc:AlternateContent xmlns:mc="http://schemas.openxmlformats.org/markup-compatibility/2006">
              <mc:Choice xmlns:v="urn:schemas-microsoft-com:vml" Requires="v">
                <p:oleObj name="Equation" r:id="rId1" spid="_x0000_s5162" imgH="766748" imgW="1748051" progId="Equation.3">
                  <p:embed/>
                </p:oleObj>
              </mc:Choice>
              <mc:Fallback>
                <p:oleObj name="Equation" r:id="rId1" spid="" imgH="766748" imgW="1748051" progId="Equation.3">
                  <p:embed/>
                  <p:pic>
                    <p:nvPicPr>
                      <p:cNvPr id="2097173" name="Object 2"/>
                      <p:cNvPicPr>
                        <a:picLocks noChangeAspect="1" noChangeArrowheads="1"/>
                      </p:cNvPicPr>
                      <p:nvPr/>
                    </p:nvPicPr>
                    <p:blipFill>
                      <a:blip xmlns:r="http://schemas.openxmlformats.org/officeDocument/2006/relationships" r:embed="rId2"/>
                      <a:srcRect/>
                      <a:stretch>
                        <a:fillRect/>
                      </a:stretch>
                    </p:blipFill>
                    <p:spPr bwMode="auto">
                      <a:xfrm>
                        <a:off x="1365250" y="3035300"/>
                        <a:ext cx="5486400" cy="2971800"/>
                      </a:xfrm>
                      <a:prstGeom prst="rect"/>
                      <a:noFill/>
                      <a:ln>
                        <a:noFill/>
                      </a:ln>
                      <a:effectLst/>
                    </p:spPr>
                  </p:pic>
                </p:oleObj>
              </mc:Fallback>
            </mc:AlternateContent>
          </a:graphicData>
        </a:graphic>
      </p:graphicFrame>
      <p:sp>
        <p:nvSpPr>
          <p:cNvPr id="1048808" name="Rectangle 3"/>
          <p:cNvSpPr>
            <a:spLocks noChangeArrowheads="1"/>
          </p:cNvSpPr>
          <p:nvPr/>
        </p:nvSpPr>
        <p:spPr bwMode="auto">
          <a:xfrm>
            <a:off x="5537200" y="5373688"/>
            <a:ext cx="1219200" cy="569912"/>
          </a:xfrm>
          <a:prstGeom prst="rect"/>
          <a:solidFill>
            <a:srgbClr val="66FF66">
              <a:alpha val="34901"/>
            </a:srgb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09" name="Rectangle 4"/>
          <p:cNvSpPr>
            <a:spLocks noChangeArrowheads="1"/>
          </p:cNvSpPr>
          <p:nvPr/>
        </p:nvSpPr>
        <p:spPr bwMode="auto">
          <a:xfrm>
            <a:off x="4724400" y="4930777"/>
            <a:ext cx="838200" cy="1012825"/>
          </a:xfrm>
          <a:prstGeom prst="rect"/>
          <a:solidFill>
            <a:srgbClr val="66FF66">
              <a:alpha val="34901"/>
            </a:srgb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10" name="Rectangle 5"/>
          <p:cNvSpPr>
            <a:spLocks noChangeArrowheads="1"/>
          </p:cNvSpPr>
          <p:nvPr/>
        </p:nvSpPr>
        <p:spPr bwMode="auto">
          <a:xfrm>
            <a:off x="3581400" y="4400550"/>
            <a:ext cx="1143000" cy="1543050"/>
          </a:xfrm>
          <a:prstGeom prst="rect"/>
          <a:solidFill>
            <a:srgbClr val="66FF66">
              <a:alpha val="34901"/>
            </a:srgb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11" name="Rectangle 6"/>
          <p:cNvSpPr>
            <a:spLocks noChangeArrowheads="1"/>
          </p:cNvSpPr>
          <p:nvPr/>
        </p:nvSpPr>
        <p:spPr bwMode="auto">
          <a:xfrm>
            <a:off x="2438400" y="3657600"/>
            <a:ext cx="1143000" cy="2286000"/>
          </a:xfrm>
          <a:prstGeom prst="rect"/>
          <a:solidFill>
            <a:srgbClr val="66FF66">
              <a:alpha val="34901"/>
            </a:srgb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12" name="Rectangle 7"/>
          <p:cNvSpPr>
            <a:spLocks noChangeArrowheads="1"/>
          </p:cNvSpPr>
          <p:nvPr/>
        </p:nvSpPr>
        <p:spPr bwMode="auto">
          <a:xfrm>
            <a:off x="1447800" y="3146427"/>
            <a:ext cx="990600" cy="2797175"/>
          </a:xfrm>
          <a:prstGeom prst="rect"/>
          <a:solidFill>
            <a:srgbClr val="66FF66">
              <a:alpha val="34901"/>
            </a:srgb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13" name="Rectangle 8"/>
          <p:cNvSpPr>
            <a:spLocks noGrp="1" noChangeArrowheads="1"/>
          </p:cNvSpPr>
          <p:nvPr>
            <p:ph idx="1"/>
          </p:nvPr>
        </p:nvSpPr>
        <p:spPr>
          <a:xfrm>
            <a:off x="685800" y="698500"/>
            <a:ext cx="8001000" cy="2362200"/>
          </a:xfrm>
        </p:spPr>
        <p:txBody>
          <a:bodyPr/>
          <a:p>
            <a:pPr eaLnBrk="1" hangingPunct="1">
              <a:lnSpc>
                <a:spcPct val="105000"/>
              </a:lnSpc>
              <a:buClr>
                <a:srgbClr val="800080"/>
              </a:buClr>
              <a:buSzPct val="50000"/>
            </a:pPr>
            <a:r>
              <a:rPr altLang="en-US" b="1" sz="3000" lang="zh-CN">
                <a:solidFill>
                  <a:srgbClr val="000099"/>
                </a:solidFill>
                <a:ea typeface="仿宋_GB2312" pitchFamily="49" charset="-122"/>
              </a:rPr>
              <a:t>为节约存储，只存对角线及对角线以上的元素，或者只存对角线或对角线以下的元素。前者称为</a:t>
            </a:r>
            <a:r>
              <a:rPr altLang="en-US" b="1" sz="3000" lang="zh-CN">
                <a:solidFill>
                  <a:srgbClr val="FF6600"/>
                </a:solidFill>
                <a:ea typeface="仿宋_GB2312" pitchFamily="49" charset="-122"/>
              </a:rPr>
              <a:t>上三角矩阵</a:t>
            </a:r>
            <a:r>
              <a:rPr altLang="en-US" b="1" sz="3000" lang="zh-CN">
                <a:solidFill>
                  <a:srgbClr val="000099"/>
                </a:solidFill>
                <a:ea typeface="仿宋_GB2312" pitchFamily="49" charset="-122"/>
              </a:rPr>
              <a:t>，后者称为</a:t>
            </a:r>
            <a:r>
              <a:rPr altLang="en-US" b="1" sz="3000" lang="zh-CN">
                <a:solidFill>
                  <a:srgbClr val="FF6600"/>
                </a:solidFill>
                <a:ea typeface="仿宋_GB2312" pitchFamily="49" charset="-122"/>
              </a:rPr>
              <a:t>下三角矩阵</a:t>
            </a:r>
            <a:r>
              <a:rPr altLang="en-US" b="1" sz="3000" lang="zh-CN">
                <a:solidFill>
                  <a:srgbClr val="000099"/>
                </a:solidFill>
                <a:ea typeface="仿宋_GB2312" pitchFamily="49" charset="-122"/>
              </a:rPr>
              <a:t>。</a:t>
            </a:r>
          </a:p>
        </p:txBody>
      </p:sp>
      <p:sp>
        <p:nvSpPr>
          <p:cNvPr id="1048814" name="Text Box 9"/>
          <p:cNvSpPr txBox="1">
            <a:spLocks noChangeArrowheads="1"/>
          </p:cNvSpPr>
          <p:nvPr/>
        </p:nvSpPr>
        <p:spPr bwMode="auto">
          <a:xfrm>
            <a:off x="7104065" y="3114677"/>
            <a:ext cx="701675" cy="2290763"/>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0"/>
              </a:spcBef>
              <a:buFontTx/>
              <a:buNone/>
            </a:pPr>
            <a:r>
              <a:rPr altLang="en-US" sz="3600" kumimoji="1" lang="zh-CN">
                <a:latin typeface="Times New Roman" panose="02020603050405020304" pitchFamily="18" charset="0"/>
                <a:ea typeface="隶书" panose="02010509060101010101" pitchFamily="49" charset="-122"/>
              </a:rPr>
              <a:t>下三角矩阵</a:t>
            </a:r>
            <a:endParaRPr altLang="en-US" sz="3600" kumimoji="1" lang="zh-CN">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01" name=""/>
        <p:cNvGrpSpPr/>
        <p:nvPr/>
      </p:nvGrpSpPr>
      <p:grpSpPr>
        <a:xfrm>
          <a:off x="0" y="0"/>
          <a:ext cx="0" cy="0"/>
          <a:chOff x="0" y="0"/>
          <a:chExt cx="0" cy="0"/>
        </a:xfrm>
      </p:grpSpPr>
      <p:grpSp>
        <p:nvGrpSpPr>
          <p:cNvPr id="202" name="Group 2"/>
          <p:cNvGrpSpPr/>
          <p:nvPr/>
        </p:nvGrpSpPr>
        <p:grpSpPr bwMode="auto">
          <a:xfrm>
            <a:off x="1727202" y="730250"/>
            <a:ext cx="5338763" cy="2770188"/>
            <a:chOff x="1088" y="364"/>
            <a:chExt cx="3363" cy="1745"/>
          </a:xfrm>
        </p:grpSpPr>
        <p:graphicFrame>
          <p:nvGraphicFramePr>
            <p:cNvPr id="4194314" name="Object 3"/>
            <p:cNvGraphicFramePr>
              <a:graphicFrameLocks noChangeAspect="1"/>
            </p:cNvGraphicFramePr>
            <p:nvPr/>
          </p:nvGraphicFramePr>
          <p:xfrm>
            <a:off x="1088" y="364"/>
            <a:ext cx="3363" cy="1745"/>
          </p:xfrm>
          <a:graphic>
            <a:graphicData uri="http://schemas.openxmlformats.org/presentationml/2006/ole">
              <mc:AlternateContent xmlns:mc="http://schemas.openxmlformats.org/markup-compatibility/2006">
                <mc:Choice xmlns:v="urn:schemas-microsoft-com:vml" Requires="v">
                  <p:oleObj name="公式" r:id="rId1" spid="_x0000_s6186" imgH="766748" imgW="1748051" progId="Equation.3">
                    <p:embed/>
                  </p:oleObj>
                </mc:Choice>
                <mc:Fallback>
                  <p:oleObj name="公式" r:id="rId1" spid="" imgH="766748" imgW="1748051" progId="Equation.3">
                    <p:embed/>
                    <p:pic>
                      <p:nvPicPr>
                        <p:cNvPr id="2097175" name="Object 3"/>
                        <p:cNvPicPr>
                          <a:picLocks noChangeAspect="1" noChangeArrowheads="1"/>
                        </p:cNvPicPr>
                        <p:nvPr/>
                      </p:nvPicPr>
                      <p:blipFill>
                        <a:blip xmlns:r="http://schemas.openxmlformats.org/officeDocument/2006/relationships" r:embed="rId2"/>
                        <a:srcRect/>
                        <a:stretch>
                          <a:fillRect/>
                        </a:stretch>
                      </p:blipFill>
                      <p:spPr bwMode="auto">
                        <a:xfrm>
                          <a:off x="1088" y="364"/>
                          <a:ext cx="3363" cy="1745"/>
                        </a:xfrm>
                        <a:prstGeom prst="rect"/>
                        <a:noFill/>
                        <a:ln>
                          <a:noFill/>
                        </a:ln>
                        <a:effectLst/>
                      </p:spPr>
                    </p:pic>
                  </p:oleObj>
                </mc:Fallback>
              </mc:AlternateContent>
            </a:graphicData>
          </a:graphic>
        </p:graphicFrame>
        <p:sp>
          <p:nvSpPr>
            <p:cNvPr id="1048815" name="Rectangle 4"/>
            <p:cNvSpPr>
              <a:spLocks noChangeArrowheads="1"/>
            </p:cNvSpPr>
            <p:nvPr/>
          </p:nvSpPr>
          <p:spPr bwMode="auto">
            <a:xfrm>
              <a:off x="1125" y="432"/>
              <a:ext cx="666" cy="384"/>
            </a:xfrm>
            <a:prstGeom prst="rect"/>
            <a:solidFill>
              <a:srgbClr val="FF6600">
                <a:alpha val="34901"/>
              </a:srgb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16" name="Rectangle 5"/>
            <p:cNvSpPr>
              <a:spLocks noChangeArrowheads="1"/>
            </p:cNvSpPr>
            <p:nvPr/>
          </p:nvSpPr>
          <p:spPr bwMode="auto">
            <a:xfrm>
              <a:off x="1788" y="432"/>
              <a:ext cx="657" cy="722"/>
            </a:xfrm>
            <a:prstGeom prst="rect"/>
            <a:solidFill>
              <a:srgbClr val="FF6600">
                <a:alpha val="34901"/>
              </a:srgb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17" name="Rectangle 6"/>
            <p:cNvSpPr>
              <a:spLocks noChangeArrowheads="1"/>
            </p:cNvSpPr>
            <p:nvPr/>
          </p:nvSpPr>
          <p:spPr bwMode="auto">
            <a:xfrm>
              <a:off x="2446" y="432"/>
              <a:ext cx="626" cy="1065"/>
            </a:xfrm>
            <a:prstGeom prst="rect"/>
            <a:solidFill>
              <a:srgbClr val="FF6600">
                <a:alpha val="34901"/>
              </a:srgb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18" name="Rectangle 7"/>
            <p:cNvSpPr>
              <a:spLocks noChangeArrowheads="1"/>
            </p:cNvSpPr>
            <p:nvPr/>
          </p:nvSpPr>
          <p:spPr bwMode="auto">
            <a:xfrm>
              <a:off x="3073" y="432"/>
              <a:ext cx="534" cy="1313"/>
            </a:xfrm>
            <a:prstGeom prst="rect"/>
            <a:solidFill>
              <a:srgbClr val="FF6600">
                <a:alpha val="34901"/>
              </a:srgb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19" name="Rectangle 8"/>
            <p:cNvSpPr>
              <a:spLocks noChangeArrowheads="1"/>
            </p:cNvSpPr>
            <p:nvPr/>
          </p:nvSpPr>
          <p:spPr bwMode="auto">
            <a:xfrm>
              <a:off x="3606" y="432"/>
              <a:ext cx="762" cy="1644"/>
            </a:xfrm>
            <a:prstGeom prst="rect"/>
            <a:solidFill>
              <a:srgbClr val="FF6600">
                <a:alpha val="34901"/>
              </a:srgb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grpSp>
      <p:sp>
        <p:nvSpPr>
          <p:cNvPr id="1048820" name="Text Box 9"/>
          <p:cNvSpPr txBox="1">
            <a:spLocks noChangeArrowheads="1"/>
          </p:cNvSpPr>
          <p:nvPr/>
        </p:nvSpPr>
        <p:spPr bwMode="auto">
          <a:xfrm>
            <a:off x="7292977" y="1014413"/>
            <a:ext cx="701675" cy="2290762"/>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0"/>
              </a:spcBef>
              <a:buFontTx/>
              <a:buNone/>
            </a:pPr>
            <a:r>
              <a:rPr altLang="en-US" sz="3600" kumimoji="1" lang="zh-CN">
                <a:solidFill>
                  <a:srgbClr val="0000CC"/>
                </a:solidFill>
                <a:latin typeface="Times New Roman" panose="02020603050405020304" pitchFamily="18" charset="0"/>
                <a:ea typeface="隶书" panose="02010509060101010101" pitchFamily="49" charset="-122"/>
              </a:rPr>
              <a:t>上三角矩阵</a:t>
            </a:r>
            <a:endParaRPr altLang="en-US" sz="3600" kumimoji="1" lang="zh-CN">
              <a:latin typeface="Times New Roman" panose="02020603050405020304" pitchFamily="18" charset="0"/>
            </a:endParaRPr>
          </a:p>
        </p:txBody>
      </p:sp>
      <p:sp>
        <p:nvSpPr>
          <p:cNvPr id="1048821" name="Rectangle 10"/>
          <p:cNvSpPr>
            <a:spLocks noGrp="1" noChangeArrowheads="1"/>
          </p:cNvSpPr>
          <p:nvPr>
            <p:ph idx="1"/>
          </p:nvPr>
        </p:nvSpPr>
        <p:spPr>
          <a:xfrm>
            <a:off x="685800" y="3806827"/>
            <a:ext cx="8001000" cy="2206625"/>
          </a:xfrm>
        </p:spPr>
        <p:txBody>
          <a:bodyPr/>
          <a:p>
            <a:pPr eaLnBrk="1" hangingPunct="1">
              <a:spcBef>
                <a:spcPct val="10000"/>
              </a:spcBef>
              <a:buClr>
                <a:srgbClr val="990099"/>
              </a:buClr>
              <a:buSzPct val="50000"/>
            </a:pPr>
            <a:r>
              <a:rPr altLang="en-US" b="1" dirty="0" sz="3000" lang="zh-CN">
                <a:solidFill>
                  <a:srgbClr val="000099"/>
                </a:solidFill>
                <a:latin typeface="Times New Roman" panose="02020603050405020304" pitchFamily="18" charset="0"/>
                <a:ea typeface="仿宋_GB2312" pitchFamily="49" charset="-122"/>
              </a:rPr>
              <a:t>把它们按行存放于一个一维数组 </a:t>
            </a:r>
            <a:r>
              <a:rPr altLang="zh-CN" b="1" dirty="0" sz="3000" lang="en-US">
                <a:solidFill>
                  <a:srgbClr val="000099"/>
                </a:solidFill>
                <a:latin typeface="Times New Roman" panose="02020603050405020304" pitchFamily="18" charset="0"/>
                <a:ea typeface="仿宋_GB2312" pitchFamily="49" charset="-122"/>
              </a:rPr>
              <a:t>B </a:t>
            </a:r>
            <a:r>
              <a:rPr altLang="en-US" b="1" dirty="0" sz="3000" lang="zh-CN">
                <a:solidFill>
                  <a:srgbClr val="000099"/>
                </a:solidFill>
                <a:latin typeface="Times New Roman" panose="02020603050405020304" pitchFamily="18" charset="0"/>
                <a:ea typeface="仿宋_GB2312" pitchFamily="49" charset="-122"/>
              </a:rPr>
              <a:t>中，称之为对称矩阵 </a:t>
            </a:r>
            <a:r>
              <a:rPr altLang="zh-CN" b="1" dirty="0" sz="3000" lang="en-US">
                <a:solidFill>
                  <a:srgbClr val="000099"/>
                </a:solidFill>
                <a:latin typeface="Times New Roman" panose="02020603050405020304" pitchFamily="18" charset="0"/>
                <a:ea typeface="仿宋_GB2312" pitchFamily="49" charset="-122"/>
              </a:rPr>
              <a:t>A </a:t>
            </a:r>
            <a:r>
              <a:rPr altLang="en-US" b="1" dirty="0" sz="3000" lang="zh-CN">
                <a:solidFill>
                  <a:srgbClr val="000099"/>
                </a:solidFill>
                <a:latin typeface="Times New Roman" panose="02020603050405020304" pitchFamily="18" charset="0"/>
                <a:ea typeface="仿宋_GB2312" pitchFamily="49" charset="-122"/>
              </a:rPr>
              <a:t>的压缩存储方式。</a:t>
            </a:r>
            <a:endParaRPr altLang="en-US" b="1" dirty="0" sz="3000" lang="zh-CN">
              <a:solidFill>
                <a:srgbClr val="0000CC"/>
              </a:solidFill>
              <a:latin typeface="Times New Roman" panose="02020603050405020304" pitchFamily="18" charset="0"/>
              <a:ea typeface="仿宋_GB2312" pitchFamily="49" charset="-122"/>
            </a:endParaRPr>
          </a:p>
          <a:p>
            <a:pPr eaLnBrk="1" hangingPunct="1">
              <a:spcBef>
                <a:spcPct val="10000"/>
              </a:spcBef>
              <a:buClr>
                <a:srgbClr val="990099"/>
              </a:buClr>
              <a:buSzPct val="50000"/>
            </a:pPr>
            <a:r>
              <a:rPr altLang="en-US" b="1" dirty="0" sz="3000" lang="zh-CN">
                <a:solidFill>
                  <a:srgbClr val="000099"/>
                </a:solidFill>
                <a:latin typeface="Times New Roman" panose="02020603050405020304" pitchFamily="18" charset="0"/>
                <a:ea typeface="仿宋_GB2312" pitchFamily="49" charset="-122"/>
              </a:rPr>
              <a:t>数组 </a:t>
            </a:r>
            <a:r>
              <a:rPr altLang="zh-CN" b="1" dirty="0" sz="3000" lang="en-US">
                <a:solidFill>
                  <a:srgbClr val="000099"/>
                </a:solidFill>
                <a:latin typeface="Times New Roman" panose="02020603050405020304" pitchFamily="18" charset="0"/>
                <a:ea typeface="仿宋_GB2312" pitchFamily="49" charset="-122"/>
              </a:rPr>
              <a:t>B </a:t>
            </a:r>
            <a:r>
              <a:rPr altLang="en-US" b="1" dirty="0" sz="3000" lang="zh-CN">
                <a:solidFill>
                  <a:srgbClr val="000099"/>
                </a:solidFill>
                <a:latin typeface="Times New Roman" panose="02020603050405020304" pitchFamily="18" charset="0"/>
                <a:ea typeface="仿宋_GB2312" pitchFamily="49" charset="-122"/>
              </a:rPr>
              <a:t>共有 </a:t>
            </a:r>
            <a:r>
              <a:rPr altLang="zh-CN" b="1" dirty="0" sz="3000" lang="en-US">
                <a:solidFill>
                  <a:srgbClr val="000099"/>
                </a:solidFill>
                <a:latin typeface="Times New Roman" panose="02020603050405020304" pitchFamily="18" charset="0"/>
                <a:ea typeface="仿宋_GB2312" pitchFamily="49" charset="-122"/>
              </a:rPr>
              <a:t>n + ( n </a:t>
            </a:r>
            <a:r>
              <a:rPr altLang="zh-CN" dirty="0" sz="3000" lang="en-US">
                <a:solidFill>
                  <a:srgbClr val="000099"/>
                </a:solidFill>
                <a:latin typeface="Courier New" panose="02070309020205020404" pitchFamily="49" charset="0"/>
                <a:ea typeface="楷体_GB2312" pitchFamily="49" charset="-122"/>
              </a:rPr>
              <a:t>-</a:t>
            </a:r>
            <a:r>
              <a:rPr altLang="zh-CN" b="1" dirty="0" sz="3000" lang="en-US">
                <a:solidFill>
                  <a:srgbClr val="000099"/>
                </a:solidFill>
                <a:latin typeface="Times New Roman" panose="02020603050405020304" pitchFamily="18" charset="0"/>
                <a:ea typeface="仿宋_GB2312" pitchFamily="49" charset="-122"/>
              </a:rPr>
              <a:t> 1 ) + </a:t>
            </a:r>
            <a:r>
              <a:rPr altLang="zh-CN" b="1" dirty="0" sz="3000" lang="en-US">
                <a:solidFill>
                  <a:srgbClr val="000099"/>
                </a:solidFill>
                <a:latin typeface="Times New Roman" panose="02020603050405020304" pitchFamily="18" charset="0"/>
                <a:ea typeface="仿宋_GB2312" pitchFamily="49" charset="-122"/>
                <a:sym typeface="Wingdings" panose="05000000000000000000" pitchFamily="2" charset="2"/>
              </a:rPr>
              <a:t> </a:t>
            </a:r>
            <a:r>
              <a:rPr altLang="zh-CN" b="1" dirty="0" sz="3000" lang="en-US">
                <a:solidFill>
                  <a:srgbClr val="000099"/>
                </a:solidFill>
                <a:latin typeface="Times New Roman" panose="02020603050405020304" pitchFamily="18" charset="0"/>
                <a:ea typeface="仿宋_GB2312" pitchFamily="49" charset="-122"/>
              </a:rPr>
              <a:t>+ 1 =</a:t>
            </a:r>
          </a:p>
          <a:p>
            <a:pPr eaLnBrk="1" hangingPunct="1">
              <a:spcBef>
                <a:spcPct val="10000"/>
              </a:spcBef>
              <a:buClr>
                <a:srgbClr val="990099"/>
              </a:buClr>
              <a:buSzPct val="50000"/>
              <a:buFontTx/>
              <a:buNone/>
            </a:pPr>
            <a:r>
              <a:rPr altLang="zh-CN" b="1" dirty="0" sz="3000" lang="en-US">
                <a:solidFill>
                  <a:srgbClr val="000099"/>
                </a:solidFill>
                <a:latin typeface="Times New Roman" panose="02020603050405020304" pitchFamily="18" charset="0"/>
                <a:ea typeface="仿宋_GB2312" pitchFamily="49" charset="-122"/>
              </a:rPr>
              <a:t>              </a:t>
            </a:r>
            <a:r>
              <a:rPr altLang="zh-CN" b="1" dirty="0" sz="3000" lang="en-US">
                <a:solidFill>
                  <a:srgbClr val="FF9900"/>
                </a:solidFill>
                <a:latin typeface="Times New Roman" panose="02020603050405020304" pitchFamily="18" charset="0"/>
                <a:ea typeface="仿宋_GB2312" pitchFamily="49" charset="-122"/>
              </a:rPr>
              <a:t>n*(n+1)</a:t>
            </a:r>
            <a:r>
              <a:rPr altLang="en-US" b="1" dirty="0" sz="3000" lang="zh-CN">
                <a:solidFill>
                  <a:srgbClr val="FF9900"/>
                </a:solidFill>
                <a:latin typeface="Times New Roman" panose="02020603050405020304" pitchFamily="18" charset="0"/>
                <a:ea typeface="仿宋_GB2312" pitchFamily="49" charset="-122"/>
              </a:rPr>
              <a:t>／</a:t>
            </a:r>
            <a:r>
              <a:rPr altLang="zh-CN" b="1" dirty="0" sz="3000" lang="en-US">
                <a:solidFill>
                  <a:srgbClr val="FF9900"/>
                </a:solidFill>
                <a:latin typeface="Times New Roman" panose="02020603050405020304" pitchFamily="18" charset="0"/>
                <a:ea typeface="仿宋_GB2312" pitchFamily="49" charset="-122"/>
              </a:rPr>
              <a:t>2 </a:t>
            </a:r>
            <a:r>
              <a:rPr altLang="en-US" b="1" dirty="0" sz="3000" lang="zh-CN">
                <a:solidFill>
                  <a:srgbClr val="000099"/>
                </a:solidFill>
                <a:latin typeface="Times New Roman" panose="02020603050405020304" pitchFamily="18" charset="0"/>
                <a:ea typeface="仿宋_GB2312" pitchFamily="49" charset="-122"/>
              </a:rPr>
              <a:t>个元素。</a:t>
            </a:r>
            <a:endParaRPr altLang="en-US" b="1" dirty="0" sz="3000" lang="zh-CN">
              <a:latin typeface="Times New Roman" panose="02020603050405020304" pitchFamily="18" charset="0"/>
              <a:ea typeface="仿宋_GB2312" pitchFamily="49"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03" name=""/>
        <p:cNvGrpSpPr/>
        <p:nvPr/>
      </p:nvGrpSpPr>
      <p:grpSpPr>
        <a:xfrm>
          <a:off x="0" y="0"/>
          <a:ext cx="0" cy="0"/>
          <a:chOff x="0" y="0"/>
          <a:chExt cx="0" cy="0"/>
        </a:xfrm>
      </p:grpSpPr>
      <p:graphicFrame>
        <p:nvGraphicFramePr>
          <p:cNvPr id="4194315" name="Object 2"/>
          <p:cNvGraphicFramePr>
            <a:graphicFrameLocks noChangeAspect="1"/>
          </p:cNvGraphicFramePr>
          <p:nvPr/>
        </p:nvGraphicFramePr>
        <p:xfrm>
          <a:off x="1836738" y="595315"/>
          <a:ext cx="5192712" cy="2833687"/>
        </p:xfrm>
        <a:graphic>
          <a:graphicData uri="http://schemas.openxmlformats.org/presentationml/2006/ole">
            <mc:AlternateContent xmlns:mc="http://schemas.openxmlformats.org/markup-compatibility/2006">
              <mc:Choice xmlns:v="urn:schemas-microsoft-com:vml" Requires="v">
                <p:oleObj name="公式" r:id="rId1" spid="_x0000_s7211" imgH="766748" imgW="1748051" progId="Equation.3">
                  <p:embed/>
                </p:oleObj>
              </mc:Choice>
              <mc:Fallback>
                <p:oleObj name="公式" r:id="rId1" spid="" imgH="766748" imgW="1748051" progId="Equation.3">
                  <p:embed/>
                  <p:pic>
                    <p:nvPicPr>
                      <p:cNvPr id="2097177" name="Object 2"/>
                      <p:cNvPicPr>
                        <a:picLocks noChangeAspect="1" noChangeArrowheads="1"/>
                      </p:cNvPicPr>
                      <p:nvPr/>
                    </p:nvPicPr>
                    <p:blipFill>
                      <a:blip xmlns:r="http://schemas.openxmlformats.org/officeDocument/2006/relationships" r:embed="rId2"/>
                      <a:srcRect/>
                      <a:stretch>
                        <a:fillRect/>
                      </a:stretch>
                    </p:blipFill>
                    <p:spPr bwMode="auto">
                      <a:xfrm>
                        <a:off x="1836738" y="595315"/>
                        <a:ext cx="5192712" cy="2833687"/>
                      </a:xfrm>
                      <a:prstGeom prst="rect"/>
                      <a:noFill/>
                      <a:ln>
                        <a:noFill/>
                      </a:ln>
                      <a:effectLst/>
                    </p:spPr>
                  </p:pic>
                </p:oleObj>
              </mc:Fallback>
            </mc:AlternateContent>
          </a:graphicData>
        </a:graphic>
      </p:graphicFrame>
      <p:sp>
        <p:nvSpPr>
          <p:cNvPr id="1048822" name="Rectangle 3"/>
          <p:cNvSpPr>
            <a:spLocks noChangeArrowheads="1"/>
          </p:cNvSpPr>
          <p:nvPr/>
        </p:nvSpPr>
        <p:spPr bwMode="auto">
          <a:xfrm>
            <a:off x="5709458" y="2886826"/>
            <a:ext cx="1193800" cy="457200"/>
          </a:xfrm>
          <a:prstGeom prst="rect"/>
          <a:solidFill>
            <a:srgbClr val="00CC00">
              <a:alpha val="34901"/>
            </a:srgb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23" name="Rectangle 4"/>
          <p:cNvSpPr>
            <a:spLocks noChangeArrowheads="1"/>
          </p:cNvSpPr>
          <p:nvPr/>
        </p:nvSpPr>
        <p:spPr bwMode="auto">
          <a:xfrm>
            <a:off x="4934760" y="2432858"/>
            <a:ext cx="771525" cy="914400"/>
          </a:xfrm>
          <a:prstGeom prst="rect"/>
          <a:solidFill>
            <a:srgbClr val="00CC00">
              <a:alpha val="34901"/>
            </a:srgb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24" name="Rectangle 5"/>
          <p:cNvSpPr>
            <a:spLocks noChangeArrowheads="1"/>
          </p:cNvSpPr>
          <p:nvPr/>
        </p:nvSpPr>
        <p:spPr bwMode="auto">
          <a:xfrm>
            <a:off x="3966385" y="1812174"/>
            <a:ext cx="968375" cy="1524000"/>
          </a:xfrm>
          <a:prstGeom prst="rect"/>
          <a:solidFill>
            <a:srgbClr val="00CC00">
              <a:alpha val="34901"/>
            </a:srgb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25" name="Rectangle 6"/>
          <p:cNvSpPr>
            <a:spLocks noChangeArrowheads="1"/>
          </p:cNvSpPr>
          <p:nvPr/>
        </p:nvSpPr>
        <p:spPr bwMode="auto">
          <a:xfrm>
            <a:off x="2908300" y="1287465"/>
            <a:ext cx="1062038" cy="2039937"/>
          </a:xfrm>
          <a:prstGeom prst="rect"/>
          <a:solidFill>
            <a:srgbClr val="00CC00">
              <a:alpha val="34901"/>
            </a:srgb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26" name="Rectangle 7"/>
          <p:cNvSpPr>
            <a:spLocks noChangeArrowheads="1"/>
          </p:cNvSpPr>
          <p:nvPr/>
        </p:nvSpPr>
        <p:spPr bwMode="auto">
          <a:xfrm>
            <a:off x="1933577" y="720725"/>
            <a:ext cx="976313" cy="2605088"/>
          </a:xfrm>
          <a:prstGeom prst="rect"/>
          <a:solidFill>
            <a:srgbClr val="00CC00">
              <a:alpha val="34901"/>
            </a:srgb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27" name="Text Box 8"/>
          <p:cNvSpPr txBox="1">
            <a:spLocks noChangeArrowheads="1"/>
          </p:cNvSpPr>
          <p:nvPr/>
        </p:nvSpPr>
        <p:spPr bwMode="auto">
          <a:xfrm>
            <a:off x="7391402" y="381002"/>
            <a:ext cx="701675" cy="2554545"/>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0"/>
              </a:spcBef>
              <a:buFontTx/>
              <a:buNone/>
            </a:pPr>
            <a:r>
              <a:rPr altLang="en-US" sz="4000" kumimoji="1" lang="zh-CN">
                <a:solidFill>
                  <a:srgbClr val="0000CC"/>
                </a:solidFill>
                <a:latin typeface="Times New Roman" panose="02020603050405020304" pitchFamily="18" charset="0"/>
                <a:ea typeface="隶书" panose="02010509060101010101" pitchFamily="49" charset="-122"/>
              </a:rPr>
              <a:t>下三角矩阵</a:t>
            </a:r>
            <a:endParaRPr altLang="en-US" sz="2400" kumimoji="1" lang="zh-CN">
              <a:latin typeface="Times New Roman" panose="02020603050405020304" pitchFamily="18" charset="0"/>
            </a:endParaRPr>
          </a:p>
        </p:txBody>
      </p:sp>
      <p:sp>
        <p:nvSpPr>
          <p:cNvPr id="1048828" name="Text Box 9"/>
          <p:cNvSpPr txBox="1">
            <a:spLocks noChangeArrowheads="1"/>
          </p:cNvSpPr>
          <p:nvPr/>
        </p:nvSpPr>
        <p:spPr bwMode="auto">
          <a:xfrm>
            <a:off x="1279525" y="4973638"/>
            <a:ext cx="184150" cy="45720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zh-CN" sz="2400" kumimoji="1" lang="zh-CN">
              <a:latin typeface="Times New Roman" panose="02020603050405020304" pitchFamily="18" charset="0"/>
            </a:endParaRPr>
          </a:p>
        </p:txBody>
      </p:sp>
      <p:sp>
        <p:nvSpPr>
          <p:cNvPr id="1048829" name="Text Box 10"/>
          <p:cNvSpPr txBox="1">
            <a:spLocks noChangeArrowheads="1"/>
          </p:cNvSpPr>
          <p:nvPr/>
        </p:nvSpPr>
        <p:spPr bwMode="auto">
          <a:xfrm>
            <a:off x="673100" y="4800602"/>
            <a:ext cx="8047038" cy="1050925"/>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0"/>
              </a:spcBef>
              <a:buFontTx/>
              <a:buNone/>
            </a:pPr>
            <a:r>
              <a:rPr altLang="en-US" b="1" sz="3000" kumimoji="1" lang="zh-CN">
                <a:solidFill>
                  <a:srgbClr val="000099"/>
                </a:solidFill>
                <a:latin typeface="Times New Roman" panose="02020603050405020304" pitchFamily="18" charset="0"/>
                <a:ea typeface="仿宋_GB2312" pitchFamily="49" charset="-122"/>
              </a:rPr>
              <a:t>若</a:t>
            </a:r>
            <a:r>
              <a:rPr altLang="en-US" b="1" sz="3000" i="1" kumimoji="1" lang="zh-CN">
                <a:solidFill>
                  <a:srgbClr val="000099"/>
                </a:solidFill>
                <a:latin typeface="Times New Roman" panose="02020603050405020304" pitchFamily="18" charset="0"/>
                <a:ea typeface="仿宋_GB2312" pitchFamily="49" charset="-122"/>
              </a:rPr>
              <a:t> </a:t>
            </a:r>
            <a:r>
              <a:rPr altLang="zh-CN" b="1" sz="3000" i="1" kumimoji="1" lang="en-US">
                <a:solidFill>
                  <a:srgbClr val="FF3300"/>
                </a:solidFill>
                <a:latin typeface="Times New Roman" panose="02020603050405020304" pitchFamily="18" charset="0"/>
                <a:ea typeface="仿宋_GB2312" pitchFamily="49" charset="-122"/>
              </a:rPr>
              <a:t>i </a:t>
            </a:r>
            <a:r>
              <a:rPr altLang="zh-CN" b="1" sz="3000" kumimoji="1" lang="en-US">
                <a:solidFill>
                  <a:srgbClr val="FF3300"/>
                </a:solidFill>
                <a:latin typeface="Times New Roman" panose="02020603050405020304" pitchFamily="18" charset="0"/>
                <a:ea typeface="仿宋_GB2312" pitchFamily="49" charset="-122"/>
                <a:sym typeface="Symbol" panose="05050102010706020507" pitchFamily="18" charset="2"/>
              </a:rPr>
              <a:t></a:t>
            </a:r>
            <a:r>
              <a:rPr altLang="zh-CN" b="1" sz="3000" kumimoji="1" lang="en-US">
                <a:solidFill>
                  <a:srgbClr val="FF3300"/>
                </a:solidFill>
                <a:latin typeface="Times New Roman" panose="02020603050405020304" pitchFamily="18" charset="0"/>
                <a:ea typeface="仿宋_GB2312" pitchFamily="49" charset="-122"/>
              </a:rPr>
              <a:t> </a:t>
            </a:r>
            <a:r>
              <a:rPr altLang="zh-CN" b="1" sz="3000" i="1" kumimoji="1" lang="en-US">
                <a:solidFill>
                  <a:srgbClr val="FF3300"/>
                </a:solidFill>
                <a:latin typeface="Times New Roman" panose="02020603050405020304" pitchFamily="18" charset="0"/>
                <a:ea typeface="仿宋_GB2312" pitchFamily="49" charset="-122"/>
              </a:rPr>
              <a:t>j</a:t>
            </a:r>
            <a:r>
              <a:rPr altLang="zh-CN" b="1" sz="3000" kumimoji="1" lang="en-US">
                <a:solidFill>
                  <a:srgbClr val="000099"/>
                </a:solidFill>
                <a:latin typeface="Times New Roman" panose="02020603050405020304" pitchFamily="18" charset="0"/>
                <a:ea typeface="仿宋_GB2312" pitchFamily="49" charset="-122"/>
              </a:rPr>
              <a:t>, </a:t>
            </a:r>
            <a:r>
              <a:rPr altLang="en-US" b="1" sz="3000" kumimoji="1" lang="zh-CN">
                <a:solidFill>
                  <a:srgbClr val="000099"/>
                </a:solidFill>
                <a:latin typeface="Times New Roman" panose="02020603050405020304" pitchFamily="18" charset="0"/>
                <a:ea typeface="仿宋_GB2312" pitchFamily="49" charset="-122"/>
              </a:rPr>
              <a:t>数组元素</a:t>
            </a:r>
            <a:r>
              <a:rPr altLang="zh-CN" b="1" sz="3000" kumimoji="1" lang="en-US">
                <a:solidFill>
                  <a:srgbClr val="000099"/>
                </a:solidFill>
                <a:latin typeface="Times New Roman" panose="02020603050405020304" pitchFamily="18" charset="0"/>
                <a:ea typeface="仿宋_GB2312" pitchFamily="49" charset="-122"/>
              </a:rPr>
              <a:t>A[</a:t>
            </a:r>
            <a:r>
              <a:rPr altLang="zh-CN" b="1" sz="3000" i="1" kumimoji="1" lang="en-US">
                <a:solidFill>
                  <a:srgbClr val="000099"/>
                </a:solidFill>
                <a:latin typeface="Times New Roman" panose="02020603050405020304" pitchFamily="18" charset="0"/>
                <a:ea typeface="仿宋_GB2312" pitchFamily="49" charset="-122"/>
              </a:rPr>
              <a:t>i</a:t>
            </a:r>
            <a:r>
              <a:rPr altLang="zh-CN" b="1" sz="3000" kumimoji="1" lang="en-US">
                <a:solidFill>
                  <a:srgbClr val="000099"/>
                </a:solidFill>
                <a:latin typeface="Times New Roman" panose="02020603050405020304" pitchFamily="18" charset="0"/>
                <a:ea typeface="仿宋_GB2312" pitchFamily="49" charset="-122"/>
              </a:rPr>
              <a:t>][</a:t>
            </a:r>
            <a:r>
              <a:rPr altLang="zh-CN" b="1" sz="3000" i="1" kumimoji="1" lang="en-US">
                <a:solidFill>
                  <a:srgbClr val="000099"/>
                </a:solidFill>
                <a:latin typeface="Times New Roman" panose="02020603050405020304" pitchFamily="18" charset="0"/>
                <a:ea typeface="仿宋_GB2312" pitchFamily="49" charset="-122"/>
              </a:rPr>
              <a:t>j</a:t>
            </a:r>
            <a:r>
              <a:rPr altLang="zh-CN" b="1" sz="3000" kumimoji="1" lang="en-US">
                <a:solidFill>
                  <a:srgbClr val="000099"/>
                </a:solidFill>
                <a:latin typeface="Times New Roman" panose="02020603050405020304" pitchFamily="18" charset="0"/>
                <a:ea typeface="仿宋_GB2312" pitchFamily="49" charset="-122"/>
              </a:rPr>
              <a:t>]</a:t>
            </a:r>
            <a:r>
              <a:rPr altLang="en-US" b="1" sz="3000" kumimoji="1" lang="zh-CN">
                <a:solidFill>
                  <a:srgbClr val="000099"/>
                </a:solidFill>
                <a:latin typeface="Times New Roman" panose="02020603050405020304" pitchFamily="18" charset="0"/>
                <a:ea typeface="仿宋_GB2312" pitchFamily="49" charset="-122"/>
              </a:rPr>
              <a:t>在数组</a:t>
            </a:r>
            <a:r>
              <a:rPr altLang="zh-CN" b="1" sz="3000" kumimoji="1" lang="en-US">
                <a:solidFill>
                  <a:srgbClr val="000099"/>
                </a:solidFill>
                <a:latin typeface="Times New Roman" panose="02020603050405020304" pitchFamily="18" charset="0"/>
                <a:ea typeface="仿宋_GB2312" pitchFamily="49" charset="-122"/>
              </a:rPr>
              <a:t>B</a:t>
            </a:r>
            <a:r>
              <a:rPr altLang="en-US" b="1" sz="3000" kumimoji="1" lang="zh-CN">
                <a:solidFill>
                  <a:srgbClr val="000099"/>
                </a:solidFill>
                <a:latin typeface="Times New Roman" panose="02020603050405020304" pitchFamily="18" charset="0"/>
                <a:ea typeface="仿宋_GB2312" pitchFamily="49" charset="-122"/>
              </a:rPr>
              <a:t>中的存放位置为 </a:t>
            </a:r>
            <a:r>
              <a:rPr altLang="zh-CN" b="1" sz="3000" kumimoji="1" lang="en-US">
                <a:latin typeface="Times New Roman" panose="02020603050405020304" pitchFamily="18" charset="0"/>
                <a:ea typeface="仿宋_GB2312" pitchFamily="49" charset="-122"/>
              </a:rPr>
              <a:t>1 + 2 + </a:t>
            </a:r>
            <a:r>
              <a:rPr altLang="zh-CN" b="1" sz="3000" kumimoji="1" lang="en-US">
                <a:latin typeface="Times New Roman" panose="02020603050405020304" pitchFamily="18" charset="0"/>
                <a:ea typeface="仿宋_GB2312" pitchFamily="49" charset="-122"/>
                <a:sym typeface="Wingdings" panose="05000000000000000000" pitchFamily="2" charset="2"/>
              </a:rPr>
              <a:t></a:t>
            </a:r>
            <a:r>
              <a:rPr altLang="zh-CN" b="1" sz="3000" kumimoji="1" lang="en-US">
                <a:latin typeface="Times New Roman" panose="02020603050405020304" pitchFamily="18" charset="0"/>
                <a:ea typeface="仿宋_GB2312" pitchFamily="49" charset="-122"/>
              </a:rPr>
              <a:t> + </a:t>
            </a:r>
            <a:r>
              <a:rPr altLang="zh-CN" b="1" sz="3000" i="1" kumimoji="1" lang="en-US">
                <a:latin typeface="Times New Roman" panose="02020603050405020304" pitchFamily="18" charset="0"/>
                <a:ea typeface="仿宋_GB2312" pitchFamily="49" charset="-122"/>
              </a:rPr>
              <a:t>i </a:t>
            </a:r>
            <a:r>
              <a:rPr altLang="zh-CN" b="1" sz="3000" kumimoji="1" lang="en-US">
                <a:latin typeface="Times New Roman" panose="02020603050405020304" pitchFamily="18" charset="0"/>
                <a:ea typeface="仿宋_GB2312" pitchFamily="49" charset="-122"/>
              </a:rPr>
              <a:t>+ </a:t>
            </a:r>
            <a:r>
              <a:rPr altLang="zh-CN" b="1" sz="3000" i="1" kumimoji="1" lang="en-US">
                <a:latin typeface="Times New Roman" panose="02020603050405020304" pitchFamily="18" charset="0"/>
                <a:ea typeface="仿宋_GB2312" pitchFamily="49" charset="-122"/>
              </a:rPr>
              <a:t>j</a:t>
            </a:r>
            <a:r>
              <a:rPr altLang="zh-CN" b="1" sz="3000" kumimoji="1" lang="en-US">
                <a:latin typeface="Times New Roman" panose="02020603050405020304" pitchFamily="18" charset="0"/>
                <a:ea typeface="仿宋_GB2312" pitchFamily="49" charset="-122"/>
              </a:rPr>
              <a:t> = (</a:t>
            </a:r>
            <a:r>
              <a:rPr altLang="zh-CN" b="1" sz="3000" i="1" kumimoji="1" lang="en-US">
                <a:latin typeface="Times New Roman" panose="02020603050405020304" pitchFamily="18" charset="0"/>
                <a:ea typeface="仿宋_GB2312" pitchFamily="49" charset="-122"/>
              </a:rPr>
              <a:t>i </a:t>
            </a:r>
            <a:r>
              <a:rPr altLang="zh-CN" b="1" sz="3000" kumimoji="1" lang="en-US">
                <a:latin typeface="Times New Roman" panose="02020603050405020304" pitchFamily="18" charset="0"/>
                <a:ea typeface="楷体_GB2312" pitchFamily="49" charset="-122"/>
              </a:rPr>
              <a:t>+ </a:t>
            </a:r>
            <a:r>
              <a:rPr altLang="zh-CN" b="1" sz="3000" kumimoji="1" lang="en-US">
                <a:latin typeface="Times New Roman" panose="02020603050405020304" pitchFamily="18" charset="0"/>
                <a:ea typeface="仿宋_GB2312" pitchFamily="49" charset="-122"/>
              </a:rPr>
              <a:t>1)* </a:t>
            </a:r>
            <a:r>
              <a:rPr altLang="zh-CN" b="1" sz="3000" i="1" kumimoji="1" lang="en-US">
                <a:latin typeface="Times New Roman" panose="02020603050405020304" pitchFamily="18" charset="0"/>
                <a:ea typeface="仿宋_GB2312" pitchFamily="49" charset="-122"/>
              </a:rPr>
              <a:t>i </a:t>
            </a:r>
            <a:r>
              <a:rPr altLang="zh-CN" b="1" sz="3000" kumimoji="1" lang="en-US">
                <a:latin typeface="Times New Roman" panose="02020603050405020304" pitchFamily="18" charset="0"/>
                <a:ea typeface="仿宋_GB2312" pitchFamily="49" charset="-122"/>
              </a:rPr>
              <a:t>/ 2 + </a:t>
            </a:r>
            <a:r>
              <a:rPr altLang="zh-CN" b="1" sz="3000" i="1" kumimoji="1" lang="en-US">
                <a:latin typeface="Times New Roman" panose="02020603050405020304" pitchFamily="18" charset="0"/>
                <a:ea typeface="仿宋_GB2312" pitchFamily="49" charset="-122"/>
              </a:rPr>
              <a:t>j</a:t>
            </a:r>
            <a:endParaRPr altLang="zh-CN" sz="3000" kumimoji="1" lang="en-US">
              <a:latin typeface="楷体_GB2312" pitchFamily="49" charset="-122"/>
              <a:ea typeface="楷体_GB2312" pitchFamily="49" charset="-122"/>
            </a:endParaRPr>
          </a:p>
        </p:txBody>
      </p:sp>
      <p:sp>
        <p:nvSpPr>
          <p:cNvPr id="1048830" name="AutoShape 11"/>
          <p:cNvSpPr/>
          <p:nvPr/>
        </p:nvSpPr>
        <p:spPr bwMode="auto">
          <a:xfrm rot="16200000">
            <a:off x="1736726" y="4981576"/>
            <a:ext cx="182563" cy="1954212"/>
          </a:xfrm>
          <a:prstGeom prst="leftBrace">
            <a:avLst>
              <a:gd name="adj1" fmla="val 183163"/>
              <a:gd name="adj2" fmla="val 50000"/>
            </a:avLst>
          </a:prstGeom>
          <a:noFill/>
          <a:ln w="28575">
            <a:solidFill>
              <a:srgbClr val="00B050"/>
            </a:solidFill>
            <a:round/>
            <a:headEnd/>
            <a:tailEnd/>
          </a:ln>
          <a:effectLst/>
        </p:spPr>
        <p:txBody>
          <a:bodyPr anchor="ctr" vert="eaVert"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altLang="zh-CN" sz="2400" kumimoji="1" lang="zh-CN">
              <a:solidFill>
                <a:srgbClr val="000099"/>
              </a:solidFill>
              <a:latin typeface="Times New Roman" panose="02020603050405020304" pitchFamily="18" charset="0"/>
            </a:endParaRPr>
          </a:p>
        </p:txBody>
      </p:sp>
      <p:grpSp>
        <p:nvGrpSpPr>
          <p:cNvPr id="204" name="Group 12"/>
          <p:cNvGrpSpPr/>
          <p:nvPr/>
        </p:nvGrpSpPr>
        <p:grpSpPr bwMode="auto">
          <a:xfrm>
            <a:off x="661988" y="3470277"/>
            <a:ext cx="8185150" cy="3027363"/>
            <a:chOff x="417" y="2186"/>
            <a:chExt cx="5156" cy="1907"/>
          </a:xfrm>
        </p:grpSpPr>
        <p:sp>
          <p:nvSpPr>
            <p:cNvPr id="1048831" name="Rectangle 13"/>
            <p:cNvSpPr>
              <a:spLocks noChangeArrowheads="1"/>
            </p:cNvSpPr>
            <p:nvPr/>
          </p:nvSpPr>
          <p:spPr bwMode="auto">
            <a:xfrm>
              <a:off x="720" y="2448"/>
              <a:ext cx="4656" cy="384"/>
            </a:xfrm>
            <a:prstGeom prst="rect"/>
            <a:ln>
              <a:headEnd/>
              <a:tailEnd/>
            </a:ln>
          </p:spPr>
          <p:style>
            <a:lnRef idx="1">
              <a:schemeClr val="accent5"/>
            </a:lnRef>
            <a:fillRef idx="2">
              <a:schemeClr val="accent5"/>
            </a:fillRef>
            <a:effectRef idx="1">
              <a:schemeClr val="accent5"/>
            </a:effectRef>
            <a:fontRef idx="minor">
              <a:schemeClr val="dk1"/>
            </a:fontRef>
          </p:style>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32" name="Text Box 14"/>
            <p:cNvSpPr txBox="1">
              <a:spLocks noChangeArrowheads="1"/>
            </p:cNvSpPr>
            <p:nvPr/>
          </p:nvSpPr>
          <p:spPr bwMode="auto">
            <a:xfrm>
              <a:off x="417" y="2419"/>
              <a:ext cx="5156" cy="368"/>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kumimoji="1" lang="en-US">
                  <a:solidFill>
                    <a:srgbClr val="000099"/>
                  </a:solidFill>
                  <a:latin typeface="Times New Roman" panose="02020603050405020304" pitchFamily="18" charset="0"/>
                </a:rPr>
                <a:t>B</a:t>
              </a:r>
              <a:r>
                <a:rPr altLang="zh-CN" b="1" i="1" kumimoji="1" lang="en-US">
                  <a:solidFill>
                    <a:srgbClr val="000099"/>
                  </a:solidFill>
                  <a:latin typeface="Times New Roman" panose="02020603050405020304" pitchFamily="18" charset="0"/>
                </a:rPr>
                <a:t>  a</a:t>
              </a:r>
              <a:r>
                <a:rPr altLang="zh-CN" baseline="-25000" b="1" kumimoji="1" lang="en-US">
                  <a:solidFill>
                    <a:srgbClr val="000099"/>
                  </a:solidFill>
                  <a:latin typeface="Times New Roman" panose="02020603050405020304" pitchFamily="18" charset="0"/>
                </a:rPr>
                <a:t>00  </a:t>
              </a:r>
              <a:r>
                <a:rPr altLang="zh-CN" b="1" i="1" kumimoji="1" lang="en-US">
                  <a:solidFill>
                    <a:srgbClr val="000099"/>
                  </a:solidFill>
                  <a:latin typeface="Times New Roman" panose="02020603050405020304" pitchFamily="18" charset="0"/>
                </a:rPr>
                <a:t>a</a:t>
              </a:r>
              <a:r>
                <a:rPr altLang="zh-CN" baseline="-25000" b="1" kumimoji="1" lang="en-US">
                  <a:solidFill>
                    <a:srgbClr val="000099"/>
                  </a:solidFill>
                  <a:latin typeface="Times New Roman" panose="02020603050405020304" pitchFamily="18" charset="0"/>
                </a:rPr>
                <a:t>10  </a:t>
              </a:r>
              <a:r>
                <a:rPr altLang="zh-CN" b="1" i="1" kumimoji="1" lang="en-US">
                  <a:solidFill>
                    <a:srgbClr val="000099"/>
                  </a:solidFill>
                  <a:latin typeface="Times New Roman" panose="02020603050405020304" pitchFamily="18" charset="0"/>
                </a:rPr>
                <a:t>a</a:t>
              </a:r>
              <a:r>
                <a:rPr altLang="zh-CN" baseline="-25000" b="1" kumimoji="1" lang="en-US">
                  <a:solidFill>
                    <a:srgbClr val="000099"/>
                  </a:solidFill>
                  <a:latin typeface="Times New Roman" panose="02020603050405020304" pitchFamily="18" charset="0"/>
                </a:rPr>
                <a:t>11  </a:t>
              </a:r>
              <a:r>
                <a:rPr altLang="zh-CN" b="1" i="1" kumimoji="1" lang="en-US">
                  <a:solidFill>
                    <a:srgbClr val="000099"/>
                  </a:solidFill>
                  <a:latin typeface="Times New Roman" panose="02020603050405020304" pitchFamily="18" charset="0"/>
                </a:rPr>
                <a:t>a</a:t>
              </a:r>
              <a:r>
                <a:rPr altLang="zh-CN" baseline="-25000" b="1" kumimoji="1" lang="en-US">
                  <a:solidFill>
                    <a:srgbClr val="000099"/>
                  </a:solidFill>
                  <a:latin typeface="Times New Roman" panose="02020603050405020304" pitchFamily="18" charset="0"/>
                </a:rPr>
                <a:t>20  </a:t>
              </a:r>
              <a:r>
                <a:rPr altLang="zh-CN" b="1" i="1" kumimoji="1" lang="en-US">
                  <a:solidFill>
                    <a:srgbClr val="000099"/>
                  </a:solidFill>
                  <a:latin typeface="Times New Roman" panose="02020603050405020304" pitchFamily="18" charset="0"/>
                </a:rPr>
                <a:t>a</a:t>
              </a:r>
              <a:r>
                <a:rPr altLang="zh-CN" baseline="-25000" b="1" kumimoji="1" lang="en-US">
                  <a:solidFill>
                    <a:srgbClr val="000099"/>
                  </a:solidFill>
                  <a:latin typeface="Times New Roman" panose="02020603050405020304" pitchFamily="18" charset="0"/>
                </a:rPr>
                <a:t>21  </a:t>
              </a:r>
              <a:r>
                <a:rPr altLang="zh-CN" b="1" i="1" kumimoji="1" lang="en-US">
                  <a:solidFill>
                    <a:srgbClr val="000099"/>
                  </a:solidFill>
                  <a:latin typeface="Times New Roman" panose="02020603050405020304" pitchFamily="18" charset="0"/>
                </a:rPr>
                <a:t>a</a:t>
              </a:r>
              <a:r>
                <a:rPr altLang="zh-CN" baseline="-25000" b="1" kumimoji="1" lang="en-US">
                  <a:solidFill>
                    <a:srgbClr val="000099"/>
                  </a:solidFill>
                  <a:latin typeface="Times New Roman" panose="02020603050405020304" pitchFamily="18" charset="0"/>
                </a:rPr>
                <a:t>22  </a:t>
              </a:r>
              <a:r>
                <a:rPr altLang="zh-CN" b="1" i="1" kumimoji="1" lang="en-US">
                  <a:solidFill>
                    <a:srgbClr val="000099"/>
                  </a:solidFill>
                  <a:latin typeface="Times New Roman" panose="02020603050405020304" pitchFamily="18" charset="0"/>
                </a:rPr>
                <a:t>a</a:t>
              </a:r>
              <a:r>
                <a:rPr altLang="zh-CN" baseline="-25000" b="1" kumimoji="1" lang="en-US">
                  <a:solidFill>
                    <a:srgbClr val="000099"/>
                  </a:solidFill>
                  <a:latin typeface="Times New Roman" panose="02020603050405020304" pitchFamily="18" charset="0"/>
                </a:rPr>
                <a:t>30  </a:t>
              </a:r>
              <a:r>
                <a:rPr altLang="zh-CN" b="1" i="1" kumimoji="1" lang="en-US">
                  <a:solidFill>
                    <a:srgbClr val="000099"/>
                  </a:solidFill>
                  <a:latin typeface="Times New Roman" panose="02020603050405020304" pitchFamily="18" charset="0"/>
                </a:rPr>
                <a:t>a</a:t>
              </a:r>
              <a:r>
                <a:rPr altLang="zh-CN" baseline="-25000" b="1" kumimoji="1" lang="en-US">
                  <a:solidFill>
                    <a:srgbClr val="000099"/>
                  </a:solidFill>
                  <a:latin typeface="Times New Roman" panose="02020603050405020304" pitchFamily="18" charset="0"/>
                </a:rPr>
                <a:t>31  </a:t>
              </a:r>
              <a:r>
                <a:rPr altLang="zh-CN" b="1" i="1" kumimoji="1" lang="en-US">
                  <a:solidFill>
                    <a:srgbClr val="000099"/>
                  </a:solidFill>
                  <a:latin typeface="Times New Roman" panose="02020603050405020304" pitchFamily="18" charset="0"/>
                </a:rPr>
                <a:t>a</a:t>
              </a:r>
              <a:r>
                <a:rPr altLang="zh-CN" baseline="-25000" b="1" kumimoji="1" lang="en-US">
                  <a:solidFill>
                    <a:srgbClr val="000099"/>
                  </a:solidFill>
                  <a:latin typeface="Times New Roman" panose="02020603050405020304" pitchFamily="18" charset="0"/>
                </a:rPr>
                <a:t>32   ……</a:t>
              </a:r>
              <a:r>
                <a:rPr altLang="zh-CN" baseline="-25000" b="1" kumimoji="1" lang="en-US">
                  <a:solidFill>
                    <a:srgbClr val="000099"/>
                  </a:solidFill>
                  <a:latin typeface="宋体" panose="02010600030101010101" pitchFamily="2" charset="-122"/>
                </a:rPr>
                <a:t>  </a:t>
              </a:r>
              <a:r>
                <a:rPr altLang="zh-CN" b="1" i="1" kumimoji="1" lang="en-US">
                  <a:solidFill>
                    <a:srgbClr val="000099"/>
                  </a:solidFill>
                  <a:latin typeface="Times New Roman" panose="02020603050405020304" pitchFamily="18" charset="0"/>
                </a:rPr>
                <a:t>a</a:t>
              </a:r>
              <a:r>
                <a:rPr altLang="zh-CN" baseline="-25000" b="1" kumimoji="1" lang="en-US">
                  <a:solidFill>
                    <a:srgbClr val="000099"/>
                  </a:solidFill>
                  <a:latin typeface="Times New Roman" panose="02020603050405020304" pitchFamily="18" charset="0"/>
                </a:rPr>
                <a:t>n-1n-1</a:t>
              </a:r>
              <a:r>
                <a:rPr altLang="zh-CN" baseline="-25000" b="1" kumimoji="1" lang="en-US">
                  <a:solidFill>
                    <a:srgbClr val="000099"/>
                  </a:solidFill>
                  <a:latin typeface="宋体" panose="02010600030101010101" pitchFamily="2" charset="-122"/>
                </a:rPr>
                <a:t> </a:t>
              </a:r>
            </a:p>
          </p:txBody>
        </p:sp>
        <p:sp>
          <p:nvSpPr>
            <p:cNvPr id="1048833" name="Line 15"/>
            <p:cNvSpPr>
              <a:spLocks noChangeShapeType="1"/>
            </p:cNvSpPr>
            <p:nvPr/>
          </p:nvSpPr>
          <p:spPr bwMode="auto">
            <a:xfrm>
              <a:off x="1104" y="2448"/>
              <a:ext cx="0" cy="384"/>
            </a:xfrm>
            <a:prstGeom prst="line"/>
            <a:noFill/>
            <a:ln w="9525">
              <a:solidFill>
                <a:schemeClr val="tx1"/>
              </a:solidFill>
              <a:round/>
              <a:headEnd/>
              <a:tailEnd/>
            </a:ln>
            <a:effectLst/>
          </p:spPr>
          <p:txBody>
            <a:bodyPr anchor="ctr" wrap="none"/>
            <a:p>
              <a:endParaRPr altLang="en-US" lang="zh-CN"/>
            </a:p>
          </p:txBody>
        </p:sp>
        <p:sp>
          <p:nvSpPr>
            <p:cNvPr id="1048834" name="Line 16"/>
            <p:cNvSpPr>
              <a:spLocks noChangeShapeType="1"/>
            </p:cNvSpPr>
            <p:nvPr/>
          </p:nvSpPr>
          <p:spPr bwMode="auto">
            <a:xfrm>
              <a:off x="1488" y="2448"/>
              <a:ext cx="0" cy="384"/>
            </a:xfrm>
            <a:prstGeom prst="line"/>
            <a:noFill/>
            <a:ln w="9525">
              <a:solidFill>
                <a:schemeClr val="tx1"/>
              </a:solidFill>
              <a:round/>
              <a:headEnd/>
              <a:tailEnd/>
            </a:ln>
            <a:effectLst/>
          </p:spPr>
          <p:txBody>
            <a:bodyPr anchor="ctr" wrap="none"/>
            <a:p>
              <a:endParaRPr altLang="en-US" lang="zh-CN"/>
            </a:p>
          </p:txBody>
        </p:sp>
        <p:sp>
          <p:nvSpPr>
            <p:cNvPr id="1048835" name="Line 17"/>
            <p:cNvSpPr>
              <a:spLocks noChangeShapeType="1"/>
            </p:cNvSpPr>
            <p:nvPr/>
          </p:nvSpPr>
          <p:spPr bwMode="auto">
            <a:xfrm>
              <a:off x="1872" y="2448"/>
              <a:ext cx="0" cy="384"/>
            </a:xfrm>
            <a:prstGeom prst="line"/>
            <a:noFill/>
            <a:ln w="9525">
              <a:solidFill>
                <a:schemeClr val="tx1"/>
              </a:solidFill>
              <a:round/>
              <a:headEnd/>
              <a:tailEnd/>
            </a:ln>
            <a:effectLst/>
          </p:spPr>
          <p:txBody>
            <a:bodyPr anchor="ctr" wrap="none"/>
            <a:p>
              <a:endParaRPr altLang="en-US" lang="zh-CN"/>
            </a:p>
          </p:txBody>
        </p:sp>
        <p:sp>
          <p:nvSpPr>
            <p:cNvPr id="1048836" name="Line 18"/>
            <p:cNvSpPr>
              <a:spLocks noChangeShapeType="1"/>
            </p:cNvSpPr>
            <p:nvPr/>
          </p:nvSpPr>
          <p:spPr bwMode="auto">
            <a:xfrm>
              <a:off x="2256" y="2448"/>
              <a:ext cx="0" cy="384"/>
            </a:xfrm>
            <a:prstGeom prst="line"/>
            <a:noFill/>
            <a:ln w="9525">
              <a:solidFill>
                <a:schemeClr val="tx1"/>
              </a:solidFill>
              <a:round/>
              <a:headEnd/>
              <a:tailEnd/>
            </a:ln>
            <a:effectLst/>
          </p:spPr>
          <p:txBody>
            <a:bodyPr anchor="ctr" wrap="none"/>
            <a:p>
              <a:endParaRPr altLang="en-US" lang="zh-CN"/>
            </a:p>
          </p:txBody>
        </p:sp>
        <p:sp>
          <p:nvSpPr>
            <p:cNvPr id="1048837" name="Line 19"/>
            <p:cNvSpPr>
              <a:spLocks noChangeShapeType="1"/>
            </p:cNvSpPr>
            <p:nvPr/>
          </p:nvSpPr>
          <p:spPr bwMode="auto">
            <a:xfrm>
              <a:off x="2640" y="2448"/>
              <a:ext cx="0" cy="384"/>
            </a:xfrm>
            <a:prstGeom prst="line"/>
            <a:noFill/>
            <a:ln w="9525">
              <a:solidFill>
                <a:schemeClr val="tx1"/>
              </a:solidFill>
              <a:round/>
              <a:headEnd/>
              <a:tailEnd/>
            </a:ln>
            <a:effectLst/>
          </p:spPr>
          <p:txBody>
            <a:bodyPr anchor="ctr" wrap="none"/>
            <a:p>
              <a:endParaRPr altLang="en-US" lang="zh-CN"/>
            </a:p>
          </p:txBody>
        </p:sp>
        <p:sp>
          <p:nvSpPr>
            <p:cNvPr id="1048838" name="Line 20"/>
            <p:cNvSpPr>
              <a:spLocks noChangeShapeType="1"/>
            </p:cNvSpPr>
            <p:nvPr/>
          </p:nvSpPr>
          <p:spPr bwMode="auto">
            <a:xfrm>
              <a:off x="3024" y="2448"/>
              <a:ext cx="0" cy="384"/>
            </a:xfrm>
            <a:prstGeom prst="line"/>
            <a:noFill/>
            <a:ln w="9525">
              <a:solidFill>
                <a:schemeClr val="tx1"/>
              </a:solidFill>
              <a:round/>
              <a:headEnd/>
              <a:tailEnd/>
            </a:ln>
            <a:effectLst/>
          </p:spPr>
          <p:txBody>
            <a:bodyPr anchor="ctr" wrap="none"/>
            <a:p>
              <a:endParaRPr altLang="en-US" lang="zh-CN"/>
            </a:p>
          </p:txBody>
        </p:sp>
        <p:sp>
          <p:nvSpPr>
            <p:cNvPr id="1048839" name="Line 21"/>
            <p:cNvSpPr>
              <a:spLocks noChangeShapeType="1"/>
            </p:cNvSpPr>
            <p:nvPr/>
          </p:nvSpPr>
          <p:spPr bwMode="auto">
            <a:xfrm>
              <a:off x="3408" y="2448"/>
              <a:ext cx="0" cy="384"/>
            </a:xfrm>
            <a:prstGeom prst="line"/>
            <a:noFill/>
            <a:ln w="9525">
              <a:solidFill>
                <a:schemeClr val="tx1"/>
              </a:solidFill>
              <a:round/>
              <a:headEnd/>
              <a:tailEnd/>
            </a:ln>
            <a:effectLst/>
          </p:spPr>
          <p:txBody>
            <a:bodyPr anchor="ctr" wrap="none"/>
            <a:p>
              <a:endParaRPr altLang="en-US" lang="zh-CN"/>
            </a:p>
          </p:txBody>
        </p:sp>
        <p:sp>
          <p:nvSpPr>
            <p:cNvPr id="1048840" name="Line 22"/>
            <p:cNvSpPr>
              <a:spLocks noChangeShapeType="1"/>
            </p:cNvSpPr>
            <p:nvPr/>
          </p:nvSpPr>
          <p:spPr bwMode="auto">
            <a:xfrm>
              <a:off x="3792" y="2448"/>
              <a:ext cx="0" cy="384"/>
            </a:xfrm>
            <a:prstGeom prst="line"/>
            <a:noFill/>
            <a:ln w="9525">
              <a:solidFill>
                <a:schemeClr val="tx1"/>
              </a:solidFill>
              <a:round/>
              <a:headEnd/>
              <a:tailEnd/>
            </a:ln>
            <a:effectLst/>
          </p:spPr>
          <p:txBody>
            <a:bodyPr anchor="ctr" wrap="none"/>
            <a:p>
              <a:endParaRPr altLang="en-US" lang="zh-CN"/>
            </a:p>
          </p:txBody>
        </p:sp>
        <p:sp>
          <p:nvSpPr>
            <p:cNvPr id="1048841" name="Line 23"/>
            <p:cNvSpPr>
              <a:spLocks noChangeShapeType="1"/>
            </p:cNvSpPr>
            <p:nvPr/>
          </p:nvSpPr>
          <p:spPr bwMode="auto">
            <a:xfrm>
              <a:off x="4176" y="2448"/>
              <a:ext cx="0" cy="384"/>
            </a:xfrm>
            <a:prstGeom prst="line"/>
            <a:noFill/>
            <a:ln w="9525">
              <a:solidFill>
                <a:schemeClr val="tx1"/>
              </a:solidFill>
              <a:round/>
              <a:headEnd/>
              <a:tailEnd/>
            </a:ln>
            <a:effectLst/>
          </p:spPr>
          <p:txBody>
            <a:bodyPr anchor="ctr" wrap="none"/>
            <a:p>
              <a:endParaRPr altLang="en-US" lang="zh-CN"/>
            </a:p>
          </p:txBody>
        </p:sp>
        <p:sp>
          <p:nvSpPr>
            <p:cNvPr id="1048842" name="Line 24"/>
            <p:cNvSpPr>
              <a:spLocks noChangeShapeType="1"/>
            </p:cNvSpPr>
            <p:nvPr/>
          </p:nvSpPr>
          <p:spPr bwMode="auto">
            <a:xfrm>
              <a:off x="4656" y="2448"/>
              <a:ext cx="0" cy="384"/>
            </a:xfrm>
            <a:prstGeom prst="line"/>
            <a:noFill/>
            <a:ln w="9525">
              <a:solidFill>
                <a:schemeClr val="tx1"/>
              </a:solidFill>
              <a:round/>
              <a:headEnd/>
              <a:tailEnd/>
            </a:ln>
            <a:effectLst/>
          </p:spPr>
          <p:txBody>
            <a:bodyPr anchor="ctr" wrap="none"/>
            <a:p>
              <a:endParaRPr altLang="en-US" lang="zh-CN"/>
            </a:p>
          </p:txBody>
        </p:sp>
        <p:sp>
          <p:nvSpPr>
            <p:cNvPr id="1048843" name="Text Box 25"/>
            <p:cNvSpPr txBox="1">
              <a:spLocks noChangeArrowheads="1"/>
            </p:cNvSpPr>
            <p:nvPr/>
          </p:nvSpPr>
          <p:spPr bwMode="auto">
            <a:xfrm>
              <a:off x="758" y="2186"/>
              <a:ext cx="4741" cy="288"/>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sz="2400" kumimoji="1" lang="en-US">
                  <a:latin typeface="Times New Roman" panose="02020603050405020304" pitchFamily="18" charset="0"/>
                </a:rPr>
                <a:t>0     1      2      3      4      5      6      7      8              n(n+1)/2-1</a:t>
              </a:r>
            </a:p>
          </p:txBody>
        </p:sp>
        <p:sp>
          <p:nvSpPr>
            <p:cNvPr id="1048844" name="Text Box 26"/>
            <p:cNvSpPr txBox="1">
              <a:spLocks noChangeArrowheads="1"/>
            </p:cNvSpPr>
            <p:nvPr/>
          </p:nvSpPr>
          <p:spPr bwMode="auto">
            <a:xfrm>
              <a:off x="902" y="3805"/>
              <a:ext cx="116" cy="288"/>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zh-CN" sz="2400" kumimoji="1" lang="zh-CN">
                <a:latin typeface="Times New Roman" panose="02020603050405020304" pitchFamily="18" charset="0"/>
              </a:endParaRPr>
            </a:p>
          </p:txBody>
        </p:sp>
      </p:grpSp>
      <p:sp>
        <p:nvSpPr>
          <p:cNvPr id="1048845" name="Text Box 27"/>
          <p:cNvSpPr txBox="1">
            <a:spLocks noChangeArrowheads="1"/>
          </p:cNvSpPr>
          <p:nvPr/>
        </p:nvSpPr>
        <p:spPr bwMode="auto">
          <a:xfrm>
            <a:off x="138112" y="6049965"/>
            <a:ext cx="7634288" cy="579437"/>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en-US" kumimoji="1" lang="zh-CN">
                <a:solidFill>
                  <a:srgbClr val="00B050"/>
                </a:solidFill>
                <a:latin typeface="Times New Roman" panose="02020603050405020304" pitchFamily="18" charset="0"/>
                <a:ea typeface="隶书" panose="02010509060101010101" pitchFamily="49" charset="-122"/>
              </a:rPr>
              <a:t>前</a:t>
            </a:r>
            <a:r>
              <a:rPr altLang="zh-CN" b="1" i="1" kumimoji="1" lang="en-US">
                <a:solidFill>
                  <a:srgbClr val="00B050"/>
                </a:solidFill>
                <a:latin typeface="Times New Roman" panose="02020603050405020304" pitchFamily="18" charset="0"/>
                <a:ea typeface="隶书" panose="02010509060101010101" pitchFamily="49" charset="-122"/>
              </a:rPr>
              <a:t>i</a:t>
            </a:r>
            <a:r>
              <a:rPr altLang="en-US" kumimoji="1" lang="zh-CN">
                <a:solidFill>
                  <a:srgbClr val="00B050"/>
                </a:solidFill>
                <a:latin typeface="Times New Roman" panose="02020603050405020304" pitchFamily="18" charset="0"/>
                <a:ea typeface="隶书" panose="02010509060101010101" pitchFamily="49" charset="-122"/>
              </a:rPr>
              <a:t>行元素总数  </a:t>
            </a:r>
            <a:r>
              <a:rPr altLang="en-US" kumimoji="1" lang="zh-CN">
                <a:solidFill>
                  <a:srgbClr val="0000FF"/>
                </a:solidFill>
                <a:latin typeface="Times New Roman" panose="02020603050405020304" pitchFamily="18" charset="0"/>
                <a:ea typeface="隶书" panose="02010509060101010101" pitchFamily="49" charset="-122"/>
              </a:rPr>
              <a:t>第</a:t>
            </a:r>
            <a:r>
              <a:rPr altLang="zh-CN" b="1" i="1" kumimoji="1" lang="en-US">
                <a:solidFill>
                  <a:srgbClr val="0000FF"/>
                </a:solidFill>
                <a:latin typeface="Times New Roman" panose="02020603050405020304" pitchFamily="18" charset="0"/>
                <a:ea typeface="隶书" panose="02010509060101010101" pitchFamily="49" charset="-122"/>
              </a:rPr>
              <a:t>i</a:t>
            </a:r>
            <a:r>
              <a:rPr altLang="en-US" kumimoji="1" lang="zh-CN">
                <a:solidFill>
                  <a:srgbClr val="0000FF"/>
                </a:solidFill>
                <a:latin typeface="Times New Roman" panose="02020603050405020304" pitchFamily="18" charset="0"/>
                <a:ea typeface="隶书" panose="02010509060101010101" pitchFamily="49" charset="-122"/>
              </a:rPr>
              <a:t>行第</a:t>
            </a:r>
            <a:r>
              <a:rPr altLang="zh-CN" b="1" i="1" kumimoji="1" lang="en-US">
                <a:solidFill>
                  <a:srgbClr val="0000FF"/>
                </a:solidFill>
                <a:latin typeface="Times New Roman" panose="02020603050405020304" pitchFamily="18" charset="0"/>
                <a:ea typeface="隶书" panose="02010509060101010101" pitchFamily="49" charset="-122"/>
              </a:rPr>
              <a:t>j</a:t>
            </a:r>
            <a:r>
              <a:rPr altLang="en-US" kumimoji="1" lang="zh-CN">
                <a:solidFill>
                  <a:srgbClr val="0000FF"/>
                </a:solidFill>
                <a:latin typeface="Times New Roman" panose="02020603050405020304" pitchFamily="18" charset="0"/>
                <a:ea typeface="隶书" panose="02010509060101010101" pitchFamily="49" charset="-122"/>
              </a:rPr>
              <a:t>个元素前元素个数</a:t>
            </a:r>
            <a:endParaRPr altLang="en-US" sz="2400" kumimoji="1" lang="zh-CN">
              <a:solidFill>
                <a:srgbClr val="0000FF"/>
              </a:solidFill>
              <a:latin typeface="Times New Roman" panose="02020603050405020304" pitchFamily="18" charset="0"/>
            </a:endParaRPr>
          </a:p>
        </p:txBody>
      </p:sp>
      <p:sp>
        <p:nvSpPr>
          <p:cNvPr id="1048846" name="AutoShape 28"/>
          <p:cNvSpPr/>
          <p:nvPr/>
        </p:nvSpPr>
        <p:spPr bwMode="auto">
          <a:xfrm rot="16200000">
            <a:off x="3169443" y="5728494"/>
            <a:ext cx="185738" cy="457200"/>
          </a:xfrm>
          <a:prstGeom prst="leftBrace">
            <a:avLst>
              <a:gd name="adj1" fmla="val 49892"/>
              <a:gd name="adj2" fmla="val 50000"/>
            </a:avLst>
          </a:prstGeom>
          <a:noFill/>
          <a:ln w="28575">
            <a:solidFill>
              <a:srgbClr val="0000FF"/>
            </a:solidFill>
            <a:round/>
            <a:headEnd/>
            <a:tailEnd/>
          </a:ln>
          <a:effectLst/>
        </p:spPr>
        <p:txBody>
          <a:bodyPr anchor="ctr" vert="eaVert"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altLang="zh-CN" sz="2400" kumimoji="1" lang="zh-CN">
              <a:solidFill>
                <a:srgbClr val="000099"/>
              </a:solidFill>
              <a:latin typeface="Times New Roman" panose="02020603050405020304" pitchFamily="18" charset="0"/>
            </a:endParaRPr>
          </a:p>
        </p:txBody>
      </p:sp>
      <p:sp>
        <p:nvSpPr>
          <p:cNvPr id="1048847" name="AutoShape 29"/>
          <p:cNvSpPr>
            <a:spLocks noChangeArrowheads="1"/>
          </p:cNvSpPr>
          <p:nvPr/>
        </p:nvSpPr>
        <p:spPr bwMode="auto">
          <a:xfrm>
            <a:off x="4450557" y="4491039"/>
            <a:ext cx="219075" cy="381000"/>
          </a:xfrm>
          <a:prstGeom prst="triangle">
            <a:avLst>
              <a:gd name="adj" fmla="val 50000"/>
            </a:avLst>
          </a:prstGeom>
          <a:solidFill>
            <a:srgbClr val="FF0000"/>
          </a:solidFill>
          <a:ln w="9525">
            <a:solidFill>
              <a:srgbClr val="FF3300"/>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48" name="矩形 1"/>
          <p:cNvSpPr/>
          <p:nvPr/>
        </p:nvSpPr>
        <p:spPr>
          <a:xfrm>
            <a:off x="4062415" y="1844677"/>
            <a:ext cx="874714" cy="593723"/>
          </a:xfrm>
          <a:prstGeom prst="rect"/>
          <a:noFill/>
          <a:ln w="31750"/>
        </p:spPr>
        <p:style>
          <a:lnRef idx="2">
            <a:schemeClr val="accent2"/>
          </a:lnRef>
          <a:fillRef idx="1">
            <a:schemeClr val="lt1"/>
          </a:fillRef>
          <a:effectRef idx="0">
            <a:schemeClr val="accent2"/>
          </a:effectRef>
          <a:fontRef idx="minor">
            <a:schemeClr val="dk1"/>
          </a:fontRef>
        </p:style>
        <p:txBody>
          <a:bodyPr anchor="ctr" rtlCol="0"/>
          <a:p>
            <a:pPr algn="ctr"/>
            <a:endParaRPr altLang="en-US" 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05" name=""/>
        <p:cNvGrpSpPr/>
        <p:nvPr/>
      </p:nvGrpSpPr>
      <p:grpSpPr>
        <a:xfrm>
          <a:off x="0" y="0"/>
          <a:ext cx="0" cy="0"/>
          <a:chOff x="0" y="0"/>
          <a:chExt cx="0" cy="0"/>
        </a:xfrm>
      </p:grpSpPr>
      <p:sp>
        <p:nvSpPr>
          <p:cNvPr id="1048849" name="Rectangle 2"/>
          <p:cNvSpPr>
            <a:spLocks noChangeArrowheads="1"/>
          </p:cNvSpPr>
          <p:nvPr/>
        </p:nvSpPr>
        <p:spPr bwMode="auto">
          <a:xfrm>
            <a:off x="635000" y="698500"/>
            <a:ext cx="8001000" cy="5443538"/>
          </a:xfrm>
          <a:prstGeom prst="rect"/>
          <a:noFill/>
          <a:ln>
            <a:noFill/>
          </a:ln>
          <a:effectLst/>
        </p:spPr>
        <p:txBody>
          <a:bodyPr>
            <a:spAutoFit/>
          </a:bodyPr>
          <a:lstStyle>
            <a:lvl1pPr indent="-342900" marL="342900">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10000"/>
              </a:spcBef>
              <a:buClr>
                <a:srgbClr val="990099"/>
              </a:buClr>
              <a:buSzPct val="50000"/>
              <a:buFont typeface="Wingdings" panose="05000000000000000000" pitchFamily="2" charset="2"/>
              <a:buChar char="n"/>
            </a:pPr>
            <a:r>
              <a:rPr altLang="en-US" b="1" sz="3000" kumimoji="1" lang="zh-CN">
                <a:solidFill>
                  <a:srgbClr val="000099"/>
                </a:solidFill>
                <a:latin typeface="Times New Roman" panose="02020603050405020304" pitchFamily="18" charset="0"/>
                <a:ea typeface="仿宋_GB2312" pitchFamily="49" charset="-122"/>
              </a:rPr>
              <a:t>若 </a:t>
            </a:r>
            <a:r>
              <a:rPr altLang="zh-CN" b="1" sz="3000" i="1" kumimoji="1" lang="en-US">
                <a:solidFill>
                  <a:srgbClr val="FF3300"/>
                </a:solidFill>
                <a:latin typeface="Times New Roman" panose="02020603050405020304" pitchFamily="18" charset="0"/>
                <a:ea typeface="仿宋_GB2312" pitchFamily="49" charset="-122"/>
              </a:rPr>
              <a:t>i</a:t>
            </a:r>
            <a:r>
              <a:rPr altLang="zh-CN" b="1" sz="3000" kumimoji="1" lang="en-US">
                <a:solidFill>
                  <a:srgbClr val="FF3300"/>
                </a:solidFill>
                <a:latin typeface="Times New Roman" panose="02020603050405020304" pitchFamily="18" charset="0"/>
                <a:ea typeface="仿宋_GB2312" pitchFamily="49" charset="-122"/>
              </a:rPr>
              <a:t> &lt; </a:t>
            </a:r>
            <a:r>
              <a:rPr altLang="zh-CN" b="1" sz="3000" i="1" kumimoji="1" lang="en-US">
                <a:solidFill>
                  <a:srgbClr val="FF3300"/>
                </a:solidFill>
                <a:latin typeface="Times New Roman" panose="02020603050405020304" pitchFamily="18" charset="0"/>
                <a:ea typeface="仿宋_GB2312" pitchFamily="49" charset="-122"/>
              </a:rPr>
              <a:t>j</a:t>
            </a:r>
            <a:r>
              <a:rPr altLang="en-US" b="1" sz="3000" kumimoji="1" lang="zh-CN">
                <a:solidFill>
                  <a:srgbClr val="000099"/>
                </a:solidFill>
                <a:latin typeface="Times New Roman" panose="02020603050405020304" pitchFamily="18" charset="0"/>
                <a:ea typeface="仿宋_GB2312" pitchFamily="49" charset="-122"/>
              </a:rPr>
              <a:t>，数组元素 </a:t>
            </a:r>
            <a:r>
              <a:rPr altLang="zh-CN" b="1" sz="3000" kumimoji="1" lang="en-US">
                <a:solidFill>
                  <a:srgbClr val="000099"/>
                </a:solidFill>
                <a:latin typeface="Times New Roman" panose="02020603050405020304" pitchFamily="18" charset="0"/>
                <a:ea typeface="仿宋_GB2312" pitchFamily="49" charset="-122"/>
              </a:rPr>
              <a:t>A[</a:t>
            </a:r>
            <a:r>
              <a:rPr altLang="zh-CN" b="1" sz="3000" i="1" kumimoji="1" lang="en-US">
                <a:solidFill>
                  <a:srgbClr val="000099"/>
                </a:solidFill>
                <a:latin typeface="Times New Roman" panose="02020603050405020304" pitchFamily="18" charset="0"/>
                <a:ea typeface="仿宋_GB2312" pitchFamily="49" charset="-122"/>
              </a:rPr>
              <a:t>i</a:t>
            </a:r>
            <a:r>
              <a:rPr altLang="zh-CN" b="1" sz="3000" kumimoji="1" lang="en-US">
                <a:solidFill>
                  <a:srgbClr val="000099"/>
                </a:solidFill>
                <a:latin typeface="Times New Roman" panose="02020603050405020304" pitchFamily="18" charset="0"/>
                <a:ea typeface="仿宋_GB2312" pitchFamily="49" charset="-122"/>
              </a:rPr>
              <a:t>][</a:t>
            </a:r>
            <a:r>
              <a:rPr altLang="zh-CN" b="1" sz="3000" i="1" kumimoji="1" lang="en-US">
                <a:solidFill>
                  <a:srgbClr val="000099"/>
                </a:solidFill>
                <a:latin typeface="Times New Roman" panose="02020603050405020304" pitchFamily="18" charset="0"/>
                <a:ea typeface="仿宋_GB2312" pitchFamily="49" charset="-122"/>
              </a:rPr>
              <a:t>j</a:t>
            </a:r>
            <a:r>
              <a:rPr altLang="zh-CN" b="1" sz="3000" kumimoji="1" lang="en-US">
                <a:solidFill>
                  <a:srgbClr val="000099"/>
                </a:solidFill>
                <a:latin typeface="Times New Roman" panose="02020603050405020304" pitchFamily="18" charset="0"/>
                <a:ea typeface="仿宋_GB2312" pitchFamily="49" charset="-122"/>
              </a:rPr>
              <a:t>] </a:t>
            </a:r>
            <a:r>
              <a:rPr altLang="en-US" b="1" sz="3000" kumimoji="1" lang="zh-CN">
                <a:solidFill>
                  <a:srgbClr val="000099"/>
                </a:solidFill>
                <a:latin typeface="Times New Roman" panose="02020603050405020304" pitchFamily="18" charset="0"/>
                <a:ea typeface="仿宋_GB2312" pitchFamily="49" charset="-122"/>
              </a:rPr>
              <a:t>在矩阵的上三角部分</a:t>
            </a:r>
            <a:r>
              <a:rPr altLang="zh-CN" b="1" sz="3000" kumimoji="1" lang="en-US">
                <a:solidFill>
                  <a:srgbClr val="000099"/>
                </a:solidFill>
                <a:latin typeface="Times New Roman" panose="02020603050405020304" pitchFamily="18" charset="0"/>
                <a:ea typeface="仿宋_GB2312" pitchFamily="49" charset="-122"/>
              </a:rPr>
              <a:t>,  </a:t>
            </a:r>
            <a:r>
              <a:rPr altLang="en-US" b="1" sz="3000" kumimoji="1" lang="zh-CN">
                <a:solidFill>
                  <a:srgbClr val="000099"/>
                </a:solidFill>
                <a:latin typeface="Times New Roman" panose="02020603050405020304" pitchFamily="18" charset="0"/>
                <a:ea typeface="仿宋_GB2312" pitchFamily="49" charset="-122"/>
              </a:rPr>
              <a:t>在数组 </a:t>
            </a:r>
            <a:r>
              <a:rPr altLang="zh-CN" b="1" sz="3000" kumimoji="1" lang="en-US">
                <a:solidFill>
                  <a:srgbClr val="000099"/>
                </a:solidFill>
                <a:latin typeface="Times New Roman" panose="02020603050405020304" pitchFamily="18" charset="0"/>
                <a:ea typeface="仿宋_GB2312" pitchFamily="49" charset="-122"/>
              </a:rPr>
              <a:t>B </a:t>
            </a:r>
            <a:r>
              <a:rPr altLang="en-US" b="1" sz="3000" kumimoji="1" lang="zh-CN">
                <a:solidFill>
                  <a:srgbClr val="000099"/>
                </a:solidFill>
                <a:latin typeface="Times New Roman" panose="02020603050405020304" pitchFamily="18" charset="0"/>
                <a:ea typeface="仿宋_GB2312" pitchFamily="49" charset="-122"/>
              </a:rPr>
              <a:t>中没有存放，可以找它的对称元素</a:t>
            </a:r>
            <a:r>
              <a:rPr altLang="zh-CN" b="1" sz="3000" kumimoji="1" lang="en-US">
                <a:solidFill>
                  <a:srgbClr val="FF6600"/>
                </a:solidFill>
                <a:latin typeface="Times New Roman" panose="02020603050405020304" pitchFamily="18" charset="0"/>
                <a:ea typeface="仿宋_GB2312" pitchFamily="49" charset="-122"/>
              </a:rPr>
              <a:t>A[</a:t>
            </a:r>
            <a:r>
              <a:rPr altLang="zh-CN" b="1" sz="3000" i="1" kumimoji="1" lang="en-US">
                <a:solidFill>
                  <a:srgbClr val="FF6600"/>
                </a:solidFill>
                <a:latin typeface="Times New Roman" panose="02020603050405020304" pitchFamily="18" charset="0"/>
                <a:ea typeface="仿宋_GB2312" pitchFamily="49" charset="-122"/>
              </a:rPr>
              <a:t>j</a:t>
            </a:r>
            <a:r>
              <a:rPr altLang="zh-CN" b="1" sz="3000" kumimoji="1" lang="en-US">
                <a:solidFill>
                  <a:srgbClr val="FF6600"/>
                </a:solidFill>
                <a:latin typeface="Times New Roman" panose="02020603050405020304" pitchFamily="18" charset="0"/>
                <a:ea typeface="仿宋_GB2312" pitchFamily="49" charset="-122"/>
              </a:rPr>
              <a:t>][</a:t>
            </a:r>
            <a:r>
              <a:rPr altLang="zh-CN" b="1" sz="3000" i="1" kumimoji="1" lang="en-US">
                <a:solidFill>
                  <a:srgbClr val="FF6600"/>
                </a:solidFill>
                <a:latin typeface="Times New Roman" panose="02020603050405020304" pitchFamily="18" charset="0"/>
                <a:ea typeface="仿宋_GB2312" pitchFamily="49" charset="-122"/>
              </a:rPr>
              <a:t>i</a:t>
            </a:r>
            <a:r>
              <a:rPr altLang="zh-CN" b="1" sz="3000" kumimoji="1" lang="en-US">
                <a:solidFill>
                  <a:srgbClr val="FF6600"/>
                </a:solidFill>
                <a:latin typeface="Times New Roman" panose="02020603050405020304" pitchFamily="18" charset="0"/>
                <a:ea typeface="仿宋_GB2312" pitchFamily="49" charset="-122"/>
              </a:rPr>
              <a:t>]</a:t>
            </a:r>
            <a:r>
              <a:rPr altLang="en-US" b="1" sz="3000" kumimoji="1" lang="zh-CN">
                <a:solidFill>
                  <a:srgbClr val="FF6600"/>
                </a:solidFill>
                <a:latin typeface="Times New Roman" panose="02020603050405020304" pitchFamily="18" charset="0"/>
                <a:ea typeface="仿宋_GB2312" pitchFamily="49" charset="-122"/>
              </a:rPr>
              <a:t> </a:t>
            </a:r>
            <a:r>
              <a:rPr altLang="zh-CN" b="1" sz="3000" kumimoji="1" lang="en-US">
                <a:solidFill>
                  <a:srgbClr val="FF6600"/>
                </a:solidFill>
                <a:latin typeface="Times New Roman" panose="02020603050405020304" pitchFamily="18" charset="0"/>
              </a:rPr>
              <a:t>= </a:t>
            </a:r>
            <a:r>
              <a:rPr altLang="zh-CN" b="1" sz="3000" i="1" kumimoji="1" lang="en-US">
                <a:solidFill>
                  <a:srgbClr val="FF6600"/>
                </a:solidFill>
                <a:latin typeface="Times New Roman" panose="02020603050405020304" pitchFamily="18" charset="0"/>
              </a:rPr>
              <a:t>j </a:t>
            </a:r>
            <a:r>
              <a:rPr altLang="zh-CN" b="1" sz="3000" kumimoji="1" lang="en-US">
                <a:solidFill>
                  <a:srgbClr val="FF6600"/>
                </a:solidFill>
                <a:latin typeface="Times New Roman" panose="02020603050405020304" pitchFamily="18" charset="0"/>
              </a:rPr>
              <a:t>*(</a:t>
            </a:r>
            <a:r>
              <a:rPr altLang="zh-CN" b="1" sz="3000" i="1" kumimoji="1" lang="en-US">
                <a:solidFill>
                  <a:srgbClr val="FF6600"/>
                </a:solidFill>
                <a:latin typeface="Times New Roman" panose="02020603050405020304" pitchFamily="18" charset="0"/>
              </a:rPr>
              <a:t>j </a:t>
            </a:r>
            <a:r>
              <a:rPr altLang="zh-CN" b="1" sz="3000" kumimoji="1" lang="en-US">
                <a:solidFill>
                  <a:srgbClr val="FF6600"/>
                </a:solidFill>
                <a:latin typeface="Times New Roman" panose="02020603050405020304" pitchFamily="18" charset="0"/>
              </a:rPr>
              <a:t>+1) / 2 + </a:t>
            </a:r>
            <a:r>
              <a:rPr altLang="zh-CN" b="1" sz="3000" i="1" kumimoji="1" lang="en-US">
                <a:solidFill>
                  <a:srgbClr val="FF6600"/>
                </a:solidFill>
                <a:latin typeface="Times New Roman" panose="02020603050405020304" pitchFamily="18" charset="0"/>
              </a:rPr>
              <a:t>i</a:t>
            </a:r>
            <a:r>
              <a:rPr altLang="zh-CN" b="1" sz="3000" kumimoji="1" lang="en-US">
                <a:solidFill>
                  <a:srgbClr val="FF6600"/>
                </a:solidFill>
                <a:latin typeface="Times New Roman" panose="02020603050405020304" pitchFamily="18" charset="0"/>
              </a:rPr>
              <a:t> </a:t>
            </a:r>
          </a:p>
          <a:p>
            <a:pPr eaLnBrk="1" hangingPunct="1">
              <a:spcBef>
                <a:spcPct val="10000"/>
              </a:spcBef>
              <a:buClr>
                <a:srgbClr val="990099"/>
              </a:buClr>
              <a:buSzPct val="50000"/>
              <a:buFont typeface="Wingdings" panose="05000000000000000000" pitchFamily="2" charset="2"/>
              <a:buChar char="n"/>
            </a:pPr>
            <a:r>
              <a:rPr altLang="en-US" b="1" sz="3000" kumimoji="1" lang="zh-CN">
                <a:solidFill>
                  <a:srgbClr val="000099"/>
                </a:solidFill>
                <a:latin typeface="Times New Roman" panose="02020603050405020304" pitchFamily="18" charset="0"/>
                <a:ea typeface="仿宋_GB2312" pitchFamily="49" charset="-122"/>
              </a:rPr>
              <a:t>若已知某矩阵元素位于数组 </a:t>
            </a:r>
            <a:r>
              <a:rPr altLang="zh-CN" b="1" sz="3000" kumimoji="1" lang="en-US">
                <a:solidFill>
                  <a:srgbClr val="000099"/>
                </a:solidFill>
                <a:latin typeface="Times New Roman" panose="02020603050405020304" pitchFamily="18" charset="0"/>
                <a:ea typeface="仿宋_GB2312" pitchFamily="49" charset="-122"/>
              </a:rPr>
              <a:t>B </a:t>
            </a:r>
            <a:r>
              <a:rPr altLang="en-US" b="1" sz="3000" kumimoji="1" lang="zh-CN">
                <a:solidFill>
                  <a:srgbClr val="000099"/>
                </a:solidFill>
                <a:latin typeface="Times New Roman" panose="02020603050405020304" pitchFamily="18" charset="0"/>
                <a:ea typeface="仿宋_GB2312" pitchFamily="49" charset="-122"/>
              </a:rPr>
              <a:t>的第 </a:t>
            </a:r>
            <a:r>
              <a:rPr altLang="zh-CN" b="1" sz="3000" i="1" kumimoji="1" lang="en-US">
                <a:solidFill>
                  <a:srgbClr val="000099"/>
                </a:solidFill>
                <a:latin typeface="Times New Roman" panose="02020603050405020304" pitchFamily="18" charset="0"/>
                <a:ea typeface="仿宋_GB2312" pitchFamily="49" charset="-122"/>
              </a:rPr>
              <a:t>k</a:t>
            </a:r>
            <a:r>
              <a:rPr altLang="en-US" b="1" sz="3000" kumimoji="1" lang="zh-CN">
                <a:solidFill>
                  <a:srgbClr val="000099"/>
                </a:solidFill>
                <a:latin typeface="Times New Roman" panose="02020603050405020304" pitchFamily="18" charset="0"/>
                <a:ea typeface="仿宋_GB2312" pitchFamily="49" charset="-122"/>
              </a:rPr>
              <a:t>个位置</a:t>
            </a:r>
            <a:r>
              <a:rPr altLang="en-US" b="1" sz="3000" kumimoji="1" lang="zh-CN">
                <a:solidFill>
                  <a:srgbClr val="000099"/>
                </a:solidFill>
                <a:latin typeface="Times New Roman" panose="02020603050405020304" pitchFamily="18" charset="0"/>
              </a:rPr>
              <a:t>（</a:t>
            </a:r>
            <a:r>
              <a:rPr altLang="zh-CN" b="1" sz="3000" i="1" kumimoji="1" lang="en-US">
                <a:solidFill>
                  <a:srgbClr val="000099"/>
                </a:solidFill>
                <a:latin typeface="Times New Roman" panose="02020603050405020304" pitchFamily="18" charset="0"/>
              </a:rPr>
              <a:t>k</a:t>
            </a:r>
            <a:r>
              <a:rPr altLang="zh-CN" b="1" sz="3000" kumimoji="1" lang="en-US">
                <a:solidFill>
                  <a:srgbClr val="000099"/>
                </a:solidFill>
                <a:latin typeface="Times New Roman" panose="02020603050405020304" pitchFamily="18" charset="0"/>
              </a:rPr>
              <a:t>≥0</a:t>
            </a:r>
            <a:r>
              <a:rPr altLang="en-US" b="1" sz="3000" kumimoji="1" lang="zh-CN">
                <a:solidFill>
                  <a:srgbClr val="000099"/>
                </a:solidFill>
                <a:latin typeface="Times New Roman" panose="02020603050405020304" pitchFamily="18" charset="0"/>
              </a:rPr>
              <a:t>）</a:t>
            </a:r>
            <a:r>
              <a:rPr altLang="en-US" b="1" sz="3000" kumimoji="1" lang="zh-CN">
                <a:solidFill>
                  <a:srgbClr val="000099"/>
                </a:solidFill>
                <a:latin typeface="Times New Roman" panose="02020603050405020304" pitchFamily="18" charset="0"/>
                <a:ea typeface="仿宋_GB2312" pitchFamily="49" charset="-122"/>
              </a:rPr>
              <a:t>，可寻找满足</a:t>
            </a:r>
          </a:p>
          <a:p>
            <a:pPr eaLnBrk="1" hangingPunct="1">
              <a:spcBef>
                <a:spcPct val="10000"/>
              </a:spcBef>
              <a:buClr>
                <a:srgbClr val="990099"/>
              </a:buClr>
              <a:buSzPct val="50000"/>
              <a:buFont typeface="Wingdings" panose="05000000000000000000" pitchFamily="2" charset="2"/>
              <a:buNone/>
            </a:pPr>
            <a:r>
              <a:rPr altLang="en-US" b="1" sz="3000" kumimoji="1" lang="zh-CN">
                <a:solidFill>
                  <a:srgbClr val="000099"/>
                </a:solidFill>
                <a:latin typeface="Times New Roman" panose="02020603050405020304" pitchFamily="18" charset="0"/>
                <a:ea typeface="仿宋_GB2312" pitchFamily="49" charset="-122"/>
              </a:rPr>
              <a:t>            </a:t>
            </a:r>
            <a:r>
              <a:rPr altLang="zh-CN" b="1" sz="3000" i="1" kumimoji="1" lang="en-US">
                <a:solidFill>
                  <a:schemeClr val="tx2"/>
                </a:solidFill>
                <a:latin typeface="Times New Roman" panose="02020603050405020304" pitchFamily="18" charset="0"/>
                <a:ea typeface="仿宋_GB2312" pitchFamily="49" charset="-122"/>
              </a:rPr>
              <a:t>i</a:t>
            </a:r>
            <a:r>
              <a:rPr altLang="zh-CN" b="1" sz="3000" kumimoji="1" lang="en-US">
                <a:solidFill>
                  <a:schemeClr val="tx2"/>
                </a:solidFill>
                <a:latin typeface="Times New Roman" panose="02020603050405020304" pitchFamily="18" charset="0"/>
                <a:ea typeface="仿宋_GB2312" pitchFamily="49" charset="-122"/>
              </a:rPr>
              <a:t> (</a:t>
            </a:r>
            <a:r>
              <a:rPr altLang="zh-CN" b="1" sz="3000" i="1" kumimoji="1" lang="en-US">
                <a:solidFill>
                  <a:schemeClr val="tx2"/>
                </a:solidFill>
                <a:latin typeface="Times New Roman" panose="02020603050405020304" pitchFamily="18" charset="0"/>
                <a:ea typeface="仿宋_GB2312" pitchFamily="49" charset="-122"/>
              </a:rPr>
              <a:t>i</a:t>
            </a:r>
            <a:r>
              <a:rPr altLang="zh-CN" b="1" sz="3000" kumimoji="1" lang="en-US">
                <a:solidFill>
                  <a:schemeClr val="tx2"/>
                </a:solidFill>
                <a:latin typeface="Times New Roman" panose="02020603050405020304" pitchFamily="18" charset="0"/>
                <a:ea typeface="仿宋_GB2312" pitchFamily="49" charset="-122"/>
              </a:rPr>
              <a:t> + 1) / 2 </a:t>
            </a:r>
            <a:r>
              <a:rPr altLang="zh-CN" b="1" sz="3000" kumimoji="1" lang="en-US">
                <a:solidFill>
                  <a:schemeClr val="tx2"/>
                </a:solidFill>
                <a:latin typeface="Times New Roman" panose="02020603050405020304" pitchFamily="18" charset="0"/>
                <a:ea typeface="仿宋_GB2312" pitchFamily="49" charset="-122"/>
                <a:sym typeface="Symbol" panose="05050102010706020507" pitchFamily="18" charset="2"/>
              </a:rPr>
              <a:t> </a:t>
            </a:r>
            <a:r>
              <a:rPr altLang="zh-CN" b="1" sz="3000" i="1" kumimoji="1" lang="en-US">
                <a:solidFill>
                  <a:schemeClr val="tx2"/>
                </a:solidFill>
                <a:latin typeface="Times New Roman" panose="02020603050405020304" pitchFamily="18" charset="0"/>
                <a:ea typeface="仿宋_GB2312" pitchFamily="49" charset="-122"/>
                <a:sym typeface="Symbol" panose="05050102010706020507" pitchFamily="18" charset="2"/>
              </a:rPr>
              <a:t>k</a:t>
            </a:r>
            <a:r>
              <a:rPr altLang="zh-CN" b="1" sz="3000" kumimoji="1" lang="en-US">
                <a:solidFill>
                  <a:schemeClr val="tx2"/>
                </a:solidFill>
                <a:latin typeface="Times New Roman" panose="02020603050405020304" pitchFamily="18" charset="0"/>
                <a:ea typeface="仿宋_GB2312" pitchFamily="49" charset="-122"/>
                <a:sym typeface="Symbol" panose="05050102010706020507" pitchFamily="18" charset="2"/>
              </a:rPr>
              <a:t> &lt; (</a:t>
            </a:r>
            <a:r>
              <a:rPr altLang="zh-CN" b="1" sz="3000" i="1" kumimoji="1" lang="en-US">
                <a:solidFill>
                  <a:schemeClr val="tx2"/>
                </a:solidFill>
                <a:latin typeface="Times New Roman" panose="02020603050405020304" pitchFamily="18" charset="0"/>
                <a:ea typeface="仿宋_GB2312" pitchFamily="49" charset="-122"/>
                <a:sym typeface="Symbol" panose="05050102010706020507" pitchFamily="18" charset="2"/>
              </a:rPr>
              <a:t>i</a:t>
            </a:r>
            <a:r>
              <a:rPr altLang="zh-CN" b="1" sz="3000" kumimoji="1" lang="en-US">
                <a:solidFill>
                  <a:schemeClr val="tx2"/>
                </a:solidFill>
                <a:latin typeface="Times New Roman" panose="02020603050405020304" pitchFamily="18" charset="0"/>
                <a:ea typeface="仿宋_GB2312" pitchFamily="49" charset="-122"/>
                <a:sym typeface="Symbol" panose="05050102010706020507" pitchFamily="18" charset="2"/>
              </a:rPr>
              <a:t> + 1)*(</a:t>
            </a:r>
            <a:r>
              <a:rPr altLang="zh-CN" b="1" sz="3000" i="1" kumimoji="1" lang="en-US">
                <a:solidFill>
                  <a:schemeClr val="tx2"/>
                </a:solidFill>
                <a:latin typeface="Times New Roman" panose="02020603050405020304" pitchFamily="18" charset="0"/>
                <a:ea typeface="仿宋_GB2312" pitchFamily="49" charset="-122"/>
                <a:sym typeface="Symbol" panose="05050102010706020507" pitchFamily="18" charset="2"/>
              </a:rPr>
              <a:t>i</a:t>
            </a:r>
            <a:r>
              <a:rPr altLang="zh-CN" b="1" sz="3000" kumimoji="1" lang="en-US">
                <a:solidFill>
                  <a:schemeClr val="tx2"/>
                </a:solidFill>
                <a:latin typeface="Times New Roman" panose="02020603050405020304" pitchFamily="18" charset="0"/>
                <a:ea typeface="仿宋_GB2312" pitchFamily="49" charset="-122"/>
                <a:sym typeface="Symbol" panose="05050102010706020507" pitchFamily="18" charset="2"/>
              </a:rPr>
              <a:t> + 2) / 2</a:t>
            </a:r>
          </a:p>
          <a:p>
            <a:pPr eaLnBrk="1" hangingPunct="1">
              <a:spcBef>
                <a:spcPct val="10000"/>
              </a:spcBef>
              <a:buClr>
                <a:srgbClr val="990099"/>
              </a:buClr>
              <a:buSzPct val="50000"/>
              <a:buFont typeface="Wingdings" panose="05000000000000000000" pitchFamily="2" charset="2"/>
              <a:buNone/>
            </a:pPr>
            <a:r>
              <a:rPr altLang="zh-CN" b="1" sz="3000" kumimoji="1" lang="en-US">
                <a:solidFill>
                  <a:srgbClr val="000099"/>
                </a:solidFill>
                <a:latin typeface="Times New Roman" panose="02020603050405020304" pitchFamily="18" charset="0"/>
                <a:ea typeface="仿宋_GB2312" pitchFamily="49" charset="-122"/>
                <a:sym typeface="Symbol" panose="05050102010706020507" pitchFamily="18" charset="2"/>
              </a:rPr>
              <a:t>	</a:t>
            </a:r>
            <a:r>
              <a:rPr altLang="en-US" b="1" sz="3000" kumimoji="1" lang="zh-CN">
                <a:solidFill>
                  <a:srgbClr val="000099"/>
                </a:solidFill>
                <a:latin typeface="Times New Roman" panose="02020603050405020304" pitchFamily="18" charset="0"/>
                <a:ea typeface="仿宋_GB2312" pitchFamily="49" charset="-122"/>
                <a:sym typeface="Symbol" panose="05050102010706020507" pitchFamily="18" charset="2"/>
              </a:rPr>
              <a:t>的 </a:t>
            </a:r>
            <a:r>
              <a:rPr altLang="zh-CN" b="1" sz="3000" i="1" kumimoji="1" lang="en-US">
                <a:solidFill>
                  <a:srgbClr val="FF0000"/>
                </a:solidFill>
                <a:latin typeface="Times New Roman" panose="02020603050405020304" pitchFamily="18" charset="0"/>
                <a:ea typeface="仿宋_GB2312" pitchFamily="49" charset="-122"/>
                <a:sym typeface="Symbol" panose="05050102010706020507" pitchFamily="18" charset="2"/>
              </a:rPr>
              <a:t>i</a:t>
            </a:r>
            <a:r>
              <a:rPr altLang="zh-CN" b="1" sz="3000" i="1" kumimoji="1" lang="en-US">
                <a:solidFill>
                  <a:srgbClr val="000099"/>
                </a:solidFill>
                <a:latin typeface="Times New Roman" panose="02020603050405020304" pitchFamily="18" charset="0"/>
                <a:ea typeface="仿宋_GB2312" pitchFamily="49" charset="-122"/>
                <a:sym typeface="Symbol" panose="05050102010706020507" pitchFamily="18" charset="2"/>
              </a:rPr>
              <a:t>, </a:t>
            </a:r>
            <a:r>
              <a:rPr altLang="zh-CN" b="1" sz="3000" kumimoji="1" lang="zh-CN">
                <a:solidFill>
                  <a:srgbClr val="000099"/>
                </a:solidFill>
                <a:latin typeface="Times New Roman" panose="02020603050405020304" pitchFamily="18" charset="0"/>
                <a:ea typeface="仿宋_GB2312" pitchFamily="49" charset="-122"/>
                <a:sym typeface="Symbol" panose="05050102010706020507" pitchFamily="18" charset="2"/>
              </a:rPr>
              <a:t>此即为</a:t>
            </a:r>
            <a:r>
              <a:rPr altLang="en-US" b="1" sz="3000" kumimoji="1" lang="zh-CN">
                <a:solidFill>
                  <a:srgbClr val="000099"/>
                </a:solidFill>
                <a:latin typeface="Times New Roman" panose="02020603050405020304" pitchFamily="18" charset="0"/>
                <a:ea typeface="仿宋_GB2312" pitchFamily="49" charset="-122"/>
                <a:sym typeface="Symbol" panose="05050102010706020507" pitchFamily="18" charset="2"/>
              </a:rPr>
              <a:t>该元素的行号。</a:t>
            </a:r>
          </a:p>
          <a:p>
            <a:pPr eaLnBrk="1" hangingPunct="1">
              <a:spcBef>
                <a:spcPct val="10000"/>
              </a:spcBef>
              <a:buClr>
                <a:srgbClr val="990099"/>
              </a:buClr>
              <a:buSzPct val="50000"/>
              <a:buFont typeface="Wingdings" panose="05000000000000000000" pitchFamily="2" charset="2"/>
              <a:buNone/>
            </a:pPr>
            <a:r>
              <a:rPr altLang="en-US" b="1" sz="3000" kumimoji="1" lang="zh-CN">
                <a:solidFill>
                  <a:srgbClr val="000099"/>
                </a:solidFill>
                <a:latin typeface="Times New Roman" panose="02020603050405020304" pitchFamily="18" charset="0"/>
                <a:ea typeface="仿宋_GB2312" pitchFamily="49" charset="-122"/>
                <a:sym typeface="Symbol" panose="05050102010706020507" pitchFamily="18" charset="2"/>
              </a:rPr>
              <a:t>            </a:t>
            </a:r>
            <a:r>
              <a:rPr altLang="zh-CN" b="1" sz="3000" i="1" kumimoji="1" lang="en-US">
                <a:solidFill>
                  <a:schemeClr val="tx2"/>
                </a:solidFill>
                <a:latin typeface="Times New Roman" panose="02020603050405020304" pitchFamily="18" charset="0"/>
                <a:ea typeface="仿宋_GB2312" pitchFamily="49" charset="-122"/>
                <a:sym typeface="Symbol" panose="05050102010706020507" pitchFamily="18" charset="2"/>
              </a:rPr>
              <a:t>j</a:t>
            </a:r>
            <a:r>
              <a:rPr altLang="zh-CN" b="1" sz="3000" kumimoji="1" lang="en-US">
                <a:solidFill>
                  <a:schemeClr val="tx2"/>
                </a:solidFill>
                <a:latin typeface="Times New Roman" panose="02020603050405020304" pitchFamily="18" charset="0"/>
                <a:ea typeface="仿宋_GB2312" pitchFamily="49" charset="-122"/>
                <a:sym typeface="Symbol" panose="05050102010706020507" pitchFamily="18" charset="2"/>
              </a:rPr>
              <a:t> = </a:t>
            </a:r>
            <a:r>
              <a:rPr altLang="zh-CN" b="1" sz="3000" i="1" kumimoji="1" lang="en-US">
                <a:solidFill>
                  <a:schemeClr val="tx2"/>
                </a:solidFill>
                <a:latin typeface="Times New Roman" panose="02020603050405020304" pitchFamily="18" charset="0"/>
                <a:ea typeface="仿宋_GB2312" pitchFamily="49" charset="-122"/>
                <a:sym typeface="Symbol" panose="05050102010706020507" pitchFamily="18" charset="2"/>
              </a:rPr>
              <a:t>k</a:t>
            </a:r>
            <a:r>
              <a:rPr altLang="zh-CN" b="1" sz="3000" kumimoji="1" lang="en-US">
                <a:solidFill>
                  <a:schemeClr val="tx2"/>
                </a:solidFill>
                <a:latin typeface="Times New Roman" panose="02020603050405020304" pitchFamily="18" charset="0"/>
                <a:ea typeface="仿宋_GB2312" pitchFamily="49" charset="-122"/>
                <a:sym typeface="Symbol" panose="05050102010706020507" pitchFamily="18" charset="2"/>
              </a:rPr>
              <a:t> </a:t>
            </a:r>
            <a:r>
              <a:rPr altLang="zh-CN" b="1" sz="3000" kumimoji="1" lang="en-US">
                <a:solidFill>
                  <a:schemeClr val="tx2"/>
                </a:solidFill>
                <a:latin typeface="楷体_GB2312" pitchFamily="49" charset="-122"/>
                <a:ea typeface="楷体_GB2312" pitchFamily="49" charset="-122"/>
                <a:sym typeface="Symbol" panose="05050102010706020507" pitchFamily="18" charset="2"/>
              </a:rPr>
              <a:t>- </a:t>
            </a:r>
            <a:r>
              <a:rPr altLang="zh-CN" b="1" sz="3000" i="1" kumimoji="1" lang="en-US">
                <a:solidFill>
                  <a:schemeClr val="tx2"/>
                </a:solidFill>
                <a:latin typeface="Times New Roman" panose="02020603050405020304" pitchFamily="18" charset="0"/>
                <a:ea typeface="楷体_GB2312" pitchFamily="49" charset="-122"/>
                <a:sym typeface="Symbol" panose="05050102010706020507" pitchFamily="18" charset="2"/>
              </a:rPr>
              <a:t>i</a:t>
            </a:r>
            <a:r>
              <a:rPr altLang="zh-CN" b="1" sz="3000" kumimoji="1" lang="en-US">
                <a:solidFill>
                  <a:schemeClr val="tx2"/>
                </a:solidFill>
                <a:latin typeface="Times New Roman" panose="02020603050405020304" pitchFamily="18" charset="0"/>
                <a:ea typeface="仿宋_GB2312" pitchFamily="49" charset="-122"/>
                <a:sym typeface="Symbol" panose="05050102010706020507" pitchFamily="18" charset="2"/>
              </a:rPr>
              <a:t> * (</a:t>
            </a:r>
            <a:r>
              <a:rPr altLang="zh-CN" b="1" sz="3000" i="1" kumimoji="1" lang="en-US">
                <a:solidFill>
                  <a:schemeClr val="tx2"/>
                </a:solidFill>
                <a:latin typeface="Times New Roman" panose="02020603050405020304" pitchFamily="18" charset="0"/>
                <a:ea typeface="仿宋_GB2312" pitchFamily="49" charset="-122"/>
                <a:sym typeface="Symbol" panose="05050102010706020507" pitchFamily="18" charset="2"/>
              </a:rPr>
              <a:t>i</a:t>
            </a:r>
            <a:r>
              <a:rPr altLang="zh-CN" b="1" sz="3000" kumimoji="1" lang="en-US">
                <a:solidFill>
                  <a:schemeClr val="tx2"/>
                </a:solidFill>
                <a:latin typeface="Times New Roman" panose="02020603050405020304" pitchFamily="18" charset="0"/>
                <a:ea typeface="仿宋_GB2312" pitchFamily="49" charset="-122"/>
                <a:sym typeface="Symbol" panose="05050102010706020507" pitchFamily="18" charset="2"/>
              </a:rPr>
              <a:t> + 1) / 2</a:t>
            </a:r>
          </a:p>
          <a:p>
            <a:pPr eaLnBrk="1" hangingPunct="1">
              <a:spcBef>
                <a:spcPct val="10000"/>
              </a:spcBef>
              <a:buClr>
                <a:srgbClr val="990099"/>
              </a:buClr>
              <a:buSzPct val="50000"/>
              <a:buFont typeface="Wingdings" panose="05000000000000000000" pitchFamily="2" charset="2"/>
              <a:buNone/>
            </a:pPr>
            <a:r>
              <a:rPr altLang="zh-CN" b="1" sz="3000" kumimoji="1" lang="en-US">
                <a:solidFill>
                  <a:srgbClr val="000099"/>
                </a:solidFill>
                <a:latin typeface="Times New Roman" panose="02020603050405020304" pitchFamily="18" charset="0"/>
                <a:ea typeface="仿宋_GB2312" pitchFamily="49" charset="-122"/>
                <a:sym typeface="Symbol" panose="05050102010706020507" pitchFamily="18" charset="2"/>
              </a:rPr>
              <a:t>   	</a:t>
            </a:r>
            <a:r>
              <a:rPr altLang="en-US" b="1" sz="3000" kumimoji="1" lang="zh-CN">
                <a:solidFill>
                  <a:srgbClr val="000099"/>
                </a:solidFill>
                <a:latin typeface="Times New Roman" panose="02020603050405020304" pitchFamily="18" charset="0"/>
                <a:ea typeface="仿宋_GB2312" pitchFamily="49" charset="-122"/>
                <a:sym typeface="Symbol" panose="05050102010706020507" pitchFamily="18" charset="2"/>
              </a:rPr>
              <a:t>此即为该元素的列号。</a:t>
            </a:r>
            <a:endParaRPr altLang="en-US" b="1" sz="3000" kumimoji="1" lang="zh-CN">
              <a:solidFill>
                <a:srgbClr val="000099"/>
              </a:solidFill>
              <a:latin typeface="Times New Roman" panose="02020603050405020304" pitchFamily="18" charset="0"/>
              <a:ea typeface="仿宋_GB2312" pitchFamily="49" charset="-122"/>
            </a:endParaRPr>
          </a:p>
          <a:p>
            <a:pPr eaLnBrk="1" hangingPunct="1">
              <a:spcBef>
                <a:spcPct val="10000"/>
              </a:spcBef>
              <a:buClr>
                <a:srgbClr val="990099"/>
              </a:buClr>
              <a:buSzPct val="50000"/>
              <a:buFont typeface="Wingdings" panose="05000000000000000000" pitchFamily="2" charset="2"/>
              <a:buChar char="n"/>
            </a:pPr>
            <a:r>
              <a:rPr altLang="en-US" b="1" sz="3000" kumimoji="1" lang="zh-CN">
                <a:solidFill>
                  <a:srgbClr val="000099"/>
                </a:solidFill>
                <a:latin typeface="Times New Roman" panose="02020603050405020304" pitchFamily="18" charset="0"/>
                <a:ea typeface="仿宋_GB2312" pitchFamily="49" charset="-122"/>
              </a:rPr>
              <a:t>例，当 </a:t>
            </a:r>
            <a:r>
              <a:rPr altLang="zh-CN" b="1" sz="3000" i="1" kumimoji="1" lang="en-US">
                <a:solidFill>
                  <a:srgbClr val="FF3300"/>
                </a:solidFill>
                <a:latin typeface="Times New Roman" panose="02020603050405020304" pitchFamily="18" charset="0"/>
                <a:ea typeface="仿宋_GB2312" pitchFamily="49" charset="-122"/>
              </a:rPr>
              <a:t>k</a:t>
            </a:r>
            <a:r>
              <a:rPr altLang="zh-CN" b="1" sz="3000" kumimoji="1" lang="en-US">
                <a:solidFill>
                  <a:srgbClr val="FF3300"/>
                </a:solidFill>
                <a:latin typeface="Times New Roman" panose="02020603050405020304" pitchFamily="18" charset="0"/>
                <a:ea typeface="仿宋_GB2312" pitchFamily="49" charset="-122"/>
              </a:rPr>
              <a:t> = 8</a:t>
            </a:r>
            <a:r>
              <a:rPr altLang="zh-CN" b="1" sz="3000" kumimoji="1" lang="en-US">
                <a:solidFill>
                  <a:srgbClr val="000099"/>
                </a:solidFill>
                <a:latin typeface="Times New Roman" panose="02020603050405020304" pitchFamily="18" charset="0"/>
                <a:ea typeface="仿宋_GB2312" pitchFamily="49" charset="-122"/>
              </a:rPr>
              <a:t>,   </a:t>
            </a:r>
            <a:r>
              <a:rPr altLang="zh-CN" b="1" sz="3000" kumimoji="1" lang="en-US">
                <a:solidFill>
                  <a:srgbClr val="FF6600"/>
                </a:solidFill>
                <a:latin typeface="Times New Roman" panose="02020603050405020304" pitchFamily="18" charset="0"/>
                <a:ea typeface="仿宋_GB2312" pitchFamily="49" charset="-122"/>
              </a:rPr>
              <a:t>3*4 / 2 = 6 </a:t>
            </a:r>
            <a:r>
              <a:rPr altLang="zh-CN" b="1" sz="3000" kumimoji="1" lang="en-US">
                <a:solidFill>
                  <a:srgbClr val="FF6600"/>
                </a:solidFill>
                <a:latin typeface="Times New Roman" panose="02020603050405020304" pitchFamily="18" charset="0"/>
                <a:ea typeface="仿宋_GB2312" pitchFamily="49" charset="-122"/>
                <a:sym typeface="Symbol" panose="05050102010706020507" pitchFamily="18" charset="2"/>
              </a:rPr>
              <a:t> </a:t>
            </a:r>
            <a:r>
              <a:rPr altLang="zh-CN" b="1" sz="3000" i="1" kumimoji="1" lang="en-US">
                <a:solidFill>
                  <a:srgbClr val="FF6600"/>
                </a:solidFill>
                <a:latin typeface="Times New Roman" panose="02020603050405020304" pitchFamily="18" charset="0"/>
                <a:ea typeface="仿宋_GB2312" pitchFamily="49" charset="-122"/>
                <a:sym typeface="Symbol" panose="05050102010706020507" pitchFamily="18" charset="2"/>
              </a:rPr>
              <a:t>k</a:t>
            </a:r>
            <a:r>
              <a:rPr altLang="zh-CN" b="1" sz="3000" kumimoji="1" lang="en-US">
                <a:solidFill>
                  <a:srgbClr val="FF6600"/>
                </a:solidFill>
                <a:latin typeface="Times New Roman" panose="02020603050405020304" pitchFamily="18" charset="0"/>
                <a:ea typeface="仿宋_GB2312" pitchFamily="49" charset="-122"/>
                <a:sym typeface="Symbol" panose="05050102010706020507" pitchFamily="18" charset="2"/>
              </a:rPr>
              <a:t> &lt; 4*5 / 2 =10,</a:t>
            </a:r>
          </a:p>
          <a:p>
            <a:pPr eaLnBrk="1" hangingPunct="1">
              <a:spcBef>
                <a:spcPct val="10000"/>
              </a:spcBef>
              <a:buClr>
                <a:srgbClr val="990099"/>
              </a:buClr>
              <a:buSzPct val="50000"/>
              <a:buFont typeface="Wingdings" panose="05000000000000000000" pitchFamily="2" charset="2"/>
              <a:buNone/>
            </a:pPr>
            <a:r>
              <a:rPr altLang="zh-CN" b="1" sz="3000" kumimoji="1" lang="en-US">
                <a:solidFill>
                  <a:srgbClr val="000099"/>
                </a:solidFill>
                <a:latin typeface="Times New Roman" panose="02020603050405020304" pitchFamily="18" charset="0"/>
                <a:ea typeface="仿宋_GB2312" pitchFamily="49" charset="-122"/>
                <a:sym typeface="Symbol" panose="05050102010706020507" pitchFamily="18" charset="2"/>
              </a:rPr>
              <a:t>	</a:t>
            </a:r>
            <a:r>
              <a:rPr altLang="en-US" b="1" sz="3000" kumimoji="1" lang="zh-CN">
                <a:solidFill>
                  <a:srgbClr val="000099"/>
                </a:solidFill>
                <a:latin typeface="Times New Roman" panose="02020603050405020304" pitchFamily="18" charset="0"/>
                <a:ea typeface="仿宋_GB2312" pitchFamily="49" charset="-122"/>
                <a:sym typeface="Symbol" panose="05050102010706020507" pitchFamily="18" charset="2"/>
              </a:rPr>
              <a:t>取 </a:t>
            </a:r>
            <a:r>
              <a:rPr altLang="zh-CN" b="1" sz="3000" i="1" kumimoji="1" lang="en-US">
                <a:solidFill>
                  <a:srgbClr val="000099"/>
                </a:solidFill>
                <a:latin typeface="Times New Roman" panose="02020603050405020304" pitchFamily="18" charset="0"/>
                <a:ea typeface="仿宋_GB2312" pitchFamily="49" charset="-122"/>
                <a:sym typeface="Symbol" panose="05050102010706020507" pitchFamily="18" charset="2"/>
              </a:rPr>
              <a:t>i</a:t>
            </a:r>
            <a:r>
              <a:rPr altLang="zh-CN" b="1" sz="3000" kumimoji="1" lang="en-US">
                <a:solidFill>
                  <a:srgbClr val="000099"/>
                </a:solidFill>
                <a:latin typeface="Times New Roman" panose="02020603050405020304" pitchFamily="18" charset="0"/>
                <a:ea typeface="仿宋_GB2312" pitchFamily="49" charset="-122"/>
                <a:sym typeface="Symbol" panose="05050102010706020507" pitchFamily="18" charset="2"/>
              </a:rPr>
              <a:t> = 3</a:t>
            </a:r>
            <a:r>
              <a:rPr altLang="en-US" b="1" sz="3000" kumimoji="1" lang="zh-CN">
                <a:solidFill>
                  <a:srgbClr val="000099"/>
                </a:solidFill>
                <a:latin typeface="Times New Roman" panose="02020603050405020304" pitchFamily="18" charset="0"/>
                <a:ea typeface="仿宋_GB2312" pitchFamily="49" charset="-122"/>
                <a:sym typeface="Symbol" panose="05050102010706020507" pitchFamily="18" charset="2"/>
              </a:rPr>
              <a:t>。</a:t>
            </a:r>
            <a:r>
              <a:rPr altLang="zh-CN" b="1" sz="3000" kumimoji="1" lang="zh-CN">
                <a:solidFill>
                  <a:srgbClr val="000099"/>
                </a:solidFill>
                <a:latin typeface="Times New Roman" panose="02020603050405020304" pitchFamily="18" charset="0"/>
                <a:ea typeface="仿宋_GB2312" pitchFamily="49" charset="-122"/>
                <a:sym typeface="Symbol" panose="05050102010706020507" pitchFamily="18" charset="2"/>
              </a:rPr>
              <a:t>则 </a:t>
            </a:r>
            <a:r>
              <a:rPr altLang="zh-CN" b="1" sz="3000" i="1" kumimoji="1" lang="en-US">
                <a:solidFill>
                  <a:srgbClr val="000099"/>
                </a:solidFill>
                <a:latin typeface="Times New Roman" panose="02020603050405020304" pitchFamily="18" charset="0"/>
                <a:ea typeface="仿宋_GB2312" pitchFamily="49" charset="-122"/>
                <a:sym typeface="Symbol" panose="05050102010706020507" pitchFamily="18" charset="2"/>
              </a:rPr>
              <a:t>j</a:t>
            </a:r>
            <a:r>
              <a:rPr altLang="zh-CN" b="1" sz="3000" kumimoji="1" lang="en-US">
                <a:solidFill>
                  <a:srgbClr val="000099"/>
                </a:solidFill>
                <a:latin typeface="Times New Roman" panose="02020603050405020304" pitchFamily="18" charset="0"/>
                <a:ea typeface="仿宋_GB2312" pitchFamily="49" charset="-122"/>
                <a:sym typeface="Symbol" panose="05050102010706020507" pitchFamily="18" charset="2"/>
              </a:rPr>
              <a:t> = 8 </a:t>
            </a:r>
            <a:r>
              <a:rPr altLang="zh-CN" b="1" sz="3000" kumimoji="1" lang="en-US">
                <a:solidFill>
                  <a:srgbClr val="000099"/>
                </a:solidFill>
                <a:latin typeface="楷体_GB2312" pitchFamily="49" charset="-122"/>
                <a:ea typeface="楷体_GB2312" pitchFamily="49" charset="-122"/>
                <a:sym typeface="Symbol" panose="05050102010706020507" pitchFamily="18" charset="2"/>
              </a:rPr>
              <a:t>-</a:t>
            </a:r>
            <a:r>
              <a:rPr altLang="zh-CN" b="1" sz="3000" kumimoji="1" lang="en-US">
                <a:solidFill>
                  <a:srgbClr val="000099"/>
                </a:solidFill>
                <a:latin typeface="Times New Roman" panose="02020603050405020304" pitchFamily="18" charset="0"/>
                <a:ea typeface="仿宋_GB2312" pitchFamily="49" charset="-122"/>
                <a:sym typeface="Symbol" panose="05050102010706020507" pitchFamily="18" charset="2"/>
              </a:rPr>
              <a:t> 3*4 / 2 = 2</a:t>
            </a:r>
            <a:r>
              <a:rPr altLang="en-US" b="1" sz="3000" kumimoji="1" lang="zh-CN">
                <a:solidFill>
                  <a:srgbClr val="000099"/>
                </a:solidFill>
                <a:latin typeface="Times New Roman" panose="02020603050405020304" pitchFamily="18" charset="0"/>
                <a:ea typeface="仿宋_GB2312" pitchFamily="49" charset="-122"/>
                <a:sym typeface="Symbol" panose="05050102010706020507" pitchFamily="18" charset="2"/>
              </a:rPr>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06" name=""/>
        <p:cNvGrpSpPr/>
        <p:nvPr/>
      </p:nvGrpSpPr>
      <p:grpSpPr>
        <a:xfrm>
          <a:off x="0" y="0"/>
          <a:ext cx="0" cy="0"/>
          <a:chOff x="0" y="0"/>
          <a:chExt cx="0" cy="0"/>
        </a:xfrm>
      </p:grpSpPr>
      <p:graphicFrame>
        <p:nvGraphicFramePr>
          <p:cNvPr id="4194316" name="Object 2"/>
          <p:cNvGraphicFramePr>
            <a:graphicFrameLocks noChangeAspect="1"/>
          </p:cNvGraphicFramePr>
          <p:nvPr/>
        </p:nvGraphicFramePr>
        <p:xfrm>
          <a:off x="2286000" y="574677"/>
          <a:ext cx="3962400" cy="2473325"/>
        </p:xfrm>
        <a:graphic>
          <a:graphicData uri="http://schemas.openxmlformats.org/presentationml/2006/ole">
            <mc:AlternateContent xmlns:mc="http://schemas.openxmlformats.org/markup-compatibility/2006">
              <mc:Choice xmlns:v="urn:schemas-microsoft-com:vml" Requires="v">
                <p:oleObj name="公式" r:id="rId1" spid="_x0000_s8235" imgH="642723" imgW="1042917" progId="Equation.3">
                  <p:embed/>
                </p:oleObj>
              </mc:Choice>
              <mc:Fallback>
                <p:oleObj name="公式" r:id="rId1" spid="" imgH="642723" imgW="1042917" progId="Equation.3">
                  <p:embed/>
                  <p:pic>
                    <p:nvPicPr>
                      <p:cNvPr id="2097179" name="Object 2"/>
                      <p:cNvPicPr>
                        <a:picLocks noChangeAspect="1" noChangeArrowheads="1"/>
                      </p:cNvPicPr>
                      <p:nvPr/>
                    </p:nvPicPr>
                    <p:blipFill>
                      <a:blip xmlns:r="http://schemas.openxmlformats.org/officeDocument/2006/relationships" r:embed="rId2"/>
                      <a:srcRect/>
                      <a:stretch>
                        <a:fillRect/>
                      </a:stretch>
                    </p:blipFill>
                    <p:spPr bwMode="auto">
                      <a:xfrm>
                        <a:off x="2286000" y="574677"/>
                        <a:ext cx="3962400" cy="2473325"/>
                      </a:xfrm>
                      <a:prstGeom prst="rect"/>
                      <a:noFill/>
                      <a:ln>
                        <a:noFill/>
                      </a:ln>
                      <a:effectLst/>
                    </p:spPr>
                  </p:pic>
                </p:oleObj>
              </mc:Fallback>
            </mc:AlternateContent>
          </a:graphicData>
        </a:graphic>
      </p:graphicFrame>
      <p:sp>
        <p:nvSpPr>
          <p:cNvPr id="1048850" name="Rectangle 3"/>
          <p:cNvSpPr>
            <a:spLocks noChangeArrowheads="1"/>
          </p:cNvSpPr>
          <p:nvPr/>
        </p:nvSpPr>
        <p:spPr bwMode="auto">
          <a:xfrm>
            <a:off x="2400300" y="685800"/>
            <a:ext cx="914400" cy="609600"/>
          </a:xfrm>
          <a:prstGeom prst="rect"/>
          <a:solidFill>
            <a:srgbClr val="00CC00">
              <a:alpha val="34901"/>
            </a:srgb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51" name="Rectangle 4"/>
          <p:cNvSpPr>
            <a:spLocks noChangeArrowheads="1"/>
          </p:cNvSpPr>
          <p:nvPr/>
        </p:nvSpPr>
        <p:spPr bwMode="auto">
          <a:xfrm>
            <a:off x="3314700" y="685800"/>
            <a:ext cx="914400" cy="1227138"/>
          </a:xfrm>
          <a:prstGeom prst="rect"/>
          <a:solidFill>
            <a:srgbClr val="00CC00">
              <a:alpha val="34901"/>
            </a:srgb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52" name="Rectangle 5"/>
          <p:cNvSpPr>
            <a:spLocks noChangeArrowheads="1"/>
          </p:cNvSpPr>
          <p:nvPr/>
        </p:nvSpPr>
        <p:spPr bwMode="auto">
          <a:xfrm>
            <a:off x="4229100" y="685800"/>
            <a:ext cx="954088" cy="1828800"/>
          </a:xfrm>
          <a:prstGeom prst="rect"/>
          <a:solidFill>
            <a:srgbClr val="00CC00">
              <a:alpha val="34901"/>
            </a:srgb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53" name="Rectangle 6"/>
          <p:cNvSpPr>
            <a:spLocks noChangeArrowheads="1"/>
          </p:cNvSpPr>
          <p:nvPr/>
        </p:nvSpPr>
        <p:spPr bwMode="auto">
          <a:xfrm>
            <a:off x="5181600" y="698500"/>
            <a:ext cx="933450" cy="2241550"/>
          </a:xfrm>
          <a:prstGeom prst="rect"/>
          <a:solidFill>
            <a:srgbClr val="00CC00">
              <a:alpha val="34901"/>
            </a:srgb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54" name="Text Box 7"/>
          <p:cNvSpPr txBox="1">
            <a:spLocks noChangeArrowheads="1"/>
          </p:cNvSpPr>
          <p:nvPr/>
        </p:nvSpPr>
        <p:spPr bwMode="auto">
          <a:xfrm>
            <a:off x="6513515" y="652463"/>
            <a:ext cx="701675" cy="2290762"/>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0"/>
              </a:spcBef>
              <a:buFontTx/>
              <a:buNone/>
            </a:pPr>
            <a:r>
              <a:rPr altLang="en-US" sz="3600" kumimoji="1" lang="zh-CN">
                <a:solidFill>
                  <a:srgbClr val="0000CC"/>
                </a:solidFill>
                <a:latin typeface="Times New Roman" panose="02020603050405020304" pitchFamily="18" charset="0"/>
                <a:ea typeface="隶书" panose="02010509060101010101" pitchFamily="49" charset="-122"/>
              </a:rPr>
              <a:t>上三角矩阵</a:t>
            </a:r>
            <a:endParaRPr altLang="en-US" sz="3600" kumimoji="1" lang="zh-CN">
              <a:latin typeface="Times New Roman" panose="02020603050405020304" pitchFamily="18" charset="0"/>
            </a:endParaRPr>
          </a:p>
        </p:txBody>
      </p:sp>
      <p:sp>
        <p:nvSpPr>
          <p:cNvPr id="1048855" name="Rectangle 8"/>
          <p:cNvSpPr>
            <a:spLocks noChangeArrowheads="1"/>
          </p:cNvSpPr>
          <p:nvPr/>
        </p:nvSpPr>
        <p:spPr bwMode="auto">
          <a:xfrm>
            <a:off x="1052515" y="3505200"/>
            <a:ext cx="6262687" cy="609600"/>
          </a:xfrm>
          <a:prstGeom prst="rect"/>
          <a:ln>
            <a:headEnd/>
            <a:tailEnd/>
          </a:ln>
        </p:spPr>
        <p:style>
          <a:lnRef idx="1">
            <a:schemeClr val="accent5"/>
          </a:lnRef>
          <a:fillRef idx="2">
            <a:schemeClr val="accent5"/>
          </a:fillRef>
          <a:effectRef idx="1">
            <a:schemeClr val="accent5"/>
          </a:effectRef>
          <a:fontRef idx="minor">
            <a:schemeClr val="dk1"/>
          </a:fontRef>
        </p:style>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56" name="Text Box 9"/>
          <p:cNvSpPr txBox="1">
            <a:spLocks noChangeArrowheads="1"/>
          </p:cNvSpPr>
          <p:nvPr/>
        </p:nvSpPr>
        <p:spPr bwMode="auto">
          <a:xfrm>
            <a:off x="609602" y="3459165"/>
            <a:ext cx="6939079" cy="584775"/>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kumimoji="1" lang="en-US">
                <a:solidFill>
                  <a:srgbClr val="000099"/>
                </a:solidFill>
                <a:latin typeface="Times New Roman" panose="02020603050405020304" pitchFamily="18" charset="0"/>
              </a:rPr>
              <a:t>B</a:t>
            </a:r>
            <a:r>
              <a:rPr altLang="zh-CN" b="1" i="1" kumimoji="1" lang="en-US">
                <a:solidFill>
                  <a:srgbClr val="000099"/>
                </a:solidFill>
                <a:latin typeface="Times New Roman" panose="02020603050405020304" pitchFamily="18" charset="0"/>
              </a:rPr>
              <a:t>  a</a:t>
            </a:r>
            <a:r>
              <a:rPr altLang="zh-CN" baseline="-25000" b="1" kumimoji="1" lang="en-US">
                <a:solidFill>
                  <a:srgbClr val="000099"/>
                </a:solidFill>
                <a:latin typeface="Times New Roman" panose="02020603050405020304" pitchFamily="18" charset="0"/>
              </a:rPr>
              <a:t>00  </a:t>
            </a:r>
            <a:r>
              <a:rPr altLang="zh-CN" b="1" i="1" kumimoji="1" lang="en-US">
                <a:solidFill>
                  <a:srgbClr val="000099"/>
                </a:solidFill>
                <a:latin typeface="Times New Roman" panose="02020603050405020304" pitchFamily="18" charset="0"/>
              </a:rPr>
              <a:t>a</a:t>
            </a:r>
            <a:r>
              <a:rPr altLang="zh-CN" baseline="-25000" b="1" kumimoji="1" lang="en-US">
                <a:solidFill>
                  <a:srgbClr val="000099"/>
                </a:solidFill>
                <a:latin typeface="Times New Roman" panose="02020603050405020304" pitchFamily="18" charset="0"/>
              </a:rPr>
              <a:t>01  </a:t>
            </a:r>
            <a:r>
              <a:rPr altLang="zh-CN" b="1" i="1" kumimoji="1" lang="en-US">
                <a:solidFill>
                  <a:srgbClr val="000099"/>
                </a:solidFill>
                <a:latin typeface="Times New Roman" panose="02020603050405020304" pitchFamily="18" charset="0"/>
              </a:rPr>
              <a:t>a</a:t>
            </a:r>
            <a:r>
              <a:rPr altLang="zh-CN" baseline="-25000" b="1" kumimoji="1" lang="en-US">
                <a:solidFill>
                  <a:srgbClr val="000099"/>
                </a:solidFill>
                <a:latin typeface="Times New Roman" panose="02020603050405020304" pitchFamily="18" charset="0"/>
              </a:rPr>
              <a:t>02  </a:t>
            </a:r>
            <a:r>
              <a:rPr altLang="zh-CN" b="1" i="1" kumimoji="1" lang="en-US">
                <a:solidFill>
                  <a:srgbClr val="000099"/>
                </a:solidFill>
                <a:latin typeface="Times New Roman" panose="02020603050405020304" pitchFamily="18" charset="0"/>
              </a:rPr>
              <a:t>a</a:t>
            </a:r>
            <a:r>
              <a:rPr altLang="zh-CN" baseline="-25000" b="1" kumimoji="1" lang="en-US">
                <a:solidFill>
                  <a:srgbClr val="000099"/>
                </a:solidFill>
                <a:latin typeface="Times New Roman" panose="02020603050405020304" pitchFamily="18" charset="0"/>
              </a:rPr>
              <a:t>03  </a:t>
            </a:r>
            <a:r>
              <a:rPr altLang="zh-CN" b="1" i="1" kumimoji="1" lang="en-US">
                <a:solidFill>
                  <a:srgbClr val="000099"/>
                </a:solidFill>
                <a:latin typeface="Times New Roman" panose="02020603050405020304" pitchFamily="18" charset="0"/>
              </a:rPr>
              <a:t>a</a:t>
            </a:r>
            <a:r>
              <a:rPr altLang="zh-CN" baseline="-25000" b="1" kumimoji="1" lang="en-US">
                <a:solidFill>
                  <a:srgbClr val="000099"/>
                </a:solidFill>
                <a:latin typeface="Times New Roman" panose="02020603050405020304" pitchFamily="18" charset="0"/>
              </a:rPr>
              <a:t>11  </a:t>
            </a:r>
            <a:r>
              <a:rPr altLang="zh-CN" b="1" i="1" kumimoji="1" lang="en-US">
                <a:solidFill>
                  <a:srgbClr val="000099"/>
                </a:solidFill>
                <a:latin typeface="Times New Roman" panose="02020603050405020304" pitchFamily="18" charset="0"/>
              </a:rPr>
              <a:t>a</a:t>
            </a:r>
            <a:r>
              <a:rPr altLang="zh-CN" baseline="-25000" b="1" kumimoji="1" lang="en-US">
                <a:solidFill>
                  <a:srgbClr val="000099"/>
                </a:solidFill>
                <a:latin typeface="Times New Roman" panose="02020603050405020304" pitchFamily="18" charset="0"/>
              </a:rPr>
              <a:t>12  </a:t>
            </a:r>
            <a:r>
              <a:rPr altLang="zh-CN" b="1" i="1" kumimoji="1" lang="en-US">
                <a:solidFill>
                  <a:srgbClr val="000099"/>
                </a:solidFill>
                <a:latin typeface="Times New Roman" panose="02020603050405020304" pitchFamily="18" charset="0"/>
              </a:rPr>
              <a:t>a</a:t>
            </a:r>
            <a:r>
              <a:rPr altLang="zh-CN" baseline="-25000" b="1" kumimoji="1" lang="en-US">
                <a:solidFill>
                  <a:srgbClr val="000099"/>
                </a:solidFill>
                <a:latin typeface="Times New Roman" panose="02020603050405020304" pitchFamily="18" charset="0"/>
              </a:rPr>
              <a:t>13  </a:t>
            </a:r>
            <a:r>
              <a:rPr altLang="zh-CN" b="1" i="1" kumimoji="1" lang="en-US">
                <a:solidFill>
                  <a:srgbClr val="000099"/>
                </a:solidFill>
                <a:latin typeface="Times New Roman" panose="02020603050405020304" pitchFamily="18" charset="0"/>
              </a:rPr>
              <a:t>a</a:t>
            </a:r>
            <a:r>
              <a:rPr altLang="zh-CN" baseline="-25000" b="1" kumimoji="1" lang="en-US">
                <a:solidFill>
                  <a:srgbClr val="000099"/>
                </a:solidFill>
                <a:latin typeface="Times New Roman" panose="02020603050405020304" pitchFamily="18" charset="0"/>
              </a:rPr>
              <a:t>22  </a:t>
            </a:r>
            <a:r>
              <a:rPr altLang="zh-CN" b="1" i="1" kumimoji="1" lang="en-US">
                <a:solidFill>
                  <a:srgbClr val="000099"/>
                </a:solidFill>
                <a:latin typeface="Times New Roman" panose="02020603050405020304" pitchFamily="18" charset="0"/>
              </a:rPr>
              <a:t>a</a:t>
            </a:r>
            <a:r>
              <a:rPr altLang="zh-CN" baseline="-25000" b="1" kumimoji="1" lang="en-US">
                <a:solidFill>
                  <a:srgbClr val="000099"/>
                </a:solidFill>
                <a:latin typeface="Times New Roman" panose="02020603050405020304" pitchFamily="18" charset="0"/>
              </a:rPr>
              <a:t>23</a:t>
            </a:r>
            <a:r>
              <a:rPr altLang="zh-CN" b="1" kumimoji="1" lang="en-US">
                <a:solidFill>
                  <a:srgbClr val="000099"/>
                </a:solidFill>
                <a:latin typeface="Times New Roman" panose="02020603050405020304" pitchFamily="18" charset="0"/>
              </a:rPr>
              <a:t>  </a:t>
            </a:r>
            <a:r>
              <a:rPr altLang="zh-CN" b="1" i="1" kumimoji="1" lang="en-US">
                <a:solidFill>
                  <a:srgbClr val="000099"/>
                </a:solidFill>
                <a:latin typeface="Times New Roman" panose="02020603050405020304" pitchFamily="18" charset="0"/>
              </a:rPr>
              <a:t>a</a:t>
            </a:r>
            <a:r>
              <a:rPr altLang="zh-CN" baseline="-25000" b="1" kumimoji="1" lang="en-US">
                <a:solidFill>
                  <a:srgbClr val="000099"/>
                </a:solidFill>
                <a:latin typeface="Times New Roman" panose="02020603050405020304" pitchFamily="18" charset="0"/>
              </a:rPr>
              <a:t>33</a:t>
            </a:r>
            <a:r>
              <a:rPr altLang="zh-CN" b="1" kumimoji="1" lang="en-US">
                <a:solidFill>
                  <a:srgbClr val="000099"/>
                </a:solidFill>
                <a:latin typeface="Times New Roman" panose="02020603050405020304" pitchFamily="18" charset="0"/>
              </a:rPr>
              <a:t>  </a:t>
            </a:r>
            <a:endParaRPr altLang="zh-CN" b="1" kumimoji="1" lang="en-US">
              <a:solidFill>
                <a:srgbClr val="000099"/>
              </a:solidFill>
              <a:latin typeface="宋体" panose="02010600030101010101" pitchFamily="2" charset="-122"/>
            </a:endParaRPr>
          </a:p>
        </p:txBody>
      </p:sp>
      <p:sp>
        <p:nvSpPr>
          <p:cNvPr id="1048857" name="Line 10"/>
          <p:cNvSpPr>
            <a:spLocks noChangeShapeType="1"/>
          </p:cNvSpPr>
          <p:nvPr/>
        </p:nvSpPr>
        <p:spPr bwMode="auto">
          <a:xfrm>
            <a:off x="1662113" y="3505200"/>
            <a:ext cx="0" cy="609600"/>
          </a:xfrm>
          <a:prstGeom prst="line"/>
          <a:noFill/>
          <a:ln w="9525">
            <a:solidFill>
              <a:schemeClr val="tx1"/>
            </a:solidFill>
            <a:round/>
            <a:headEnd/>
            <a:tailEnd/>
          </a:ln>
          <a:effectLst/>
        </p:spPr>
        <p:txBody>
          <a:bodyPr anchor="ctr" wrap="none"/>
          <a:p>
            <a:endParaRPr altLang="en-US" lang="zh-CN"/>
          </a:p>
        </p:txBody>
      </p:sp>
      <p:sp>
        <p:nvSpPr>
          <p:cNvPr id="1048858" name="Line 11"/>
          <p:cNvSpPr>
            <a:spLocks noChangeShapeType="1"/>
          </p:cNvSpPr>
          <p:nvPr/>
        </p:nvSpPr>
        <p:spPr bwMode="auto">
          <a:xfrm>
            <a:off x="2271713" y="3505200"/>
            <a:ext cx="0" cy="609600"/>
          </a:xfrm>
          <a:prstGeom prst="line"/>
          <a:noFill/>
          <a:ln w="9525">
            <a:solidFill>
              <a:schemeClr val="tx1"/>
            </a:solidFill>
            <a:round/>
            <a:headEnd/>
            <a:tailEnd/>
          </a:ln>
          <a:effectLst/>
        </p:spPr>
        <p:txBody>
          <a:bodyPr anchor="ctr" wrap="none"/>
          <a:p>
            <a:endParaRPr altLang="en-US" lang="zh-CN"/>
          </a:p>
        </p:txBody>
      </p:sp>
      <p:sp>
        <p:nvSpPr>
          <p:cNvPr id="1048859" name="Line 12"/>
          <p:cNvSpPr>
            <a:spLocks noChangeShapeType="1"/>
          </p:cNvSpPr>
          <p:nvPr/>
        </p:nvSpPr>
        <p:spPr bwMode="auto">
          <a:xfrm>
            <a:off x="2881313" y="3505200"/>
            <a:ext cx="0" cy="609600"/>
          </a:xfrm>
          <a:prstGeom prst="line"/>
          <a:noFill/>
          <a:ln w="9525">
            <a:solidFill>
              <a:schemeClr val="tx1"/>
            </a:solidFill>
            <a:round/>
            <a:headEnd/>
            <a:tailEnd/>
          </a:ln>
          <a:effectLst/>
        </p:spPr>
        <p:txBody>
          <a:bodyPr anchor="ctr" wrap="none"/>
          <a:p>
            <a:endParaRPr altLang="en-US" lang="zh-CN"/>
          </a:p>
        </p:txBody>
      </p:sp>
      <p:sp>
        <p:nvSpPr>
          <p:cNvPr id="1048860" name="Line 13"/>
          <p:cNvSpPr>
            <a:spLocks noChangeShapeType="1"/>
          </p:cNvSpPr>
          <p:nvPr/>
        </p:nvSpPr>
        <p:spPr bwMode="auto">
          <a:xfrm>
            <a:off x="3490913" y="3505200"/>
            <a:ext cx="0" cy="609600"/>
          </a:xfrm>
          <a:prstGeom prst="line"/>
          <a:noFill/>
          <a:ln w="9525">
            <a:solidFill>
              <a:schemeClr val="tx1"/>
            </a:solidFill>
            <a:round/>
            <a:headEnd/>
            <a:tailEnd/>
          </a:ln>
          <a:effectLst/>
        </p:spPr>
        <p:txBody>
          <a:bodyPr anchor="ctr" wrap="none"/>
          <a:p>
            <a:endParaRPr altLang="en-US" lang="zh-CN"/>
          </a:p>
        </p:txBody>
      </p:sp>
      <p:sp>
        <p:nvSpPr>
          <p:cNvPr id="1048861" name="Line 14"/>
          <p:cNvSpPr>
            <a:spLocks noChangeShapeType="1"/>
          </p:cNvSpPr>
          <p:nvPr/>
        </p:nvSpPr>
        <p:spPr bwMode="auto">
          <a:xfrm>
            <a:off x="4100513" y="3505200"/>
            <a:ext cx="0" cy="609600"/>
          </a:xfrm>
          <a:prstGeom prst="line"/>
          <a:noFill/>
          <a:ln w="9525">
            <a:solidFill>
              <a:schemeClr val="tx1"/>
            </a:solidFill>
            <a:round/>
            <a:headEnd/>
            <a:tailEnd/>
          </a:ln>
          <a:effectLst/>
        </p:spPr>
        <p:txBody>
          <a:bodyPr anchor="ctr" wrap="none"/>
          <a:p>
            <a:endParaRPr altLang="en-US" lang="zh-CN"/>
          </a:p>
        </p:txBody>
      </p:sp>
      <p:sp>
        <p:nvSpPr>
          <p:cNvPr id="1048862" name="Line 15"/>
          <p:cNvSpPr>
            <a:spLocks noChangeShapeType="1"/>
          </p:cNvSpPr>
          <p:nvPr/>
        </p:nvSpPr>
        <p:spPr bwMode="auto">
          <a:xfrm>
            <a:off x="4710113" y="3505200"/>
            <a:ext cx="0" cy="609600"/>
          </a:xfrm>
          <a:prstGeom prst="line"/>
          <a:noFill/>
          <a:ln w="9525">
            <a:solidFill>
              <a:schemeClr val="tx1"/>
            </a:solidFill>
            <a:round/>
            <a:headEnd/>
            <a:tailEnd/>
          </a:ln>
          <a:effectLst/>
        </p:spPr>
        <p:txBody>
          <a:bodyPr anchor="ctr" wrap="none"/>
          <a:p>
            <a:endParaRPr altLang="en-US" lang="zh-CN"/>
          </a:p>
        </p:txBody>
      </p:sp>
      <p:sp>
        <p:nvSpPr>
          <p:cNvPr id="1048863" name="Line 16"/>
          <p:cNvSpPr>
            <a:spLocks noChangeShapeType="1"/>
          </p:cNvSpPr>
          <p:nvPr/>
        </p:nvSpPr>
        <p:spPr bwMode="auto">
          <a:xfrm>
            <a:off x="5319713" y="3505200"/>
            <a:ext cx="0" cy="609600"/>
          </a:xfrm>
          <a:prstGeom prst="line"/>
          <a:noFill/>
          <a:ln w="9525">
            <a:solidFill>
              <a:schemeClr val="tx1"/>
            </a:solidFill>
            <a:round/>
            <a:headEnd/>
            <a:tailEnd/>
          </a:ln>
          <a:effectLst/>
        </p:spPr>
        <p:txBody>
          <a:bodyPr anchor="ctr" wrap="none"/>
          <a:p>
            <a:endParaRPr altLang="en-US" lang="zh-CN"/>
          </a:p>
        </p:txBody>
      </p:sp>
      <p:sp>
        <p:nvSpPr>
          <p:cNvPr id="1048864" name="Line 17"/>
          <p:cNvSpPr>
            <a:spLocks noChangeShapeType="1"/>
          </p:cNvSpPr>
          <p:nvPr/>
        </p:nvSpPr>
        <p:spPr bwMode="auto">
          <a:xfrm>
            <a:off x="5929313" y="3505200"/>
            <a:ext cx="0" cy="609600"/>
          </a:xfrm>
          <a:prstGeom prst="line"/>
          <a:noFill/>
          <a:ln w="9525">
            <a:solidFill>
              <a:schemeClr val="tx1"/>
            </a:solidFill>
            <a:round/>
            <a:headEnd/>
            <a:tailEnd/>
          </a:ln>
          <a:effectLst/>
        </p:spPr>
        <p:txBody>
          <a:bodyPr anchor="ctr" wrap="none"/>
          <a:p>
            <a:endParaRPr altLang="en-US" lang="zh-CN"/>
          </a:p>
        </p:txBody>
      </p:sp>
      <p:sp>
        <p:nvSpPr>
          <p:cNvPr id="1048865" name="Line 18"/>
          <p:cNvSpPr>
            <a:spLocks noChangeShapeType="1"/>
          </p:cNvSpPr>
          <p:nvPr/>
        </p:nvSpPr>
        <p:spPr bwMode="auto">
          <a:xfrm>
            <a:off x="6538913" y="3505200"/>
            <a:ext cx="0" cy="609600"/>
          </a:xfrm>
          <a:prstGeom prst="line"/>
          <a:noFill/>
          <a:ln w="9525">
            <a:solidFill>
              <a:schemeClr val="tx1"/>
            </a:solidFill>
            <a:round/>
            <a:headEnd/>
            <a:tailEnd/>
          </a:ln>
          <a:effectLst/>
        </p:spPr>
        <p:txBody>
          <a:bodyPr anchor="ctr" wrap="none"/>
          <a:p>
            <a:endParaRPr altLang="en-US" lang="zh-CN"/>
          </a:p>
        </p:txBody>
      </p:sp>
      <p:sp>
        <p:nvSpPr>
          <p:cNvPr id="1048866" name="Line 19"/>
          <p:cNvSpPr>
            <a:spLocks noChangeShapeType="1"/>
          </p:cNvSpPr>
          <p:nvPr/>
        </p:nvSpPr>
        <p:spPr bwMode="auto">
          <a:xfrm>
            <a:off x="7300913" y="3505200"/>
            <a:ext cx="0" cy="609600"/>
          </a:xfrm>
          <a:prstGeom prst="line"/>
          <a:noFill/>
          <a:ln w="9525">
            <a:solidFill>
              <a:schemeClr val="tx1"/>
            </a:solidFill>
            <a:round/>
            <a:headEnd/>
            <a:tailEnd/>
          </a:ln>
          <a:effectLst/>
        </p:spPr>
        <p:txBody>
          <a:bodyPr anchor="ctr" wrap="none"/>
          <a:p>
            <a:endParaRPr altLang="en-US" lang="zh-CN"/>
          </a:p>
        </p:txBody>
      </p:sp>
      <p:sp>
        <p:nvSpPr>
          <p:cNvPr id="1048867" name="Text Box 20"/>
          <p:cNvSpPr txBox="1">
            <a:spLocks noChangeArrowheads="1"/>
          </p:cNvSpPr>
          <p:nvPr/>
        </p:nvSpPr>
        <p:spPr bwMode="auto">
          <a:xfrm>
            <a:off x="1112838" y="3089275"/>
            <a:ext cx="5746750" cy="45720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sz="2400" kumimoji="1" lang="en-US">
                <a:latin typeface="Times New Roman" panose="02020603050405020304" pitchFamily="18" charset="0"/>
              </a:rPr>
              <a:t>0     1      2      3      4      5      6      7      8      9</a:t>
            </a:r>
          </a:p>
        </p:txBody>
      </p:sp>
      <p:sp>
        <p:nvSpPr>
          <p:cNvPr id="1048868" name="Text Box 21"/>
          <p:cNvSpPr txBox="1">
            <a:spLocks noChangeArrowheads="1"/>
          </p:cNvSpPr>
          <p:nvPr/>
        </p:nvSpPr>
        <p:spPr bwMode="auto">
          <a:xfrm>
            <a:off x="609600" y="4416427"/>
            <a:ext cx="8153400" cy="1050925"/>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0"/>
              </a:spcBef>
              <a:buFontTx/>
              <a:buNone/>
            </a:pPr>
            <a:r>
              <a:rPr altLang="en-US" b="1" dirty="0" sz="3000" kumimoji="1" lang="zh-CN">
                <a:solidFill>
                  <a:srgbClr val="000099"/>
                </a:solidFill>
                <a:latin typeface="Times New Roman" panose="02020603050405020304" pitchFamily="18" charset="0"/>
                <a:ea typeface="仿宋_GB2312" pitchFamily="49" charset="-122"/>
              </a:rPr>
              <a:t>若</a:t>
            </a:r>
            <a:r>
              <a:rPr altLang="zh-CN" b="1" dirty="0" sz="3000" i="1" kumimoji="1" lang="en-US" err="1">
                <a:solidFill>
                  <a:schemeClr val="tx2"/>
                </a:solidFill>
                <a:latin typeface="Times New Roman" panose="02020603050405020304" pitchFamily="18" charset="0"/>
                <a:ea typeface="仿宋_GB2312" pitchFamily="49" charset="-122"/>
              </a:rPr>
              <a:t>i</a:t>
            </a:r>
            <a:r>
              <a:rPr altLang="zh-CN" b="1" dirty="0" sz="3000" kumimoji="1" lang="en-US">
                <a:solidFill>
                  <a:schemeClr val="tx2"/>
                </a:solidFill>
                <a:latin typeface="Times New Roman" panose="02020603050405020304" pitchFamily="18" charset="0"/>
                <a:ea typeface="仿宋_GB2312" pitchFamily="49" charset="-122"/>
              </a:rPr>
              <a:t> </a:t>
            </a:r>
            <a:r>
              <a:rPr altLang="zh-CN" b="1" dirty="0" sz="3000" kumimoji="1" lang="en-US">
                <a:solidFill>
                  <a:schemeClr val="tx2"/>
                </a:solidFill>
                <a:latin typeface="Times New Roman" panose="02020603050405020304" pitchFamily="18" charset="0"/>
                <a:ea typeface="仿宋_GB2312" pitchFamily="49" charset="-122"/>
                <a:sym typeface="Symbol" panose="05050102010706020507" pitchFamily="18" charset="2"/>
              </a:rPr>
              <a:t></a:t>
            </a:r>
            <a:r>
              <a:rPr altLang="zh-CN" b="1" dirty="0" sz="3000" kumimoji="1" lang="en-US">
                <a:solidFill>
                  <a:schemeClr val="tx2"/>
                </a:solidFill>
                <a:latin typeface="Times New Roman" panose="02020603050405020304" pitchFamily="18" charset="0"/>
                <a:ea typeface="仿宋_GB2312" pitchFamily="49" charset="-122"/>
              </a:rPr>
              <a:t> </a:t>
            </a:r>
            <a:r>
              <a:rPr altLang="zh-CN" b="1" dirty="0" sz="3000" i="1" kumimoji="1" lang="en-US">
                <a:solidFill>
                  <a:schemeClr val="tx2"/>
                </a:solidFill>
                <a:latin typeface="Times New Roman" panose="02020603050405020304" pitchFamily="18" charset="0"/>
                <a:ea typeface="仿宋_GB2312" pitchFamily="49" charset="-122"/>
              </a:rPr>
              <a:t>j</a:t>
            </a:r>
            <a:r>
              <a:rPr altLang="en-US" b="1" dirty="0" sz="3000" kumimoji="1" lang="zh-CN">
                <a:solidFill>
                  <a:srgbClr val="000099"/>
                </a:solidFill>
                <a:latin typeface="Times New Roman" panose="02020603050405020304" pitchFamily="18" charset="0"/>
                <a:ea typeface="仿宋_GB2312" pitchFamily="49" charset="-122"/>
              </a:rPr>
              <a:t>，数组元素</a:t>
            </a:r>
            <a:r>
              <a:rPr altLang="zh-CN" b="1" dirty="0" sz="3000" kumimoji="1" lang="en-US">
                <a:solidFill>
                  <a:srgbClr val="000099"/>
                </a:solidFill>
                <a:latin typeface="Times New Roman" panose="02020603050405020304" pitchFamily="18" charset="0"/>
                <a:ea typeface="仿宋_GB2312" pitchFamily="49" charset="-122"/>
              </a:rPr>
              <a:t>A[</a:t>
            </a:r>
            <a:r>
              <a:rPr altLang="zh-CN" b="1" dirty="0" sz="3000" i="1" kumimoji="1" lang="en-US" err="1">
                <a:solidFill>
                  <a:srgbClr val="000099"/>
                </a:solidFill>
                <a:latin typeface="Times New Roman" panose="02020603050405020304" pitchFamily="18" charset="0"/>
                <a:ea typeface="仿宋_GB2312" pitchFamily="49" charset="-122"/>
              </a:rPr>
              <a:t>i</a:t>
            </a:r>
            <a:r>
              <a:rPr altLang="zh-CN" b="1" dirty="0" sz="3000" kumimoji="1" lang="en-US">
                <a:solidFill>
                  <a:srgbClr val="000099"/>
                </a:solidFill>
                <a:latin typeface="Times New Roman" panose="02020603050405020304" pitchFamily="18" charset="0"/>
                <a:ea typeface="仿宋_GB2312" pitchFamily="49" charset="-122"/>
              </a:rPr>
              <a:t>][</a:t>
            </a:r>
            <a:r>
              <a:rPr altLang="zh-CN" b="1" dirty="0" sz="3000" i="1" kumimoji="1" lang="en-US">
                <a:solidFill>
                  <a:srgbClr val="000099"/>
                </a:solidFill>
                <a:latin typeface="Times New Roman" panose="02020603050405020304" pitchFamily="18" charset="0"/>
                <a:ea typeface="仿宋_GB2312" pitchFamily="49" charset="-122"/>
              </a:rPr>
              <a:t>j</a:t>
            </a:r>
            <a:r>
              <a:rPr altLang="zh-CN" b="1" dirty="0" sz="3000" kumimoji="1" lang="en-US">
                <a:solidFill>
                  <a:srgbClr val="000099"/>
                </a:solidFill>
                <a:latin typeface="Times New Roman" panose="02020603050405020304" pitchFamily="18" charset="0"/>
                <a:ea typeface="仿宋_GB2312" pitchFamily="49" charset="-122"/>
              </a:rPr>
              <a:t>]</a:t>
            </a:r>
            <a:r>
              <a:rPr altLang="en-US" b="1" dirty="0" sz="3000" kumimoji="1" lang="zh-CN">
                <a:solidFill>
                  <a:srgbClr val="000099"/>
                </a:solidFill>
                <a:latin typeface="Times New Roman" panose="02020603050405020304" pitchFamily="18" charset="0"/>
                <a:ea typeface="仿宋_GB2312" pitchFamily="49" charset="-122"/>
              </a:rPr>
              <a:t>在数组</a:t>
            </a:r>
            <a:r>
              <a:rPr altLang="zh-CN" b="1" dirty="0" sz="3000" kumimoji="1" lang="en-US">
                <a:solidFill>
                  <a:srgbClr val="000099"/>
                </a:solidFill>
                <a:latin typeface="Times New Roman" panose="02020603050405020304" pitchFamily="18" charset="0"/>
                <a:ea typeface="仿宋_GB2312" pitchFamily="49" charset="-122"/>
              </a:rPr>
              <a:t>B</a:t>
            </a:r>
            <a:r>
              <a:rPr altLang="en-US" b="1" dirty="0" sz="3000" kumimoji="1" lang="zh-CN">
                <a:solidFill>
                  <a:srgbClr val="000099"/>
                </a:solidFill>
                <a:latin typeface="Times New Roman" panose="02020603050405020304" pitchFamily="18" charset="0"/>
                <a:ea typeface="仿宋_GB2312" pitchFamily="49" charset="-122"/>
              </a:rPr>
              <a:t>中的存放位置为	</a:t>
            </a:r>
            <a:r>
              <a:rPr altLang="zh-CN" b="1" dirty="0" sz="3000" i="1" kumimoji="1" lang="en-US">
                <a:solidFill>
                  <a:schemeClr val="tx2"/>
                </a:solidFill>
                <a:latin typeface="Times New Roman" panose="02020603050405020304" pitchFamily="18" charset="0"/>
                <a:ea typeface="仿宋_GB2312" pitchFamily="49" charset="-122"/>
              </a:rPr>
              <a:t>n</a:t>
            </a:r>
            <a:r>
              <a:rPr altLang="zh-CN" b="1" dirty="0" sz="3000" kumimoji="1" lang="en-US">
                <a:solidFill>
                  <a:schemeClr val="tx2"/>
                </a:solidFill>
                <a:latin typeface="Times New Roman" panose="02020603050405020304" pitchFamily="18" charset="0"/>
                <a:ea typeface="仿宋_GB2312" pitchFamily="49" charset="-122"/>
              </a:rPr>
              <a:t> + (</a:t>
            </a:r>
            <a:r>
              <a:rPr altLang="zh-CN" b="1" dirty="0" sz="3000" i="1" kumimoji="1" lang="en-US">
                <a:solidFill>
                  <a:schemeClr val="tx2"/>
                </a:solidFill>
                <a:latin typeface="Times New Roman" panose="02020603050405020304" pitchFamily="18" charset="0"/>
                <a:ea typeface="仿宋_GB2312" pitchFamily="49" charset="-122"/>
              </a:rPr>
              <a:t>n</a:t>
            </a:r>
            <a:r>
              <a:rPr altLang="zh-CN" b="1" dirty="0" sz="3000" kumimoji="1" lang="en-US">
                <a:solidFill>
                  <a:schemeClr val="tx2"/>
                </a:solidFill>
                <a:latin typeface="楷体_GB2312" pitchFamily="49" charset="-122"/>
                <a:ea typeface="楷体_GB2312" pitchFamily="49" charset="-122"/>
              </a:rPr>
              <a:t>-</a:t>
            </a:r>
            <a:r>
              <a:rPr altLang="zh-CN" b="1" dirty="0" sz="3000" kumimoji="1" lang="en-US">
                <a:solidFill>
                  <a:schemeClr val="tx2"/>
                </a:solidFill>
                <a:latin typeface="Times New Roman" panose="02020603050405020304" pitchFamily="18" charset="0"/>
                <a:ea typeface="仿宋_GB2312" pitchFamily="49" charset="-122"/>
              </a:rPr>
              <a:t>1) + (</a:t>
            </a:r>
            <a:r>
              <a:rPr altLang="zh-CN" b="1" dirty="0" sz="3000" i="1" kumimoji="1" lang="en-US">
                <a:solidFill>
                  <a:schemeClr val="tx2"/>
                </a:solidFill>
                <a:latin typeface="Times New Roman" panose="02020603050405020304" pitchFamily="18" charset="0"/>
                <a:ea typeface="仿宋_GB2312" pitchFamily="49" charset="-122"/>
              </a:rPr>
              <a:t>n</a:t>
            </a:r>
            <a:r>
              <a:rPr altLang="zh-CN" b="1" dirty="0" sz="3000" kumimoji="1" lang="en-US">
                <a:solidFill>
                  <a:schemeClr val="tx2"/>
                </a:solidFill>
                <a:latin typeface="楷体_GB2312" pitchFamily="49" charset="-122"/>
                <a:ea typeface="楷体_GB2312" pitchFamily="49" charset="-122"/>
              </a:rPr>
              <a:t>-</a:t>
            </a:r>
            <a:r>
              <a:rPr altLang="zh-CN" b="1" dirty="0" sz="3000" kumimoji="1" lang="en-US">
                <a:solidFill>
                  <a:schemeClr val="tx2"/>
                </a:solidFill>
                <a:latin typeface="Times New Roman" panose="02020603050405020304" pitchFamily="18" charset="0"/>
                <a:ea typeface="仿宋_GB2312" pitchFamily="49" charset="-122"/>
              </a:rPr>
              <a:t>2) + </a:t>
            </a:r>
            <a:r>
              <a:rPr altLang="zh-CN" b="1" dirty="0" sz="3000" kumimoji="1" lang="en-US">
                <a:solidFill>
                  <a:schemeClr val="tx2"/>
                </a:solidFill>
                <a:latin typeface="Times New Roman" panose="02020603050405020304" pitchFamily="18" charset="0"/>
                <a:ea typeface="仿宋_GB2312" pitchFamily="49" charset="-122"/>
                <a:sym typeface="Wingdings" panose="05000000000000000000" pitchFamily="2" charset="2"/>
              </a:rPr>
              <a:t></a:t>
            </a:r>
            <a:r>
              <a:rPr altLang="zh-CN" b="1" dirty="0" sz="3000" kumimoji="1" lang="en-US">
                <a:solidFill>
                  <a:schemeClr val="tx2"/>
                </a:solidFill>
                <a:latin typeface="Times New Roman" panose="02020603050405020304" pitchFamily="18" charset="0"/>
                <a:ea typeface="仿宋_GB2312" pitchFamily="49" charset="-122"/>
              </a:rPr>
              <a:t> + (</a:t>
            </a:r>
            <a:r>
              <a:rPr altLang="zh-CN" b="1" dirty="0" sz="3000" i="1" kumimoji="1" lang="en-US">
                <a:solidFill>
                  <a:schemeClr val="tx2"/>
                </a:solidFill>
                <a:latin typeface="Times New Roman" panose="02020603050405020304" pitchFamily="18" charset="0"/>
                <a:ea typeface="仿宋_GB2312" pitchFamily="49" charset="-122"/>
              </a:rPr>
              <a:t>n</a:t>
            </a:r>
            <a:r>
              <a:rPr altLang="zh-CN" b="1" dirty="0" sz="3000" kumimoji="1" lang="en-US">
                <a:solidFill>
                  <a:schemeClr val="tx2"/>
                </a:solidFill>
                <a:latin typeface="楷体_GB2312" pitchFamily="49" charset="-122"/>
                <a:ea typeface="楷体_GB2312" pitchFamily="49" charset="-122"/>
              </a:rPr>
              <a:t>-</a:t>
            </a:r>
            <a:r>
              <a:rPr altLang="zh-CN" b="1" dirty="0" sz="3000" i="1" kumimoji="1" lang="en-US">
                <a:solidFill>
                  <a:schemeClr val="tx2"/>
                </a:solidFill>
                <a:latin typeface="Times New Roman" panose="02020603050405020304" pitchFamily="18" charset="0"/>
                <a:ea typeface="仿宋_GB2312" pitchFamily="49" charset="-122"/>
              </a:rPr>
              <a:t>i</a:t>
            </a:r>
            <a:r>
              <a:rPr altLang="zh-CN" b="1" dirty="0" sz="3000" kumimoji="1" lang="en-US">
                <a:solidFill>
                  <a:schemeClr val="tx2"/>
                </a:solidFill>
                <a:latin typeface="Times New Roman" panose="02020603050405020304" pitchFamily="18" charset="0"/>
                <a:ea typeface="仿宋_GB2312" pitchFamily="49" charset="-122"/>
              </a:rPr>
              <a:t>+1) + </a:t>
            </a:r>
            <a:r>
              <a:rPr altLang="zh-CN" b="1" dirty="0" sz="3000" i="1" kumimoji="1" lang="en-US">
                <a:solidFill>
                  <a:schemeClr val="tx2"/>
                </a:solidFill>
                <a:latin typeface="Times New Roman" panose="02020603050405020304" pitchFamily="18" charset="0"/>
                <a:ea typeface="仿宋_GB2312" pitchFamily="49" charset="-122"/>
              </a:rPr>
              <a:t>j</a:t>
            </a:r>
            <a:r>
              <a:rPr altLang="zh-CN" b="1" dirty="0" sz="3000" kumimoji="1" lang="en-US">
                <a:solidFill>
                  <a:schemeClr val="tx2"/>
                </a:solidFill>
                <a:latin typeface="楷体_GB2312" pitchFamily="49" charset="-122"/>
                <a:ea typeface="楷体_GB2312" pitchFamily="49" charset="-122"/>
              </a:rPr>
              <a:t>-</a:t>
            </a:r>
            <a:r>
              <a:rPr altLang="zh-CN" b="1" dirty="0" sz="3000" i="1" kumimoji="1" lang="en-US" err="1">
                <a:solidFill>
                  <a:schemeClr val="tx2"/>
                </a:solidFill>
                <a:latin typeface="Times New Roman" panose="02020603050405020304" pitchFamily="18" charset="0"/>
                <a:ea typeface="仿宋_GB2312" pitchFamily="49" charset="-122"/>
              </a:rPr>
              <a:t>i</a:t>
            </a:r>
            <a:endParaRPr altLang="zh-CN" b="1" dirty="0" sz="3000" kumimoji="1" lang="en-US">
              <a:solidFill>
                <a:schemeClr val="tx2"/>
              </a:solidFill>
              <a:latin typeface="Times New Roman" panose="02020603050405020304" pitchFamily="18" charset="0"/>
              <a:ea typeface="仿宋_GB2312" pitchFamily="49" charset="-122"/>
            </a:endParaRPr>
          </a:p>
        </p:txBody>
      </p:sp>
      <p:sp>
        <p:nvSpPr>
          <p:cNvPr id="1048869" name="AutoShape 22"/>
          <p:cNvSpPr/>
          <p:nvPr/>
        </p:nvSpPr>
        <p:spPr bwMode="auto">
          <a:xfrm rot="16200000">
            <a:off x="3479469" y="3102134"/>
            <a:ext cx="366713" cy="5064125"/>
          </a:xfrm>
          <a:prstGeom prst="leftBrace">
            <a:avLst>
              <a:gd name="adj1" fmla="val 552636"/>
              <a:gd name="adj2" fmla="val 13079"/>
            </a:avLst>
          </a:prstGeom>
          <a:noFill/>
          <a:ln w="28575">
            <a:solidFill>
              <a:srgbClr val="00B050"/>
            </a:solidFill>
            <a:round/>
            <a:headEnd/>
            <a:tailEnd/>
          </a:ln>
          <a:effectLst/>
        </p:spPr>
        <p:txBody>
          <a:bodyPr anchor="ctr" vert="eaVert"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altLang="zh-CN" sz="2400" kumimoji="1" lang="zh-CN">
              <a:solidFill>
                <a:srgbClr val="000099"/>
              </a:solidFill>
              <a:latin typeface="Times New Roman" panose="02020603050405020304" pitchFamily="18" charset="0"/>
            </a:endParaRPr>
          </a:p>
        </p:txBody>
      </p:sp>
      <p:sp>
        <p:nvSpPr>
          <p:cNvPr id="1048870" name="Text Box 23"/>
          <p:cNvSpPr txBox="1">
            <a:spLocks noChangeArrowheads="1"/>
          </p:cNvSpPr>
          <p:nvPr/>
        </p:nvSpPr>
        <p:spPr bwMode="auto">
          <a:xfrm>
            <a:off x="646574" y="5817551"/>
            <a:ext cx="7810500" cy="58420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en-US" kumimoji="1" lang="zh-CN">
                <a:solidFill>
                  <a:srgbClr val="00B050"/>
                </a:solidFill>
                <a:latin typeface="Times New Roman" panose="02020603050405020304" pitchFamily="18" charset="0"/>
                <a:ea typeface="隶书" panose="02010509060101010101" pitchFamily="49" charset="-122"/>
              </a:rPr>
              <a:t>前</a:t>
            </a:r>
            <a:r>
              <a:rPr altLang="zh-CN" b="1" i="1" kumimoji="1" lang="en-US">
                <a:solidFill>
                  <a:srgbClr val="00B050"/>
                </a:solidFill>
                <a:latin typeface="Times New Roman" panose="02020603050405020304" pitchFamily="18" charset="0"/>
                <a:ea typeface="隶书" panose="02010509060101010101" pitchFamily="49" charset="-122"/>
              </a:rPr>
              <a:t>i</a:t>
            </a:r>
            <a:r>
              <a:rPr altLang="en-US" kumimoji="1" lang="zh-CN">
                <a:solidFill>
                  <a:srgbClr val="00B050"/>
                </a:solidFill>
                <a:latin typeface="Times New Roman" panose="02020603050405020304" pitchFamily="18" charset="0"/>
                <a:ea typeface="隶书" panose="02010509060101010101" pitchFamily="49" charset="-122"/>
              </a:rPr>
              <a:t>行元素总数   </a:t>
            </a:r>
            <a:r>
              <a:rPr altLang="en-US" kumimoji="1" lang="zh-CN">
                <a:solidFill>
                  <a:srgbClr val="0000FF"/>
                </a:solidFill>
                <a:latin typeface="Times New Roman" panose="02020603050405020304" pitchFamily="18" charset="0"/>
                <a:ea typeface="隶书" panose="02010509060101010101" pitchFamily="49" charset="-122"/>
              </a:rPr>
              <a:t>第</a:t>
            </a:r>
            <a:r>
              <a:rPr altLang="zh-CN" b="1" i="1" kumimoji="1" lang="en-US">
                <a:solidFill>
                  <a:srgbClr val="0000FF"/>
                </a:solidFill>
                <a:latin typeface="Times New Roman" panose="02020603050405020304" pitchFamily="18" charset="0"/>
                <a:ea typeface="隶书" panose="02010509060101010101" pitchFamily="49" charset="-122"/>
              </a:rPr>
              <a:t>i</a:t>
            </a:r>
            <a:r>
              <a:rPr altLang="en-US" kumimoji="1" lang="zh-CN">
                <a:solidFill>
                  <a:srgbClr val="0000FF"/>
                </a:solidFill>
                <a:latin typeface="Times New Roman" panose="02020603050405020304" pitchFamily="18" charset="0"/>
                <a:ea typeface="隶书" panose="02010509060101010101" pitchFamily="49" charset="-122"/>
              </a:rPr>
              <a:t>行第</a:t>
            </a:r>
            <a:r>
              <a:rPr altLang="zh-CN" b="1" i="1" kumimoji="1" lang="en-US">
                <a:solidFill>
                  <a:srgbClr val="0000FF"/>
                </a:solidFill>
                <a:latin typeface="Times New Roman" panose="02020603050405020304" pitchFamily="18" charset="0"/>
                <a:ea typeface="隶书" panose="02010509060101010101" pitchFamily="49" charset="-122"/>
              </a:rPr>
              <a:t>j</a:t>
            </a:r>
            <a:r>
              <a:rPr altLang="en-US" kumimoji="1" lang="zh-CN">
                <a:solidFill>
                  <a:srgbClr val="0000FF"/>
                </a:solidFill>
                <a:latin typeface="Times New Roman" panose="02020603050405020304" pitchFamily="18" charset="0"/>
                <a:ea typeface="隶书" panose="02010509060101010101" pitchFamily="49" charset="-122"/>
              </a:rPr>
              <a:t>个元素前元素个数</a:t>
            </a:r>
            <a:endParaRPr altLang="en-US" sz="2400" kumimoji="1" lang="zh-CN">
              <a:solidFill>
                <a:srgbClr val="0000FF"/>
              </a:solidFill>
              <a:latin typeface="Times New Roman" panose="02020603050405020304" pitchFamily="18" charset="0"/>
            </a:endParaRPr>
          </a:p>
        </p:txBody>
      </p:sp>
      <p:sp>
        <p:nvSpPr>
          <p:cNvPr id="1048871" name="AutoShape 24"/>
          <p:cNvSpPr/>
          <p:nvPr/>
        </p:nvSpPr>
        <p:spPr bwMode="auto">
          <a:xfrm rot="16200000">
            <a:off x="6564774" y="5388926"/>
            <a:ext cx="355600" cy="501650"/>
          </a:xfrm>
          <a:prstGeom prst="leftBrace">
            <a:avLst>
              <a:gd name="adj1" fmla="val 54737"/>
              <a:gd name="adj2" fmla="val 50000"/>
            </a:avLst>
          </a:prstGeom>
          <a:noFill/>
          <a:ln w="28575">
            <a:solidFill>
              <a:srgbClr val="0000FF"/>
            </a:solidFill>
            <a:round/>
            <a:headEnd/>
            <a:tailEnd/>
          </a:ln>
          <a:effectLst/>
        </p:spPr>
        <p:txBody>
          <a:bodyPr anchor="ctr" vert="eaVert"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altLang="zh-CN" sz="2400" kumimoji="1" lang="zh-CN">
              <a:solidFill>
                <a:srgbClr val="000099"/>
              </a:solidFill>
              <a:latin typeface="Times New Roman" panose="02020603050405020304" pitchFamily="18" charset="0"/>
            </a:endParaRPr>
          </a:p>
        </p:txBody>
      </p:sp>
      <p:sp>
        <p:nvSpPr>
          <p:cNvPr id="1048872" name="AutoShape 25"/>
          <p:cNvSpPr>
            <a:spLocks noChangeArrowheads="1"/>
          </p:cNvSpPr>
          <p:nvPr/>
        </p:nvSpPr>
        <p:spPr bwMode="auto">
          <a:xfrm>
            <a:off x="6172029" y="4099562"/>
            <a:ext cx="219075" cy="381000"/>
          </a:xfrm>
          <a:prstGeom prst="triangle">
            <a:avLst>
              <a:gd name="adj" fmla="val 50000"/>
            </a:avLst>
          </a:prstGeom>
          <a:solidFill>
            <a:srgbClr val="FF0000"/>
          </a:solidFill>
          <a:ln w="9525">
            <a:solidFill>
              <a:srgbClr val="FF3300"/>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73" name="Text Box 26"/>
          <p:cNvSpPr txBox="1">
            <a:spLocks noChangeArrowheads="1"/>
          </p:cNvSpPr>
          <p:nvPr/>
        </p:nvSpPr>
        <p:spPr bwMode="auto">
          <a:xfrm>
            <a:off x="1209675" y="2284415"/>
            <a:ext cx="1047750" cy="579437"/>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i="1" kumimoji="1" lang="en-US">
                <a:latin typeface="Times New Roman" panose="02020603050405020304" pitchFamily="18" charset="0"/>
              </a:rPr>
              <a:t>n</a:t>
            </a:r>
            <a:r>
              <a:rPr altLang="zh-CN" b="1" kumimoji="1" lang="en-US">
                <a:latin typeface="Times New Roman" panose="02020603050405020304" pitchFamily="18" charset="0"/>
              </a:rPr>
              <a:t> = 4</a:t>
            </a:r>
            <a:endParaRPr altLang="zh-CN" kumimoji="1" lang="en-US">
              <a:latin typeface="Times New Roman" panose="02020603050405020304" pitchFamily="18" charset="0"/>
            </a:endParaRPr>
          </a:p>
        </p:txBody>
      </p:sp>
      <p:sp>
        <p:nvSpPr>
          <p:cNvPr id="1048874" name="矩形 26"/>
          <p:cNvSpPr/>
          <p:nvPr/>
        </p:nvSpPr>
        <p:spPr>
          <a:xfrm>
            <a:off x="5226200" y="1872387"/>
            <a:ext cx="874714" cy="593723"/>
          </a:xfrm>
          <a:prstGeom prst="rect"/>
          <a:noFill/>
          <a:ln w="31750"/>
        </p:spPr>
        <p:style>
          <a:lnRef idx="2">
            <a:schemeClr val="accent2"/>
          </a:lnRef>
          <a:fillRef idx="1">
            <a:schemeClr val="lt1"/>
          </a:fillRef>
          <a:effectRef idx="0">
            <a:schemeClr val="accent2"/>
          </a:effectRef>
          <a:fontRef idx="minor">
            <a:schemeClr val="dk1"/>
          </a:fontRef>
        </p:style>
        <p:txBody>
          <a:bodyPr anchor="ctr" rtlCol="0"/>
          <a:p>
            <a:pPr algn="ctr"/>
            <a:endParaRPr altLang="en-US" lang="zh-C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207" name=""/>
        <p:cNvGrpSpPr/>
        <p:nvPr/>
      </p:nvGrpSpPr>
      <p:grpSpPr>
        <a:xfrm>
          <a:off x="0" y="0"/>
          <a:ext cx="0" cy="0"/>
          <a:chOff x="0" y="0"/>
          <a:chExt cx="0" cy="0"/>
        </a:xfrm>
      </p:grpSpPr>
      <p:sp>
        <p:nvSpPr>
          <p:cNvPr id="1048875" name="Rectangle 2"/>
          <p:cNvSpPr>
            <a:spLocks noGrp="1" noChangeArrowheads="1"/>
          </p:cNvSpPr>
          <p:nvPr>
            <p:ph idx="1"/>
          </p:nvPr>
        </p:nvSpPr>
        <p:spPr>
          <a:xfrm>
            <a:off x="341313" y="1752600"/>
            <a:ext cx="8153400" cy="4114800"/>
          </a:xfrm>
        </p:spPr>
        <p:txBody>
          <a:bodyPr/>
          <a:p>
            <a:pPr eaLnBrk="1" hangingPunct="1">
              <a:buClr>
                <a:srgbClr val="000099"/>
              </a:buClr>
              <a:buFontTx/>
              <a:buNone/>
            </a:pPr>
            <a:r>
              <a:rPr altLang="zh-CN" b="1" lang="en-US">
                <a:solidFill>
                  <a:srgbClr val="000099"/>
                </a:solidFill>
                <a:ea typeface="仿宋_GB2312" pitchFamily="49" charset="-122"/>
              </a:rPr>
              <a:t>        </a:t>
            </a:r>
          </a:p>
        </p:txBody>
      </p:sp>
      <p:sp>
        <p:nvSpPr>
          <p:cNvPr id="1048876" name="Rectangle 3"/>
          <p:cNvSpPr>
            <a:spLocks noChangeArrowheads="1"/>
          </p:cNvSpPr>
          <p:nvPr/>
        </p:nvSpPr>
        <p:spPr bwMode="auto">
          <a:xfrm>
            <a:off x="647700" y="727075"/>
            <a:ext cx="7848600" cy="4732338"/>
          </a:xfrm>
          <a:prstGeom prst="rect"/>
          <a:noFill/>
          <a:ln>
            <a:noFill/>
          </a:ln>
          <a:effectLst/>
        </p:spPr>
        <p:txBody>
          <a:bodyPr>
            <a:spAutoFit/>
          </a:bodyPr>
          <a:lstStyle>
            <a:lvl1pPr indent="-342900" marL="342900">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15000"/>
              </a:spcBef>
              <a:buClr>
                <a:srgbClr val="990099"/>
              </a:buClr>
              <a:buSzPct val="50000"/>
              <a:buFont typeface="Wingdings" panose="05000000000000000000" pitchFamily="2" charset="2"/>
              <a:buChar char="n"/>
            </a:pPr>
            <a:r>
              <a:rPr altLang="en-US" b="1" sz="3000" kumimoji="1" lang="zh-CN">
                <a:solidFill>
                  <a:srgbClr val="000099"/>
                </a:solidFill>
                <a:latin typeface="Times New Roman" panose="02020603050405020304" pitchFamily="18" charset="0"/>
                <a:ea typeface="仿宋_GB2312" pitchFamily="49" charset="-122"/>
              </a:rPr>
              <a:t>若 </a:t>
            </a:r>
            <a:r>
              <a:rPr altLang="zh-CN" b="1" sz="3000" i="1" kumimoji="1" lang="en-US">
                <a:solidFill>
                  <a:schemeClr val="tx2"/>
                </a:solidFill>
                <a:latin typeface="Times New Roman" panose="02020603050405020304" pitchFamily="18" charset="0"/>
                <a:ea typeface="仿宋_GB2312" pitchFamily="49" charset="-122"/>
              </a:rPr>
              <a:t>i</a:t>
            </a:r>
            <a:r>
              <a:rPr altLang="zh-CN" b="1" sz="3000" kumimoji="1" lang="en-US">
                <a:solidFill>
                  <a:schemeClr val="tx2"/>
                </a:solidFill>
                <a:latin typeface="Times New Roman" panose="02020603050405020304" pitchFamily="18" charset="0"/>
                <a:ea typeface="仿宋_GB2312" pitchFamily="49" charset="-122"/>
              </a:rPr>
              <a:t> </a:t>
            </a:r>
            <a:r>
              <a:rPr altLang="zh-CN" b="1" sz="3000" kumimoji="1" lang="en-US">
                <a:solidFill>
                  <a:schemeClr val="tx2"/>
                </a:solidFill>
                <a:latin typeface="Times New Roman" panose="02020603050405020304" pitchFamily="18" charset="0"/>
                <a:ea typeface="仿宋_GB2312" pitchFamily="49" charset="-122"/>
                <a:sym typeface="Symbol" panose="05050102010706020507" pitchFamily="18" charset="2"/>
              </a:rPr>
              <a:t></a:t>
            </a:r>
            <a:r>
              <a:rPr altLang="zh-CN" b="1" sz="3000" kumimoji="1" lang="en-US">
                <a:solidFill>
                  <a:schemeClr val="tx2"/>
                </a:solidFill>
                <a:latin typeface="Times New Roman" panose="02020603050405020304" pitchFamily="18" charset="0"/>
                <a:ea typeface="仿宋_GB2312" pitchFamily="49" charset="-122"/>
              </a:rPr>
              <a:t> </a:t>
            </a:r>
            <a:r>
              <a:rPr altLang="zh-CN" b="1" sz="3000" i="1" kumimoji="1" lang="en-US">
                <a:solidFill>
                  <a:schemeClr val="tx2"/>
                </a:solidFill>
                <a:latin typeface="Times New Roman" panose="02020603050405020304" pitchFamily="18" charset="0"/>
                <a:ea typeface="仿宋_GB2312" pitchFamily="49" charset="-122"/>
              </a:rPr>
              <a:t>j</a:t>
            </a:r>
            <a:r>
              <a:rPr altLang="en-US" b="1" sz="3000" kumimoji="1" lang="zh-CN">
                <a:solidFill>
                  <a:srgbClr val="000099"/>
                </a:solidFill>
                <a:latin typeface="Times New Roman" panose="02020603050405020304" pitchFamily="18" charset="0"/>
                <a:ea typeface="仿宋_GB2312" pitchFamily="49" charset="-122"/>
              </a:rPr>
              <a:t>，数组元素</a:t>
            </a:r>
            <a:r>
              <a:rPr altLang="zh-CN" b="1" sz="3000" kumimoji="1" lang="en-US">
                <a:solidFill>
                  <a:srgbClr val="000099"/>
                </a:solidFill>
                <a:latin typeface="Times New Roman" panose="02020603050405020304" pitchFamily="18" charset="0"/>
                <a:ea typeface="仿宋_GB2312" pitchFamily="49" charset="-122"/>
              </a:rPr>
              <a:t>A[</a:t>
            </a:r>
            <a:r>
              <a:rPr altLang="zh-CN" b="1" sz="3000" i="1" kumimoji="1" lang="en-US">
                <a:solidFill>
                  <a:srgbClr val="000099"/>
                </a:solidFill>
                <a:latin typeface="Times New Roman" panose="02020603050405020304" pitchFamily="18" charset="0"/>
                <a:ea typeface="仿宋_GB2312" pitchFamily="49" charset="-122"/>
              </a:rPr>
              <a:t>i</a:t>
            </a:r>
            <a:r>
              <a:rPr altLang="zh-CN" b="1" sz="3000" kumimoji="1" lang="en-US">
                <a:solidFill>
                  <a:srgbClr val="000099"/>
                </a:solidFill>
                <a:latin typeface="Times New Roman" panose="02020603050405020304" pitchFamily="18" charset="0"/>
                <a:ea typeface="仿宋_GB2312" pitchFamily="49" charset="-122"/>
              </a:rPr>
              <a:t>][</a:t>
            </a:r>
            <a:r>
              <a:rPr altLang="zh-CN" b="1" sz="3000" i="1" kumimoji="1" lang="en-US">
                <a:solidFill>
                  <a:srgbClr val="000099"/>
                </a:solidFill>
                <a:latin typeface="Times New Roman" panose="02020603050405020304" pitchFamily="18" charset="0"/>
                <a:ea typeface="仿宋_GB2312" pitchFamily="49" charset="-122"/>
              </a:rPr>
              <a:t>j</a:t>
            </a:r>
            <a:r>
              <a:rPr altLang="zh-CN" b="1" sz="3000" kumimoji="1" lang="en-US">
                <a:solidFill>
                  <a:srgbClr val="000099"/>
                </a:solidFill>
                <a:latin typeface="Times New Roman" panose="02020603050405020304" pitchFamily="18" charset="0"/>
                <a:ea typeface="仿宋_GB2312" pitchFamily="49" charset="-122"/>
              </a:rPr>
              <a:t>]</a:t>
            </a:r>
            <a:r>
              <a:rPr altLang="en-US" b="1" sz="3000" kumimoji="1" lang="zh-CN">
                <a:solidFill>
                  <a:srgbClr val="000099"/>
                </a:solidFill>
                <a:latin typeface="Times New Roman" panose="02020603050405020304" pitchFamily="18" charset="0"/>
                <a:ea typeface="仿宋_GB2312" pitchFamily="49" charset="-122"/>
              </a:rPr>
              <a:t>在数组</a:t>
            </a:r>
            <a:r>
              <a:rPr altLang="zh-CN" b="1" sz="3000" kumimoji="1" lang="en-US">
                <a:solidFill>
                  <a:srgbClr val="000099"/>
                </a:solidFill>
                <a:latin typeface="Times New Roman" panose="02020603050405020304" pitchFamily="18" charset="0"/>
                <a:ea typeface="仿宋_GB2312" pitchFamily="49" charset="-122"/>
              </a:rPr>
              <a:t>B</a:t>
            </a:r>
            <a:r>
              <a:rPr altLang="en-US" b="1" sz="3000" kumimoji="1" lang="zh-CN">
                <a:solidFill>
                  <a:srgbClr val="000099"/>
                </a:solidFill>
                <a:latin typeface="Times New Roman" panose="02020603050405020304" pitchFamily="18" charset="0"/>
                <a:ea typeface="仿宋_GB2312" pitchFamily="49" charset="-122"/>
              </a:rPr>
              <a:t>中的存放位置为</a:t>
            </a:r>
          </a:p>
          <a:p>
            <a:pPr eaLnBrk="1" hangingPunct="1">
              <a:lnSpc>
                <a:spcPct val="105000"/>
              </a:lnSpc>
              <a:spcBef>
                <a:spcPct val="15000"/>
              </a:spcBef>
              <a:buClr>
                <a:srgbClr val="990099"/>
              </a:buClr>
              <a:buSzPct val="50000"/>
              <a:buFont typeface="Wingdings" panose="05000000000000000000" pitchFamily="2" charset="2"/>
              <a:buNone/>
            </a:pPr>
            <a:r>
              <a:rPr altLang="en-US" b="1" sz="3000" kumimoji="1" lang="zh-CN">
                <a:solidFill>
                  <a:srgbClr val="FF6600"/>
                </a:solidFill>
                <a:latin typeface="Times New Roman" panose="02020603050405020304" pitchFamily="18" charset="0"/>
                <a:ea typeface="仿宋_GB2312" pitchFamily="49" charset="-122"/>
              </a:rPr>
              <a:t>       </a:t>
            </a:r>
            <a:r>
              <a:rPr altLang="zh-CN" b="1" sz="3000" i="1" kumimoji="1" lang="en-US">
                <a:solidFill>
                  <a:srgbClr val="FF6600"/>
                </a:solidFill>
                <a:latin typeface="Times New Roman" panose="02020603050405020304" pitchFamily="18" charset="0"/>
                <a:ea typeface="仿宋_GB2312" pitchFamily="49" charset="-122"/>
              </a:rPr>
              <a:t>n</a:t>
            </a:r>
            <a:r>
              <a:rPr altLang="zh-CN" b="1" sz="3000" kumimoji="1" lang="en-US">
                <a:solidFill>
                  <a:srgbClr val="FF6600"/>
                </a:solidFill>
                <a:latin typeface="Times New Roman" panose="02020603050405020304" pitchFamily="18" charset="0"/>
                <a:ea typeface="仿宋_GB2312" pitchFamily="49" charset="-122"/>
              </a:rPr>
              <a:t> + (</a:t>
            </a:r>
            <a:r>
              <a:rPr altLang="zh-CN" b="1" sz="3000" i="1" kumimoji="1" lang="en-US">
                <a:solidFill>
                  <a:srgbClr val="FF6600"/>
                </a:solidFill>
                <a:latin typeface="Times New Roman" panose="02020603050405020304" pitchFamily="18" charset="0"/>
                <a:ea typeface="仿宋_GB2312" pitchFamily="49" charset="-122"/>
              </a:rPr>
              <a:t>n</a:t>
            </a:r>
            <a:r>
              <a:rPr altLang="zh-CN" b="1" sz="3000" kumimoji="1" lang="en-US">
                <a:solidFill>
                  <a:srgbClr val="FF6600"/>
                </a:solidFill>
                <a:latin typeface="楷体_GB2312" pitchFamily="49" charset="-122"/>
                <a:ea typeface="楷体_GB2312" pitchFamily="49" charset="-122"/>
              </a:rPr>
              <a:t>-</a:t>
            </a:r>
            <a:r>
              <a:rPr altLang="zh-CN" b="1" sz="3000" kumimoji="1" lang="en-US">
                <a:solidFill>
                  <a:srgbClr val="FF6600"/>
                </a:solidFill>
                <a:latin typeface="Times New Roman" panose="02020603050405020304" pitchFamily="18" charset="0"/>
                <a:ea typeface="仿宋_GB2312" pitchFamily="49" charset="-122"/>
              </a:rPr>
              <a:t>1) + (</a:t>
            </a:r>
            <a:r>
              <a:rPr altLang="zh-CN" b="1" sz="3000" i="1" kumimoji="1" lang="en-US">
                <a:solidFill>
                  <a:srgbClr val="FF6600"/>
                </a:solidFill>
                <a:latin typeface="Times New Roman" panose="02020603050405020304" pitchFamily="18" charset="0"/>
                <a:ea typeface="仿宋_GB2312" pitchFamily="49" charset="-122"/>
              </a:rPr>
              <a:t>n</a:t>
            </a:r>
            <a:r>
              <a:rPr altLang="zh-CN" b="1" sz="3000" kumimoji="1" lang="en-US">
                <a:solidFill>
                  <a:srgbClr val="FF6600"/>
                </a:solidFill>
                <a:latin typeface="楷体_GB2312" pitchFamily="49" charset="-122"/>
                <a:ea typeface="楷体_GB2312" pitchFamily="49" charset="-122"/>
              </a:rPr>
              <a:t>-</a:t>
            </a:r>
            <a:r>
              <a:rPr altLang="zh-CN" b="1" sz="3000" kumimoji="1" lang="en-US">
                <a:solidFill>
                  <a:srgbClr val="FF6600"/>
                </a:solidFill>
                <a:latin typeface="Times New Roman" panose="02020603050405020304" pitchFamily="18" charset="0"/>
                <a:ea typeface="仿宋_GB2312" pitchFamily="49" charset="-122"/>
              </a:rPr>
              <a:t>2) + </a:t>
            </a:r>
            <a:r>
              <a:rPr altLang="zh-CN" b="1" sz="3000" kumimoji="1" lang="en-US">
                <a:solidFill>
                  <a:srgbClr val="FF6600"/>
                </a:solidFill>
                <a:latin typeface="Times New Roman" panose="02020603050405020304" pitchFamily="18" charset="0"/>
                <a:ea typeface="仿宋_GB2312" pitchFamily="49" charset="-122"/>
                <a:sym typeface="Wingdings" panose="05000000000000000000" pitchFamily="2" charset="2"/>
              </a:rPr>
              <a:t></a:t>
            </a:r>
            <a:r>
              <a:rPr altLang="zh-CN" b="1" sz="3000" kumimoji="1" lang="en-US">
                <a:solidFill>
                  <a:srgbClr val="FF6600"/>
                </a:solidFill>
                <a:latin typeface="Times New Roman" panose="02020603050405020304" pitchFamily="18" charset="0"/>
                <a:ea typeface="仿宋_GB2312" pitchFamily="49" charset="-122"/>
              </a:rPr>
              <a:t> + (</a:t>
            </a:r>
            <a:r>
              <a:rPr altLang="zh-CN" b="1" sz="3000" i="1" kumimoji="1" lang="en-US">
                <a:solidFill>
                  <a:srgbClr val="FF6600"/>
                </a:solidFill>
                <a:latin typeface="Times New Roman" panose="02020603050405020304" pitchFamily="18" charset="0"/>
                <a:ea typeface="仿宋_GB2312" pitchFamily="49" charset="-122"/>
              </a:rPr>
              <a:t>n</a:t>
            </a:r>
            <a:r>
              <a:rPr altLang="zh-CN" b="1" sz="3000" kumimoji="1" lang="en-US">
                <a:solidFill>
                  <a:srgbClr val="FF6600"/>
                </a:solidFill>
                <a:latin typeface="楷体_GB2312" pitchFamily="49" charset="-122"/>
                <a:ea typeface="楷体_GB2312" pitchFamily="49" charset="-122"/>
              </a:rPr>
              <a:t>-</a:t>
            </a:r>
            <a:r>
              <a:rPr altLang="zh-CN" b="1" sz="3000" i="1" kumimoji="1" lang="en-US">
                <a:solidFill>
                  <a:srgbClr val="FF6600"/>
                </a:solidFill>
                <a:latin typeface="Times New Roman" panose="02020603050405020304" pitchFamily="18" charset="0"/>
                <a:ea typeface="仿宋_GB2312" pitchFamily="49" charset="-122"/>
              </a:rPr>
              <a:t>i</a:t>
            </a:r>
            <a:r>
              <a:rPr altLang="zh-CN" b="1" sz="3000" kumimoji="1" lang="en-US">
                <a:solidFill>
                  <a:srgbClr val="FF6600"/>
                </a:solidFill>
                <a:latin typeface="Times New Roman" panose="02020603050405020304" pitchFamily="18" charset="0"/>
                <a:ea typeface="仿宋_GB2312" pitchFamily="49" charset="-122"/>
              </a:rPr>
              <a:t>+1) + </a:t>
            </a:r>
            <a:r>
              <a:rPr altLang="zh-CN" b="1" sz="3000" i="1" kumimoji="1" lang="en-US">
                <a:solidFill>
                  <a:srgbClr val="FF6600"/>
                </a:solidFill>
                <a:latin typeface="Times New Roman" panose="02020603050405020304" pitchFamily="18" charset="0"/>
                <a:ea typeface="仿宋_GB2312" pitchFamily="49" charset="-122"/>
              </a:rPr>
              <a:t>j</a:t>
            </a:r>
            <a:r>
              <a:rPr altLang="zh-CN" b="1" sz="3000" kumimoji="1" lang="en-US">
                <a:solidFill>
                  <a:srgbClr val="FF6600"/>
                </a:solidFill>
                <a:latin typeface="楷体_GB2312" pitchFamily="49" charset="-122"/>
                <a:ea typeface="楷体_GB2312" pitchFamily="49" charset="-122"/>
              </a:rPr>
              <a:t>-</a:t>
            </a:r>
            <a:r>
              <a:rPr altLang="zh-CN" b="1" sz="3000" i="1" kumimoji="1" lang="en-US">
                <a:solidFill>
                  <a:srgbClr val="FF6600"/>
                </a:solidFill>
                <a:latin typeface="Times New Roman" panose="02020603050405020304" pitchFamily="18" charset="0"/>
                <a:ea typeface="仿宋_GB2312" pitchFamily="49" charset="-122"/>
              </a:rPr>
              <a:t>i</a:t>
            </a:r>
            <a:r>
              <a:rPr altLang="zh-CN" b="1" sz="3000" kumimoji="1" lang="en-US">
                <a:solidFill>
                  <a:srgbClr val="FF6600"/>
                </a:solidFill>
                <a:latin typeface="Times New Roman" panose="02020603050405020304" pitchFamily="18" charset="0"/>
                <a:ea typeface="仿宋_GB2312" pitchFamily="49" charset="-122"/>
              </a:rPr>
              <a:t> =</a:t>
            </a:r>
          </a:p>
          <a:p>
            <a:pPr eaLnBrk="1" hangingPunct="1">
              <a:lnSpc>
                <a:spcPct val="105000"/>
              </a:lnSpc>
              <a:spcBef>
                <a:spcPct val="15000"/>
              </a:spcBef>
              <a:buClr>
                <a:srgbClr val="990099"/>
              </a:buClr>
              <a:buSzPct val="50000"/>
              <a:buFont typeface="Wingdings" panose="05000000000000000000" pitchFamily="2" charset="2"/>
              <a:buNone/>
            </a:pPr>
            <a:r>
              <a:rPr altLang="zh-CN" b="1" sz="3000" kumimoji="1" lang="en-US">
                <a:solidFill>
                  <a:srgbClr val="FF6600"/>
                </a:solidFill>
                <a:latin typeface="Times New Roman" panose="02020603050405020304" pitchFamily="18" charset="0"/>
                <a:ea typeface="仿宋_GB2312" pitchFamily="49" charset="-122"/>
              </a:rPr>
              <a:t>       = (2*</a:t>
            </a:r>
            <a:r>
              <a:rPr altLang="zh-CN" b="1" sz="3000" i="1" kumimoji="1" lang="en-US">
                <a:solidFill>
                  <a:srgbClr val="FF6600"/>
                </a:solidFill>
                <a:latin typeface="Times New Roman" panose="02020603050405020304" pitchFamily="18" charset="0"/>
                <a:ea typeface="仿宋_GB2312" pitchFamily="49" charset="-122"/>
              </a:rPr>
              <a:t>n</a:t>
            </a:r>
            <a:r>
              <a:rPr altLang="zh-CN" b="1" sz="3000" kumimoji="1" lang="en-US">
                <a:solidFill>
                  <a:srgbClr val="FF6600"/>
                </a:solidFill>
                <a:latin typeface="楷体_GB2312" pitchFamily="49" charset="-122"/>
                <a:ea typeface="楷体_GB2312" pitchFamily="49" charset="-122"/>
              </a:rPr>
              <a:t>-</a:t>
            </a:r>
            <a:r>
              <a:rPr altLang="zh-CN" b="1" sz="3000" i="1" kumimoji="1" lang="en-US">
                <a:solidFill>
                  <a:srgbClr val="FF6600"/>
                </a:solidFill>
                <a:latin typeface="Times New Roman" panose="02020603050405020304" pitchFamily="18" charset="0"/>
                <a:ea typeface="仿宋_GB2312" pitchFamily="49" charset="-122"/>
              </a:rPr>
              <a:t>i</a:t>
            </a:r>
            <a:r>
              <a:rPr altLang="zh-CN" b="1" sz="3000" kumimoji="1" lang="en-US">
                <a:solidFill>
                  <a:srgbClr val="FF6600"/>
                </a:solidFill>
                <a:latin typeface="Times New Roman" panose="02020603050405020304" pitchFamily="18" charset="0"/>
                <a:ea typeface="仿宋_GB2312" pitchFamily="49" charset="-122"/>
              </a:rPr>
              <a:t>+1) * </a:t>
            </a:r>
            <a:r>
              <a:rPr altLang="zh-CN" b="1" sz="3000" i="1" kumimoji="1" lang="en-US">
                <a:solidFill>
                  <a:srgbClr val="FF6600"/>
                </a:solidFill>
                <a:latin typeface="Times New Roman" panose="02020603050405020304" pitchFamily="18" charset="0"/>
                <a:ea typeface="仿宋_GB2312" pitchFamily="49" charset="-122"/>
              </a:rPr>
              <a:t>i</a:t>
            </a:r>
            <a:r>
              <a:rPr altLang="zh-CN" b="1" sz="3000" kumimoji="1" lang="en-US">
                <a:solidFill>
                  <a:srgbClr val="FF6600"/>
                </a:solidFill>
                <a:latin typeface="Times New Roman" panose="02020603050405020304" pitchFamily="18" charset="0"/>
                <a:ea typeface="仿宋_GB2312" pitchFamily="49" charset="-122"/>
              </a:rPr>
              <a:t> / 2 + </a:t>
            </a:r>
            <a:r>
              <a:rPr altLang="zh-CN" b="1" sz="3000" i="1" kumimoji="1" lang="en-US">
                <a:solidFill>
                  <a:srgbClr val="FF6600"/>
                </a:solidFill>
                <a:latin typeface="Times New Roman" panose="02020603050405020304" pitchFamily="18" charset="0"/>
                <a:ea typeface="仿宋_GB2312" pitchFamily="49" charset="-122"/>
              </a:rPr>
              <a:t>j</a:t>
            </a:r>
            <a:r>
              <a:rPr altLang="zh-CN" b="1" sz="3000" kumimoji="1" lang="en-US">
                <a:solidFill>
                  <a:srgbClr val="FF6600"/>
                </a:solidFill>
                <a:latin typeface="楷体_GB2312" pitchFamily="49" charset="-122"/>
                <a:ea typeface="楷体_GB2312" pitchFamily="49" charset="-122"/>
              </a:rPr>
              <a:t>-</a:t>
            </a:r>
            <a:r>
              <a:rPr altLang="zh-CN" b="1" sz="3000" i="1" kumimoji="1" lang="en-US">
                <a:solidFill>
                  <a:srgbClr val="FF6600"/>
                </a:solidFill>
                <a:latin typeface="Times New Roman" panose="02020603050405020304" pitchFamily="18" charset="0"/>
                <a:ea typeface="仿宋_GB2312" pitchFamily="49" charset="-122"/>
              </a:rPr>
              <a:t>i</a:t>
            </a:r>
            <a:r>
              <a:rPr altLang="zh-CN" b="1" sz="3000" kumimoji="1" lang="en-US">
                <a:solidFill>
                  <a:srgbClr val="FF6600"/>
                </a:solidFill>
                <a:latin typeface="Times New Roman" panose="02020603050405020304" pitchFamily="18" charset="0"/>
                <a:ea typeface="仿宋_GB2312" pitchFamily="49" charset="-122"/>
              </a:rPr>
              <a:t> = </a:t>
            </a:r>
          </a:p>
          <a:p>
            <a:pPr eaLnBrk="1" hangingPunct="1">
              <a:lnSpc>
                <a:spcPct val="105000"/>
              </a:lnSpc>
              <a:spcBef>
                <a:spcPct val="15000"/>
              </a:spcBef>
              <a:buClr>
                <a:srgbClr val="990099"/>
              </a:buClr>
              <a:buSzPct val="50000"/>
              <a:buFont typeface="Wingdings" panose="05000000000000000000" pitchFamily="2" charset="2"/>
              <a:buNone/>
            </a:pPr>
            <a:r>
              <a:rPr altLang="zh-CN" b="1" sz="3000" kumimoji="1" lang="en-US">
                <a:solidFill>
                  <a:srgbClr val="FF6600"/>
                </a:solidFill>
                <a:latin typeface="Times New Roman" panose="02020603050405020304" pitchFamily="18" charset="0"/>
                <a:ea typeface="仿宋_GB2312" pitchFamily="49" charset="-122"/>
              </a:rPr>
              <a:t>       = (2*</a:t>
            </a:r>
            <a:r>
              <a:rPr altLang="zh-CN" b="1" sz="3000" i="1" kumimoji="1" lang="en-US">
                <a:solidFill>
                  <a:srgbClr val="FF6600"/>
                </a:solidFill>
                <a:latin typeface="Times New Roman" panose="02020603050405020304" pitchFamily="18" charset="0"/>
                <a:ea typeface="仿宋_GB2312" pitchFamily="49" charset="-122"/>
              </a:rPr>
              <a:t>n</a:t>
            </a:r>
            <a:r>
              <a:rPr altLang="zh-CN" b="1" sz="3000" kumimoji="1" lang="en-US">
                <a:solidFill>
                  <a:srgbClr val="FF6600"/>
                </a:solidFill>
                <a:latin typeface="楷体_GB2312" pitchFamily="49" charset="-122"/>
                <a:ea typeface="楷体_GB2312" pitchFamily="49" charset="-122"/>
              </a:rPr>
              <a:t>-</a:t>
            </a:r>
            <a:r>
              <a:rPr altLang="zh-CN" b="1" sz="3000" i="1" kumimoji="1" lang="en-US">
                <a:solidFill>
                  <a:srgbClr val="FF6600"/>
                </a:solidFill>
                <a:latin typeface="Times New Roman" panose="02020603050405020304" pitchFamily="18" charset="0"/>
                <a:ea typeface="仿宋_GB2312" pitchFamily="49" charset="-122"/>
              </a:rPr>
              <a:t>i</a:t>
            </a:r>
            <a:r>
              <a:rPr altLang="zh-CN" b="1" sz="3000" kumimoji="1" lang="en-US">
                <a:solidFill>
                  <a:srgbClr val="FF6600"/>
                </a:solidFill>
                <a:latin typeface="楷体_GB2312" pitchFamily="49" charset="-122"/>
                <a:ea typeface="楷体_GB2312" pitchFamily="49" charset="-122"/>
              </a:rPr>
              <a:t>-</a:t>
            </a:r>
            <a:r>
              <a:rPr altLang="zh-CN" b="1" sz="3000" kumimoji="1" lang="en-US">
                <a:solidFill>
                  <a:srgbClr val="FF6600"/>
                </a:solidFill>
                <a:latin typeface="Times New Roman" panose="02020603050405020304" pitchFamily="18" charset="0"/>
                <a:ea typeface="仿宋_GB2312" pitchFamily="49" charset="-122"/>
              </a:rPr>
              <a:t>1) * </a:t>
            </a:r>
            <a:r>
              <a:rPr altLang="zh-CN" b="1" sz="3000" i="1" kumimoji="1" lang="en-US">
                <a:solidFill>
                  <a:srgbClr val="FF6600"/>
                </a:solidFill>
                <a:latin typeface="Times New Roman" panose="02020603050405020304" pitchFamily="18" charset="0"/>
                <a:ea typeface="仿宋_GB2312" pitchFamily="49" charset="-122"/>
              </a:rPr>
              <a:t>i</a:t>
            </a:r>
            <a:r>
              <a:rPr altLang="zh-CN" b="1" sz="3000" kumimoji="1" lang="en-US">
                <a:solidFill>
                  <a:srgbClr val="FF6600"/>
                </a:solidFill>
                <a:latin typeface="Times New Roman" panose="02020603050405020304" pitchFamily="18" charset="0"/>
                <a:ea typeface="仿宋_GB2312" pitchFamily="49" charset="-122"/>
              </a:rPr>
              <a:t> / 2 + </a:t>
            </a:r>
            <a:r>
              <a:rPr altLang="zh-CN" b="1" sz="3000" i="1" kumimoji="1" lang="en-US">
                <a:solidFill>
                  <a:srgbClr val="FF6600"/>
                </a:solidFill>
                <a:latin typeface="Times New Roman" panose="02020603050405020304" pitchFamily="18" charset="0"/>
                <a:ea typeface="仿宋_GB2312" pitchFamily="49" charset="-122"/>
              </a:rPr>
              <a:t>j</a:t>
            </a:r>
          </a:p>
          <a:p>
            <a:pPr eaLnBrk="1" hangingPunct="1">
              <a:lnSpc>
                <a:spcPct val="105000"/>
              </a:lnSpc>
              <a:spcBef>
                <a:spcPct val="15000"/>
              </a:spcBef>
              <a:buClr>
                <a:srgbClr val="990099"/>
              </a:buClr>
              <a:buSzPct val="50000"/>
              <a:buFont typeface="Wingdings" panose="05000000000000000000" pitchFamily="2" charset="2"/>
              <a:buChar char="n"/>
            </a:pPr>
            <a:r>
              <a:rPr altLang="en-US" b="1" sz="3000" kumimoji="1" lang="zh-CN">
                <a:solidFill>
                  <a:srgbClr val="000099"/>
                </a:solidFill>
                <a:latin typeface="Times New Roman" panose="02020603050405020304" pitchFamily="18" charset="0"/>
                <a:ea typeface="仿宋_GB2312" pitchFamily="49" charset="-122"/>
              </a:rPr>
              <a:t>若</a:t>
            </a:r>
            <a:r>
              <a:rPr altLang="zh-CN" b="1" sz="3000" i="1" kumimoji="1" lang="en-US">
                <a:solidFill>
                  <a:schemeClr val="tx2"/>
                </a:solidFill>
                <a:latin typeface="Times New Roman" panose="02020603050405020304" pitchFamily="18" charset="0"/>
                <a:ea typeface="仿宋_GB2312" pitchFamily="49" charset="-122"/>
              </a:rPr>
              <a:t>i</a:t>
            </a:r>
            <a:r>
              <a:rPr altLang="zh-CN" b="1" sz="3000" kumimoji="1" lang="en-US">
                <a:solidFill>
                  <a:schemeClr val="tx2"/>
                </a:solidFill>
                <a:latin typeface="Times New Roman" panose="02020603050405020304" pitchFamily="18" charset="0"/>
                <a:ea typeface="仿宋_GB2312" pitchFamily="49" charset="-122"/>
              </a:rPr>
              <a:t> &gt; </a:t>
            </a:r>
            <a:r>
              <a:rPr altLang="zh-CN" b="1" sz="3000" i="1" kumimoji="1" lang="en-US">
                <a:solidFill>
                  <a:schemeClr val="tx2"/>
                </a:solidFill>
                <a:latin typeface="Times New Roman" panose="02020603050405020304" pitchFamily="18" charset="0"/>
                <a:ea typeface="仿宋_GB2312" pitchFamily="49" charset="-122"/>
              </a:rPr>
              <a:t>j</a:t>
            </a:r>
            <a:r>
              <a:rPr altLang="en-US" b="1" sz="3000" kumimoji="1" lang="zh-CN">
                <a:solidFill>
                  <a:srgbClr val="000099"/>
                </a:solidFill>
                <a:latin typeface="Times New Roman" panose="02020603050405020304" pitchFamily="18" charset="0"/>
                <a:ea typeface="仿宋_GB2312" pitchFamily="49" charset="-122"/>
              </a:rPr>
              <a:t>，数组元素</a:t>
            </a:r>
            <a:r>
              <a:rPr altLang="zh-CN" b="1" sz="3000" kumimoji="1" lang="en-US">
                <a:solidFill>
                  <a:srgbClr val="000099"/>
                </a:solidFill>
                <a:latin typeface="Times New Roman" panose="02020603050405020304" pitchFamily="18" charset="0"/>
                <a:ea typeface="仿宋_GB2312" pitchFamily="49" charset="-122"/>
              </a:rPr>
              <a:t>A[</a:t>
            </a:r>
            <a:r>
              <a:rPr altLang="zh-CN" b="1" sz="3000" i="1" kumimoji="1" lang="en-US">
                <a:solidFill>
                  <a:srgbClr val="000099"/>
                </a:solidFill>
                <a:latin typeface="Times New Roman" panose="02020603050405020304" pitchFamily="18" charset="0"/>
                <a:ea typeface="仿宋_GB2312" pitchFamily="49" charset="-122"/>
              </a:rPr>
              <a:t>i</a:t>
            </a:r>
            <a:r>
              <a:rPr altLang="zh-CN" b="1" sz="3000" kumimoji="1" lang="en-US">
                <a:solidFill>
                  <a:srgbClr val="000099"/>
                </a:solidFill>
                <a:latin typeface="Times New Roman" panose="02020603050405020304" pitchFamily="18" charset="0"/>
                <a:ea typeface="仿宋_GB2312" pitchFamily="49" charset="-122"/>
              </a:rPr>
              <a:t>][</a:t>
            </a:r>
            <a:r>
              <a:rPr altLang="zh-CN" b="1" sz="3000" i="1" kumimoji="1" lang="en-US">
                <a:solidFill>
                  <a:srgbClr val="000099"/>
                </a:solidFill>
                <a:latin typeface="Times New Roman" panose="02020603050405020304" pitchFamily="18" charset="0"/>
                <a:ea typeface="仿宋_GB2312" pitchFamily="49" charset="-122"/>
              </a:rPr>
              <a:t>j</a:t>
            </a:r>
            <a:r>
              <a:rPr altLang="zh-CN" b="1" sz="3000" kumimoji="1" lang="en-US">
                <a:solidFill>
                  <a:srgbClr val="000099"/>
                </a:solidFill>
                <a:latin typeface="Times New Roman" panose="02020603050405020304" pitchFamily="18" charset="0"/>
                <a:ea typeface="仿宋_GB2312" pitchFamily="49" charset="-122"/>
              </a:rPr>
              <a:t>]</a:t>
            </a:r>
            <a:r>
              <a:rPr altLang="en-US" b="1" sz="3000" kumimoji="1" lang="zh-CN">
                <a:solidFill>
                  <a:srgbClr val="000099"/>
                </a:solidFill>
                <a:latin typeface="Times New Roman" panose="02020603050405020304" pitchFamily="18" charset="0"/>
                <a:ea typeface="仿宋_GB2312" pitchFamily="49" charset="-122"/>
              </a:rPr>
              <a:t>在矩阵的下三角部分，在数组 </a:t>
            </a:r>
            <a:r>
              <a:rPr altLang="zh-CN" b="1" sz="3000" kumimoji="1" lang="en-US">
                <a:solidFill>
                  <a:srgbClr val="000099"/>
                </a:solidFill>
                <a:latin typeface="Times New Roman" panose="02020603050405020304" pitchFamily="18" charset="0"/>
                <a:ea typeface="仿宋_GB2312" pitchFamily="49" charset="-122"/>
              </a:rPr>
              <a:t>B </a:t>
            </a:r>
            <a:r>
              <a:rPr altLang="en-US" b="1" sz="3000" kumimoji="1" lang="zh-CN">
                <a:solidFill>
                  <a:srgbClr val="000099"/>
                </a:solidFill>
                <a:latin typeface="Times New Roman" panose="02020603050405020304" pitchFamily="18" charset="0"/>
                <a:ea typeface="仿宋_GB2312" pitchFamily="49" charset="-122"/>
              </a:rPr>
              <a:t>中没有存放。因此，找它的对称元素</a:t>
            </a:r>
            <a:r>
              <a:rPr altLang="zh-CN" b="1" sz="3000" kumimoji="1" lang="en-US">
                <a:solidFill>
                  <a:srgbClr val="000099"/>
                </a:solidFill>
                <a:latin typeface="Times New Roman" panose="02020603050405020304" pitchFamily="18" charset="0"/>
                <a:ea typeface="仿宋_GB2312" pitchFamily="49" charset="-122"/>
              </a:rPr>
              <a:t>A[</a:t>
            </a:r>
            <a:r>
              <a:rPr altLang="zh-CN" b="1" sz="3000" i="1" kumimoji="1" lang="en-US">
                <a:solidFill>
                  <a:srgbClr val="000099"/>
                </a:solidFill>
                <a:latin typeface="Times New Roman" panose="02020603050405020304" pitchFamily="18" charset="0"/>
                <a:ea typeface="仿宋_GB2312" pitchFamily="49" charset="-122"/>
              </a:rPr>
              <a:t>j</a:t>
            </a:r>
            <a:r>
              <a:rPr altLang="zh-CN" b="1" sz="3000" kumimoji="1" lang="en-US">
                <a:solidFill>
                  <a:srgbClr val="000099"/>
                </a:solidFill>
                <a:latin typeface="Times New Roman" panose="02020603050405020304" pitchFamily="18" charset="0"/>
                <a:ea typeface="仿宋_GB2312" pitchFamily="49" charset="-122"/>
              </a:rPr>
              <a:t>][</a:t>
            </a:r>
            <a:r>
              <a:rPr altLang="zh-CN" b="1" sz="3000" i="1" kumimoji="1" lang="en-US">
                <a:solidFill>
                  <a:srgbClr val="000099"/>
                </a:solidFill>
                <a:latin typeface="Times New Roman" panose="02020603050405020304" pitchFamily="18" charset="0"/>
                <a:ea typeface="仿宋_GB2312" pitchFamily="49" charset="-122"/>
              </a:rPr>
              <a:t>i</a:t>
            </a:r>
            <a:r>
              <a:rPr altLang="zh-CN" b="1" sz="3000" kumimoji="1" lang="en-US">
                <a:solidFill>
                  <a:srgbClr val="000099"/>
                </a:solidFill>
                <a:latin typeface="Times New Roman" panose="02020603050405020304" pitchFamily="18" charset="0"/>
                <a:ea typeface="仿宋_GB2312" pitchFamily="49" charset="-122"/>
              </a:rPr>
              <a:t>]</a:t>
            </a:r>
            <a:r>
              <a:rPr altLang="en-US" b="1" sz="3000" kumimoji="1" lang="zh-CN">
                <a:solidFill>
                  <a:srgbClr val="000099"/>
                </a:solidFill>
                <a:latin typeface="Times New Roman" panose="02020603050405020304" pitchFamily="18" charset="0"/>
                <a:ea typeface="仿宋_GB2312" pitchFamily="49" charset="-122"/>
              </a:rPr>
              <a:t>。</a:t>
            </a:r>
            <a:r>
              <a:rPr altLang="zh-CN" b="1" sz="3000" kumimoji="1" lang="en-US">
                <a:solidFill>
                  <a:srgbClr val="000099"/>
                </a:solidFill>
                <a:latin typeface="Times New Roman" panose="02020603050405020304" pitchFamily="18" charset="0"/>
                <a:ea typeface="仿宋_GB2312" pitchFamily="49" charset="-122"/>
              </a:rPr>
              <a:t>A[</a:t>
            </a:r>
            <a:r>
              <a:rPr altLang="zh-CN" b="1" sz="3000" i="1" kumimoji="1" lang="en-US">
                <a:solidFill>
                  <a:srgbClr val="000099"/>
                </a:solidFill>
                <a:latin typeface="Times New Roman" panose="02020603050405020304" pitchFamily="18" charset="0"/>
                <a:ea typeface="仿宋_GB2312" pitchFamily="49" charset="-122"/>
              </a:rPr>
              <a:t>j</a:t>
            </a:r>
            <a:r>
              <a:rPr altLang="zh-CN" b="1" sz="3000" kumimoji="1" lang="en-US">
                <a:solidFill>
                  <a:srgbClr val="000099"/>
                </a:solidFill>
                <a:latin typeface="Times New Roman" panose="02020603050405020304" pitchFamily="18" charset="0"/>
                <a:ea typeface="仿宋_GB2312" pitchFamily="49" charset="-122"/>
              </a:rPr>
              <a:t>][</a:t>
            </a:r>
            <a:r>
              <a:rPr altLang="zh-CN" b="1" sz="3000" i="1" kumimoji="1" lang="en-US">
                <a:solidFill>
                  <a:srgbClr val="000099"/>
                </a:solidFill>
                <a:latin typeface="Times New Roman" panose="02020603050405020304" pitchFamily="18" charset="0"/>
                <a:ea typeface="仿宋_GB2312" pitchFamily="49" charset="-122"/>
              </a:rPr>
              <a:t>i</a:t>
            </a:r>
            <a:r>
              <a:rPr altLang="zh-CN" b="1" sz="3000" kumimoji="1" lang="en-US">
                <a:solidFill>
                  <a:srgbClr val="000099"/>
                </a:solidFill>
                <a:latin typeface="Times New Roman" panose="02020603050405020304" pitchFamily="18" charset="0"/>
                <a:ea typeface="仿宋_GB2312" pitchFamily="49" charset="-122"/>
              </a:rPr>
              <a:t>]</a:t>
            </a:r>
            <a:r>
              <a:rPr altLang="en-US" b="1" sz="3000" kumimoji="1" lang="zh-CN">
                <a:solidFill>
                  <a:srgbClr val="000099"/>
                </a:solidFill>
                <a:latin typeface="Times New Roman" panose="02020603050405020304" pitchFamily="18" charset="0"/>
                <a:ea typeface="仿宋_GB2312" pitchFamily="49" charset="-122"/>
              </a:rPr>
              <a:t>在数组 </a:t>
            </a:r>
            <a:r>
              <a:rPr altLang="zh-CN" b="1" sz="3000" kumimoji="1" lang="en-US">
                <a:solidFill>
                  <a:srgbClr val="000099"/>
                </a:solidFill>
                <a:latin typeface="Times New Roman" panose="02020603050405020304" pitchFamily="18" charset="0"/>
                <a:ea typeface="仿宋_GB2312" pitchFamily="49" charset="-122"/>
              </a:rPr>
              <a:t>B </a:t>
            </a:r>
            <a:r>
              <a:rPr altLang="en-US" b="1" sz="3000" kumimoji="1" lang="zh-CN">
                <a:solidFill>
                  <a:srgbClr val="000099"/>
                </a:solidFill>
                <a:latin typeface="Times New Roman" panose="02020603050405020304" pitchFamily="18" charset="0"/>
                <a:ea typeface="仿宋_GB2312" pitchFamily="49" charset="-122"/>
              </a:rPr>
              <a:t>的</a:t>
            </a:r>
            <a:r>
              <a:rPr altLang="en-US" b="1" sz="3000" kumimoji="1" lang="zh-CN">
                <a:solidFill>
                  <a:srgbClr val="FF6600"/>
                </a:solidFill>
                <a:latin typeface="Times New Roman" panose="02020603050405020304" pitchFamily="18" charset="0"/>
                <a:ea typeface="仿宋_GB2312" pitchFamily="49" charset="-122"/>
              </a:rPr>
              <a:t>第 </a:t>
            </a:r>
            <a:r>
              <a:rPr altLang="zh-CN" b="1" sz="3000" kumimoji="1" lang="en-US">
                <a:solidFill>
                  <a:srgbClr val="FF6600"/>
                </a:solidFill>
                <a:latin typeface="Times New Roman" panose="02020603050405020304" pitchFamily="18" charset="0"/>
                <a:ea typeface="仿宋_GB2312" pitchFamily="49" charset="-122"/>
              </a:rPr>
              <a:t>(2*</a:t>
            </a:r>
            <a:r>
              <a:rPr altLang="zh-CN" b="1" sz="3000" i="1" kumimoji="1" lang="en-US">
                <a:solidFill>
                  <a:srgbClr val="FF6600"/>
                </a:solidFill>
                <a:latin typeface="Times New Roman" panose="02020603050405020304" pitchFamily="18" charset="0"/>
                <a:ea typeface="仿宋_GB2312" pitchFamily="49" charset="-122"/>
              </a:rPr>
              <a:t>n</a:t>
            </a:r>
            <a:r>
              <a:rPr altLang="zh-CN" b="1" sz="3000" kumimoji="1" lang="en-US">
                <a:solidFill>
                  <a:srgbClr val="FF6600"/>
                </a:solidFill>
                <a:latin typeface="楷体_GB2312" pitchFamily="49" charset="-122"/>
                <a:ea typeface="楷体_GB2312" pitchFamily="49" charset="-122"/>
              </a:rPr>
              <a:t>-</a:t>
            </a:r>
            <a:r>
              <a:rPr altLang="zh-CN" b="1" sz="3000" i="1" kumimoji="1" lang="en-US">
                <a:solidFill>
                  <a:srgbClr val="FF6600"/>
                </a:solidFill>
                <a:latin typeface="Times New Roman" panose="02020603050405020304" pitchFamily="18" charset="0"/>
                <a:ea typeface="仿宋_GB2312" pitchFamily="49" charset="-122"/>
              </a:rPr>
              <a:t>j</a:t>
            </a:r>
            <a:r>
              <a:rPr altLang="zh-CN" b="1" sz="3000" kumimoji="1" lang="en-US">
                <a:solidFill>
                  <a:srgbClr val="FF6600"/>
                </a:solidFill>
                <a:latin typeface="楷体_GB2312" pitchFamily="49" charset="-122"/>
                <a:ea typeface="楷体_GB2312" pitchFamily="49" charset="-122"/>
              </a:rPr>
              <a:t>-</a:t>
            </a:r>
            <a:r>
              <a:rPr altLang="zh-CN" b="1" sz="3000" kumimoji="1" lang="en-US">
                <a:solidFill>
                  <a:srgbClr val="FF6600"/>
                </a:solidFill>
                <a:latin typeface="Times New Roman" panose="02020603050405020304" pitchFamily="18" charset="0"/>
                <a:ea typeface="仿宋_GB2312" pitchFamily="49" charset="-122"/>
              </a:rPr>
              <a:t>1) * </a:t>
            </a:r>
            <a:r>
              <a:rPr altLang="zh-CN" b="1" sz="3000" i="1" kumimoji="1" lang="en-US">
                <a:solidFill>
                  <a:srgbClr val="FF6600"/>
                </a:solidFill>
                <a:latin typeface="Times New Roman" panose="02020603050405020304" pitchFamily="18" charset="0"/>
                <a:ea typeface="仿宋_GB2312" pitchFamily="49" charset="-122"/>
              </a:rPr>
              <a:t>j</a:t>
            </a:r>
            <a:r>
              <a:rPr altLang="zh-CN" b="1" sz="3000" kumimoji="1" lang="en-US">
                <a:solidFill>
                  <a:srgbClr val="FF6600"/>
                </a:solidFill>
                <a:latin typeface="Times New Roman" panose="02020603050405020304" pitchFamily="18" charset="0"/>
                <a:ea typeface="仿宋_GB2312" pitchFamily="49" charset="-122"/>
              </a:rPr>
              <a:t> / 2 + </a:t>
            </a:r>
            <a:r>
              <a:rPr altLang="zh-CN" b="1" sz="3000" i="1" kumimoji="1" lang="en-US">
                <a:solidFill>
                  <a:srgbClr val="FF6600"/>
                </a:solidFill>
                <a:latin typeface="Times New Roman" panose="02020603050405020304" pitchFamily="18" charset="0"/>
                <a:ea typeface="仿宋_GB2312" pitchFamily="49" charset="-122"/>
              </a:rPr>
              <a:t>i</a:t>
            </a:r>
            <a:r>
              <a:rPr altLang="zh-CN" b="1" sz="3000" kumimoji="1" lang="en-US">
                <a:solidFill>
                  <a:srgbClr val="0000FF"/>
                </a:solidFill>
                <a:latin typeface="Times New Roman" panose="02020603050405020304" pitchFamily="18" charset="0"/>
                <a:ea typeface="仿宋_GB2312" pitchFamily="49" charset="-122"/>
              </a:rPr>
              <a:t> </a:t>
            </a:r>
            <a:r>
              <a:rPr altLang="en-US" b="1" sz="3000" kumimoji="1" lang="zh-CN">
                <a:solidFill>
                  <a:srgbClr val="000099"/>
                </a:solidFill>
                <a:latin typeface="Times New Roman" panose="02020603050405020304" pitchFamily="18" charset="0"/>
                <a:ea typeface="仿宋_GB2312" pitchFamily="49" charset="-122"/>
              </a:rPr>
              <a:t>的位置中找到。</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208" name=""/>
        <p:cNvGrpSpPr/>
        <p:nvPr/>
      </p:nvGrpSpPr>
      <p:grpSpPr>
        <a:xfrm>
          <a:off x="0" y="0"/>
          <a:ext cx="0" cy="0"/>
          <a:chOff x="0" y="0"/>
          <a:chExt cx="0" cy="0"/>
        </a:xfrm>
      </p:grpSpPr>
      <p:sp>
        <p:nvSpPr>
          <p:cNvPr id="1048877" name="Rectangle 2"/>
          <p:cNvSpPr>
            <a:spLocks noGrp="1" noChangeArrowheads="1"/>
          </p:cNvSpPr>
          <p:nvPr>
            <p:ph type="title"/>
          </p:nvPr>
        </p:nvSpPr>
        <p:spPr>
          <a:xfrm>
            <a:off x="685800" y="274638"/>
            <a:ext cx="7772400" cy="698500"/>
          </a:xfrm>
        </p:spPr>
        <p:txBody>
          <a:bodyPr/>
          <a:p>
            <a:pPr eaLnBrk="1" hangingPunct="1"/>
            <a:r>
              <a:rPr altLang="en-US" b="1" sz="4000" lang="zh-CN">
                <a:effectLst>
                  <a:outerShdw algn="tl" blurRad="38100" dir="2700000" dist="38100">
                    <a:srgbClr val="C0C0C0"/>
                  </a:outerShdw>
                </a:effectLst>
                <a:ea typeface="华文新魏" pitchFamily="2" charset="-122"/>
              </a:rPr>
              <a:t>三对角矩阵的压缩存储</a:t>
            </a:r>
            <a:endParaRPr altLang="en-US" lang="zh-CN">
              <a:ea typeface="华文新魏" pitchFamily="2" charset="-122"/>
            </a:endParaRPr>
          </a:p>
        </p:txBody>
      </p:sp>
      <p:graphicFrame>
        <p:nvGraphicFramePr>
          <p:cNvPr id="4194317" name="Object 4"/>
          <p:cNvGraphicFramePr>
            <a:graphicFrameLocks noChangeAspect="1"/>
          </p:cNvGraphicFramePr>
          <p:nvPr/>
        </p:nvGraphicFramePr>
        <p:xfrm>
          <a:off x="1138238" y="1303338"/>
          <a:ext cx="6769100" cy="3257550"/>
        </p:xfrm>
        <a:graphic>
          <a:graphicData uri="http://schemas.openxmlformats.org/presentationml/2006/ole">
            <mc:AlternateContent xmlns:mc="http://schemas.openxmlformats.org/markup-compatibility/2006">
              <mc:Choice xmlns:v="urn:schemas-microsoft-com:vml" Requires="v">
                <p:oleObj name="公式" r:id="rId1" spid="_x0000_s9259" imgH="966595" imgW="2490773" progId="Equation.3">
                  <p:embed/>
                </p:oleObj>
              </mc:Choice>
              <mc:Fallback>
                <p:oleObj name="公式" r:id="rId1" spid="" imgH="966595" imgW="2490773" progId="Equation.3">
                  <p:embed/>
                  <p:pic>
                    <p:nvPicPr>
                      <p:cNvPr id="2097181" name="Object 4"/>
                      <p:cNvPicPr>
                        <a:picLocks noChangeAspect="1" noChangeArrowheads="1"/>
                      </p:cNvPicPr>
                      <p:nvPr/>
                    </p:nvPicPr>
                    <p:blipFill>
                      <a:blip xmlns:r="http://schemas.openxmlformats.org/officeDocument/2006/relationships" r:embed="rId2"/>
                      <a:srcRect/>
                      <a:stretch>
                        <a:fillRect/>
                      </a:stretch>
                    </p:blipFill>
                    <p:spPr bwMode="auto">
                      <a:xfrm>
                        <a:off x="1138238" y="1303338"/>
                        <a:ext cx="6769100" cy="3257550"/>
                      </a:xfrm>
                      <a:prstGeom prst="rect"/>
                      <a:noFill/>
                      <a:ln>
                        <a:noFill/>
                      </a:ln>
                      <a:effectLst/>
                    </p:spPr>
                  </p:pic>
                </p:oleObj>
              </mc:Fallback>
            </mc:AlternateContent>
          </a:graphicData>
        </a:graphic>
      </p:graphicFrame>
      <p:sp>
        <p:nvSpPr>
          <p:cNvPr id="1048878" name="Rectangle 5"/>
          <p:cNvSpPr>
            <a:spLocks noChangeArrowheads="1"/>
          </p:cNvSpPr>
          <p:nvPr/>
        </p:nvSpPr>
        <p:spPr bwMode="auto">
          <a:xfrm>
            <a:off x="1052515" y="5181600"/>
            <a:ext cx="7710487" cy="609600"/>
          </a:xfrm>
          <a:prstGeom prst="rect"/>
          <a:ln>
            <a:headEnd/>
            <a:tailEnd/>
          </a:ln>
        </p:spPr>
        <p:style>
          <a:lnRef idx="1">
            <a:schemeClr val="accent5"/>
          </a:lnRef>
          <a:fillRef idx="2">
            <a:schemeClr val="accent5"/>
          </a:fillRef>
          <a:effectRef idx="1">
            <a:schemeClr val="accent5"/>
          </a:effectRef>
          <a:fontRef idx="minor">
            <a:schemeClr val="dk1"/>
          </a:fontRef>
        </p:style>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879" name="Text Box 6"/>
          <p:cNvSpPr txBox="1">
            <a:spLocks noChangeArrowheads="1"/>
          </p:cNvSpPr>
          <p:nvPr/>
        </p:nvSpPr>
        <p:spPr bwMode="auto">
          <a:xfrm>
            <a:off x="609602" y="5135565"/>
            <a:ext cx="8530861" cy="584775"/>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dirty="0" kumimoji="1" lang="en-US">
                <a:solidFill>
                  <a:srgbClr val="000099"/>
                </a:solidFill>
                <a:latin typeface="Times New Roman" panose="02020603050405020304" pitchFamily="18" charset="0"/>
              </a:rPr>
              <a:t>B</a:t>
            </a:r>
            <a:r>
              <a:rPr altLang="zh-CN" b="1" dirty="0" i="1" kumimoji="1" lang="en-US">
                <a:solidFill>
                  <a:srgbClr val="000099"/>
                </a:solidFill>
                <a:latin typeface="Times New Roman" panose="02020603050405020304" pitchFamily="18" charset="0"/>
              </a:rPr>
              <a:t>  a</a:t>
            </a:r>
            <a:r>
              <a:rPr altLang="zh-CN" baseline="-25000" b="1" dirty="0" kumimoji="1" lang="en-US">
                <a:solidFill>
                  <a:srgbClr val="000099"/>
                </a:solidFill>
                <a:latin typeface="Times New Roman" panose="02020603050405020304" pitchFamily="18" charset="0"/>
              </a:rPr>
              <a:t>00  </a:t>
            </a:r>
            <a:r>
              <a:rPr altLang="zh-CN" b="1" dirty="0" i="1" kumimoji="1" lang="en-US">
                <a:solidFill>
                  <a:srgbClr val="000099"/>
                </a:solidFill>
                <a:latin typeface="Times New Roman" panose="02020603050405020304" pitchFamily="18" charset="0"/>
              </a:rPr>
              <a:t>a</a:t>
            </a:r>
            <a:r>
              <a:rPr altLang="zh-CN" baseline="-25000" b="1" dirty="0" kumimoji="1" lang="en-US">
                <a:solidFill>
                  <a:srgbClr val="000099"/>
                </a:solidFill>
                <a:latin typeface="Times New Roman" panose="02020603050405020304" pitchFamily="18" charset="0"/>
              </a:rPr>
              <a:t>01  </a:t>
            </a:r>
            <a:r>
              <a:rPr altLang="zh-CN" b="1" dirty="0" i="1" kumimoji="1" lang="en-US">
                <a:solidFill>
                  <a:srgbClr val="000099"/>
                </a:solidFill>
                <a:latin typeface="Times New Roman" panose="02020603050405020304" pitchFamily="18" charset="0"/>
              </a:rPr>
              <a:t>a</a:t>
            </a:r>
            <a:r>
              <a:rPr altLang="zh-CN" baseline="-25000" b="1" dirty="0" kumimoji="1" lang="en-US">
                <a:solidFill>
                  <a:srgbClr val="000099"/>
                </a:solidFill>
                <a:latin typeface="Times New Roman" panose="02020603050405020304" pitchFamily="18" charset="0"/>
              </a:rPr>
              <a:t>10  </a:t>
            </a:r>
            <a:r>
              <a:rPr altLang="zh-CN" b="1" dirty="0" i="1" kumimoji="1" lang="en-US">
                <a:solidFill>
                  <a:srgbClr val="000099"/>
                </a:solidFill>
                <a:latin typeface="Times New Roman" panose="02020603050405020304" pitchFamily="18" charset="0"/>
              </a:rPr>
              <a:t>a</a:t>
            </a:r>
            <a:r>
              <a:rPr altLang="zh-CN" baseline="-25000" b="1" dirty="0" kumimoji="1" lang="en-US">
                <a:solidFill>
                  <a:srgbClr val="000099"/>
                </a:solidFill>
                <a:latin typeface="Times New Roman" panose="02020603050405020304" pitchFamily="18" charset="0"/>
              </a:rPr>
              <a:t>11  </a:t>
            </a:r>
            <a:r>
              <a:rPr altLang="zh-CN" b="1" dirty="0" i="1" kumimoji="1" lang="en-US">
                <a:solidFill>
                  <a:srgbClr val="000099"/>
                </a:solidFill>
                <a:latin typeface="Times New Roman" panose="02020603050405020304" pitchFamily="18" charset="0"/>
              </a:rPr>
              <a:t>a</a:t>
            </a:r>
            <a:r>
              <a:rPr altLang="zh-CN" baseline="-25000" b="1" dirty="0" kumimoji="1" lang="en-US">
                <a:solidFill>
                  <a:srgbClr val="000099"/>
                </a:solidFill>
                <a:latin typeface="Times New Roman" panose="02020603050405020304" pitchFamily="18" charset="0"/>
              </a:rPr>
              <a:t>12  </a:t>
            </a:r>
            <a:r>
              <a:rPr altLang="zh-CN" b="1" dirty="0" i="1" kumimoji="1" lang="en-US">
                <a:solidFill>
                  <a:srgbClr val="000099"/>
                </a:solidFill>
                <a:latin typeface="Times New Roman" panose="02020603050405020304" pitchFamily="18" charset="0"/>
              </a:rPr>
              <a:t>a</a:t>
            </a:r>
            <a:r>
              <a:rPr altLang="zh-CN" baseline="-25000" b="1" dirty="0" kumimoji="1" lang="en-US">
                <a:solidFill>
                  <a:srgbClr val="000099"/>
                </a:solidFill>
                <a:latin typeface="Times New Roman" panose="02020603050405020304" pitchFamily="18" charset="0"/>
              </a:rPr>
              <a:t>21  </a:t>
            </a:r>
            <a:r>
              <a:rPr altLang="zh-CN" b="1" dirty="0" i="1" kumimoji="1" lang="en-US">
                <a:solidFill>
                  <a:srgbClr val="000099"/>
                </a:solidFill>
                <a:latin typeface="Times New Roman" panose="02020603050405020304" pitchFamily="18" charset="0"/>
              </a:rPr>
              <a:t>a</a:t>
            </a:r>
            <a:r>
              <a:rPr altLang="zh-CN" baseline="-25000" b="1" dirty="0" kumimoji="1" lang="en-US">
                <a:solidFill>
                  <a:srgbClr val="000099"/>
                </a:solidFill>
                <a:latin typeface="Times New Roman" panose="02020603050405020304" pitchFamily="18" charset="0"/>
              </a:rPr>
              <a:t>22  </a:t>
            </a:r>
            <a:r>
              <a:rPr altLang="zh-CN" b="1" dirty="0" i="1" kumimoji="1" lang="en-US">
                <a:solidFill>
                  <a:srgbClr val="000099"/>
                </a:solidFill>
                <a:latin typeface="Times New Roman" panose="02020603050405020304" pitchFamily="18" charset="0"/>
              </a:rPr>
              <a:t>a</a:t>
            </a:r>
            <a:r>
              <a:rPr altLang="zh-CN" baseline="-25000" b="1" dirty="0" kumimoji="1" lang="en-US">
                <a:solidFill>
                  <a:srgbClr val="000099"/>
                </a:solidFill>
                <a:latin typeface="Times New Roman" panose="02020603050405020304" pitchFamily="18" charset="0"/>
              </a:rPr>
              <a:t>23   </a:t>
            </a:r>
            <a:r>
              <a:rPr altLang="zh-CN" b="1" dirty="0" i="1" kumimoji="1" lang="en-US">
                <a:solidFill>
                  <a:srgbClr val="000099"/>
                </a:solidFill>
                <a:latin typeface="Times New Roman" panose="02020603050405020304" pitchFamily="18" charset="0"/>
              </a:rPr>
              <a:t>…</a:t>
            </a:r>
            <a:r>
              <a:rPr altLang="zh-CN" b="1" dirty="0" kumimoji="1" lang="en-US">
                <a:solidFill>
                  <a:srgbClr val="000099"/>
                </a:solidFill>
                <a:latin typeface="Times New Roman" panose="02020603050405020304" pitchFamily="18" charset="0"/>
              </a:rPr>
              <a:t>  </a:t>
            </a:r>
            <a:r>
              <a:rPr altLang="zh-CN" b="1" dirty="0" i="1" kumimoji="1" lang="en-US">
                <a:solidFill>
                  <a:srgbClr val="000099"/>
                </a:solidFill>
                <a:latin typeface="Times New Roman" panose="02020603050405020304" pitchFamily="18" charset="0"/>
              </a:rPr>
              <a:t>a</a:t>
            </a:r>
            <a:r>
              <a:rPr altLang="zh-CN" baseline="-25000" b="1" dirty="0" i="1" kumimoji="1" lang="en-US">
                <a:solidFill>
                  <a:srgbClr val="000099"/>
                </a:solidFill>
                <a:latin typeface="Times New Roman" panose="02020603050405020304" pitchFamily="18" charset="0"/>
              </a:rPr>
              <a:t>n</a:t>
            </a:r>
            <a:r>
              <a:rPr altLang="zh-CN" baseline="-25000" b="1" dirty="0" kumimoji="1" lang="en-US">
                <a:solidFill>
                  <a:srgbClr val="000099"/>
                </a:solidFill>
                <a:latin typeface="Times New Roman" panose="02020603050405020304" pitchFamily="18" charset="0"/>
              </a:rPr>
              <a:t>-1</a:t>
            </a:r>
            <a:r>
              <a:rPr altLang="zh-CN" baseline="-25000" b="1" dirty="0" i="1" kumimoji="1" lang="en-US">
                <a:solidFill>
                  <a:srgbClr val="000099"/>
                </a:solidFill>
                <a:latin typeface="Times New Roman" panose="02020603050405020304" pitchFamily="18" charset="0"/>
              </a:rPr>
              <a:t>n</a:t>
            </a:r>
            <a:r>
              <a:rPr altLang="zh-CN" baseline="-25000" b="1" dirty="0" kumimoji="1" lang="en-US">
                <a:solidFill>
                  <a:srgbClr val="000099"/>
                </a:solidFill>
                <a:latin typeface="Times New Roman" panose="02020603050405020304" pitchFamily="18" charset="0"/>
              </a:rPr>
              <a:t>-2  </a:t>
            </a:r>
            <a:r>
              <a:rPr altLang="zh-CN" dirty="0" i="1" kumimoji="1" lang="en-US">
                <a:solidFill>
                  <a:srgbClr val="000099"/>
                </a:solidFill>
                <a:latin typeface="Times New Roman" panose="02020603050405020304" pitchFamily="18" charset="0"/>
              </a:rPr>
              <a:t>a</a:t>
            </a:r>
            <a:r>
              <a:rPr altLang="zh-CN" baseline="-25000" b="1" dirty="0" i="1" kumimoji="1" lang="en-US">
                <a:solidFill>
                  <a:srgbClr val="000099"/>
                </a:solidFill>
                <a:latin typeface="Times New Roman" panose="02020603050405020304" pitchFamily="18" charset="0"/>
              </a:rPr>
              <a:t>n</a:t>
            </a:r>
            <a:r>
              <a:rPr altLang="zh-CN" baseline="-25000" b="1" dirty="0" kumimoji="1" lang="en-US">
                <a:solidFill>
                  <a:srgbClr val="000099"/>
                </a:solidFill>
                <a:latin typeface="Times New Roman" panose="02020603050405020304" pitchFamily="18" charset="0"/>
              </a:rPr>
              <a:t>-1</a:t>
            </a:r>
            <a:r>
              <a:rPr altLang="zh-CN" baseline="-25000" b="1" dirty="0" i="1" kumimoji="1" lang="en-US">
                <a:solidFill>
                  <a:srgbClr val="000099"/>
                </a:solidFill>
                <a:latin typeface="Times New Roman" panose="02020603050405020304" pitchFamily="18" charset="0"/>
              </a:rPr>
              <a:t>n</a:t>
            </a:r>
            <a:r>
              <a:rPr altLang="zh-CN" baseline="-25000" b="1" dirty="0" kumimoji="1" lang="en-US">
                <a:solidFill>
                  <a:srgbClr val="000099"/>
                </a:solidFill>
                <a:latin typeface="Times New Roman" panose="02020603050405020304" pitchFamily="18" charset="0"/>
              </a:rPr>
              <a:t>-1</a:t>
            </a:r>
            <a:r>
              <a:rPr altLang="zh-CN" b="1" dirty="0" kumimoji="1" lang="en-US">
                <a:solidFill>
                  <a:srgbClr val="000099"/>
                </a:solidFill>
                <a:latin typeface="Times New Roman" panose="02020603050405020304" pitchFamily="18" charset="0"/>
              </a:rPr>
              <a:t>  </a:t>
            </a:r>
            <a:endParaRPr altLang="zh-CN" b="1" dirty="0" kumimoji="1" lang="en-US">
              <a:solidFill>
                <a:srgbClr val="000099"/>
              </a:solidFill>
              <a:latin typeface="宋体" panose="02010600030101010101" pitchFamily="2" charset="-122"/>
            </a:endParaRPr>
          </a:p>
        </p:txBody>
      </p:sp>
      <p:sp>
        <p:nvSpPr>
          <p:cNvPr id="1048880" name="Line 7"/>
          <p:cNvSpPr>
            <a:spLocks noChangeShapeType="1"/>
          </p:cNvSpPr>
          <p:nvPr/>
        </p:nvSpPr>
        <p:spPr bwMode="auto">
          <a:xfrm>
            <a:off x="1662113" y="5181600"/>
            <a:ext cx="0" cy="609600"/>
          </a:xfrm>
          <a:prstGeom prst="line"/>
          <a:noFill/>
          <a:ln w="9525">
            <a:solidFill>
              <a:schemeClr val="tx1"/>
            </a:solidFill>
            <a:round/>
            <a:headEnd/>
            <a:tailEnd/>
          </a:ln>
          <a:effectLst/>
        </p:spPr>
        <p:txBody>
          <a:bodyPr anchor="ctr" wrap="none"/>
          <a:p>
            <a:endParaRPr altLang="en-US" lang="zh-CN"/>
          </a:p>
        </p:txBody>
      </p:sp>
      <p:sp>
        <p:nvSpPr>
          <p:cNvPr id="1048881" name="Line 8"/>
          <p:cNvSpPr>
            <a:spLocks noChangeShapeType="1"/>
          </p:cNvSpPr>
          <p:nvPr/>
        </p:nvSpPr>
        <p:spPr bwMode="auto">
          <a:xfrm>
            <a:off x="2271713" y="5181600"/>
            <a:ext cx="0" cy="609600"/>
          </a:xfrm>
          <a:prstGeom prst="line"/>
          <a:noFill/>
          <a:ln w="9525">
            <a:solidFill>
              <a:schemeClr val="tx1"/>
            </a:solidFill>
            <a:round/>
            <a:headEnd/>
            <a:tailEnd/>
          </a:ln>
          <a:effectLst/>
        </p:spPr>
        <p:txBody>
          <a:bodyPr anchor="ctr" wrap="none"/>
          <a:p>
            <a:endParaRPr altLang="en-US" lang="zh-CN"/>
          </a:p>
        </p:txBody>
      </p:sp>
      <p:sp>
        <p:nvSpPr>
          <p:cNvPr id="1048882" name="Line 9"/>
          <p:cNvSpPr>
            <a:spLocks noChangeShapeType="1"/>
          </p:cNvSpPr>
          <p:nvPr/>
        </p:nvSpPr>
        <p:spPr bwMode="auto">
          <a:xfrm>
            <a:off x="2881313" y="5181600"/>
            <a:ext cx="0" cy="609600"/>
          </a:xfrm>
          <a:prstGeom prst="line"/>
          <a:noFill/>
          <a:ln w="9525">
            <a:solidFill>
              <a:schemeClr val="tx1"/>
            </a:solidFill>
            <a:round/>
            <a:headEnd/>
            <a:tailEnd/>
          </a:ln>
          <a:effectLst/>
        </p:spPr>
        <p:txBody>
          <a:bodyPr anchor="ctr" wrap="none"/>
          <a:p>
            <a:endParaRPr altLang="en-US" lang="zh-CN"/>
          </a:p>
        </p:txBody>
      </p:sp>
      <p:sp>
        <p:nvSpPr>
          <p:cNvPr id="1048883" name="Line 10"/>
          <p:cNvSpPr>
            <a:spLocks noChangeShapeType="1"/>
          </p:cNvSpPr>
          <p:nvPr/>
        </p:nvSpPr>
        <p:spPr bwMode="auto">
          <a:xfrm>
            <a:off x="3490913" y="5181600"/>
            <a:ext cx="0" cy="609600"/>
          </a:xfrm>
          <a:prstGeom prst="line"/>
          <a:noFill/>
          <a:ln w="9525">
            <a:solidFill>
              <a:schemeClr val="tx1"/>
            </a:solidFill>
            <a:round/>
            <a:headEnd/>
            <a:tailEnd/>
          </a:ln>
          <a:effectLst/>
        </p:spPr>
        <p:txBody>
          <a:bodyPr anchor="ctr" wrap="none"/>
          <a:p>
            <a:endParaRPr altLang="en-US" lang="zh-CN"/>
          </a:p>
        </p:txBody>
      </p:sp>
      <p:sp>
        <p:nvSpPr>
          <p:cNvPr id="1048884" name="Line 11"/>
          <p:cNvSpPr>
            <a:spLocks noChangeShapeType="1"/>
          </p:cNvSpPr>
          <p:nvPr/>
        </p:nvSpPr>
        <p:spPr bwMode="auto">
          <a:xfrm>
            <a:off x="4100513" y="5181600"/>
            <a:ext cx="0" cy="609600"/>
          </a:xfrm>
          <a:prstGeom prst="line"/>
          <a:noFill/>
          <a:ln w="9525">
            <a:solidFill>
              <a:schemeClr val="tx1"/>
            </a:solidFill>
            <a:round/>
            <a:headEnd/>
            <a:tailEnd/>
          </a:ln>
          <a:effectLst/>
        </p:spPr>
        <p:txBody>
          <a:bodyPr anchor="ctr" wrap="none"/>
          <a:p>
            <a:endParaRPr altLang="en-US" lang="zh-CN"/>
          </a:p>
        </p:txBody>
      </p:sp>
      <p:sp>
        <p:nvSpPr>
          <p:cNvPr id="1048885" name="Line 12"/>
          <p:cNvSpPr>
            <a:spLocks noChangeShapeType="1"/>
          </p:cNvSpPr>
          <p:nvPr/>
        </p:nvSpPr>
        <p:spPr bwMode="auto">
          <a:xfrm>
            <a:off x="4710113" y="5181600"/>
            <a:ext cx="0" cy="609600"/>
          </a:xfrm>
          <a:prstGeom prst="line"/>
          <a:noFill/>
          <a:ln w="9525">
            <a:solidFill>
              <a:schemeClr val="tx1"/>
            </a:solidFill>
            <a:round/>
            <a:headEnd/>
            <a:tailEnd/>
          </a:ln>
          <a:effectLst/>
        </p:spPr>
        <p:txBody>
          <a:bodyPr anchor="ctr" wrap="none"/>
          <a:p>
            <a:endParaRPr altLang="en-US" lang="zh-CN"/>
          </a:p>
        </p:txBody>
      </p:sp>
      <p:sp>
        <p:nvSpPr>
          <p:cNvPr id="1048886" name="Line 13"/>
          <p:cNvSpPr>
            <a:spLocks noChangeShapeType="1"/>
          </p:cNvSpPr>
          <p:nvPr/>
        </p:nvSpPr>
        <p:spPr bwMode="auto">
          <a:xfrm>
            <a:off x="5319713" y="5181600"/>
            <a:ext cx="0" cy="609600"/>
          </a:xfrm>
          <a:prstGeom prst="line"/>
          <a:noFill/>
          <a:ln w="9525">
            <a:solidFill>
              <a:schemeClr val="tx1"/>
            </a:solidFill>
            <a:round/>
            <a:headEnd/>
            <a:tailEnd/>
          </a:ln>
          <a:effectLst/>
        </p:spPr>
        <p:txBody>
          <a:bodyPr anchor="ctr" wrap="none"/>
          <a:p>
            <a:endParaRPr altLang="en-US" lang="zh-CN"/>
          </a:p>
        </p:txBody>
      </p:sp>
      <p:sp>
        <p:nvSpPr>
          <p:cNvPr id="1048887" name="Line 14"/>
          <p:cNvSpPr>
            <a:spLocks noChangeShapeType="1"/>
          </p:cNvSpPr>
          <p:nvPr/>
        </p:nvSpPr>
        <p:spPr bwMode="auto">
          <a:xfrm>
            <a:off x="5929313" y="5181600"/>
            <a:ext cx="0" cy="609600"/>
          </a:xfrm>
          <a:prstGeom prst="line"/>
          <a:noFill/>
          <a:ln w="9525">
            <a:solidFill>
              <a:schemeClr val="tx1"/>
            </a:solidFill>
            <a:round/>
            <a:headEnd/>
            <a:tailEnd/>
          </a:ln>
          <a:effectLst/>
        </p:spPr>
        <p:txBody>
          <a:bodyPr anchor="ctr" wrap="none"/>
          <a:p>
            <a:endParaRPr altLang="en-US" lang="zh-CN"/>
          </a:p>
        </p:txBody>
      </p:sp>
      <p:sp>
        <p:nvSpPr>
          <p:cNvPr id="1048888" name="Line 15"/>
          <p:cNvSpPr>
            <a:spLocks noChangeShapeType="1"/>
          </p:cNvSpPr>
          <p:nvPr/>
        </p:nvSpPr>
        <p:spPr bwMode="auto">
          <a:xfrm>
            <a:off x="6538913" y="5181600"/>
            <a:ext cx="0" cy="609600"/>
          </a:xfrm>
          <a:prstGeom prst="line"/>
          <a:noFill/>
          <a:ln w="9525">
            <a:solidFill>
              <a:schemeClr val="tx1"/>
            </a:solidFill>
            <a:round/>
            <a:headEnd/>
            <a:tailEnd/>
          </a:ln>
          <a:effectLst/>
        </p:spPr>
        <p:txBody>
          <a:bodyPr anchor="ctr" wrap="none"/>
          <a:p>
            <a:endParaRPr altLang="en-US" lang="zh-CN"/>
          </a:p>
        </p:txBody>
      </p:sp>
      <p:sp>
        <p:nvSpPr>
          <p:cNvPr id="1048889" name="Text Box 16"/>
          <p:cNvSpPr txBox="1">
            <a:spLocks noChangeArrowheads="1"/>
          </p:cNvSpPr>
          <p:nvPr/>
        </p:nvSpPr>
        <p:spPr bwMode="auto">
          <a:xfrm>
            <a:off x="1112838" y="4765675"/>
            <a:ext cx="7118350" cy="45720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sz="2400" kumimoji="1" lang="en-US">
                <a:latin typeface="Times New Roman" panose="02020603050405020304" pitchFamily="18" charset="0"/>
              </a:rPr>
              <a:t>0     1      2      3      4      5      6      7      8       9             10</a:t>
            </a:r>
          </a:p>
        </p:txBody>
      </p:sp>
      <p:sp>
        <p:nvSpPr>
          <p:cNvPr id="1048890" name="Line 17"/>
          <p:cNvSpPr>
            <a:spLocks noChangeShapeType="1"/>
          </p:cNvSpPr>
          <p:nvPr/>
        </p:nvSpPr>
        <p:spPr bwMode="auto">
          <a:xfrm>
            <a:off x="7696200" y="5181600"/>
            <a:ext cx="0" cy="609600"/>
          </a:xfrm>
          <a:prstGeom prst="line"/>
          <a:noFill/>
          <a:ln w="9525">
            <a:solidFill>
              <a:schemeClr val="tx1"/>
            </a:solidFill>
            <a:round/>
            <a:headEnd/>
            <a:tailEnd/>
          </a:ln>
          <a:effectLst/>
        </p:spPr>
        <p:txBody>
          <a:bodyPr anchor="ctr" wrap="none"/>
          <a:p>
            <a:endParaRPr altLang="en-US" lang="zh-CN"/>
          </a:p>
        </p:txBody>
      </p:sp>
      <p:sp>
        <p:nvSpPr>
          <p:cNvPr id="1048891" name="AutoShape 18"/>
          <p:cNvSpPr/>
          <p:nvPr/>
        </p:nvSpPr>
        <p:spPr bwMode="auto">
          <a:xfrm rot="16200000">
            <a:off x="1600200" y="5486400"/>
            <a:ext cx="152400" cy="1066800"/>
          </a:xfrm>
          <a:prstGeom prst="leftBrace">
            <a:avLst>
              <a:gd name="adj1" fmla="val 58333"/>
              <a:gd name="adj2" fmla="val 52528"/>
            </a:avLst>
          </a:prstGeom>
          <a:noFill/>
          <a:ln w="28575">
            <a:solidFill>
              <a:srgbClr val="800080"/>
            </a:solidFill>
            <a:round/>
            <a:headEnd/>
            <a:tailEnd/>
          </a:ln>
          <a:effectLst/>
        </p:spPr>
        <p:txBody>
          <a:bodyPr anchor="ctr" vert="eaVert"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altLang="zh-CN" sz="2400" kumimoji="1" lang="zh-CN">
              <a:solidFill>
                <a:srgbClr val="000099"/>
              </a:solidFill>
              <a:latin typeface="Times New Roman" panose="02020603050405020304" pitchFamily="18" charset="0"/>
            </a:endParaRPr>
          </a:p>
        </p:txBody>
      </p:sp>
      <p:sp>
        <p:nvSpPr>
          <p:cNvPr id="1048892" name="AutoShape 19"/>
          <p:cNvSpPr/>
          <p:nvPr/>
        </p:nvSpPr>
        <p:spPr bwMode="auto">
          <a:xfrm rot="16200000">
            <a:off x="3124200" y="5181600"/>
            <a:ext cx="152400" cy="1676400"/>
          </a:xfrm>
          <a:prstGeom prst="leftBrace">
            <a:avLst>
              <a:gd name="adj1" fmla="val 91667"/>
              <a:gd name="adj2" fmla="val 52528"/>
            </a:avLst>
          </a:prstGeom>
          <a:noFill/>
          <a:ln w="28575">
            <a:solidFill>
              <a:srgbClr val="800080"/>
            </a:solidFill>
            <a:round/>
            <a:headEnd/>
            <a:tailEnd/>
          </a:ln>
          <a:effectLst/>
        </p:spPr>
        <p:txBody>
          <a:bodyPr anchor="ctr" vert="eaVert"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altLang="zh-CN" sz="2400" kumimoji="1" lang="zh-CN">
              <a:solidFill>
                <a:srgbClr val="000099"/>
              </a:solidFill>
              <a:latin typeface="Times New Roman" panose="02020603050405020304" pitchFamily="18" charset="0"/>
            </a:endParaRPr>
          </a:p>
        </p:txBody>
      </p:sp>
      <p:sp>
        <p:nvSpPr>
          <p:cNvPr id="1048893" name="AutoShape 20"/>
          <p:cNvSpPr/>
          <p:nvPr/>
        </p:nvSpPr>
        <p:spPr bwMode="auto">
          <a:xfrm rot="16200000">
            <a:off x="4953000" y="5181600"/>
            <a:ext cx="152400" cy="1676400"/>
          </a:xfrm>
          <a:prstGeom prst="leftBrace">
            <a:avLst>
              <a:gd name="adj1" fmla="val 91667"/>
              <a:gd name="adj2" fmla="val 52528"/>
            </a:avLst>
          </a:prstGeom>
          <a:noFill/>
          <a:ln w="28575">
            <a:solidFill>
              <a:srgbClr val="800080"/>
            </a:solidFill>
            <a:round/>
            <a:headEnd/>
            <a:tailEnd/>
          </a:ln>
          <a:effectLst/>
        </p:spPr>
        <p:txBody>
          <a:bodyPr anchor="ctr" vert="eaVert"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altLang="zh-CN" sz="2400" kumimoji="1" lang="zh-CN">
              <a:solidFill>
                <a:srgbClr val="000099"/>
              </a:solidFill>
              <a:latin typeface="Times New Roman" panose="02020603050405020304" pitchFamily="18" charset="0"/>
            </a:endParaRPr>
          </a:p>
        </p:txBody>
      </p:sp>
      <p:sp>
        <p:nvSpPr>
          <p:cNvPr id="1048894" name="AutoShape 21"/>
          <p:cNvSpPr/>
          <p:nvPr/>
        </p:nvSpPr>
        <p:spPr bwMode="auto">
          <a:xfrm rot="16200000">
            <a:off x="7581900" y="4991100"/>
            <a:ext cx="152400" cy="2057400"/>
          </a:xfrm>
          <a:prstGeom prst="leftBrace">
            <a:avLst>
              <a:gd name="adj1" fmla="val 112500"/>
              <a:gd name="adj2" fmla="val 52528"/>
            </a:avLst>
          </a:prstGeom>
          <a:noFill/>
          <a:ln w="28575">
            <a:solidFill>
              <a:srgbClr val="800080"/>
            </a:solidFill>
            <a:round/>
            <a:headEnd/>
            <a:tailEnd/>
          </a:ln>
          <a:effectLst/>
        </p:spPr>
        <p:txBody>
          <a:bodyPr anchor="ctr" vert="eaVert"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altLang="zh-CN" sz="2400" kumimoji="1" lang="zh-CN">
              <a:solidFill>
                <a:srgbClr val="000099"/>
              </a:solidFill>
              <a:latin typeface="Times New Roman" panose="02020603050405020304" pitchFamily="18" charset="0"/>
            </a:endParaRPr>
          </a:p>
        </p:txBody>
      </p:sp>
      <p:sp>
        <p:nvSpPr>
          <p:cNvPr id="1048895" name="AutoShape 22"/>
          <p:cNvSpPr>
            <a:spLocks noChangeArrowheads="1"/>
          </p:cNvSpPr>
          <p:nvPr/>
        </p:nvSpPr>
        <p:spPr bwMode="auto">
          <a:xfrm rot="1725769" flipV="1">
            <a:off x="2171702" y="2578102"/>
            <a:ext cx="5006975" cy="174625"/>
          </a:xfrm>
          <a:custGeom>
            <a:avLst/>
            <a:gdLst>
              <a:gd name="T0" fmla="*/ 2147483646 w 21600"/>
              <a:gd name="T1" fmla="*/ 2147483646 h 21600"/>
              <a:gd name="T2" fmla="*/ 2147483646 w 21600"/>
              <a:gd name="T3" fmla="*/ 2147483646 h 21600"/>
              <a:gd name="T4" fmla="*/ 0 w 21600"/>
              <a:gd name="T5" fmla="*/ 2147483646 h 21600"/>
              <a:gd name="T6" fmla="*/ 2147483646 w 21600"/>
              <a:gd name="T7" fmla="*/ 0 h 21600"/>
              <a:gd name="T8" fmla="*/ 0 60000 65536"/>
              <a:gd name="T9" fmla="*/ 0 60000 65536"/>
              <a:gd name="T10" fmla="*/ 0 60000 65536"/>
              <a:gd name="T11" fmla="*/ 0 60000 65536"/>
              <a:gd name="T12" fmla="*/ 1800 w 21600"/>
              <a:gd name="T13" fmla="*/ 1800 h 21600"/>
              <a:gd name="T14" fmla="*/ 19800 w 21600"/>
              <a:gd name="T15" fmla="*/ 19800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lnTo>
                  <a:pt x="0" y="0"/>
                </a:lnTo>
                <a:close/>
              </a:path>
            </a:pathLst>
          </a:custGeom>
          <a:solidFill>
            <a:schemeClr val="accent2">
              <a:alpha val="29019"/>
            </a:schemeClr>
          </a:solidFill>
          <a:ln>
            <a:noFill/>
          </a:ln>
          <a:effectLst/>
        </p:spPr>
        <p:txBody>
          <a:bodyPr anchor="ctr" wrap="none"/>
          <a:p>
            <a:endParaRPr altLang="en-US" lang="zh-CN"/>
          </a:p>
        </p:txBody>
      </p:sp>
      <p:sp>
        <p:nvSpPr>
          <p:cNvPr id="1048896" name="AutoShape 23"/>
          <p:cNvSpPr>
            <a:spLocks noChangeArrowheads="1"/>
          </p:cNvSpPr>
          <p:nvPr/>
        </p:nvSpPr>
        <p:spPr bwMode="auto">
          <a:xfrm rot="1725769" flipV="1">
            <a:off x="1773240" y="2963865"/>
            <a:ext cx="5614987" cy="193675"/>
          </a:xfrm>
          <a:custGeom>
            <a:avLst/>
            <a:gdLst>
              <a:gd name="T0" fmla="*/ 2147483646 w 21600"/>
              <a:gd name="T1" fmla="*/ 2147483646 h 21600"/>
              <a:gd name="T2" fmla="*/ 2147483646 w 21600"/>
              <a:gd name="T3" fmla="*/ 2147483646 h 21600"/>
              <a:gd name="T4" fmla="*/ 0 w 21600"/>
              <a:gd name="T5" fmla="*/ 2147483646 h 21600"/>
              <a:gd name="T6" fmla="*/ 2147483646 w 21600"/>
              <a:gd name="T7" fmla="*/ 0 h 21600"/>
              <a:gd name="T8" fmla="*/ 0 60000 65536"/>
              <a:gd name="T9" fmla="*/ 0 60000 65536"/>
              <a:gd name="T10" fmla="*/ 0 60000 65536"/>
              <a:gd name="T11" fmla="*/ 0 60000 65536"/>
              <a:gd name="T12" fmla="*/ 1800 w 21600"/>
              <a:gd name="T13" fmla="*/ 1800 h 21600"/>
              <a:gd name="T14" fmla="*/ 19800 w 21600"/>
              <a:gd name="T15" fmla="*/ 19800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lnTo>
                  <a:pt x="0" y="0"/>
                </a:lnTo>
                <a:close/>
              </a:path>
            </a:pathLst>
          </a:custGeom>
          <a:solidFill>
            <a:schemeClr val="accent2">
              <a:alpha val="29019"/>
            </a:schemeClr>
          </a:solidFill>
          <a:ln>
            <a:noFill/>
          </a:ln>
          <a:effectLst/>
        </p:spPr>
        <p:txBody>
          <a:bodyPr anchor="ctr" wrap="none"/>
          <a:p>
            <a:endParaRPr altLang="en-US" lang="zh-CN"/>
          </a:p>
        </p:txBody>
      </p:sp>
      <p:sp>
        <p:nvSpPr>
          <p:cNvPr id="1048897" name="AutoShape 24"/>
          <p:cNvSpPr>
            <a:spLocks noChangeArrowheads="1"/>
          </p:cNvSpPr>
          <p:nvPr/>
        </p:nvSpPr>
        <p:spPr bwMode="auto">
          <a:xfrm rot="1725769" flipV="1">
            <a:off x="1803400" y="3278188"/>
            <a:ext cx="4800600" cy="163512"/>
          </a:xfrm>
          <a:custGeom>
            <a:avLst/>
            <a:gdLst>
              <a:gd name="T0" fmla="*/ 2147483646 w 21600"/>
              <a:gd name="T1" fmla="*/ 2147483646 h 21600"/>
              <a:gd name="T2" fmla="*/ 2147483646 w 21600"/>
              <a:gd name="T3" fmla="*/ 2147483646 h 21600"/>
              <a:gd name="T4" fmla="*/ 0 w 21600"/>
              <a:gd name="T5" fmla="*/ 2147483646 h 21600"/>
              <a:gd name="T6" fmla="*/ 2147483646 w 21600"/>
              <a:gd name="T7" fmla="*/ 0 h 21600"/>
              <a:gd name="T8" fmla="*/ 0 60000 65536"/>
              <a:gd name="T9" fmla="*/ 0 60000 65536"/>
              <a:gd name="T10" fmla="*/ 0 60000 65536"/>
              <a:gd name="T11" fmla="*/ 0 60000 65536"/>
              <a:gd name="T12" fmla="*/ 1800 w 21600"/>
              <a:gd name="T13" fmla="*/ 1800 h 21600"/>
              <a:gd name="T14" fmla="*/ 19800 w 21600"/>
              <a:gd name="T15" fmla="*/ 19800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lnTo>
                  <a:pt x="0" y="0"/>
                </a:lnTo>
                <a:close/>
              </a:path>
            </a:pathLst>
          </a:custGeom>
          <a:solidFill>
            <a:schemeClr val="accent2">
              <a:alpha val="29019"/>
            </a:schemeClr>
          </a:solidFill>
          <a:ln>
            <a:noFill/>
          </a:ln>
          <a:effectLst/>
        </p:spPr>
        <p:txBody>
          <a:bodyPr anchor="ctr" wrap="none"/>
          <a:p>
            <a:endParaRPr altLang="en-US" lang="zh-CN"/>
          </a:p>
        </p:txBody>
      </p:sp>
      <p:sp>
        <p:nvSpPr>
          <p:cNvPr id="1048898" name="矩形 2"/>
          <p:cNvSpPr/>
          <p:nvPr/>
        </p:nvSpPr>
        <p:spPr>
          <a:xfrm>
            <a:off x="1573875" y="6107084"/>
            <a:ext cx="233329" cy="369332"/>
          </a:xfrm>
          <a:prstGeom prst="rect"/>
        </p:spPr>
        <p:txBody>
          <a:bodyPr wrap="square">
            <a:spAutoFit/>
          </a:bodyPr>
          <a:p>
            <a:r>
              <a:rPr altLang="zh-CN" b="1" dirty="0" kumimoji="1" lang="en-US">
                <a:solidFill>
                  <a:srgbClr val="000099"/>
                </a:solidFill>
                <a:latin typeface="Times New Roman" panose="02020603050405020304" pitchFamily="18" charset="0"/>
              </a:rPr>
              <a:t>2</a:t>
            </a:r>
            <a:endParaRPr altLang="en-US" dirty="0" lang="zh-CN"/>
          </a:p>
        </p:txBody>
      </p:sp>
      <p:sp>
        <p:nvSpPr>
          <p:cNvPr id="1048899" name="矩形 25"/>
          <p:cNvSpPr/>
          <p:nvPr/>
        </p:nvSpPr>
        <p:spPr>
          <a:xfrm>
            <a:off x="3083735" y="6107084"/>
            <a:ext cx="233329" cy="369332"/>
          </a:xfrm>
          <a:prstGeom prst="rect"/>
        </p:spPr>
        <p:txBody>
          <a:bodyPr wrap="square">
            <a:spAutoFit/>
          </a:bodyPr>
          <a:p>
            <a:r>
              <a:rPr altLang="zh-CN" b="1" dirty="0" kumimoji="1" lang="en-US">
                <a:solidFill>
                  <a:srgbClr val="000099"/>
                </a:solidFill>
                <a:latin typeface="Times New Roman" panose="02020603050405020304" pitchFamily="18" charset="0"/>
              </a:rPr>
              <a:t>3</a:t>
            </a:r>
            <a:endParaRPr altLang="en-US" dirty="0" lang="zh-CN"/>
          </a:p>
        </p:txBody>
      </p:sp>
      <p:sp>
        <p:nvSpPr>
          <p:cNvPr id="1048900" name="矩形 26"/>
          <p:cNvSpPr/>
          <p:nvPr/>
        </p:nvSpPr>
        <p:spPr>
          <a:xfrm>
            <a:off x="4930497" y="6107084"/>
            <a:ext cx="233329" cy="369332"/>
          </a:xfrm>
          <a:prstGeom prst="rect"/>
        </p:spPr>
        <p:txBody>
          <a:bodyPr wrap="square">
            <a:spAutoFit/>
          </a:bodyPr>
          <a:p>
            <a:r>
              <a:rPr altLang="zh-CN" b="1" dirty="0" kumimoji="1" lang="en-US">
                <a:solidFill>
                  <a:srgbClr val="000099"/>
                </a:solidFill>
                <a:latin typeface="Times New Roman" panose="02020603050405020304" pitchFamily="18" charset="0"/>
              </a:rPr>
              <a:t>3</a:t>
            </a:r>
            <a:endParaRPr altLang="en-US" dirty="0" lang="zh-CN"/>
          </a:p>
        </p:txBody>
      </p:sp>
      <p:sp>
        <p:nvSpPr>
          <p:cNvPr id="1048901" name="矩形 27"/>
          <p:cNvSpPr/>
          <p:nvPr/>
        </p:nvSpPr>
        <p:spPr>
          <a:xfrm>
            <a:off x="7579535" y="6107084"/>
            <a:ext cx="233329" cy="369332"/>
          </a:xfrm>
          <a:prstGeom prst="rect"/>
        </p:spPr>
        <p:txBody>
          <a:bodyPr wrap="square">
            <a:spAutoFit/>
          </a:bodyPr>
          <a:p>
            <a:r>
              <a:rPr altLang="zh-CN" b="1" dirty="0" kumimoji="1" lang="en-US">
                <a:solidFill>
                  <a:srgbClr val="000099"/>
                </a:solidFill>
                <a:latin typeface="Times New Roman" panose="02020603050405020304" pitchFamily="18" charset="0"/>
              </a:rPr>
              <a:t>2</a:t>
            </a:r>
            <a:endParaRPr altLang="en-US" dirty="0" lang="zh-CN"/>
          </a:p>
        </p:txBody>
      </p:sp>
      <p:sp>
        <p:nvSpPr>
          <p:cNvPr id="1048902" name="矩形 3"/>
          <p:cNvSpPr/>
          <p:nvPr/>
        </p:nvSpPr>
        <p:spPr>
          <a:xfrm>
            <a:off x="6123415" y="6090230"/>
            <a:ext cx="415498" cy="369332"/>
          </a:xfrm>
          <a:prstGeom prst="rect"/>
        </p:spPr>
        <p:txBody>
          <a:bodyPr wrap="none">
            <a:spAutoFit/>
          </a:bodyPr>
          <a:p>
            <a:r>
              <a:rPr altLang="zh-CN" b="1" dirty="0" i="1" kumimoji="1" lang="en-US">
                <a:solidFill>
                  <a:srgbClr val="000099"/>
                </a:solidFill>
                <a:latin typeface="Times New Roman" panose="02020603050405020304" pitchFamily="18" charset="0"/>
              </a:rPr>
              <a:t>…</a:t>
            </a:r>
            <a:endParaRPr altLang="en-US" dirty="0" lang="zh-C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211" name=""/>
        <p:cNvGrpSpPr/>
        <p:nvPr/>
      </p:nvGrpSpPr>
      <p:grpSpPr>
        <a:xfrm>
          <a:off x="0" y="0"/>
          <a:ext cx="0" cy="0"/>
          <a:chOff x="0" y="0"/>
          <a:chExt cx="0" cy="0"/>
        </a:xfrm>
      </p:grpSpPr>
      <p:sp>
        <p:nvSpPr>
          <p:cNvPr id="1048906" name="Rectangle 2"/>
          <p:cNvSpPr>
            <a:spLocks noGrp="1" noChangeArrowheads="1"/>
          </p:cNvSpPr>
          <p:nvPr>
            <p:ph idx="1"/>
          </p:nvPr>
        </p:nvSpPr>
        <p:spPr>
          <a:xfrm>
            <a:off x="660400" y="787400"/>
            <a:ext cx="8153400" cy="5943600"/>
          </a:xfrm>
        </p:spPr>
        <p:txBody>
          <a:bodyPr/>
          <a:p>
            <a:pPr>
              <a:spcBef>
                <a:spcPct val="15000"/>
              </a:spcBef>
              <a:spcAft>
                <a:spcPts val="1200"/>
              </a:spcAft>
              <a:buClr>
                <a:srgbClr val="990099"/>
              </a:buClr>
              <a:buSzPct val="50000"/>
              <a:buFont typeface="Wingdings" panose="05000000000000000000" pitchFamily="2" charset="2"/>
              <a:buChar char="p"/>
            </a:pPr>
            <a:r>
              <a:rPr altLang="en-US" b="1" dirty="0" sz="3000" lang="zh-CN">
                <a:solidFill>
                  <a:srgbClr val="000099"/>
                </a:solidFill>
                <a:latin typeface="Times New Roman" panose="02020603050405020304" pitchFamily="18" charset="0"/>
                <a:ea typeface="仿宋_GB2312" pitchFamily="49" charset="-122"/>
              </a:rPr>
              <a:t>三对角矩阵中总共有</a:t>
            </a:r>
            <a:r>
              <a:rPr altLang="zh-CN" b="1" dirty="0" sz="3000" lang="en-US">
                <a:solidFill>
                  <a:srgbClr val="FF3300"/>
                </a:solidFill>
                <a:latin typeface="Times New Roman" panose="02020603050405020304" pitchFamily="18" charset="0"/>
                <a:ea typeface="仿宋_GB2312" pitchFamily="49" charset="-122"/>
              </a:rPr>
              <a:t>3</a:t>
            </a:r>
            <a:r>
              <a:rPr altLang="zh-CN" b="1" dirty="0" sz="3000" i="1" lang="en-US">
                <a:solidFill>
                  <a:srgbClr val="FF3300"/>
                </a:solidFill>
                <a:latin typeface="Times New Roman" panose="02020603050405020304" pitchFamily="18" charset="0"/>
                <a:ea typeface="仿宋_GB2312" pitchFamily="49" charset="-122"/>
              </a:rPr>
              <a:t>n</a:t>
            </a:r>
            <a:r>
              <a:rPr altLang="zh-CN" dirty="0" sz="3000" lang="en-US">
                <a:solidFill>
                  <a:srgbClr val="FF3300"/>
                </a:solidFill>
                <a:latin typeface="Courier New" panose="02070309020205020404" pitchFamily="49" charset="0"/>
                <a:ea typeface="楷体_GB2312" pitchFamily="49" charset="-122"/>
              </a:rPr>
              <a:t>-</a:t>
            </a:r>
            <a:r>
              <a:rPr altLang="zh-CN" b="1" dirty="0" sz="3000" lang="en-US">
                <a:solidFill>
                  <a:srgbClr val="FF3300"/>
                </a:solidFill>
                <a:latin typeface="Times New Roman" panose="02020603050405020304" pitchFamily="18" charset="0"/>
                <a:ea typeface="仿宋_GB2312" pitchFamily="49" charset="-122"/>
              </a:rPr>
              <a:t>2</a:t>
            </a:r>
            <a:r>
              <a:rPr altLang="en-US" b="1" dirty="0" sz="3000" lang="zh-CN">
                <a:solidFill>
                  <a:srgbClr val="000099"/>
                </a:solidFill>
                <a:latin typeface="Times New Roman" panose="02020603050405020304" pitchFamily="18" charset="0"/>
                <a:ea typeface="仿宋_GB2312" pitchFamily="49" charset="-122"/>
              </a:rPr>
              <a:t>个非零元素。</a:t>
            </a:r>
          </a:p>
          <a:p>
            <a:pPr eaLnBrk="1" hangingPunct="1" indent="0" marL="0">
              <a:spcBef>
                <a:spcPct val="15000"/>
              </a:spcBef>
              <a:spcAft>
                <a:spcPts val="1200"/>
              </a:spcAft>
              <a:buClr>
                <a:srgbClr val="990099"/>
              </a:buClr>
              <a:buSzPct val="50000"/>
              <a:buNone/>
            </a:pPr>
            <a:r>
              <a:rPr altLang="en-US" b="1" dirty="0" sz="3000" lang="zh-CN">
                <a:solidFill>
                  <a:srgbClr val="000099"/>
                </a:solidFill>
                <a:latin typeface="华文楷体" panose="02010600040101010101" pitchFamily="2" charset="-122"/>
                <a:ea typeface="华文楷体" panose="02010600040101010101" pitchFamily="2" charset="-122"/>
              </a:rPr>
              <a:t>  只有主对角线及在主对角线上下最临近的两条对角线上的元素外是非</a:t>
            </a:r>
            <a:r>
              <a:rPr altLang="zh-CN" b="1" dirty="0" sz="3000" lang="en-US">
                <a:solidFill>
                  <a:srgbClr val="000099"/>
                </a:solidFill>
                <a:latin typeface="华文楷体" panose="02010600040101010101" pitchFamily="2" charset="-122"/>
                <a:ea typeface="华文楷体" panose="02010600040101010101" pitchFamily="2" charset="-122"/>
              </a:rPr>
              <a:t>0</a:t>
            </a:r>
            <a:r>
              <a:rPr altLang="en-US" b="1" dirty="0" sz="3000" lang="zh-CN">
                <a:solidFill>
                  <a:srgbClr val="000099"/>
                </a:solidFill>
                <a:latin typeface="华文楷体" panose="02010600040101010101" pitchFamily="2" charset="-122"/>
                <a:ea typeface="华文楷体" panose="02010600040101010101" pitchFamily="2" charset="-122"/>
              </a:rPr>
              <a:t>元素。</a:t>
            </a:r>
            <a:endParaRPr altLang="zh-CN" b="1" dirty="0" sz="3000" lang="en-US">
              <a:solidFill>
                <a:srgbClr val="000099"/>
              </a:solidFill>
              <a:latin typeface="华文楷体" panose="02010600040101010101" pitchFamily="2" charset="-122"/>
              <a:ea typeface="华文楷体" panose="02010600040101010101" pitchFamily="2" charset="-122"/>
            </a:endParaRPr>
          </a:p>
          <a:p>
            <a:pPr eaLnBrk="1" hangingPunct="1">
              <a:spcBef>
                <a:spcPct val="15000"/>
              </a:spcBef>
              <a:spcAft>
                <a:spcPts val="1200"/>
              </a:spcAft>
              <a:buClr>
                <a:srgbClr val="990099"/>
              </a:buClr>
              <a:buSzPct val="50000"/>
              <a:buFont typeface="Wingdings" panose="05000000000000000000" pitchFamily="2" charset="2"/>
              <a:buChar char="p"/>
            </a:pPr>
            <a:r>
              <a:rPr altLang="en-US" b="1" dirty="0" sz="3000" lang="zh-CN">
                <a:solidFill>
                  <a:srgbClr val="000099"/>
                </a:solidFill>
                <a:latin typeface="Times New Roman" panose="02020603050405020304" pitchFamily="18" charset="0"/>
                <a:ea typeface="仿宋_GB2312" pitchFamily="49" charset="-122"/>
              </a:rPr>
              <a:t>将三对角矩阵</a:t>
            </a:r>
            <a:r>
              <a:rPr altLang="zh-CN" b="1" dirty="0" sz="3000" lang="en-US">
                <a:solidFill>
                  <a:srgbClr val="000099"/>
                </a:solidFill>
                <a:latin typeface="Times New Roman" panose="02020603050405020304" pitchFamily="18" charset="0"/>
                <a:ea typeface="仿宋_GB2312" pitchFamily="49" charset="-122"/>
              </a:rPr>
              <a:t>A</a:t>
            </a:r>
            <a:r>
              <a:rPr altLang="en-US" b="1" dirty="0" sz="3000" lang="zh-CN">
                <a:solidFill>
                  <a:srgbClr val="000099"/>
                </a:solidFill>
                <a:latin typeface="Times New Roman" panose="02020603050405020304" pitchFamily="18" charset="0"/>
                <a:ea typeface="仿宋_GB2312" pitchFamily="49" charset="-122"/>
              </a:rPr>
              <a:t>中三条对角线上的元素按行存放在一维数组 </a:t>
            </a:r>
            <a:r>
              <a:rPr altLang="zh-CN" b="1" dirty="0" sz="3000" lang="en-US">
                <a:solidFill>
                  <a:srgbClr val="000099"/>
                </a:solidFill>
                <a:latin typeface="Times New Roman" panose="02020603050405020304" pitchFamily="18" charset="0"/>
                <a:ea typeface="仿宋_GB2312" pitchFamily="49" charset="-122"/>
              </a:rPr>
              <a:t>B </a:t>
            </a:r>
            <a:r>
              <a:rPr altLang="en-US" b="1" dirty="0" sz="3000" lang="zh-CN">
                <a:solidFill>
                  <a:srgbClr val="000099"/>
                </a:solidFill>
                <a:latin typeface="Times New Roman" panose="02020603050405020304" pitchFamily="18" charset="0"/>
                <a:ea typeface="仿宋_GB2312" pitchFamily="49" charset="-122"/>
              </a:rPr>
              <a:t>中，且</a:t>
            </a:r>
            <a:r>
              <a:rPr altLang="zh-CN" b="1" dirty="0" sz="3000" i="1" lang="en-US">
                <a:solidFill>
                  <a:srgbClr val="FF3300"/>
                </a:solidFill>
                <a:latin typeface="Times New Roman" panose="02020603050405020304" pitchFamily="18" charset="0"/>
                <a:ea typeface="仿宋_GB2312" pitchFamily="49" charset="-122"/>
              </a:rPr>
              <a:t>a</a:t>
            </a:r>
            <a:r>
              <a:rPr altLang="zh-CN" baseline="-25000" b="1" dirty="0" sz="3000" lang="en-US">
                <a:solidFill>
                  <a:srgbClr val="FF3300"/>
                </a:solidFill>
                <a:latin typeface="Times New Roman" panose="02020603050405020304" pitchFamily="18" charset="0"/>
                <a:ea typeface="仿宋_GB2312" pitchFamily="49" charset="-122"/>
              </a:rPr>
              <a:t>00</a:t>
            </a:r>
            <a:r>
              <a:rPr altLang="en-US" b="1" dirty="0" sz="3000" lang="zh-CN">
                <a:solidFill>
                  <a:srgbClr val="000099"/>
                </a:solidFill>
                <a:latin typeface="Times New Roman" panose="02020603050405020304" pitchFamily="18" charset="0"/>
                <a:ea typeface="仿宋_GB2312" pitchFamily="49" charset="-122"/>
              </a:rPr>
              <a:t>存放于</a:t>
            </a:r>
            <a:r>
              <a:rPr altLang="zh-CN" b="1" dirty="0" sz="3000" lang="en-US">
                <a:solidFill>
                  <a:srgbClr val="FF3300"/>
                </a:solidFill>
                <a:latin typeface="Times New Roman" panose="02020603050405020304" pitchFamily="18" charset="0"/>
                <a:ea typeface="仿宋_GB2312" pitchFamily="49" charset="-122"/>
              </a:rPr>
              <a:t>B[0]</a:t>
            </a:r>
            <a:r>
              <a:rPr altLang="en-US" b="1" dirty="0" sz="3000" lang="zh-CN">
                <a:solidFill>
                  <a:srgbClr val="000099"/>
                </a:solidFill>
                <a:latin typeface="Times New Roman" panose="02020603050405020304" pitchFamily="18" charset="0"/>
                <a:ea typeface="仿宋_GB2312" pitchFamily="49" charset="-122"/>
              </a:rPr>
              <a:t>。</a:t>
            </a:r>
          </a:p>
          <a:p>
            <a:pPr eaLnBrk="1" hangingPunct="1">
              <a:spcBef>
                <a:spcPct val="15000"/>
              </a:spcBef>
              <a:spcAft>
                <a:spcPts val="1200"/>
              </a:spcAft>
              <a:buClr>
                <a:srgbClr val="990099"/>
              </a:buClr>
              <a:buSzPct val="50000"/>
              <a:buFont typeface="Wingdings" panose="05000000000000000000" pitchFamily="2" charset="2"/>
              <a:buChar char="p"/>
            </a:pPr>
            <a:r>
              <a:rPr altLang="en-US" b="1" dirty="0" sz="3000" lang="zh-CN">
                <a:solidFill>
                  <a:srgbClr val="000099"/>
                </a:solidFill>
                <a:latin typeface="Times New Roman" panose="02020603050405020304" pitchFamily="18" charset="0"/>
                <a:ea typeface="仿宋_GB2312" pitchFamily="49" charset="-122"/>
              </a:rPr>
              <a:t>在三条对角线上的元素</a:t>
            </a:r>
            <a:r>
              <a:rPr altLang="zh-CN" b="1" dirty="0" sz="3000" i="1" lang="en-US" err="1">
                <a:solidFill>
                  <a:srgbClr val="FF3300"/>
                </a:solidFill>
                <a:latin typeface="Times New Roman" panose="02020603050405020304" pitchFamily="18" charset="0"/>
                <a:ea typeface="仿宋_GB2312" pitchFamily="49" charset="-122"/>
              </a:rPr>
              <a:t>a</a:t>
            </a:r>
            <a:r>
              <a:rPr altLang="zh-CN" baseline="-25000" b="1" dirty="0" sz="3000" i="1" lang="en-US" err="1">
                <a:solidFill>
                  <a:srgbClr val="FF3300"/>
                </a:solidFill>
                <a:latin typeface="Times New Roman" panose="02020603050405020304" pitchFamily="18" charset="0"/>
                <a:ea typeface="仿宋_GB2312" pitchFamily="49" charset="-122"/>
              </a:rPr>
              <a:t>ij</a:t>
            </a:r>
            <a:r>
              <a:rPr altLang="zh-CN" baseline="-25000" b="1" dirty="0" sz="3000" lang="en-US">
                <a:solidFill>
                  <a:srgbClr val="008080"/>
                </a:solidFill>
                <a:latin typeface="Times New Roman" panose="02020603050405020304" pitchFamily="18" charset="0"/>
                <a:ea typeface="仿宋_GB2312" pitchFamily="49" charset="-122"/>
              </a:rPr>
              <a:t> </a:t>
            </a:r>
            <a:r>
              <a:rPr altLang="zh-CN" b="1" dirty="0" sz="3000" lang="zh-CN">
                <a:solidFill>
                  <a:srgbClr val="000099"/>
                </a:solidFill>
                <a:latin typeface="Times New Roman" panose="02020603050405020304" pitchFamily="18" charset="0"/>
                <a:ea typeface="仿宋_GB2312" pitchFamily="49" charset="-122"/>
              </a:rPr>
              <a:t>满足</a:t>
            </a:r>
            <a:r>
              <a:rPr altLang="zh-CN" b="1" dirty="0" sz="3000" lang="zh-CN">
                <a:solidFill>
                  <a:srgbClr val="008080"/>
                </a:solidFill>
                <a:latin typeface="Times New Roman" panose="02020603050405020304" pitchFamily="18" charset="0"/>
                <a:ea typeface="仿宋_GB2312" pitchFamily="49" charset="-122"/>
              </a:rPr>
              <a:t> </a:t>
            </a:r>
          </a:p>
          <a:p>
            <a:pPr eaLnBrk="1" hangingPunct="1">
              <a:spcBef>
                <a:spcPct val="15000"/>
              </a:spcBef>
              <a:spcAft>
                <a:spcPts val="1200"/>
              </a:spcAft>
              <a:buClr>
                <a:srgbClr val="990099"/>
              </a:buClr>
              <a:buSzPct val="50000"/>
              <a:buFontTx/>
              <a:buNone/>
            </a:pPr>
            <a:r>
              <a:rPr altLang="zh-CN" b="1" dirty="0" sz="3000" lang="zh-CN">
                <a:solidFill>
                  <a:srgbClr val="008080"/>
                </a:solidFill>
                <a:latin typeface="Times New Roman" panose="02020603050405020304" pitchFamily="18" charset="0"/>
                <a:ea typeface="仿宋_GB2312" pitchFamily="49" charset="-122"/>
              </a:rPr>
              <a:t>               </a:t>
            </a:r>
            <a:r>
              <a:rPr altLang="zh-CN" b="1" dirty="0" sz="3000" lang="zh-CN">
                <a:solidFill>
                  <a:srgbClr val="FF3300"/>
                </a:solidFill>
                <a:latin typeface="Times New Roman" panose="02020603050405020304" pitchFamily="18" charset="0"/>
                <a:ea typeface="仿宋_GB2312" pitchFamily="49" charset="-122"/>
              </a:rPr>
              <a:t>0 </a:t>
            </a:r>
            <a:r>
              <a:rPr altLang="zh-CN" b="1" dirty="0" sz="3000" lang="en-US">
                <a:solidFill>
                  <a:srgbClr val="FF3300"/>
                </a:solidFill>
                <a:latin typeface="Times New Roman" panose="02020603050405020304" pitchFamily="18" charset="0"/>
                <a:ea typeface="仿宋_GB2312" pitchFamily="49" charset="-122"/>
                <a:sym typeface="Symbol" panose="05050102010706020507" pitchFamily="18" charset="2"/>
              </a:rPr>
              <a:t></a:t>
            </a:r>
            <a:r>
              <a:rPr altLang="zh-CN" b="1" dirty="0" sz="3000" lang="en-US">
                <a:solidFill>
                  <a:srgbClr val="FF3300"/>
                </a:solidFill>
                <a:latin typeface="Times New Roman" panose="02020603050405020304" pitchFamily="18" charset="0"/>
                <a:ea typeface="仿宋_GB2312" pitchFamily="49" charset="-122"/>
              </a:rPr>
              <a:t> </a:t>
            </a:r>
            <a:r>
              <a:rPr altLang="zh-CN" b="1" dirty="0" sz="3000" i="1" lang="en-US" err="1">
                <a:solidFill>
                  <a:srgbClr val="FF3300"/>
                </a:solidFill>
                <a:latin typeface="Times New Roman" panose="02020603050405020304" pitchFamily="18" charset="0"/>
                <a:ea typeface="仿宋_GB2312" pitchFamily="49" charset="-122"/>
              </a:rPr>
              <a:t>i</a:t>
            </a:r>
            <a:r>
              <a:rPr altLang="zh-CN" b="1" dirty="0" sz="3000" lang="en-US">
                <a:solidFill>
                  <a:srgbClr val="FF3300"/>
                </a:solidFill>
                <a:latin typeface="Times New Roman" panose="02020603050405020304" pitchFamily="18" charset="0"/>
                <a:ea typeface="仿宋_GB2312" pitchFamily="49" charset="-122"/>
              </a:rPr>
              <a:t> </a:t>
            </a:r>
            <a:r>
              <a:rPr altLang="zh-CN" b="1" dirty="0" sz="3000" lang="en-US">
                <a:solidFill>
                  <a:srgbClr val="FF3300"/>
                </a:solidFill>
                <a:latin typeface="Times New Roman" panose="02020603050405020304" pitchFamily="18" charset="0"/>
                <a:ea typeface="仿宋_GB2312" pitchFamily="49" charset="-122"/>
                <a:sym typeface="Symbol" panose="05050102010706020507" pitchFamily="18" charset="2"/>
              </a:rPr>
              <a:t></a:t>
            </a:r>
            <a:r>
              <a:rPr altLang="zh-CN" b="1" dirty="0" sz="3000" lang="en-US">
                <a:solidFill>
                  <a:srgbClr val="FF3300"/>
                </a:solidFill>
                <a:latin typeface="Times New Roman" panose="02020603050405020304" pitchFamily="18" charset="0"/>
                <a:ea typeface="仿宋_GB2312" pitchFamily="49" charset="-122"/>
              </a:rPr>
              <a:t> </a:t>
            </a:r>
            <a:r>
              <a:rPr altLang="zh-CN" b="1" dirty="0" sz="3000" i="1" lang="en-US">
                <a:solidFill>
                  <a:srgbClr val="FF3300"/>
                </a:solidFill>
                <a:latin typeface="Times New Roman" panose="02020603050405020304" pitchFamily="18" charset="0"/>
                <a:ea typeface="仿宋_GB2312" pitchFamily="49" charset="-122"/>
              </a:rPr>
              <a:t>n</a:t>
            </a:r>
            <a:r>
              <a:rPr altLang="zh-CN" dirty="0" sz="3000" lang="en-US">
                <a:solidFill>
                  <a:srgbClr val="FF3300"/>
                </a:solidFill>
                <a:latin typeface="Courier New" panose="02070309020205020404" pitchFamily="49" charset="0"/>
                <a:ea typeface="楷体_GB2312" pitchFamily="49" charset="-122"/>
              </a:rPr>
              <a:t>-</a:t>
            </a:r>
            <a:r>
              <a:rPr altLang="zh-CN" b="1" dirty="0" sz="3000" lang="en-US">
                <a:solidFill>
                  <a:srgbClr val="FF3300"/>
                </a:solidFill>
                <a:latin typeface="Times New Roman" panose="02020603050405020304" pitchFamily="18" charset="0"/>
                <a:ea typeface="仿宋_GB2312" pitchFamily="49" charset="-122"/>
              </a:rPr>
              <a:t>1,    </a:t>
            </a:r>
            <a:r>
              <a:rPr altLang="zh-CN" b="1" dirty="0" sz="3000" i="1" lang="en-US">
                <a:solidFill>
                  <a:srgbClr val="FF3300"/>
                </a:solidFill>
                <a:latin typeface="Times New Roman" panose="02020603050405020304" pitchFamily="18" charset="0"/>
                <a:ea typeface="仿宋_GB2312" pitchFamily="49" charset="-122"/>
              </a:rPr>
              <a:t>i</a:t>
            </a:r>
            <a:r>
              <a:rPr altLang="zh-CN" dirty="0" sz="3000" lang="en-US">
                <a:solidFill>
                  <a:srgbClr val="FF3300"/>
                </a:solidFill>
                <a:latin typeface="Courier New" panose="02070309020205020404" pitchFamily="49" charset="0"/>
                <a:ea typeface="楷体_GB2312" pitchFamily="49" charset="-122"/>
              </a:rPr>
              <a:t>-</a:t>
            </a:r>
            <a:r>
              <a:rPr altLang="zh-CN" b="1" dirty="0" sz="3000" lang="en-US">
                <a:solidFill>
                  <a:srgbClr val="FF3300"/>
                </a:solidFill>
                <a:latin typeface="Times New Roman" panose="02020603050405020304" pitchFamily="18" charset="0"/>
                <a:ea typeface="仿宋_GB2312" pitchFamily="49" charset="-122"/>
              </a:rPr>
              <a:t>1 </a:t>
            </a:r>
            <a:r>
              <a:rPr altLang="zh-CN" b="1" dirty="0" sz="3000" lang="en-US">
                <a:solidFill>
                  <a:srgbClr val="FF3300"/>
                </a:solidFill>
                <a:latin typeface="Times New Roman" panose="02020603050405020304" pitchFamily="18" charset="0"/>
                <a:ea typeface="仿宋_GB2312" pitchFamily="49" charset="-122"/>
                <a:sym typeface="Symbol" panose="05050102010706020507" pitchFamily="18" charset="2"/>
              </a:rPr>
              <a:t></a:t>
            </a:r>
            <a:r>
              <a:rPr altLang="zh-CN" b="1" dirty="0" sz="3000" lang="en-US">
                <a:solidFill>
                  <a:srgbClr val="FF3300"/>
                </a:solidFill>
                <a:latin typeface="Times New Roman" panose="02020603050405020304" pitchFamily="18" charset="0"/>
                <a:ea typeface="仿宋_GB2312" pitchFamily="49" charset="-122"/>
              </a:rPr>
              <a:t> </a:t>
            </a:r>
            <a:r>
              <a:rPr altLang="zh-CN" b="1" dirty="0" sz="3000" i="1" lang="en-US">
                <a:solidFill>
                  <a:srgbClr val="FF3300"/>
                </a:solidFill>
                <a:latin typeface="Times New Roman" panose="02020603050405020304" pitchFamily="18" charset="0"/>
                <a:ea typeface="仿宋_GB2312" pitchFamily="49" charset="-122"/>
              </a:rPr>
              <a:t>j</a:t>
            </a:r>
            <a:r>
              <a:rPr altLang="zh-CN" b="1" dirty="0" sz="3000" lang="en-US">
                <a:solidFill>
                  <a:srgbClr val="FF3300"/>
                </a:solidFill>
                <a:latin typeface="Times New Roman" panose="02020603050405020304" pitchFamily="18" charset="0"/>
                <a:ea typeface="仿宋_GB2312" pitchFamily="49" charset="-122"/>
              </a:rPr>
              <a:t> </a:t>
            </a:r>
            <a:r>
              <a:rPr altLang="zh-CN" b="1" dirty="0" sz="3000" lang="en-US">
                <a:solidFill>
                  <a:srgbClr val="FF3300"/>
                </a:solidFill>
                <a:latin typeface="Times New Roman" panose="02020603050405020304" pitchFamily="18" charset="0"/>
                <a:ea typeface="仿宋_GB2312" pitchFamily="49" charset="-122"/>
                <a:sym typeface="Symbol" panose="05050102010706020507" pitchFamily="18" charset="2"/>
              </a:rPr>
              <a:t></a:t>
            </a:r>
            <a:r>
              <a:rPr altLang="zh-CN" b="1" dirty="0" sz="3000" lang="en-US">
                <a:solidFill>
                  <a:srgbClr val="FF3300"/>
                </a:solidFill>
                <a:latin typeface="Times New Roman" panose="02020603050405020304" pitchFamily="18" charset="0"/>
                <a:ea typeface="仿宋_GB2312" pitchFamily="49" charset="-122"/>
              </a:rPr>
              <a:t> </a:t>
            </a:r>
            <a:r>
              <a:rPr altLang="zh-CN" b="1" dirty="0" sz="3000" i="1" lang="en-US">
                <a:solidFill>
                  <a:srgbClr val="FF3300"/>
                </a:solidFill>
                <a:latin typeface="Times New Roman" panose="02020603050405020304" pitchFamily="18" charset="0"/>
                <a:ea typeface="仿宋_GB2312" pitchFamily="49" charset="-122"/>
              </a:rPr>
              <a:t>i</a:t>
            </a:r>
            <a:r>
              <a:rPr altLang="zh-CN" b="1" dirty="0" sz="3000" lang="en-US">
                <a:solidFill>
                  <a:srgbClr val="FF3300"/>
                </a:solidFill>
                <a:latin typeface="Times New Roman" panose="02020603050405020304" pitchFamily="18" charset="0"/>
                <a:ea typeface="仿宋_GB2312" pitchFamily="49" charset="-122"/>
              </a:rPr>
              <a:t>+1</a:t>
            </a:r>
            <a:endParaRPr altLang="zh-CN" b="1" dirty="0" sz="3000" lang="en-US">
              <a:solidFill>
                <a:srgbClr val="008080"/>
              </a:solidFill>
              <a:latin typeface="Times New Roman" panose="02020603050405020304" pitchFamily="18" charset="0"/>
              <a:ea typeface="仿宋_GB2312" pitchFamily="49" charset="-122"/>
            </a:endParaRPr>
          </a:p>
          <a:p>
            <a:pPr eaLnBrk="1" hangingPunct="1">
              <a:spcBef>
                <a:spcPct val="15000"/>
              </a:spcBef>
              <a:spcAft>
                <a:spcPts val="1200"/>
              </a:spcAft>
              <a:buClr>
                <a:srgbClr val="990099"/>
              </a:buClr>
              <a:buSzPct val="50000"/>
              <a:buFont typeface="Wingdings" panose="05000000000000000000" pitchFamily="2" charset="2"/>
              <a:buChar char="p"/>
            </a:pPr>
            <a:r>
              <a:rPr altLang="en-US" b="1" dirty="0" sz="3000" lang="zh-CN">
                <a:solidFill>
                  <a:srgbClr val="000099"/>
                </a:solidFill>
                <a:latin typeface="Times New Roman" panose="02020603050405020304" pitchFamily="18" charset="0"/>
                <a:ea typeface="仿宋_GB2312" pitchFamily="49" charset="-122"/>
              </a:rPr>
              <a:t>矩阵</a:t>
            </a:r>
            <a:r>
              <a:rPr altLang="zh-CN" b="1" dirty="0" sz="3000" lang="en-US">
                <a:solidFill>
                  <a:srgbClr val="000099"/>
                </a:solidFill>
                <a:latin typeface="Times New Roman" panose="02020603050405020304" pitchFamily="18" charset="0"/>
                <a:ea typeface="仿宋_GB2312" pitchFamily="49" charset="-122"/>
              </a:rPr>
              <a:t>A</a:t>
            </a:r>
            <a:r>
              <a:rPr altLang="en-US" b="1" dirty="0" sz="3000" lang="zh-CN">
                <a:solidFill>
                  <a:srgbClr val="000099"/>
                </a:solidFill>
                <a:latin typeface="Times New Roman" panose="02020603050405020304" pitchFamily="18" charset="0"/>
                <a:ea typeface="仿宋_GB2312" pitchFamily="49" charset="-122"/>
              </a:rPr>
              <a:t>中元素 </a:t>
            </a:r>
            <a:r>
              <a:rPr altLang="zh-CN" b="1" dirty="0" sz="3000" lang="en-US">
                <a:solidFill>
                  <a:srgbClr val="000099"/>
                </a:solidFill>
                <a:latin typeface="Times New Roman" panose="02020603050405020304" pitchFamily="18" charset="0"/>
                <a:ea typeface="仿宋_GB2312" pitchFamily="49" charset="-122"/>
              </a:rPr>
              <a:t>A[</a:t>
            </a:r>
            <a:r>
              <a:rPr altLang="zh-CN" b="1" dirty="0" sz="3000" i="1" lang="en-US" err="1">
                <a:solidFill>
                  <a:srgbClr val="000099"/>
                </a:solidFill>
                <a:latin typeface="Times New Roman" panose="02020603050405020304" pitchFamily="18" charset="0"/>
                <a:ea typeface="仿宋_GB2312" pitchFamily="49" charset="-122"/>
              </a:rPr>
              <a:t>i</a:t>
            </a:r>
            <a:r>
              <a:rPr altLang="zh-CN" b="1" dirty="0" sz="3000" lang="en-US">
                <a:solidFill>
                  <a:srgbClr val="000099"/>
                </a:solidFill>
                <a:latin typeface="Times New Roman" panose="02020603050405020304" pitchFamily="18" charset="0"/>
                <a:ea typeface="仿宋_GB2312" pitchFamily="49" charset="-122"/>
              </a:rPr>
              <a:t>][</a:t>
            </a:r>
            <a:r>
              <a:rPr altLang="zh-CN" b="1" dirty="0" sz="3000" i="1" lang="en-US">
                <a:solidFill>
                  <a:srgbClr val="000099"/>
                </a:solidFill>
                <a:latin typeface="Times New Roman" panose="02020603050405020304" pitchFamily="18" charset="0"/>
                <a:ea typeface="仿宋_GB2312" pitchFamily="49" charset="-122"/>
              </a:rPr>
              <a:t>j</a:t>
            </a:r>
            <a:r>
              <a:rPr altLang="zh-CN" b="1" dirty="0" sz="3000" lang="en-US">
                <a:solidFill>
                  <a:srgbClr val="000099"/>
                </a:solidFill>
                <a:latin typeface="Times New Roman" panose="02020603050405020304" pitchFamily="18" charset="0"/>
                <a:ea typeface="仿宋_GB2312" pitchFamily="49" charset="-122"/>
              </a:rPr>
              <a:t>] </a:t>
            </a:r>
            <a:r>
              <a:rPr altLang="en-US" b="1" dirty="0" sz="3000" lang="zh-CN">
                <a:solidFill>
                  <a:srgbClr val="000099"/>
                </a:solidFill>
                <a:latin typeface="Times New Roman" panose="02020603050405020304" pitchFamily="18" charset="0"/>
                <a:ea typeface="仿宋_GB2312" pitchFamily="49" charset="-122"/>
              </a:rPr>
              <a:t>在 </a:t>
            </a:r>
            <a:r>
              <a:rPr altLang="zh-CN" b="1" dirty="0" sz="3000" lang="en-US">
                <a:solidFill>
                  <a:srgbClr val="000099"/>
                </a:solidFill>
                <a:latin typeface="Times New Roman" panose="02020603050405020304" pitchFamily="18" charset="0"/>
                <a:ea typeface="仿宋_GB2312" pitchFamily="49" charset="-122"/>
              </a:rPr>
              <a:t>B </a:t>
            </a:r>
            <a:r>
              <a:rPr altLang="en-US" b="1" dirty="0" sz="3000" lang="zh-CN">
                <a:solidFill>
                  <a:srgbClr val="000099"/>
                </a:solidFill>
                <a:latin typeface="Times New Roman" panose="02020603050405020304" pitchFamily="18" charset="0"/>
                <a:ea typeface="仿宋_GB2312" pitchFamily="49" charset="-122"/>
              </a:rPr>
              <a:t>中位置为</a:t>
            </a:r>
            <a:r>
              <a:rPr altLang="en-US" b="1" dirty="0" sz="3000" lang="zh-CN">
                <a:solidFill>
                  <a:srgbClr val="008080"/>
                </a:solidFill>
                <a:latin typeface="Times New Roman" panose="02020603050405020304" pitchFamily="18" charset="0"/>
                <a:ea typeface="仿宋_GB2312" pitchFamily="49" charset="-122"/>
              </a:rPr>
              <a:t> </a:t>
            </a:r>
            <a:r>
              <a:rPr altLang="zh-CN" b="1" dirty="0" sz="3000" i="1" lang="en-US">
                <a:solidFill>
                  <a:srgbClr val="FF3300"/>
                </a:solidFill>
                <a:latin typeface="Times New Roman" panose="02020603050405020304" pitchFamily="18" charset="0"/>
                <a:ea typeface="仿宋_GB2312" pitchFamily="49" charset="-122"/>
              </a:rPr>
              <a:t>k</a:t>
            </a:r>
            <a:r>
              <a:rPr altLang="zh-CN" b="1" dirty="0" sz="3000" lang="en-US">
                <a:solidFill>
                  <a:srgbClr val="FF3300"/>
                </a:solidFill>
                <a:latin typeface="Times New Roman" panose="02020603050405020304" pitchFamily="18" charset="0"/>
                <a:ea typeface="仿宋_GB2312" pitchFamily="49" charset="-122"/>
              </a:rPr>
              <a:t> =</a:t>
            </a:r>
            <a:r>
              <a:rPr altLang="zh-CN" b="1" dirty="0" sz="3000" lang="en-US">
                <a:solidFill>
                  <a:srgbClr val="008080"/>
                </a:solidFill>
                <a:latin typeface="Times New Roman" panose="02020603050405020304" pitchFamily="18" charset="0"/>
                <a:ea typeface="仿宋_GB2312" pitchFamily="49" charset="-122"/>
              </a:rPr>
              <a:t> </a:t>
            </a:r>
            <a:r>
              <a:rPr altLang="zh-CN" b="1" dirty="0" sz="3000" lang="en-US">
                <a:solidFill>
                  <a:srgbClr val="FF3300"/>
                </a:solidFill>
                <a:latin typeface="Times New Roman" panose="02020603050405020304" pitchFamily="18" charset="0"/>
                <a:ea typeface="仿宋_GB2312" pitchFamily="49" charset="-122"/>
              </a:rPr>
              <a:t>2*</a:t>
            </a:r>
            <a:r>
              <a:rPr altLang="zh-CN" b="1" dirty="0" sz="3000" i="1" lang="en-US" err="1">
                <a:solidFill>
                  <a:srgbClr val="FF3300"/>
                </a:solidFill>
                <a:latin typeface="Times New Roman" panose="02020603050405020304" pitchFamily="18" charset="0"/>
                <a:ea typeface="仿宋_GB2312" pitchFamily="49" charset="-122"/>
              </a:rPr>
              <a:t>i</a:t>
            </a:r>
            <a:r>
              <a:rPr altLang="zh-CN" b="1" dirty="0" sz="3000" i="1" lang="en-US">
                <a:solidFill>
                  <a:srgbClr val="FF3300"/>
                </a:solidFill>
                <a:latin typeface="Times New Roman" panose="02020603050405020304" pitchFamily="18" charset="0"/>
                <a:ea typeface="仿宋_GB2312" pitchFamily="49" charset="-122"/>
              </a:rPr>
              <a:t> </a:t>
            </a:r>
            <a:r>
              <a:rPr altLang="zh-CN" b="1" dirty="0" sz="3000" lang="en-US">
                <a:solidFill>
                  <a:srgbClr val="FF3300"/>
                </a:solidFill>
                <a:latin typeface="Times New Roman" panose="02020603050405020304" pitchFamily="18" charset="0"/>
                <a:ea typeface="仿宋_GB2312" pitchFamily="49" charset="-122"/>
              </a:rPr>
              <a:t>+ </a:t>
            </a:r>
            <a:r>
              <a:rPr altLang="zh-CN" b="1" dirty="0" sz="3000" i="1" lang="en-US">
                <a:solidFill>
                  <a:srgbClr val="FF3300"/>
                </a:solidFill>
                <a:latin typeface="Times New Roman" panose="02020603050405020304" pitchFamily="18" charset="0"/>
                <a:ea typeface="仿宋_GB2312" pitchFamily="49" charset="-122"/>
              </a:rPr>
              <a:t>j</a:t>
            </a:r>
            <a:r>
              <a:rPr altLang="en-US" b="1" dirty="0" sz="3000" lang="zh-CN">
                <a:solidFill>
                  <a:srgbClr val="000099"/>
                </a:solidFill>
                <a:latin typeface="Times New Roman" panose="02020603050405020304" pitchFamily="18" charset="0"/>
                <a:ea typeface="仿宋_GB2312" pitchFamily="49" charset="-122"/>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212" name=""/>
        <p:cNvGrpSpPr/>
        <p:nvPr/>
      </p:nvGrpSpPr>
      <p:grpSpPr>
        <a:xfrm>
          <a:off x="0" y="0"/>
          <a:ext cx="0" cy="0"/>
          <a:chOff x="0" y="0"/>
          <a:chExt cx="0" cy="0"/>
        </a:xfrm>
      </p:grpSpPr>
      <p:sp>
        <p:nvSpPr>
          <p:cNvPr id="1048907" name="Rectangle 2"/>
          <p:cNvSpPr>
            <a:spLocks noGrp="1" noChangeArrowheads="1"/>
          </p:cNvSpPr>
          <p:nvPr>
            <p:ph idx="1"/>
          </p:nvPr>
        </p:nvSpPr>
        <p:spPr>
          <a:xfrm>
            <a:off x="774700" y="800100"/>
            <a:ext cx="7575550" cy="4953000"/>
          </a:xfrm>
        </p:spPr>
        <p:txBody>
          <a:bodyPr/>
          <a:p>
            <a:pPr eaLnBrk="1" hangingPunct="1">
              <a:lnSpc>
                <a:spcPct val="105000"/>
              </a:lnSpc>
              <a:spcBef>
                <a:spcPct val="15000"/>
              </a:spcBef>
              <a:buClr>
                <a:schemeClr val="tx2"/>
              </a:buClr>
              <a:buSzPct val="50000"/>
            </a:pPr>
            <a:r>
              <a:rPr altLang="en-US" b="1" sz="3000" lang="zh-CN">
                <a:solidFill>
                  <a:srgbClr val="000099"/>
                </a:solidFill>
                <a:latin typeface="Times New Roman" panose="02020603050405020304" pitchFamily="18" charset="0"/>
                <a:ea typeface="仿宋_GB2312" pitchFamily="49" charset="-122"/>
              </a:rPr>
              <a:t>若已知三对角矩阵中某元素 </a:t>
            </a:r>
            <a:r>
              <a:rPr altLang="zh-CN" b="1" sz="3000" lang="en-US">
                <a:solidFill>
                  <a:srgbClr val="FF3300"/>
                </a:solidFill>
                <a:latin typeface="Times New Roman" panose="02020603050405020304" pitchFamily="18" charset="0"/>
                <a:ea typeface="仿宋_GB2312" pitchFamily="49" charset="-122"/>
              </a:rPr>
              <a:t>A[</a:t>
            </a:r>
            <a:r>
              <a:rPr altLang="zh-CN" b="1" sz="3000" i="1" lang="en-US">
                <a:solidFill>
                  <a:srgbClr val="FF3300"/>
                </a:solidFill>
                <a:latin typeface="Times New Roman" panose="02020603050405020304" pitchFamily="18" charset="0"/>
                <a:ea typeface="仿宋_GB2312" pitchFamily="49" charset="-122"/>
              </a:rPr>
              <a:t>i</a:t>
            </a:r>
            <a:r>
              <a:rPr altLang="zh-CN" b="1" sz="3000" lang="en-US">
                <a:solidFill>
                  <a:srgbClr val="FF3300"/>
                </a:solidFill>
                <a:latin typeface="Times New Roman" panose="02020603050405020304" pitchFamily="18" charset="0"/>
                <a:ea typeface="仿宋_GB2312" pitchFamily="49" charset="-122"/>
              </a:rPr>
              <a:t>][</a:t>
            </a:r>
            <a:r>
              <a:rPr altLang="zh-CN" b="1" sz="3000" i="1" lang="en-US">
                <a:solidFill>
                  <a:srgbClr val="FF3300"/>
                </a:solidFill>
                <a:latin typeface="Times New Roman" panose="02020603050405020304" pitchFamily="18" charset="0"/>
                <a:ea typeface="仿宋_GB2312" pitchFamily="49" charset="-122"/>
              </a:rPr>
              <a:t>j</a:t>
            </a:r>
            <a:r>
              <a:rPr altLang="zh-CN" b="1" sz="3000" lang="en-US">
                <a:solidFill>
                  <a:srgbClr val="FF3300"/>
                </a:solidFill>
                <a:latin typeface="Times New Roman" panose="02020603050405020304" pitchFamily="18" charset="0"/>
                <a:ea typeface="仿宋_GB2312" pitchFamily="49" charset="-122"/>
              </a:rPr>
              <a:t>]</a:t>
            </a:r>
            <a:r>
              <a:rPr altLang="zh-CN" b="1" sz="3000" lang="en-US">
                <a:solidFill>
                  <a:srgbClr val="000099"/>
                </a:solidFill>
                <a:latin typeface="Times New Roman" panose="02020603050405020304" pitchFamily="18" charset="0"/>
                <a:ea typeface="仿宋_GB2312" pitchFamily="49" charset="-122"/>
              </a:rPr>
              <a:t> </a:t>
            </a:r>
            <a:r>
              <a:rPr altLang="en-US" b="1" sz="3000" lang="zh-CN">
                <a:solidFill>
                  <a:srgbClr val="000099"/>
                </a:solidFill>
                <a:latin typeface="Times New Roman" panose="02020603050405020304" pitchFamily="18" charset="0"/>
                <a:ea typeface="仿宋_GB2312" pitchFamily="49" charset="-122"/>
              </a:rPr>
              <a:t>在数组 </a:t>
            </a:r>
            <a:r>
              <a:rPr altLang="zh-CN" b="1" sz="3000" lang="en-US">
                <a:solidFill>
                  <a:srgbClr val="000099"/>
                </a:solidFill>
                <a:latin typeface="Times New Roman" panose="02020603050405020304" pitchFamily="18" charset="0"/>
                <a:ea typeface="仿宋_GB2312" pitchFamily="49" charset="-122"/>
              </a:rPr>
              <a:t>B[ ] </a:t>
            </a:r>
            <a:r>
              <a:rPr altLang="en-US" b="1" sz="3000" lang="zh-CN">
                <a:solidFill>
                  <a:srgbClr val="000099"/>
                </a:solidFill>
                <a:latin typeface="Times New Roman" panose="02020603050405020304" pitchFamily="18" charset="0"/>
                <a:ea typeface="仿宋_GB2312" pitchFamily="49" charset="-122"/>
              </a:rPr>
              <a:t>存放于第 </a:t>
            </a:r>
            <a:r>
              <a:rPr altLang="zh-CN" b="1" sz="3000" i="1" lang="en-US">
                <a:solidFill>
                  <a:srgbClr val="FF3300"/>
                </a:solidFill>
                <a:latin typeface="Times New Roman" panose="02020603050405020304" pitchFamily="18" charset="0"/>
                <a:ea typeface="仿宋_GB2312" pitchFamily="49" charset="-122"/>
              </a:rPr>
              <a:t>k</a:t>
            </a:r>
            <a:r>
              <a:rPr altLang="zh-CN" b="1" sz="3000" lang="en-US">
                <a:solidFill>
                  <a:srgbClr val="000099"/>
                </a:solidFill>
                <a:latin typeface="Times New Roman" panose="02020603050405020304" pitchFamily="18" charset="0"/>
                <a:ea typeface="仿宋_GB2312" pitchFamily="49" charset="-122"/>
              </a:rPr>
              <a:t> </a:t>
            </a:r>
            <a:r>
              <a:rPr altLang="en-US" b="1" sz="3000" lang="zh-CN">
                <a:solidFill>
                  <a:srgbClr val="000099"/>
                </a:solidFill>
                <a:latin typeface="Times New Roman" panose="02020603050405020304" pitchFamily="18" charset="0"/>
                <a:ea typeface="仿宋_GB2312" pitchFamily="49" charset="-122"/>
              </a:rPr>
              <a:t>个位置，则有</a:t>
            </a:r>
          </a:p>
          <a:p>
            <a:pPr eaLnBrk="1" hangingPunct="1">
              <a:lnSpc>
                <a:spcPct val="105000"/>
              </a:lnSpc>
              <a:spcBef>
                <a:spcPct val="15000"/>
              </a:spcBef>
              <a:buClr>
                <a:schemeClr val="tx2"/>
              </a:buClr>
              <a:buSzPct val="50000"/>
              <a:buFontTx/>
              <a:buNone/>
            </a:pPr>
            <a:r>
              <a:rPr altLang="en-US" b="1" sz="3000" lang="zh-CN">
                <a:solidFill>
                  <a:srgbClr val="FF6600"/>
                </a:solidFill>
                <a:latin typeface="Times New Roman" panose="02020603050405020304" pitchFamily="18" charset="0"/>
                <a:ea typeface="仿宋_GB2312" pitchFamily="49" charset="-122"/>
              </a:rPr>
              <a:t>            </a:t>
            </a:r>
            <a:r>
              <a:rPr altLang="zh-CN" b="1" sz="3000" i="1" lang="en-US">
                <a:solidFill>
                  <a:srgbClr val="FF6600"/>
                </a:solidFill>
                <a:latin typeface="Times New Roman" panose="02020603050405020304" pitchFamily="18" charset="0"/>
                <a:ea typeface="仿宋_GB2312" pitchFamily="49" charset="-122"/>
              </a:rPr>
              <a:t>i</a:t>
            </a:r>
            <a:r>
              <a:rPr altLang="zh-CN" b="1" sz="3000" lang="en-US">
                <a:solidFill>
                  <a:srgbClr val="FF6600"/>
                </a:solidFill>
                <a:latin typeface="Times New Roman" panose="02020603050405020304" pitchFamily="18" charset="0"/>
                <a:ea typeface="仿宋_GB2312" pitchFamily="49" charset="-122"/>
              </a:rPr>
              <a:t> = </a:t>
            </a:r>
            <a:r>
              <a:rPr altLang="zh-CN" b="1" sz="3000" lang="en-US">
                <a:solidFill>
                  <a:srgbClr val="FF6600"/>
                </a:solidFill>
                <a:latin typeface="Times New Roman" panose="02020603050405020304" pitchFamily="18" charset="0"/>
                <a:ea typeface="仿宋_GB2312" pitchFamily="49" charset="-122"/>
                <a:sym typeface="Symbol" panose="05050102010706020507" pitchFamily="18" charset="2"/>
              </a:rPr>
              <a:t>(</a:t>
            </a:r>
            <a:r>
              <a:rPr altLang="zh-CN" b="1" sz="3000" i="1" lang="en-US">
                <a:solidFill>
                  <a:srgbClr val="FF6600"/>
                </a:solidFill>
                <a:latin typeface="Times New Roman" panose="02020603050405020304" pitchFamily="18" charset="0"/>
                <a:ea typeface="仿宋_GB2312" pitchFamily="49" charset="-122"/>
                <a:sym typeface="Symbol" panose="05050102010706020507" pitchFamily="18" charset="2"/>
              </a:rPr>
              <a:t>k</a:t>
            </a:r>
            <a:r>
              <a:rPr altLang="zh-CN" b="1" sz="3000" lang="en-US">
                <a:solidFill>
                  <a:srgbClr val="FF6600"/>
                </a:solidFill>
                <a:latin typeface="Times New Roman" panose="02020603050405020304" pitchFamily="18" charset="0"/>
                <a:ea typeface="仿宋_GB2312" pitchFamily="49" charset="-122"/>
                <a:sym typeface="Symbol" panose="05050102010706020507" pitchFamily="18" charset="2"/>
              </a:rPr>
              <a:t> + 1) / 3</a:t>
            </a:r>
          </a:p>
          <a:p>
            <a:pPr eaLnBrk="1" hangingPunct="1">
              <a:lnSpc>
                <a:spcPct val="105000"/>
              </a:lnSpc>
              <a:spcBef>
                <a:spcPct val="15000"/>
              </a:spcBef>
              <a:buClr>
                <a:schemeClr val="tx2"/>
              </a:buClr>
              <a:buSzPct val="50000"/>
              <a:buFontTx/>
              <a:buNone/>
            </a:pPr>
            <a:r>
              <a:rPr altLang="zh-CN" b="1" sz="3000" lang="en-US">
                <a:solidFill>
                  <a:srgbClr val="FF6600"/>
                </a:solidFill>
                <a:latin typeface="Times New Roman" panose="02020603050405020304" pitchFamily="18" charset="0"/>
                <a:ea typeface="仿宋_GB2312" pitchFamily="49" charset="-122"/>
                <a:sym typeface="Symbol" panose="05050102010706020507" pitchFamily="18" charset="2"/>
              </a:rPr>
              <a:t>            </a:t>
            </a:r>
            <a:r>
              <a:rPr altLang="zh-CN" b="1" sz="3000" i="1" lang="en-US">
                <a:solidFill>
                  <a:srgbClr val="FF6600"/>
                </a:solidFill>
                <a:latin typeface="Times New Roman" panose="02020603050405020304" pitchFamily="18" charset="0"/>
                <a:ea typeface="仿宋_GB2312" pitchFamily="49" charset="-122"/>
                <a:sym typeface="Symbol" panose="05050102010706020507" pitchFamily="18" charset="2"/>
              </a:rPr>
              <a:t>j</a:t>
            </a:r>
            <a:r>
              <a:rPr altLang="zh-CN" b="1" sz="3000" lang="en-US">
                <a:solidFill>
                  <a:srgbClr val="FF6600"/>
                </a:solidFill>
                <a:latin typeface="Times New Roman" panose="02020603050405020304" pitchFamily="18" charset="0"/>
                <a:ea typeface="仿宋_GB2312" pitchFamily="49" charset="-122"/>
                <a:sym typeface="Symbol" panose="05050102010706020507" pitchFamily="18" charset="2"/>
              </a:rPr>
              <a:t> = </a:t>
            </a:r>
            <a:r>
              <a:rPr altLang="zh-CN" b="1" sz="3000" i="1" lang="en-US">
                <a:solidFill>
                  <a:srgbClr val="FF6600"/>
                </a:solidFill>
                <a:latin typeface="Times New Roman" panose="02020603050405020304" pitchFamily="18" charset="0"/>
                <a:ea typeface="仿宋_GB2312" pitchFamily="49" charset="-122"/>
                <a:sym typeface="Symbol" panose="05050102010706020507" pitchFamily="18" charset="2"/>
              </a:rPr>
              <a:t>k</a:t>
            </a:r>
            <a:r>
              <a:rPr altLang="zh-CN" b="1" sz="3000" lang="en-US">
                <a:solidFill>
                  <a:srgbClr val="FF6600"/>
                </a:solidFill>
                <a:latin typeface="Times New Roman" panose="02020603050405020304" pitchFamily="18" charset="0"/>
                <a:ea typeface="仿宋_GB2312" pitchFamily="49" charset="-122"/>
                <a:sym typeface="Symbol" panose="05050102010706020507" pitchFamily="18" charset="2"/>
              </a:rPr>
              <a:t> </a:t>
            </a:r>
            <a:r>
              <a:rPr altLang="zh-CN" b="1" sz="3000" lang="en-US">
                <a:solidFill>
                  <a:srgbClr val="FF6600"/>
                </a:solidFill>
                <a:latin typeface="Times New Roman" panose="02020603050405020304" pitchFamily="18" charset="0"/>
                <a:ea typeface="楷体_GB2312" pitchFamily="49" charset="-122"/>
                <a:sym typeface="Symbol" panose="05050102010706020507" pitchFamily="18" charset="2"/>
              </a:rPr>
              <a:t>-</a:t>
            </a:r>
            <a:r>
              <a:rPr altLang="zh-CN" b="1" sz="3000" lang="en-US">
                <a:solidFill>
                  <a:srgbClr val="FF6600"/>
                </a:solidFill>
                <a:latin typeface="Times New Roman" panose="02020603050405020304" pitchFamily="18" charset="0"/>
                <a:ea typeface="仿宋_GB2312" pitchFamily="49" charset="-122"/>
                <a:sym typeface="Symbol" panose="05050102010706020507" pitchFamily="18" charset="2"/>
              </a:rPr>
              <a:t> 2 *</a:t>
            </a:r>
            <a:r>
              <a:rPr altLang="zh-CN" b="1" sz="3000" i="1" lang="en-US">
                <a:solidFill>
                  <a:srgbClr val="FF6600"/>
                </a:solidFill>
                <a:latin typeface="Times New Roman" panose="02020603050405020304" pitchFamily="18" charset="0"/>
                <a:ea typeface="仿宋_GB2312" pitchFamily="49" charset="-122"/>
                <a:sym typeface="Symbol" panose="05050102010706020507" pitchFamily="18" charset="2"/>
              </a:rPr>
              <a:t> i</a:t>
            </a:r>
          </a:p>
          <a:p>
            <a:pPr eaLnBrk="1" hangingPunct="1">
              <a:lnSpc>
                <a:spcPct val="105000"/>
              </a:lnSpc>
              <a:spcBef>
                <a:spcPct val="15000"/>
              </a:spcBef>
              <a:buClr>
                <a:schemeClr val="tx2"/>
              </a:buClr>
              <a:buSzPct val="50000"/>
            </a:pPr>
            <a:r>
              <a:rPr altLang="en-US" b="1" sz="3000" lang="zh-CN">
                <a:solidFill>
                  <a:srgbClr val="000099"/>
                </a:solidFill>
                <a:latin typeface="Times New Roman" panose="02020603050405020304" pitchFamily="18" charset="0"/>
                <a:ea typeface="仿宋_GB2312" pitchFamily="49" charset="-122"/>
              </a:rPr>
              <a:t>例如，当 </a:t>
            </a:r>
            <a:r>
              <a:rPr altLang="zh-CN" b="1" sz="3000" i="1" lang="en-US">
                <a:solidFill>
                  <a:srgbClr val="000099"/>
                </a:solidFill>
                <a:latin typeface="Times New Roman" panose="02020603050405020304" pitchFamily="18" charset="0"/>
                <a:ea typeface="仿宋_GB2312" pitchFamily="49" charset="-122"/>
              </a:rPr>
              <a:t>k</a:t>
            </a:r>
            <a:r>
              <a:rPr altLang="zh-CN" b="1" sz="3000" lang="en-US">
                <a:solidFill>
                  <a:srgbClr val="000099"/>
                </a:solidFill>
                <a:latin typeface="Times New Roman" panose="02020603050405020304" pitchFamily="18" charset="0"/>
                <a:ea typeface="仿宋_GB2312" pitchFamily="49" charset="-122"/>
              </a:rPr>
              <a:t> = 8 </a:t>
            </a:r>
            <a:r>
              <a:rPr altLang="en-US" b="1" sz="3000" lang="zh-CN">
                <a:solidFill>
                  <a:srgbClr val="000099"/>
                </a:solidFill>
                <a:latin typeface="Times New Roman" panose="02020603050405020304" pitchFamily="18" charset="0"/>
                <a:ea typeface="仿宋_GB2312" pitchFamily="49" charset="-122"/>
              </a:rPr>
              <a:t>时，</a:t>
            </a:r>
          </a:p>
          <a:p>
            <a:pPr eaLnBrk="1" hangingPunct="1">
              <a:lnSpc>
                <a:spcPct val="105000"/>
              </a:lnSpc>
              <a:spcBef>
                <a:spcPct val="15000"/>
              </a:spcBef>
              <a:buClr>
                <a:schemeClr val="tx2"/>
              </a:buClr>
              <a:buSzPct val="50000"/>
              <a:buFontTx/>
              <a:buNone/>
            </a:pPr>
            <a:r>
              <a:rPr altLang="en-US" b="1" sz="3000" lang="zh-CN">
                <a:solidFill>
                  <a:srgbClr val="FF6600"/>
                </a:solidFill>
                <a:latin typeface="Times New Roman" panose="02020603050405020304" pitchFamily="18" charset="0"/>
                <a:ea typeface="仿宋_GB2312" pitchFamily="49" charset="-122"/>
              </a:rPr>
              <a:t>            </a:t>
            </a:r>
            <a:r>
              <a:rPr altLang="zh-CN" b="1" sz="3000" i="1" lang="en-US">
                <a:solidFill>
                  <a:srgbClr val="FF6600"/>
                </a:solidFill>
                <a:latin typeface="Times New Roman" panose="02020603050405020304" pitchFamily="18" charset="0"/>
                <a:ea typeface="仿宋_GB2312" pitchFamily="49" charset="-122"/>
              </a:rPr>
              <a:t>i</a:t>
            </a:r>
            <a:r>
              <a:rPr altLang="zh-CN" b="1" sz="3000" lang="en-US">
                <a:solidFill>
                  <a:srgbClr val="FF6600"/>
                </a:solidFill>
                <a:latin typeface="Times New Roman" panose="02020603050405020304" pitchFamily="18" charset="0"/>
                <a:ea typeface="仿宋_GB2312" pitchFamily="49" charset="-122"/>
              </a:rPr>
              <a:t> = </a:t>
            </a:r>
            <a:r>
              <a:rPr altLang="zh-CN" b="1" sz="3000" lang="en-US">
                <a:solidFill>
                  <a:srgbClr val="FF6600"/>
                </a:solidFill>
                <a:latin typeface="Times New Roman" panose="02020603050405020304" pitchFamily="18" charset="0"/>
                <a:ea typeface="仿宋_GB2312" pitchFamily="49" charset="-122"/>
                <a:sym typeface="Symbol" panose="05050102010706020507" pitchFamily="18" charset="2"/>
              </a:rPr>
              <a:t>(8+1) / 3 = 3,  </a:t>
            </a:r>
            <a:r>
              <a:rPr altLang="zh-CN" b="1" sz="3000" i="1" lang="en-US">
                <a:solidFill>
                  <a:srgbClr val="FF6600"/>
                </a:solidFill>
                <a:latin typeface="Times New Roman" panose="02020603050405020304" pitchFamily="18" charset="0"/>
                <a:ea typeface="仿宋_GB2312" pitchFamily="49" charset="-122"/>
                <a:sym typeface="Symbol" panose="05050102010706020507" pitchFamily="18" charset="2"/>
              </a:rPr>
              <a:t>j</a:t>
            </a:r>
            <a:r>
              <a:rPr altLang="zh-CN" b="1" sz="3000" lang="en-US">
                <a:solidFill>
                  <a:srgbClr val="FF6600"/>
                </a:solidFill>
                <a:latin typeface="Times New Roman" panose="02020603050405020304" pitchFamily="18" charset="0"/>
                <a:ea typeface="仿宋_GB2312" pitchFamily="49" charset="-122"/>
                <a:sym typeface="Symbol" panose="05050102010706020507" pitchFamily="18" charset="2"/>
              </a:rPr>
              <a:t> = 8 </a:t>
            </a:r>
            <a:r>
              <a:rPr altLang="zh-CN" b="1" sz="3000" lang="en-US">
                <a:solidFill>
                  <a:srgbClr val="FF6600"/>
                </a:solidFill>
                <a:latin typeface="Times New Roman" panose="02020603050405020304" pitchFamily="18" charset="0"/>
                <a:ea typeface="楷体_GB2312" pitchFamily="49" charset="-122"/>
                <a:sym typeface="Symbol" panose="05050102010706020507" pitchFamily="18" charset="2"/>
              </a:rPr>
              <a:t>-</a:t>
            </a:r>
            <a:r>
              <a:rPr altLang="zh-CN" b="1" sz="3000" lang="en-US">
                <a:solidFill>
                  <a:srgbClr val="FF6600"/>
                </a:solidFill>
                <a:latin typeface="Times New Roman" panose="02020603050405020304" pitchFamily="18" charset="0"/>
                <a:ea typeface="仿宋_GB2312" pitchFamily="49" charset="-122"/>
                <a:sym typeface="Symbol" panose="05050102010706020507" pitchFamily="18" charset="2"/>
              </a:rPr>
              <a:t> 2*3 = 2</a:t>
            </a:r>
          </a:p>
          <a:p>
            <a:pPr eaLnBrk="1" hangingPunct="1">
              <a:lnSpc>
                <a:spcPct val="105000"/>
              </a:lnSpc>
              <a:spcBef>
                <a:spcPct val="15000"/>
              </a:spcBef>
              <a:buClr>
                <a:schemeClr val="tx2"/>
              </a:buClr>
              <a:buSzPct val="50000"/>
              <a:buFontTx/>
              <a:buNone/>
            </a:pPr>
            <a:r>
              <a:rPr altLang="zh-CN" b="1" sz="3000" lang="en-US">
                <a:solidFill>
                  <a:srgbClr val="000099"/>
                </a:solidFill>
                <a:latin typeface="Times New Roman" panose="02020603050405020304" pitchFamily="18" charset="0"/>
                <a:ea typeface="仿宋_GB2312" pitchFamily="49" charset="-122"/>
              </a:rPr>
              <a:t>    </a:t>
            </a:r>
            <a:r>
              <a:rPr altLang="zh-CN" b="1" sz="3000" lang="zh-CN">
                <a:solidFill>
                  <a:srgbClr val="000099"/>
                </a:solidFill>
                <a:latin typeface="Times New Roman" panose="02020603050405020304" pitchFamily="18" charset="0"/>
                <a:ea typeface="仿宋_GB2312" pitchFamily="49" charset="-122"/>
              </a:rPr>
              <a:t>当 </a:t>
            </a:r>
            <a:r>
              <a:rPr altLang="zh-CN" b="1" sz="3000" lang="en-US">
                <a:solidFill>
                  <a:srgbClr val="000099"/>
                </a:solidFill>
                <a:latin typeface="Times New Roman" panose="02020603050405020304" pitchFamily="18" charset="0"/>
                <a:ea typeface="仿宋_GB2312" pitchFamily="49" charset="-122"/>
              </a:rPr>
              <a:t>k = 10 </a:t>
            </a:r>
            <a:r>
              <a:rPr altLang="zh-CN" b="1" sz="3000" lang="zh-CN">
                <a:solidFill>
                  <a:srgbClr val="000099"/>
                </a:solidFill>
                <a:latin typeface="Times New Roman" panose="02020603050405020304" pitchFamily="18" charset="0"/>
                <a:ea typeface="仿宋_GB2312" pitchFamily="49" charset="-122"/>
              </a:rPr>
              <a:t>时，</a:t>
            </a:r>
          </a:p>
          <a:p>
            <a:pPr eaLnBrk="1" hangingPunct="1">
              <a:lnSpc>
                <a:spcPct val="105000"/>
              </a:lnSpc>
              <a:spcBef>
                <a:spcPct val="15000"/>
              </a:spcBef>
              <a:buClr>
                <a:schemeClr val="tx2"/>
              </a:buClr>
              <a:buSzPct val="50000"/>
              <a:buFontTx/>
              <a:buNone/>
            </a:pPr>
            <a:r>
              <a:rPr altLang="zh-CN" b="1" sz="3000" lang="zh-CN">
                <a:solidFill>
                  <a:srgbClr val="FF6600"/>
                </a:solidFill>
                <a:latin typeface="Times New Roman" panose="02020603050405020304" pitchFamily="18" charset="0"/>
                <a:ea typeface="仿宋_GB2312" pitchFamily="49" charset="-122"/>
              </a:rPr>
              <a:t>            </a:t>
            </a:r>
            <a:r>
              <a:rPr altLang="zh-CN" b="1" sz="3000" i="1" lang="en-US">
                <a:solidFill>
                  <a:srgbClr val="FF6600"/>
                </a:solidFill>
                <a:latin typeface="Times New Roman" panose="02020603050405020304" pitchFamily="18" charset="0"/>
                <a:ea typeface="仿宋_GB2312" pitchFamily="49" charset="-122"/>
              </a:rPr>
              <a:t>i</a:t>
            </a:r>
            <a:r>
              <a:rPr altLang="zh-CN" b="1" sz="3000" lang="en-US">
                <a:solidFill>
                  <a:srgbClr val="FF6600"/>
                </a:solidFill>
                <a:latin typeface="Times New Roman" panose="02020603050405020304" pitchFamily="18" charset="0"/>
                <a:ea typeface="仿宋_GB2312" pitchFamily="49" charset="-122"/>
              </a:rPr>
              <a:t> = </a:t>
            </a:r>
            <a:r>
              <a:rPr altLang="zh-CN" b="1" sz="3000" lang="en-US">
                <a:solidFill>
                  <a:srgbClr val="FF6600"/>
                </a:solidFill>
                <a:latin typeface="Times New Roman" panose="02020603050405020304" pitchFamily="18" charset="0"/>
                <a:ea typeface="仿宋_GB2312" pitchFamily="49" charset="-122"/>
                <a:sym typeface="Symbol" panose="05050102010706020507" pitchFamily="18" charset="2"/>
              </a:rPr>
              <a:t>(10+1) / 3 = 3,  </a:t>
            </a:r>
            <a:r>
              <a:rPr altLang="zh-CN" b="1" sz="3000" i="1" lang="en-US">
                <a:solidFill>
                  <a:srgbClr val="FF6600"/>
                </a:solidFill>
                <a:latin typeface="Times New Roman" panose="02020603050405020304" pitchFamily="18" charset="0"/>
                <a:ea typeface="仿宋_GB2312" pitchFamily="49" charset="-122"/>
                <a:sym typeface="Symbol" panose="05050102010706020507" pitchFamily="18" charset="2"/>
              </a:rPr>
              <a:t>j</a:t>
            </a:r>
            <a:r>
              <a:rPr altLang="zh-CN" b="1" sz="3000" lang="en-US">
                <a:solidFill>
                  <a:srgbClr val="FF6600"/>
                </a:solidFill>
                <a:latin typeface="Times New Roman" panose="02020603050405020304" pitchFamily="18" charset="0"/>
                <a:ea typeface="仿宋_GB2312" pitchFamily="49" charset="-122"/>
                <a:sym typeface="Symbol" panose="05050102010706020507" pitchFamily="18" charset="2"/>
              </a:rPr>
              <a:t> = 10 </a:t>
            </a:r>
            <a:r>
              <a:rPr altLang="zh-CN" b="1" sz="3000" lang="en-US">
                <a:solidFill>
                  <a:srgbClr val="FF6600"/>
                </a:solidFill>
                <a:latin typeface="Times New Roman" panose="02020603050405020304" pitchFamily="18" charset="0"/>
                <a:ea typeface="楷体_GB2312" pitchFamily="49" charset="-122"/>
                <a:sym typeface="Symbol" panose="05050102010706020507" pitchFamily="18" charset="2"/>
              </a:rPr>
              <a:t>-</a:t>
            </a:r>
            <a:r>
              <a:rPr altLang="zh-CN" b="1" sz="3000" lang="en-US">
                <a:solidFill>
                  <a:srgbClr val="FF6600"/>
                </a:solidFill>
                <a:latin typeface="Times New Roman" panose="02020603050405020304" pitchFamily="18" charset="0"/>
                <a:ea typeface="仿宋_GB2312" pitchFamily="49" charset="-122"/>
                <a:sym typeface="Symbol" panose="05050102010706020507" pitchFamily="18" charset="2"/>
              </a:rPr>
              <a:t> 2*3 = 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213" name=""/>
        <p:cNvGrpSpPr/>
        <p:nvPr/>
      </p:nvGrpSpPr>
      <p:grpSpPr>
        <a:xfrm>
          <a:off x="0" y="0"/>
          <a:ext cx="0" cy="0"/>
          <a:chOff x="0" y="0"/>
          <a:chExt cx="0" cy="0"/>
        </a:xfrm>
      </p:grpSpPr>
      <p:graphicFrame>
        <p:nvGraphicFramePr>
          <p:cNvPr id="4194318" name="Object 2"/>
          <p:cNvGraphicFramePr>
            <a:graphicFrameLocks noChangeAspect="1"/>
          </p:cNvGraphicFramePr>
          <p:nvPr/>
        </p:nvGraphicFramePr>
        <p:xfrm>
          <a:off x="1208090" y="1416050"/>
          <a:ext cx="6161087" cy="3214688"/>
        </p:xfrm>
        <a:graphic>
          <a:graphicData uri="http://schemas.openxmlformats.org/presentationml/2006/ole">
            <mc:AlternateContent xmlns:mc="http://schemas.openxmlformats.org/markup-compatibility/2006">
              <mc:Choice xmlns:v="urn:schemas-microsoft-com:vml" Requires="v">
                <p:oleObj name="公式" r:id="rId1" spid="_x0000_s10282" imgH="1224186" imgW="2357464" progId="Equation.3">
                  <p:embed/>
                </p:oleObj>
              </mc:Choice>
              <mc:Fallback>
                <p:oleObj name="公式" r:id="rId1" spid="" imgH="1224186" imgW="2357464" progId="Equation.3">
                  <p:embed/>
                  <p:pic>
                    <p:nvPicPr>
                      <p:cNvPr id="2097183" name="Object 2"/>
                      <p:cNvPicPr>
                        <a:picLocks noChangeAspect="1" noChangeArrowheads="1"/>
                      </p:cNvPicPr>
                      <p:nvPr/>
                    </p:nvPicPr>
                    <p:blipFill>
                      <a:blip xmlns:r="http://schemas.openxmlformats.org/officeDocument/2006/relationships" r:embed="rId2"/>
                      <a:srcRect/>
                      <a:stretch>
                        <a:fillRect/>
                      </a:stretch>
                    </p:blipFill>
                    <p:spPr bwMode="auto">
                      <a:xfrm>
                        <a:off x="1208090" y="1416050"/>
                        <a:ext cx="6161087" cy="3214688"/>
                      </a:xfrm>
                      <a:prstGeom prst="rect"/>
                      <a:noFill/>
                      <a:ln>
                        <a:noFill/>
                      </a:ln>
                      <a:effectLst/>
                    </p:spPr>
                  </p:pic>
                </p:oleObj>
              </mc:Fallback>
            </mc:AlternateContent>
          </a:graphicData>
        </a:graphic>
      </p:graphicFrame>
      <p:sp>
        <p:nvSpPr>
          <p:cNvPr id="1048908" name="Rectangle 3"/>
          <p:cNvSpPr>
            <a:spLocks noGrp="1" noChangeArrowheads="1"/>
          </p:cNvSpPr>
          <p:nvPr>
            <p:ph type="title"/>
          </p:nvPr>
        </p:nvSpPr>
        <p:spPr>
          <a:xfrm>
            <a:off x="931863" y="404815"/>
            <a:ext cx="7404100" cy="828675"/>
          </a:xfrm>
        </p:spPr>
        <p:txBody>
          <a:bodyPr/>
          <a:p>
            <a:pPr eaLnBrk="1" hangingPunct="1"/>
            <a:r>
              <a:rPr altLang="en-US" b="1" lang="zh-CN">
                <a:solidFill>
                  <a:srgbClr val="CC0000"/>
                </a:solidFill>
                <a:latin typeface="华文新魏" panose="02010800040101010101" pitchFamily="2" charset="-122"/>
                <a:ea typeface="华文新魏" panose="02010800040101010101" pitchFamily="2" charset="-122"/>
              </a:rPr>
              <a:t>稀疏矩阵 </a:t>
            </a:r>
            <a:r>
              <a:rPr altLang="zh-CN" b="1" lang="en-US">
                <a:solidFill>
                  <a:srgbClr val="CC0000"/>
                </a:solidFill>
                <a:latin typeface="华文新魏" panose="02010800040101010101" pitchFamily="2" charset="-122"/>
                <a:ea typeface="华文新魏" panose="02010800040101010101" pitchFamily="2" charset="-122"/>
              </a:rPr>
              <a:t>(Sparse Matrix)</a:t>
            </a:r>
            <a:endParaRPr altLang="zh-CN" sz="4800" lang="en-US">
              <a:latin typeface="华文新魏" panose="02010800040101010101" pitchFamily="2" charset="-122"/>
              <a:ea typeface="华文新魏" panose="02010800040101010101" pitchFamily="2" charset="-122"/>
            </a:endParaRPr>
          </a:p>
        </p:txBody>
      </p:sp>
      <p:sp>
        <p:nvSpPr>
          <p:cNvPr id="1048909" name="Rectangle 4"/>
          <p:cNvSpPr>
            <a:spLocks noChangeArrowheads="1"/>
          </p:cNvSpPr>
          <p:nvPr/>
        </p:nvSpPr>
        <p:spPr bwMode="auto">
          <a:xfrm>
            <a:off x="692152" y="4799015"/>
            <a:ext cx="7870825" cy="1463675"/>
          </a:xfrm>
          <a:prstGeom prst="rect"/>
          <a:noFill/>
          <a:ln>
            <a:noFill/>
          </a:ln>
        </p:spPr>
        <p:txBody>
          <a:bodyPr>
            <a:spAutoFit/>
          </a:bodyPr>
          <a:lstStyle>
            <a:lvl1pPr indent="-342900" marL="342900">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
                <a:srgbClr val="990099"/>
              </a:buClr>
              <a:buSzPct val="50000"/>
              <a:buFont typeface="Wingdings" panose="05000000000000000000" pitchFamily="2" charset="2"/>
              <a:buChar char="n"/>
            </a:pPr>
            <a:r>
              <a:rPr altLang="en-US" b="1" sz="3000" kumimoji="1" lang="zh-CN">
                <a:latin typeface="Times New Roman" panose="02020603050405020304" pitchFamily="18" charset="0"/>
                <a:ea typeface="仿宋_GB2312" pitchFamily="49" charset="-122"/>
              </a:rPr>
              <a:t>设矩阵 </a:t>
            </a:r>
            <a:r>
              <a:rPr altLang="zh-CN" b="1" sz="3000" kumimoji="1" lang="en-US">
                <a:latin typeface="Times New Roman" panose="02020603050405020304" pitchFamily="18" charset="0"/>
                <a:ea typeface="仿宋_GB2312" pitchFamily="49" charset="-122"/>
              </a:rPr>
              <a:t>A </a:t>
            </a:r>
            <a:r>
              <a:rPr altLang="en-US" b="1" sz="3000" kumimoji="1" lang="zh-CN">
                <a:latin typeface="Times New Roman" panose="02020603050405020304" pitchFamily="18" charset="0"/>
                <a:ea typeface="仿宋_GB2312" pitchFamily="49" charset="-122"/>
              </a:rPr>
              <a:t>中有 </a:t>
            </a:r>
            <a:r>
              <a:rPr altLang="zh-CN" b="1" sz="3000" kumimoji="1" lang="en-US">
                <a:latin typeface="Times New Roman" panose="02020603050405020304" pitchFamily="18" charset="0"/>
                <a:ea typeface="仿宋_GB2312" pitchFamily="49" charset="-122"/>
              </a:rPr>
              <a:t>s </a:t>
            </a:r>
            <a:r>
              <a:rPr altLang="en-US" b="1" sz="3000" kumimoji="1" lang="zh-CN">
                <a:latin typeface="Times New Roman" panose="02020603050405020304" pitchFamily="18" charset="0"/>
                <a:ea typeface="仿宋_GB2312" pitchFamily="49" charset="-122"/>
              </a:rPr>
              <a:t>个非零元素，</a:t>
            </a:r>
            <a:r>
              <a:rPr altLang="en-US" b="1" sz="3000" kumimoji="1" lang="zh-CN">
                <a:solidFill>
                  <a:srgbClr val="0000FF"/>
                </a:solidFill>
                <a:latin typeface="Times New Roman" panose="02020603050405020304" pitchFamily="18" charset="0"/>
                <a:ea typeface="仿宋_GB2312" pitchFamily="49" charset="-122"/>
              </a:rPr>
              <a:t>若 </a:t>
            </a:r>
            <a:r>
              <a:rPr altLang="zh-CN" b="1" sz="3000" kumimoji="1" lang="en-US">
                <a:solidFill>
                  <a:srgbClr val="0000FF"/>
                </a:solidFill>
                <a:latin typeface="Times New Roman" panose="02020603050405020304" pitchFamily="18" charset="0"/>
                <a:ea typeface="仿宋_GB2312" pitchFamily="49" charset="-122"/>
              </a:rPr>
              <a:t>s </a:t>
            </a:r>
            <a:r>
              <a:rPr altLang="en-US" b="1" sz="3000" kumimoji="1" lang="zh-CN">
                <a:solidFill>
                  <a:srgbClr val="0000FF"/>
                </a:solidFill>
                <a:latin typeface="Times New Roman" panose="02020603050405020304" pitchFamily="18" charset="0"/>
                <a:ea typeface="仿宋_GB2312" pitchFamily="49" charset="-122"/>
              </a:rPr>
              <a:t>远远小于矩阵元素的总数</a:t>
            </a:r>
            <a:r>
              <a:rPr altLang="en-US" b="1" sz="3000" kumimoji="1" lang="zh-CN">
                <a:latin typeface="Times New Roman" panose="02020603050405020304" pitchFamily="18" charset="0"/>
                <a:ea typeface="仿宋_GB2312" pitchFamily="49" charset="-122"/>
              </a:rPr>
              <a:t>（即</a:t>
            </a:r>
            <a:r>
              <a:rPr altLang="zh-CN" b="1" sz="3000" kumimoji="1" lang="en-US">
                <a:latin typeface="Times New Roman" panose="02020603050405020304" pitchFamily="18" charset="0"/>
              </a:rPr>
              <a:t>s≤m×n</a:t>
            </a:r>
            <a:r>
              <a:rPr altLang="en-US" b="1" sz="3000" kumimoji="1" lang="zh-CN">
                <a:latin typeface="Times New Roman" panose="02020603050405020304" pitchFamily="18" charset="0"/>
                <a:ea typeface="仿宋_GB2312" pitchFamily="49" charset="-122"/>
              </a:rPr>
              <a:t>），则称 </a:t>
            </a:r>
            <a:r>
              <a:rPr altLang="zh-CN" b="1" sz="3000" kumimoji="1" lang="en-US">
                <a:latin typeface="Times New Roman" panose="02020603050405020304" pitchFamily="18" charset="0"/>
                <a:ea typeface="仿宋_GB2312" pitchFamily="49" charset="-122"/>
              </a:rPr>
              <a:t>A </a:t>
            </a:r>
            <a:r>
              <a:rPr altLang="en-US" b="1" sz="3000" kumimoji="1" lang="zh-CN">
                <a:latin typeface="Times New Roman" panose="02020603050405020304" pitchFamily="18" charset="0"/>
                <a:ea typeface="仿宋_GB2312" pitchFamily="49" charset="-122"/>
              </a:rPr>
              <a:t>为稀疏矩阵。</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214" name=""/>
        <p:cNvGrpSpPr/>
        <p:nvPr/>
      </p:nvGrpSpPr>
      <p:grpSpPr>
        <a:xfrm>
          <a:off x="0" y="0"/>
          <a:ext cx="0" cy="0"/>
          <a:chOff x="0" y="0"/>
          <a:chExt cx="0" cy="0"/>
        </a:xfrm>
      </p:grpSpPr>
      <p:sp>
        <p:nvSpPr>
          <p:cNvPr id="1048910" name="Rectangle 2"/>
          <p:cNvSpPr>
            <a:spLocks noGrp="1" noChangeArrowheads="1"/>
          </p:cNvSpPr>
          <p:nvPr>
            <p:ph idx="1"/>
          </p:nvPr>
        </p:nvSpPr>
        <p:spPr>
          <a:xfrm>
            <a:off x="596900" y="825500"/>
            <a:ext cx="8229600" cy="5264150"/>
          </a:xfrm>
        </p:spPr>
        <p:txBody>
          <a:bodyPr>
            <a:normAutofit/>
          </a:bodyPr>
          <a:p>
            <a:pPr eaLnBrk="1" hangingPunct="1">
              <a:lnSpc>
                <a:spcPct val="105000"/>
              </a:lnSpc>
              <a:spcBef>
                <a:spcPct val="10000"/>
              </a:spcBef>
              <a:buClr>
                <a:srgbClr val="9933FF"/>
              </a:buClr>
              <a:buSzPct val="80000"/>
              <a:buFont typeface="Wingdings" panose="05000000000000000000" pitchFamily="2" charset="2"/>
              <a:buChar char="n"/>
            </a:pPr>
            <a:r>
              <a:rPr altLang="en-US" b="1" dirty="0" sz="3000" lang="zh-CN">
                <a:latin typeface="Times New Roman" panose="02020603050405020304" pitchFamily="18" charset="0"/>
                <a:ea typeface="仿宋_GB2312" pitchFamily="49" charset="-122"/>
              </a:rPr>
              <a:t>设矩阵 </a:t>
            </a:r>
            <a:r>
              <a:rPr altLang="zh-CN" b="1" dirty="0" sz="3000" lang="en-US">
                <a:latin typeface="Times New Roman" panose="02020603050405020304" pitchFamily="18" charset="0"/>
                <a:ea typeface="仿宋_GB2312" pitchFamily="49" charset="-122"/>
              </a:rPr>
              <a:t>A </a:t>
            </a:r>
            <a:r>
              <a:rPr altLang="en-US" b="1" dirty="0" sz="3000" lang="zh-CN">
                <a:latin typeface="Times New Roman" panose="02020603050405020304" pitchFamily="18" charset="0"/>
                <a:ea typeface="仿宋_GB2312" pitchFamily="49" charset="-122"/>
              </a:rPr>
              <a:t>中有 </a:t>
            </a:r>
            <a:r>
              <a:rPr altLang="zh-CN" b="1" dirty="0" sz="3000" lang="en-US">
                <a:latin typeface="Times New Roman" panose="02020603050405020304" pitchFamily="18" charset="0"/>
                <a:ea typeface="仿宋_GB2312" pitchFamily="49" charset="-122"/>
              </a:rPr>
              <a:t>s </a:t>
            </a:r>
            <a:r>
              <a:rPr altLang="en-US" b="1" dirty="0" sz="3000" lang="zh-CN">
                <a:latin typeface="Times New Roman" panose="02020603050405020304" pitchFamily="18" charset="0"/>
                <a:ea typeface="仿宋_GB2312" pitchFamily="49" charset="-122"/>
              </a:rPr>
              <a:t>个非零元素。令 </a:t>
            </a:r>
            <a:r>
              <a:rPr altLang="zh-CN" b="1" dirty="0" sz="3000" lang="en-US">
                <a:latin typeface="Times New Roman" panose="02020603050405020304" pitchFamily="18" charset="0"/>
                <a:ea typeface="仿宋_GB2312" pitchFamily="49" charset="-122"/>
              </a:rPr>
              <a:t>e = s/(m*n),</a:t>
            </a:r>
            <a:r>
              <a:rPr altLang="en-US" b="1" dirty="0" sz="3000" lang="zh-CN">
                <a:latin typeface="Times New Roman" panose="02020603050405020304" pitchFamily="18" charset="0"/>
                <a:ea typeface="仿宋_GB2312" pitchFamily="49" charset="-122"/>
              </a:rPr>
              <a:t>称 </a:t>
            </a:r>
            <a:r>
              <a:rPr altLang="zh-CN" b="1" dirty="0" sz="3000" lang="en-US">
                <a:latin typeface="Times New Roman" panose="02020603050405020304" pitchFamily="18" charset="0"/>
                <a:ea typeface="仿宋_GB2312" pitchFamily="49" charset="-122"/>
              </a:rPr>
              <a:t>e </a:t>
            </a:r>
            <a:r>
              <a:rPr altLang="en-US" b="1" dirty="0" sz="3000" lang="zh-CN">
                <a:latin typeface="Times New Roman" panose="02020603050405020304" pitchFamily="18" charset="0"/>
                <a:ea typeface="仿宋_GB2312" pitchFamily="49" charset="-122"/>
              </a:rPr>
              <a:t>为矩阵的</a:t>
            </a:r>
            <a:r>
              <a:rPr altLang="en-US" b="1" dirty="0" sz="3000" lang="zh-CN">
                <a:solidFill>
                  <a:srgbClr val="0000FF"/>
                </a:solidFill>
                <a:latin typeface="Times New Roman" panose="02020603050405020304" pitchFamily="18" charset="0"/>
                <a:ea typeface="仿宋_GB2312" pitchFamily="49" charset="-122"/>
              </a:rPr>
              <a:t>稀疏因子（通常认为 </a:t>
            </a:r>
            <a:r>
              <a:rPr altLang="zh-CN" b="1" dirty="0" sz="3000" lang="en-US">
                <a:solidFill>
                  <a:srgbClr val="0000FF"/>
                </a:solidFill>
                <a:latin typeface="Times New Roman" panose="02020603050405020304" pitchFamily="18" charset="0"/>
                <a:ea typeface="仿宋_GB2312" pitchFamily="49" charset="-122"/>
              </a:rPr>
              <a:t>e</a:t>
            </a:r>
            <a:r>
              <a:rPr altLang="zh-CN" b="1" dirty="0" kumimoji="1" lang="en-US">
                <a:solidFill>
                  <a:srgbClr val="0000FF"/>
                </a:solidFill>
              </a:rPr>
              <a:t>≤</a:t>
            </a:r>
            <a:r>
              <a:rPr altLang="zh-CN" b="1" dirty="0" sz="3000" lang="en-US">
                <a:solidFill>
                  <a:srgbClr val="0000FF"/>
                </a:solidFill>
                <a:latin typeface="Times New Roman" panose="02020603050405020304" pitchFamily="18" charset="0"/>
                <a:ea typeface="仿宋_GB2312" pitchFamily="49" charset="-122"/>
              </a:rPr>
              <a:t>0.05 </a:t>
            </a:r>
            <a:r>
              <a:rPr altLang="en-US" b="1" dirty="0" sz="3000" lang="zh-CN">
                <a:solidFill>
                  <a:srgbClr val="0000FF"/>
                </a:solidFill>
                <a:latin typeface="Times New Roman" panose="02020603050405020304" pitchFamily="18" charset="0"/>
                <a:ea typeface="仿宋_GB2312" pitchFamily="49" charset="-122"/>
              </a:rPr>
              <a:t>时称之为稀疏矩阵）。</a:t>
            </a:r>
          </a:p>
          <a:p>
            <a:pPr eaLnBrk="1" hangingPunct="1">
              <a:lnSpc>
                <a:spcPct val="105000"/>
              </a:lnSpc>
              <a:spcBef>
                <a:spcPct val="10000"/>
              </a:spcBef>
              <a:buClr>
                <a:srgbClr val="9933FF"/>
              </a:buClr>
              <a:buSzPct val="80000"/>
              <a:buFont typeface="Wingdings" panose="05000000000000000000" pitchFamily="2" charset="2"/>
              <a:buChar char="n"/>
            </a:pPr>
            <a:r>
              <a:rPr altLang="en-US" b="1" dirty="0" sz="3000" lang="zh-CN">
                <a:latin typeface="Times New Roman" panose="02020603050405020304" pitchFamily="18" charset="0"/>
                <a:ea typeface="仿宋_GB2312" pitchFamily="49" charset="-122"/>
              </a:rPr>
              <a:t>在存储稀疏矩阵时，为节省存储空间，应只存储非零元素。</a:t>
            </a:r>
            <a:endParaRPr altLang="zh-CN" b="1" dirty="0" sz="3000" lang="en-US">
              <a:latin typeface="Times New Roman" panose="02020603050405020304" pitchFamily="18" charset="0"/>
              <a:ea typeface="仿宋_GB2312" pitchFamily="49" charset="-122"/>
            </a:endParaRPr>
          </a:p>
          <a:p>
            <a:pPr eaLnBrk="1" hangingPunct="1">
              <a:lnSpc>
                <a:spcPct val="105000"/>
              </a:lnSpc>
              <a:spcBef>
                <a:spcPct val="10000"/>
              </a:spcBef>
              <a:buClr>
                <a:srgbClr val="9933FF"/>
              </a:buClr>
              <a:buSzPct val="80000"/>
              <a:buFont typeface="Wingdings" panose="05000000000000000000" pitchFamily="2" charset="2"/>
              <a:buChar char="n"/>
            </a:pPr>
            <a:r>
              <a:rPr altLang="zh-CN" b="1" dirty="0" sz="3000" lang="en-US">
                <a:latin typeface="Times New Roman" panose="02020603050405020304" pitchFamily="18" charset="0"/>
                <a:ea typeface="仿宋_GB2312" pitchFamily="49" charset="-122"/>
              </a:rPr>
              <a:t> </a:t>
            </a:r>
            <a:r>
              <a:rPr altLang="en-US" b="1" dirty="0" sz="3000" lang="zh-CN">
                <a:latin typeface="Times New Roman" panose="02020603050405020304" pitchFamily="18" charset="0"/>
                <a:ea typeface="仿宋_GB2312" pitchFamily="49" charset="-122"/>
              </a:rPr>
              <a:t>稀疏矩阵的两种表示方法：</a:t>
            </a:r>
            <a:endParaRPr altLang="zh-CN" b="1" dirty="0" sz="3000" lang="en-US">
              <a:latin typeface="Times New Roman" panose="02020603050405020304" pitchFamily="18" charset="0"/>
              <a:ea typeface="仿宋_GB2312" pitchFamily="49" charset="-122"/>
            </a:endParaRPr>
          </a:p>
          <a:p>
            <a:pPr lvl="1">
              <a:lnSpc>
                <a:spcPct val="105000"/>
              </a:lnSpc>
              <a:spcBef>
                <a:spcPct val="10000"/>
              </a:spcBef>
              <a:buClr>
                <a:srgbClr val="9933FF"/>
              </a:buClr>
              <a:buSzPct val="80000"/>
              <a:buFont typeface="Wingdings" panose="05000000000000000000" pitchFamily="2" charset="2"/>
              <a:buChar char="Ø"/>
            </a:pPr>
            <a:r>
              <a:rPr altLang="en-US" b="1" dirty="0" sz="2600" lang="zh-CN">
                <a:solidFill>
                  <a:srgbClr val="00B0F0"/>
                </a:solidFill>
                <a:latin typeface="Times New Roman" panose="02020603050405020304" pitchFamily="18" charset="0"/>
                <a:ea typeface="仿宋_GB2312" pitchFamily="49" charset="-122"/>
              </a:rPr>
              <a:t>三元组表示 （数组存储）</a:t>
            </a:r>
            <a:endParaRPr altLang="zh-CN" b="1" dirty="0" sz="2600" lang="en-US">
              <a:solidFill>
                <a:srgbClr val="00B0F0"/>
              </a:solidFill>
              <a:latin typeface="Times New Roman" panose="02020603050405020304" pitchFamily="18" charset="0"/>
              <a:ea typeface="仿宋_GB2312" pitchFamily="49" charset="-122"/>
            </a:endParaRPr>
          </a:p>
          <a:p>
            <a:pPr lvl="2">
              <a:lnSpc>
                <a:spcPct val="105000"/>
              </a:lnSpc>
              <a:spcBef>
                <a:spcPct val="10000"/>
              </a:spcBef>
              <a:buClr>
                <a:srgbClr val="9933FF"/>
              </a:buClr>
              <a:buSzPct val="80000"/>
              <a:buFont typeface="Wingdings" panose="05000000000000000000" pitchFamily="2" charset="2"/>
              <a:buChar char="ü"/>
            </a:pPr>
            <a:r>
              <a:rPr altLang="en-US" b="1" dirty="0" lang="zh-CN">
                <a:latin typeface="Times New Roman" panose="02020603050405020304" pitchFamily="18" charset="0"/>
                <a:ea typeface="仿宋_GB2312" pitchFamily="49" charset="-122"/>
              </a:rPr>
              <a:t>对于非零元素，每一个</a:t>
            </a:r>
            <a:r>
              <a:rPr altLang="en-US" b="1" dirty="0" lang="zh-CN">
                <a:solidFill>
                  <a:srgbClr val="FF6600"/>
                </a:solidFill>
                <a:latin typeface="Times New Roman" panose="02020603050405020304" pitchFamily="18" charset="0"/>
                <a:ea typeface="仿宋_GB2312" pitchFamily="49" charset="-122"/>
              </a:rPr>
              <a:t>三元组</a:t>
            </a:r>
            <a:r>
              <a:rPr altLang="en-US" b="1" dirty="0" lang="zh-CN">
                <a:latin typeface="Times New Roman" panose="02020603050405020304" pitchFamily="18" charset="0"/>
                <a:ea typeface="仿宋_GB2312" pitchFamily="49" charset="-122"/>
              </a:rPr>
              <a:t>记下它所在的</a:t>
            </a:r>
            <a:r>
              <a:rPr altLang="en-US" b="1" dirty="0" lang="zh-CN">
                <a:solidFill>
                  <a:srgbClr val="FF6600"/>
                </a:solidFill>
                <a:latin typeface="Times New Roman" panose="02020603050405020304" pitchFamily="18" charset="0"/>
                <a:ea typeface="仿宋_GB2312" pitchFamily="49" charset="-122"/>
              </a:rPr>
              <a:t>行和列的位置 </a:t>
            </a:r>
            <a:r>
              <a:rPr altLang="zh-CN" b="1" dirty="0" lang="en-US">
                <a:solidFill>
                  <a:srgbClr val="FF6600"/>
                </a:solidFill>
                <a:latin typeface="Times New Roman" panose="02020603050405020304" pitchFamily="18" charset="0"/>
                <a:ea typeface="仿宋_GB2312" pitchFamily="49" charset="-122"/>
              </a:rPr>
              <a:t>( </a:t>
            </a:r>
            <a:r>
              <a:rPr altLang="zh-CN" b="1" dirty="0" i="1" lang="en-US" err="1">
                <a:solidFill>
                  <a:srgbClr val="FF6600"/>
                </a:solidFill>
                <a:latin typeface="Times New Roman" panose="02020603050405020304" pitchFamily="18" charset="0"/>
                <a:ea typeface="仿宋_GB2312" pitchFamily="49" charset="-122"/>
              </a:rPr>
              <a:t>i</a:t>
            </a:r>
            <a:r>
              <a:rPr altLang="zh-CN" b="1" dirty="0" lang="en-US">
                <a:solidFill>
                  <a:srgbClr val="FF6600"/>
                </a:solidFill>
                <a:latin typeface="Times New Roman" panose="02020603050405020304" pitchFamily="18" charset="0"/>
                <a:ea typeface="仿宋_GB2312" pitchFamily="49" charset="-122"/>
              </a:rPr>
              <a:t>,</a:t>
            </a:r>
            <a:r>
              <a:rPr altLang="zh-CN" b="1" dirty="0" i="1" lang="en-US">
                <a:solidFill>
                  <a:srgbClr val="FF6600"/>
                </a:solidFill>
                <a:latin typeface="Times New Roman" panose="02020603050405020304" pitchFamily="18" charset="0"/>
                <a:ea typeface="仿宋_GB2312" pitchFamily="49" charset="-122"/>
              </a:rPr>
              <a:t> j </a:t>
            </a:r>
            <a:r>
              <a:rPr altLang="zh-CN" b="1" dirty="0" lang="en-US">
                <a:solidFill>
                  <a:srgbClr val="FF6600"/>
                </a:solidFill>
                <a:latin typeface="Times New Roman" panose="02020603050405020304" pitchFamily="18" charset="0"/>
                <a:ea typeface="仿宋_GB2312" pitchFamily="49" charset="-122"/>
              </a:rPr>
              <a:t>)</a:t>
            </a:r>
            <a:r>
              <a:rPr altLang="en-US" b="1" dirty="0" lang="zh-CN">
                <a:solidFill>
                  <a:srgbClr val="FF6600"/>
                </a:solidFill>
                <a:latin typeface="Times New Roman" panose="02020603050405020304" pitchFamily="18" charset="0"/>
                <a:ea typeface="仿宋_GB2312" pitchFamily="49" charset="-122"/>
              </a:rPr>
              <a:t>，以及值</a:t>
            </a:r>
            <a:r>
              <a:rPr altLang="zh-CN" b="1" dirty="0" i="1" lang="en-US" err="1">
                <a:solidFill>
                  <a:srgbClr val="FF6600"/>
                </a:solidFill>
                <a:latin typeface="Times New Roman" panose="02020603050405020304" pitchFamily="18" charset="0"/>
                <a:ea typeface="仿宋_GB2312" pitchFamily="49" charset="-122"/>
              </a:rPr>
              <a:t>a</a:t>
            </a:r>
            <a:r>
              <a:rPr altLang="zh-CN" baseline="-18000" b="1" dirty="0" i="1" lang="en-US" err="1">
                <a:solidFill>
                  <a:srgbClr val="FF6600"/>
                </a:solidFill>
                <a:latin typeface="Times New Roman" panose="02020603050405020304" pitchFamily="18" charset="0"/>
                <a:ea typeface="仿宋_GB2312" pitchFamily="49" charset="-122"/>
              </a:rPr>
              <a:t>ij</a:t>
            </a:r>
            <a:r>
              <a:rPr altLang="zh-CN" baseline="-18000" b="1" dirty="0" i="1" lang="en-US">
                <a:solidFill>
                  <a:srgbClr val="FF6600"/>
                </a:solidFill>
                <a:latin typeface="Times New Roman" panose="02020603050405020304" pitchFamily="18" charset="0"/>
                <a:ea typeface="仿宋_GB2312" pitchFamily="49" charset="-122"/>
              </a:rPr>
              <a:t> </a:t>
            </a:r>
            <a:endParaRPr altLang="en-US" b="1" dirty="0" lang="zh-CN">
              <a:latin typeface="Times New Roman" panose="02020603050405020304" pitchFamily="18" charset="0"/>
              <a:ea typeface="仿宋_GB2312" pitchFamily="49" charset="-122"/>
            </a:endParaRPr>
          </a:p>
          <a:p>
            <a:pPr lvl="2">
              <a:lnSpc>
                <a:spcPct val="105000"/>
              </a:lnSpc>
              <a:spcBef>
                <a:spcPct val="10000"/>
              </a:spcBef>
              <a:buClr>
                <a:srgbClr val="9933FF"/>
              </a:buClr>
              <a:buSzPct val="80000"/>
              <a:buFont typeface="Wingdings" panose="05000000000000000000" pitchFamily="2" charset="2"/>
              <a:buChar char="ü"/>
            </a:pPr>
            <a:r>
              <a:rPr altLang="en-US" b="1" dirty="0" lang="zh-CN">
                <a:solidFill>
                  <a:srgbClr val="FF6600"/>
                </a:solidFill>
                <a:latin typeface="Times New Roman" panose="02020603050405020304" pitchFamily="18" charset="0"/>
                <a:ea typeface="仿宋_GB2312" pitchFamily="49" charset="-122"/>
              </a:rPr>
              <a:t>三元组 </a:t>
            </a:r>
            <a:r>
              <a:rPr altLang="zh-CN" b="1" dirty="0" lang="en-US">
                <a:solidFill>
                  <a:srgbClr val="FF6600"/>
                </a:solidFill>
                <a:latin typeface="Times New Roman" panose="02020603050405020304" pitchFamily="18" charset="0"/>
                <a:ea typeface="仿宋_GB2312" pitchFamily="49" charset="-122"/>
              </a:rPr>
              <a:t>(</a:t>
            </a:r>
            <a:r>
              <a:rPr altLang="zh-CN" b="1" dirty="0" i="1" lang="en-US" err="1">
                <a:solidFill>
                  <a:srgbClr val="FF6600"/>
                </a:solidFill>
                <a:latin typeface="Times New Roman" panose="02020603050405020304" pitchFamily="18" charset="0"/>
                <a:ea typeface="仿宋_GB2312" pitchFamily="49" charset="-122"/>
              </a:rPr>
              <a:t>i</a:t>
            </a:r>
            <a:r>
              <a:rPr altLang="zh-CN" b="1" dirty="0" lang="en-US">
                <a:solidFill>
                  <a:srgbClr val="FF6600"/>
                </a:solidFill>
                <a:latin typeface="Times New Roman" panose="02020603050405020304" pitchFamily="18" charset="0"/>
                <a:ea typeface="仿宋_GB2312" pitchFamily="49" charset="-122"/>
              </a:rPr>
              <a:t>, </a:t>
            </a:r>
            <a:r>
              <a:rPr altLang="zh-CN" b="1" dirty="0" i="1" lang="en-US">
                <a:solidFill>
                  <a:srgbClr val="FF6600"/>
                </a:solidFill>
                <a:latin typeface="Times New Roman" panose="02020603050405020304" pitchFamily="18" charset="0"/>
                <a:ea typeface="仿宋_GB2312" pitchFamily="49" charset="-122"/>
              </a:rPr>
              <a:t>j</a:t>
            </a:r>
            <a:r>
              <a:rPr altLang="zh-CN" b="1" dirty="0" lang="en-US">
                <a:solidFill>
                  <a:srgbClr val="FF6600"/>
                </a:solidFill>
                <a:latin typeface="Times New Roman" panose="02020603050405020304" pitchFamily="18" charset="0"/>
                <a:ea typeface="仿宋_GB2312" pitchFamily="49" charset="-122"/>
              </a:rPr>
              <a:t>, </a:t>
            </a:r>
            <a:r>
              <a:rPr altLang="zh-CN" b="1" dirty="0" i="1" lang="en-US" err="1">
                <a:solidFill>
                  <a:srgbClr val="FF6600"/>
                </a:solidFill>
                <a:latin typeface="Times New Roman" panose="02020603050405020304" pitchFamily="18" charset="0"/>
                <a:ea typeface="仿宋_GB2312" pitchFamily="49" charset="-122"/>
              </a:rPr>
              <a:t>a</a:t>
            </a:r>
            <a:r>
              <a:rPr altLang="zh-CN" baseline="-18000" b="1" dirty="0" i="1" lang="en-US" err="1">
                <a:solidFill>
                  <a:srgbClr val="FF6600"/>
                </a:solidFill>
                <a:latin typeface="Times New Roman" panose="02020603050405020304" pitchFamily="18" charset="0"/>
                <a:ea typeface="仿宋_GB2312" pitchFamily="49" charset="-122"/>
              </a:rPr>
              <a:t>ij</a:t>
            </a:r>
            <a:r>
              <a:rPr altLang="zh-CN" b="1" dirty="0" lang="en-US">
                <a:solidFill>
                  <a:srgbClr val="FF6600"/>
                </a:solidFill>
                <a:latin typeface="Times New Roman" panose="02020603050405020304" pitchFamily="18" charset="0"/>
                <a:ea typeface="仿宋_GB2312" pitchFamily="49" charset="-122"/>
              </a:rPr>
              <a:t>)</a:t>
            </a:r>
            <a:r>
              <a:rPr altLang="en-US" b="1" dirty="0" lang="zh-CN">
                <a:latin typeface="Times New Roman" panose="02020603050405020304" pitchFamily="18" charset="0"/>
                <a:ea typeface="仿宋_GB2312" pitchFamily="49" charset="-122"/>
              </a:rPr>
              <a:t>唯一确定了矩阵</a:t>
            </a:r>
            <a:r>
              <a:rPr altLang="zh-CN" b="1" dirty="0" lang="en-US">
                <a:latin typeface="Times New Roman" panose="02020603050405020304" pitchFamily="18" charset="0"/>
                <a:ea typeface="仿宋_GB2312" pitchFamily="49" charset="-122"/>
              </a:rPr>
              <a:t>A</a:t>
            </a:r>
            <a:r>
              <a:rPr altLang="en-US" b="1" dirty="0" lang="zh-CN">
                <a:latin typeface="Times New Roman" panose="02020603050405020304" pitchFamily="18" charset="0"/>
                <a:ea typeface="仿宋_GB2312" pitchFamily="49" charset="-122"/>
              </a:rPr>
              <a:t>的一个非零元素</a:t>
            </a:r>
            <a:endParaRPr altLang="zh-CN" b="1" dirty="0" sz="2600" lang="en-US">
              <a:solidFill>
                <a:srgbClr val="00B0F0"/>
              </a:solidFill>
              <a:latin typeface="Times New Roman" panose="02020603050405020304" pitchFamily="18" charset="0"/>
              <a:ea typeface="仿宋_GB2312" pitchFamily="49" charset="-122"/>
            </a:endParaRPr>
          </a:p>
          <a:p>
            <a:pPr lvl="1">
              <a:lnSpc>
                <a:spcPct val="105000"/>
              </a:lnSpc>
              <a:spcBef>
                <a:spcPct val="10000"/>
              </a:spcBef>
              <a:buClr>
                <a:srgbClr val="9933FF"/>
              </a:buClr>
              <a:buSzPct val="80000"/>
              <a:buFont typeface="Wingdings" panose="05000000000000000000" pitchFamily="2" charset="2"/>
              <a:buChar char="Ø"/>
            </a:pPr>
            <a:r>
              <a:rPr altLang="en-US" b="1" dirty="0" sz="2600" lang="zh-CN">
                <a:solidFill>
                  <a:srgbClr val="00B0F0"/>
                </a:solidFill>
                <a:latin typeface="Times New Roman" panose="02020603050405020304" pitchFamily="18" charset="0"/>
                <a:ea typeface="仿宋_GB2312" pitchFamily="49" charset="-122"/>
              </a:rPr>
              <a:t>正交链表表示 （链表存储）</a:t>
            </a:r>
            <a:endParaRPr altLang="zh-CN" b="1" dirty="0" sz="2600" lang="en-US">
              <a:solidFill>
                <a:srgbClr val="00B0F0"/>
              </a:solidFill>
              <a:latin typeface="Times New Roman" panose="02020603050405020304" pitchFamily="18" charset="0"/>
              <a:ea typeface="仿宋_GB2312"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215" name=""/>
        <p:cNvGrpSpPr/>
        <p:nvPr/>
      </p:nvGrpSpPr>
      <p:grpSpPr>
        <a:xfrm>
          <a:off x="0" y="0"/>
          <a:ext cx="0" cy="0"/>
          <a:chOff x="0" y="0"/>
          <a:chExt cx="0" cy="0"/>
        </a:xfrm>
      </p:grpSpPr>
      <p:sp>
        <p:nvSpPr>
          <p:cNvPr id="1048911" name="Rectangle 2"/>
          <p:cNvSpPr>
            <a:spLocks noGrp="1" noChangeArrowheads="1"/>
          </p:cNvSpPr>
          <p:nvPr>
            <p:ph type="title"/>
          </p:nvPr>
        </p:nvSpPr>
        <p:spPr>
          <a:xfrm>
            <a:off x="457200" y="420688"/>
            <a:ext cx="8229600" cy="971550"/>
          </a:xfrm>
        </p:spPr>
        <p:txBody>
          <a:bodyPr/>
          <a:p>
            <a:pPr eaLnBrk="1" hangingPunct="1"/>
            <a:r>
              <a:rPr altLang="en-US" b="1" dirty="0" sz="4000" kumimoji="1" lang="zh-CN">
                <a:ea typeface="华文新魏" panose="02010800040101010101" pitchFamily="2" charset="-122"/>
              </a:rPr>
              <a:t>稀疏矩阵的定义</a:t>
            </a:r>
            <a:r>
              <a:rPr altLang="zh-CN" b="1" dirty="0" sz="4000" kumimoji="1" lang="en-US">
                <a:ea typeface="华文新魏" panose="02010800040101010101" pitchFamily="2" charset="-122"/>
              </a:rPr>
              <a:t>—— </a:t>
            </a:r>
            <a:r>
              <a:rPr altLang="en-US" b="1" dirty="0" sz="4000" kumimoji="1" lang="zh-CN">
                <a:solidFill>
                  <a:srgbClr val="00B0F0"/>
                </a:solidFill>
                <a:ea typeface="华文新魏" panose="02010800040101010101" pitchFamily="2" charset="-122"/>
              </a:rPr>
              <a:t>三元组表示</a:t>
            </a:r>
          </a:p>
        </p:txBody>
      </p:sp>
      <p:sp>
        <p:nvSpPr>
          <p:cNvPr id="1048912" name="Rectangle 3"/>
          <p:cNvSpPr>
            <a:spLocks noGrp="1" noChangeArrowheads="1"/>
          </p:cNvSpPr>
          <p:nvPr>
            <p:ph idx="1"/>
          </p:nvPr>
        </p:nvSpPr>
        <p:spPr>
          <a:xfrm>
            <a:off x="677865" y="1281113"/>
            <a:ext cx="7858125" cy="5092700"/>
          </a:xfrm>
        </p:spPr>
        <p:txBody>
          <a:bodyPr/>
          <a:p>
            <a:pPr eaLnBrk="1" hangingPunct="1">
              <a:lnSpc>
                <a:spcPct val="105000"/>
              </a:lnSpc>
              <a:spcBef>
                <a:spcPct val="0"/>
              </a:spcBef>
              <a:buFontTx/>
              <a:buNone/>
            </a:pPr>
            <a:r>
              <a:rPr altLang="zh-CN" b="1" dirty="0" kumimoji="1" lang="en-US">
                <a:latin typeface="Times New Roman" panose="02020603050405020304" pitchFamily="18" charset="0"/>
                <a:ea typeface="隶书" panose="02010509060101010101" pitchFamily="49" charset="-122"/>
              </a:rPr>
              <a:t>const int </a:t>
            </a:r>
            <a:r>
              <a:rPr altLang="zh-CN" dirty="0" kumimoji="1" lang="en-US" err="1">
                <a:latin typeface="Times New Roman" panose="02020603050405020304" pitchFamily="18" charset="0"/>
                <a:ea typeface="隶书" panose="02010509060101010101" pitchFamily="49" charset="-122"/>
              </a:rPr>
              <a:t>drows</a:t>
            </a:r>
            <a:r>
              <a:rPr altLang="zh-CN" dirty="0" kumimoji="1" lang="en-US">
                <a:latin typeface="Times New Roman" panose="02020603050405020304" pitchFamily="18" charset="0"/>
                <a:ea typeface="隶书" panose="02010509060101010101" pitchFamily="49" charset="-122"/>
              </a:rPr>
              <a:t> = 6</a:t>
            </a:r>
            <a:r>
              <a:rPr altLang="zh-CN" b="1"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dcols</a:t>
            </a:r>
            <a:r>
              <a:rPr altLang="zh-CN" dirty="0" kumimoji="1" lang="en-US">
                <a:latin typeface="Times New Roman" panose="02020603050405020304" pitchFamily="18" charset="0"/>
                <a:ea typeface="隶书" panose="02010509060101010101" pitchFamily="49" charset="-122"/>
              </a:rPr>
              <a:t> = 7</a:t>
            </a:r>
            <a:r>
              <a:rPr altLang="zh-CN" b="1"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dterms</a:t>
            </a:r>
            <a:r>
              <a:rPr altLang="zh-CN" dirty="0" kumimoji="1" lang="en-US">
                <a:latin typeface="Times New Roman" panose="02020603050405020304" pitchFamily="18" charset="0"/>
                <a:ea typeface="隶书" panose="02010509060101010101" pitchFamily="49" charset="-122"/>
              </a:rPr>
              <a:t> = 9</a:t>
            </a:r>
            <a:r>
              <a:rPr altLang="zh-CN" b="1" dirty="0" kumimoji="1" lang="en-US">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altLang="zh-CN" b="1" dirty="0" kumimoji="1" lang="en-US">
                <a:latin typeface="Times New Roman" panose="02020603050405020304" pitchFamily="18" charset="0"/>
                <a:ea typeface="隶书" panose="02010509060101010101" pitchFamily="49" charset="-122"/>
              </a:rPr>
              <a:t>template&lt;class</a:t>
            </a:r>
            <a:r>
              <a:rPr altLang="zh-CN" dirty="0" kumimoji="1" lang="en-US">
                <a:latin typeface="Times New Roman" panose="02020603050405020304" pitchFamily="18" charset="0"/>
                <a:ea typeface="隶书" panose="02010509060101010101" pitchFamily="49" charset="-122"/>
              </a:rPr>
              <a:t> E</a:t>
            </a:r>
            <a:r>
              <a:rPr altLang="zh-CN" b="1" dirty="0" kumimoji="1" lang="en-US">
                <a:latin typeface="Times New Roman" panose="02020603050405020304" pitchFamily="18" charset="0"/>
                <a:ea typeface="隶书" panose="02010509060101010101" pitchFamily="49" charset="-122"/>
              </a:rPr>
              <a:t>&gt;</a:t>
            </a:r>
          </a:p>
          <a:p>
            <a:pPr eaLnBrk="1" hangingPunct="1">
              <a:lnSpc>
                <a:spcPct val="105000"/>
              </a:lnSpc>
              <a:spcBef>
                <a:spcPct val="0"/>
              </a:spcBef>
              <a:buFontTx/>
              <a:buNone/>
            </a:pPr>
            <a:r>
              <a:rPr altLang="zh-CN" b="1" dirty="0" kumimoji="1" lang="en-US">
                <a:latin typeface="Times New Roman" panose="02020603050405020304" pitchFamily="18" charset="0"/>
                <a:ea typeface="隶书" panose="02010509060101010101" pitchFamily="49" charset="-122"/>
              </a:rPr>
              <a:t>struct </a:t>
            </a:r>
            <a:r>
              <a:rPr altLang="zh-CN" dirty="0" kumimoji="1" lang="en-US">
                <a:solidFill>
                  <a:srgbClr val="0033CC"/>
                </a:solidFill>
                <a:latin typeface="Times New Roman" panose="02020603050405020304" pitchFamily="18" charset="0"/>
                <a:ea typeface="隶书" panose="02010509060101010101" pitchFamily="49" charset="-122"/>
              </a:rPr>
              <a:t>Triple</a:t>
            </a: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rgbClr val="00B0F0"/>
                </a:solidFill>
                <a:latin typeface="Times New Roman" panose="02020603050405020304" pitchFamily="18" charset="0"/>
                <a:ea typeface="隶书" panose="02010509060101010101" pitchFamily="49" charset="-122"/>
              </a:rPr>
              <a:t>//</a:t>
            </a:r>
            <a:r>
              <a:rPr altLang="en-US" dirty="0" kumimoji="1" lang="zh-CN">
                <a:solidFill>
                  <a:srgbClr val="00B0F0"/>
                </a:solidFill>
                <a:latin typeface="Times New Roman" panose="02020603050405020304" pitchFamily="18" charset="0"/>
                <a:ea typeface="隶书" panose="02010509060101010101" pitchFamily="49" charset="-122"/>
              </a:rPr>
              <a:t>三元组</a:t>
            </a:r>
          </a:p>
          <a:p>
            <a:pPr eaLnBrk="1" hangingPunct="1">
              <a:lnSpc>
                <a:spcPct val="105000"/>
              </a:lnSpc>
              <a:spcBef>
                <a:spcPct val="0"/>
              </a:spcBef>
              <a:buFontTx/>
              <a:buNone/>
            </a:pPr>
            <a:r>
              <a:rPr altLang="en-US" b="1" dirty="0" kumimoji="1" lang="zh-CN">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int</a:t>
            </a:r>
            <a:r>
              <a:rPr altLang="zh-CN" dirty="0" kumimoji="1" lang="en-US">
                <a:latin typeface="Times New Roman" panose="02020603050405020304" pitchFamily="18" charset="0"/>
                <a:ea typeface="隶书" panose="02010509060101010101" pitchFamily="49" charset="-122"/>
              </a:rPr>
              <a:t> row, col</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非零元素行号</a:t>
            </a:r>
            <a:r>
              <a:rPr altLang="zh-CN"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列号</a:t>
            </a:r>
          </a:p>
          <a:p>
            <a:pPr eaLnBrk="1" hangingPunct="1">
              <a:lnSpc>
                <a:spcPct val="105000"/>
              </a:lnSpc>
              <a:spcBef>
                <a:spcPct val="0"/>
              </a:spcBef>
              <a:buFontTx/>
              <a:buNone/>
            </a:pPr>
            <a:r>
              <a:rPr altLang="en-US" b="1" dirty="0" kumimoji="1" lang="zh-CN">
                <a:latin typeface="Times New Roman" panose="02020603050405020304" pitchFamily="18" charset="0"/>
                <a:ea typeface="隶书" panose="02010509060101010101" pitchFamily="49" charset="-122"/>
              </a:rPr>
              <a:t>     </a:t>
            </a:r>
            <a:r>
              <a:rPr altLang="zh-CN" dirty="0" kumimoji="1" lang="en-US">
                <a:latin typeface="Times New Roman" panose="02020603050405020304" pitchFamily="18" charset="0"/>
                <a:ea typeface="隶书" panose="02010509060101010101" pitchFamily="49" charset="-122"/>
              </a:rPr>
              <a:t>E</a:t>
            </a:r>
            <a:r>
              <a:rPr altLang="zh-CN" b="1" dirty="0" kumimoji="1" lang="en-US">
                <a:latin typeface="Times New Roman" panose="02020603050405020304" pitchFamily="18" charset="0"/>
                <a:ea typeface="隶书" panose="02010509060101010101" pitchFamily="49" charset="-122"/>
              </a:rPr>
              <a:t> </a:t>
            </a:r>
            <a:r>
              <a:rPr altLang="zh-CN" dirty="0" kumimoji="1" lang="en-US">
                <a:latin typeface="Times New Roman" panose="02020603050405020304" pitchFamily="18" charset="0"/>
                <a:ea typeface="隶书" panose="02010509060101010101" pitchFamily="49" charset="-122"/>
              </a:rPr>
              <a:t>value</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非零元素的值</a:t>
            </a:r>
          </a:p>
          <a:p>
            <a:pPr eaLnBrk="1" hangingPunct="1">
              <a:lnSpc>
                <a:spcPct val="105000"/>
              </a:lnSpc>
              <a:spcBef>
                <a:spcPct val="0"/>
              </a:spcBef>
              <a:buFontTx/>
              <a:buNone/>
            </a:pPr>
            <a:r>
              <a:rPr altLang="en-US" dirty="0" kumimoji="1" lang="zh-CN">
                <a:solidFill>
                  <a:schemeClr val="tx2"/>
                </a:solidFill>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void operator</a:t>
            </a:r>
            <a:r>
              <a:rPr altLang="zh-CN" dirty="0" kumimoji="1" lang="en-US">
                <a:latin typeface="Times New Roman" panose="02020603050405020304" pitchFamily="18" charset="0"/>
                <a:ea typeface="隶书" panose="02010509060101010101" pitchFamily="49" charset="-122"/>
              </a:rPr>
              <a:t> = (Triple&lt;E&gt;</a:t>
            </a:r>
            <a:r>
              <a:rPr altLang="zh-CN" b="1" dirty="0" kumimoji="1" lang="en-US">
                <a:latin typeface="Times New Roman" panose="02020603050405020304" pitchFamily="18" charset="0"/>
                <a:ea typeface="隶书" panose="02010509060101010101" pitchFamily="49" charset="-122"/>
              </a:rPr>
              <a:t>&amp;</a:t>
            </a:r>
            <a:r>
              <a:rPr altLang="zh-CN" dirty="0" kumimoji="1" lang="en-US">
                <a:latin typeface="Times New Roman" panose="02020603050405020304" pitchFamily="18" charset="0"/>
                <a:ea typeface="隶书" panose="02010509060101010101" pitchFamily="49" charset="-122"/>
              </a:rPr>
              <a:t> R)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赋值</a:t>
            </a:r>
          </a:p>
          <a:p>
            <a:pPr eaLnBrk="1" hangingPunct="1">
              <a:lnSpc>
                <a:spcPct val="105000"/>
              </a:lnSpc>
              <a:spcBef>
                <a:spcPct val="0"/>
              </a:spcBef>
              <a:buFontTx/>
              <a:buNone/>
            </a:pPr>
            <a:r>
              <a:rPr altLang="en-US" dirty="0" kumimoji="1" lang="zh-CN">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row = </a:t>
            </a:r>
            <a:r>
              <a:rPr altLang="zh-CN" dirty="0" kumimoji="1" lang="en-US" err="1">
                <a:latin typeface="Times New Roman" panose="02020603050405020304" pitchFamily="18" charset="0"/>
                <a:ea typeface="隶书" panose="02010509060101010101" pitchFamily="49" charset="-122"/>
              </a:rPr>
              <a:t>R.row</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col = </a:t>
            </a:r>
            <a:r>
              <a:rPr altLang="zh-CN" dirty="0" kumimoji="1" lang="en-US" err="1">
                <a:latin typeface="Times New Roman" panose="02020603050405020304" pitchFamily="18" charset="0"/>
                <a:ea typeface="隶书" panose="02010509060101010101" pitchFamily="49" charset="-122"/>
              </a:rPr>
              <a:t>R.col</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value = </a:t>
            </a:r>
            <a:r>
              <a:rPr altLang="zh-CN" dirty="0" kumimoji="1" lang="en-US" err="1">
                <a:latin typeface="Times New Roman" panose="02020603050405020304" pitchFamily="18" charset="0"/>
                <a:ea typeface="隶书" panose="02010509060101010101" pitchFamily="49" charset="-122"/>
              </a:rPr>
              <a:t>R.value</a:t>
            </a:r>
            <a:r>
              <a:rPr altLang="zh-CN" b="1" dirty="0" kumimoji="1" lang="en-US">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endParaRPr altLang="zh-CN" dirty="0" sz="1000" kumimoji="1" lang="en-US">
              <a:latin typeface="Times New Roman" panose="02020603050405020304" pitchFamily="18" charset="0"/>
              <a:ea typeface="隶书" panose="02010509060101010101" pitchFamily="49" charset="-122"/>
            </a:endParaRPr>
          </a:p>
          <a:p>
            <a:pPr eaLnBrk="1" hangingPunct="1">
              <a:lnSpc>
                <a:spcPct val="105000"/>
              </a:lnSpc>
              <a:spcBef>
                <a:spcPct val="0"/>
              </a:spcBef>
              <a:buFontTx/>
              <a:buNone/>
            </a:pPr>
            <a:r>
              <a:rPr altLang="zh-CN" b="1" dirty="0" kumimoji="1" lang="en-US">
                <a:latin typeface="Times New Roman" panose="02020603050405020304" pitchFamily="18" charset="0"/>
                <a:ea typeface="隶书" panose="02010509060101010101" pitchFamily="49" charset="-122"/>
              </a:rPr>
              <a:t>template &lt;class </a:t>
            </a:r>
            <a:r>
              <a:rPr altLang="zh-CN" dirty="0" kumimoji="1" lang="en-US">
                <a:latin typeface="Times New Roman" panose="02020603050405020304" pitchFamily="18" charset="0"/>
                <a:ea typeface="隶书" panose="02010509060101010101" pitchFamily="49" charset="-122"/>
              </a:rPr>
              <a:t>E</a:t>
            </a:r>
            <a:r>
              <a:rPr altLang="zh-CN" b="1" dirty="0" kumimoji="1" lang="en-US">
                <a:latin typeface="Times New Roman" panose="02020603050405020304" pitchFamily="18" charset="0"/>
                <a:ea typeface="隶书" panose="02010509060101010101" pitchFamily="49" charset="-122"/>
              </a:rPr>
              <a:t>&gt;</a:t>
            </a:r>
          </a:p>
          <a:p>
            <a:pPr eaLnBrk="1" hangingPunct="1">
              <a:lnSpc>
                <a:spcPct val="105000"/>
              </a:lnSpc>
              <a:spcBef>
                <a:spcPct val="0"/>
              </a:spcBef>
              <a:buFontTx/>
              <a:buNone/>
            </a:pPr>
            <a:r>
              <a:rPr altLang="zh-CN" b="1" dirty="0" kumimoji="1" lang="en-US">
                <a:latin typeface="Times New Roman" panose="02020603050405020304" pitchFamily="18" charset="0"/>
                <a:ea typeface="隶书" panose="02010509060101010101" pitchFamily="49" charset="-122"/>
              </a:rPr>
              <a:t>class</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SparseMatrix</a:t>
            </a: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216" name=""/>
        <p:cNvGrpSpPr/>
        <p:nvPr/>
      </p:nvGrpSpPr>
      <p:grpSpPr>
        <a:xfrm>
          <a:off x="0" y="0"/>
          <a:ext cx="0" cy="0"/>
          <a:chOff x="0" y="0"/>
          <a:chExt cx="0" cy="0"/>
        </a:xfrm>
      </p:grpSpPr>
      <p:sp>
        <p:nvSpPr>
          <p:cNvPr id="1048913" name="Rectangle 2"/>
          <p:cNvSpPr>
            <a:spLocks noChangeArrowheads="1"/>
          </p:cNvSpPr>
          <p:nvPr/>
        </p:nvSpPr>
        <p:spPr bwMode="auto">
          <a:xfrm>
            <a:off x="576263" y="588965"/>
            <a:ext cx="8501062" cy="5495925"/>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0"/>
              </a:spcBef>
              <a:buFontTx/>
              <a:buNone/>
            </a:pPr>
            <a:r>
              <a:rPr altLang="zh-CN" b="1" dirty="0" sz="2800" kumimoji="1" lang="en-US">
                <a:latin typeface="Times New Roman" panose="02020603050405020304" pitchFamily="18" charset="0"/>
              </a:rPr>
              <a:t>public: </a:t>
            </a:r>
          </a:p>
          <a:p>
            <a:pPr eaLnBrk="1" hangingPunct="1">
              <a:lnSpc>
                <a:spcPct val="105000"/>
              </a:lnSpc>
              <a:spcBef>
                <a:spcPct val="0"/>
              </a:spcBef>
              <a:buFontTx/>
              <a:buNone/>
            </a:pPr>
            <a:r>
              <a:rPr altLang="zh-CN" dirty="0" sz="2800" kumimoji="1" lang="en-US">
                <a:latin typeface="Times New Roman" panose="02020603050405020304" pitchFamily="18" charset="0"/>
                <a:ea typeface="仿宋_GB2312" pitchFamily="49" charset="-122"/>
              </a:rPr>
              <a:t>     </a:t>
            </a:r>
            <a:r>
              <a:rPr altLang="zh-CN" dirty="0" sz="2800" kumimoji="1" lang="en-US" err="1">
                <a:latin typeface="Times New Roman" panose="02020603050405020304" pitchFamily="18" charset="0"/>
                <a:ea typeface="仿宋_GB2312" pitchFamily="49" charset="-122"/>
              </a:rPr>
              <a:t>SparseMatrix</a:t>
            </a:r>
            <a:r>
              <a:rPr altLang="zh-CN" dirty="0" sz="2800" kumimoji="1" lang="en-US">
                <a:latin typeface="Times New Roman" panose="02020603050405020304" pitchFamily="18" charset="0"/>
                <a:ea typeface="仿宋_GB2312" pitchFamily="49" charset="-122"/>
              </a:rPr>
              <a:t> (</a:t>
            </a:r>
            <a:r>
              <a:rPr altLang="zh-CN" b="1" dirty="0" sz="2800" kumimoji="1" lang="en-US">
                <a:latin typeface="Times New Roman" panose="02020603050405020304" pitchFamily="18" charset="0"/>
                <a:ea typeface="仿宋_GB2312" pitchFamily="49" charset="-122"/>
              </a:rPr>
              <a:t>int</a:t>
            </a:r>
            <a:r>
              <a:rPr altLang="zh-CN" dirty="0" sz="2800" kumimoji="1" lang="en-US">
                <a:latin typeface="Times New Roman" panose="02020603050405020304" pitchFamily="18" charset="0"/>
                <a:ea typeface="仿宋_GB2312" pitchFamily="49" charset="-122"/>
              </a:rPr>
              <a:t> </a:t>
            </a:r>
            <a:r>
              <a:rPr altLang="zh-CN" dirty="0" sz="2800" kumimoji="1" lang="en-US" err="1">
                <a:latin typeface="Times New Roman" panose="02020603050405020304" pitchFamily="18" charset="0"/>
                <a:ea typeface="仿宋_GB2312" pitchFamily="49" charset="-122"/>
              </a:rPr>
              <a:t>Rw</a:t>
            </a:r>
            <a:r>
              <a:rPr altLang="zh-CN" dirty="0" sz="2800" kumimoji="1" lang="en-US">
                <a:latin typeface="Times New Roman" panose="02020603050405020304" pitchFamily="18" charset="0"/>
                <a:ea typeface="仿宋_GB2312" pitchFamily="49" charset="-122"/>
              </a:rPr>
              <a:t> = </a:t>
            </a:r>
            <a:r>
              <a:rPr altLang="zh-CN" dirty="0" sz="2800" kumimoji="1" lang="en-US" err="1">
                <a:latin typeface="Times New Roman" panose="02020603050405020304" pitchFamily="18" charset="0"/>
                <a:ea typeface="仿宋_GB2312" pitchFamily="49" charset="-122"/>
              </a:rPr>
              <a:t>drows</a:t>
            </a:r>
            <a:r>
              <a:rPr altLang="zh-CN" dirty="0" sz="2800" kumimoji="1" lang="en-US">
                <a:latin typeface="Times New Roman" panose="02020603050405020304" pitchFamily="18" charset="0"/>
                <a:ea typeface="仿宋_GB2312" pitchFamily="49" charset="-122"/>
              </a:rPr>
              <a:t>,</a:t>
            </a:r>
            <a:r>
              <a:rPr altLang="zh-CN" b="1" dirty="0" sz="2800" kumimoji="1" lang="en-US">
                <a:latin typeface="Times New Roman" panose="02020603050405020304" pitchFamily="18" charset="0"/>
                <a:ea typeface="仿宋_GB2312" pitchFamily="49" charset="-122"/>
              </a:rPr>
              <a:t> int </a:t>
            </a:r>
            <a:r>
              <a:rPr altLang="zh-CN" dirty="0" sz="2800" kumimoji="1" lang="en-US">
                <a:latin typeface="Times New Roman" panose="02020603050405020304" pitchFamily="18" charset="0"/>
                <a:ea typeface="仿宋_GB2312" pitchFamily="49" charset="-122"/>
              </a:rPr>
              <a:t>Cl = </a:t>
            </a:r>
            <a:r>
              <a:rPr altLang="zh-CN" dirty="0" sz="2800" kumimoji="1" lang="en-US" err="1">
                <a:latin typeface="Times New Roman" panose="02020603050405020304" pitchFamily="18" charset="0"/>
                <a:ea typeface="仿宋_GB2312" pitchFamily="49" charset="-122"/>
              </a:rPr>
              <a:t>dcols</a:t>
            </a:r>
            <a:r>
              <a:rPr altLang="zh-CN" dirty="0" sz="2800" kumimoji="1" lang="en-US">
                <a:latin typeface="Times New Roman" panose="02020603050405020304" pitchFamily="18" charset="0"/>
                <a:ea typeface="仿宋_GB2312" pitchFamily="49" charset="-122"/>
              </a:rPr>
              <a:t>,</a:t>
            </a:r>
          </a:p>
          <a:p>
            <a:pPr eaLnBrk="1" hangingPunct="1">
              <a:lnSpc>
                <a:spcPct val="105000"/>
              </a:lnSpc>
              <a:spcBef>
                <a:spcPct val="0"/>
              </a:spcBef>
              <a:buFontTx/>
              <a:buNone/>
            </a:pPr>
            <a:r>
              <a:rPr altLang="zh-CN" dirty="0" sz="2800" kumimoji="1" lang="en-US">
                <a:latin typeface="Times New Roman" panose="02020603050405020304" pitchFamily="18" charset="0"/>
                <a:ea typeface="仿宋_GB2312" pitchFamily="49" charset="-122"/>
              </a:rPr>
              <a:t>          </a:t>
            </a:r>
            <a:r>
              <a:rPr altLang="zh-CN" b="1" dirty="0" sz="2800" kumimoji="1" lang="en-US">
                <a:latin typeface="Times New Roman" panose="02020603050405020304" pitchFamily="18" charset="0"/>
                <a:ea typeface="仿宋_GB2312" pitchFamily="49" charset="-122"/>
              </a:rPr>
              <a:t>int </a:t>
            </a:r>
            <a:r>
              <a:rPr altLang="zh-CN" dirty="0" sz="2800" kumimoji="1" lang="en-US">
                <a:latin typeface="Times New Roman" panose="02020603050405020304" pitchFamily="18" charset="0"/>
                <a:ea typeface="仿宋_GB2312" pitchFamily="49" charset="-122"/>
              </a:rPr>
              <a:t>Tm = </a:t>
            </a:r>
            <a:r>
              <a:rPr altLang="zh-CN" dirty="0" sz="2800" kumimoji="1" lang="en-US" err="1">
                <a:latin typeface="Times New Roman" panose="02020603050405020304" pitchFamily="18" charset="0"/>
                <a:ea typeface="仿宋_GB2312" pitchFamily="49" charset="-122"/>
              </a:rPr>
              <a:t>dterms</a:t>
            </a:r>
            <a:r>
              <a:rPr altLang="zh-CN" dirty="0" sz="2800" kumimoji="1" lang="en-US">
                <a:latin typeface="Times New Roman" panose="02020603050405020304" pitchFamily="18" charset="0"/>
                <a:ea typeface="仿宋_GB2312" pitchFamily="49" charset="-122"/>
              </a:rPr>
              <a:t>)</a:t>
            </a:r>
            <a:r>
              <a:rPr altLang="zh-CN" b="1" dirty="0" sz="2800" kumimoji="1" lang="en-US">
                <a:latin typeface="Times New Roman" panose="02020603050405020304" pitchFamily="18" charset="0"/>
                <a:ea typeface="仿宋_GB2312" pitchFamily="49" charset="-122"/>
              </a:rPr>
              <a:t>;  </a:t>
            </a:r>
            <a:r>
              <a:rPr altLang="zh-CN" dirty="0" sz="2800" kumimoji="1" lang="en-US">
                <a:latin typeface="Times New Roman" panose="02020603050405020304" pitchFamily="18" charset="0"/>
                <a:ea typeface="仿宋_GB2312" pitchFamily="49" charset="-122"/>
              </a:rPr>
              <a:t>                 </a:t>
            </a:r>
            <a:r>
              <a:rPr altLang="zh-CN" b="1" dirty="0" sz="2800" kumimoji="1" lang="en-US">
                <a:solidFill>
                  <a:schemeClr val="tx2"/>
                </a:solidFill>
                <a:latin typeface="Times New Roman" panose="02020603050405020304" pitchFamily="18" charset="0"/>
                <a:ea typeface="仿宋_GB2312"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构造函数</a:t>
            </a:r>
          </a:p>
          <a:p>
            <a:pPr eaLnBrk="1" hangingPunct="1">
              <a:lnSpc>
                <a:spcPct val="105000"/>
              </a:lnSpc>
              <a:spcBef>
                <a:spcPct val="0"/>
              </a:spcBef>
              <a:buFontTx/>
              <a:buNone/>
            </a:pPr>
            <a:r>
              <a:rPr altLang="en-US" dirty="0" sz="2800" kumimoji="1" lang="zh-CN">
                <a:latin typeface="Times New Roman" panose="02020603050405020304" pitchFamily="18" charset="0"/>
                <a:ea typeface="仿宋_GB2312" pitchFamily="49" charset="-122"/>
              </a:rPr>
              <a:t>     </a:t>
            </a:r>
            <a:r>
              <a:rPr altLang="zh-CN" b="1" dirty="0" sz="2800" kumimoji="1" lang="en-US">
                <a:latin typeface="Times New Roman" panose="02020603050405020304" pitchFamily="18" charset="0"/>
                <a:ea typeface="仿宋_GB2312" pitchFamily="49" charset="-122"/>
              </a:rPr>
              <a:t>void</a:t>
            </a:r>
            <a:r>
              <a:rPr altLang="zh-CN" dirty="0" sz="2800" kumimoji="1" lang="en-US">
                <a:latin typeface="Times New Roman" panose="02020603050405020304" pitchFamily="18" charset="0"/>
                <a:ea typeface="仿宋_GB2312" pitchFamily="49" charset="-122"/>
              </a:rPr>
              <a:t> Transpose(</a:t>
            </a:r>
            <a:r>
              <a:rPr altLang="zh-CN" dirty="0" sz="2800" kumimoji="1" lang="en-US" err="1">
                <a:latin typeface="Times New Roman" panose="02020603050405020304" pitchFamily="18" charset="0"/>
                <a:ea typeface="仿宋_GB2312" pitchFamily="49" charset="-122"/>
              </a:rPr>
              <a:t>SparseMatrix</a:t>
            </a:r>
            <a:r>
              <a:rPr altLang="zh-CN" b="1" dirty="0" sz="2800" kumimoji="1" lang="en-US">
                <a:latin typeface="Times New Roman" panose="02020603050405020304" pitchFamily="18" charset="0"/>
                <a:ea typeface="仿宋_GB2312" pitchFamily="49" charset="-122"/>
              </a:rPr>
              <a:t>&lt;</a:t>
            </a:r>
            <a:r>
              <a:rPr altLang="zh-CN" dirty="0" sz="2800" kumimoji="1" lang="en-US">
                <a:latin typeface="Times New Roman" panose="02020603050405020304" pitchFamily="18" charset="0"/>
                <a:ea typeface="仿宋_GB2312" pitchFamily="49" charset="-122"/>
              </a:rPr>
              <a:t>E</a:t>
            </a:r>
            <a:r>
              <a:rPr altLang="zh-CN" b="1" dirty="0" sz="2800" kumimoji="1" lang="en-US">
                <a:latin typeface="Times New Roman" panose="02020603050405020304" pitchFamily="18" charset="0"/>
                <a:ea typeface="仿宋_GB2312" pitchFamily="49" charset="-122"/>
              </a:rPr>
              <a:t>&gt;&amp;</a:t>
            </a:r>
            <a:r>
              <a:rPr altLang="zh-CN" dirty="0" sz="2800" kumimoji="1" lang="en-US">
                <a:latin typeface="Times New Roman" panose="02020603050405020304" pitchFamily="18" charset="0"/>
                <a:ea typeface="仿宋_GB2312" pitchFamily="49" charset="-122"/>
              </a:rPr>
              <a:t> b)</a:t>
            </a:r>
            <a:r>
              <a:rPr altLang="zh-CN" b="1" dirty="0" sz="2800" kumimoji="1" lang="en-US">
                <a:latin typeface="Times New Roman" panose="02020603050405020304" pitchFamily="18" charset="0"/>
                <a:ea typeface="仿宋_GB2312" pitchFamily="49" charset="-122"/>
              </a:rPr>
              <a:t>;    </a:t>
            </a:r>
            <a:r>
              <a:rPr altLang="zh-CN" b="1" dirty="0" sz="2800" kumimoji="1" lang="en-US">
                <a:solidFill>
                  <a:schemeClr val="tx2"/>
                </a:solidFill>
                <a:latin typeface="Times New Roman" panose="02020603050405020304" pitchFamily="18" charset="0"/>
                <a:ea typeface="仿宋_GB2312"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转置</a:t>
            </a:r>
            <a:endParaRPr altLang="en-US" dirty="0" sz="2800" kumimoji="1" lang="zh-CN">
              <a:solidFill>
                <a:schemeClr val="tx2"/>
              </a:solidFill>
              <a:latin typeface="Times New Roman" panose="02020603050405020304" pitchFamily="18" charset="0"/>
              <a:ea typeface="仿宋_GB2312" pitchFamily="49" charset="-122"/>
            </a:endParaRPr>
          </a:p>
          <a:p>
            <a:pPr eaLnBrk="1" hangingPunct="1">
              <a:lnSpc>
                <a:spcPct val="105000"/>
              </a:lnSpc>
              <a:spcBef>
                <a:spcPct val="0"/>
              </a:spcBef>
              <a:buFontTx/>
              <a:buNone/>
            </a:pPr>
            <a:r>
              <a:rPr altLang="en-US" dirty="0" sz="2800" kumimoji="1" lang="zh-CN">
                <a:latin typeface="Times New Roman" panose="02020603050405020304" pitchFamily="18" charset="0"/>
                <a:ea typeface="仿宋_GB2312" pitchFamily="49" charset="-122"/>
              </a:rPr>
              <a:t>     </a:t>
            </a:r>
            <a:r>
              <a:rPr altLang="zh-CN" b="1" dirty="0" sz="2800" kumimoji="1" lang="en-US">
                <a:latin typeface="Times New Roman" panose="02020603050405020304" pitchFamily="18" charset="0"/>
                <a:ea typeface="仿宋_GB2312" pitchFamily="49" charset="-122"/>
              </a:rPr>
              <a:t>void</a:t>
            </a:r>
            <a:r>
              <a:rPr altLang="zh-CN" dirty="0" sz="2800" kumimoji="1" lang="en-US">
                <a:latin typeface="Times New Roman" panose="02020603050405020304" pitchFamily="18" charset="0"/>
                <a:ea typeface="仿宋_GB2312" pitchFamily="49" charset="-122"/>
              </a:rPr>
              <a:t> Add (</a:t>
            </a:r>
            <a:r>
              <a:rPr altLang="zh-CN" dirty="0" sz="2800" kumimoji="1" lang="en-US" err="1">
                <a:latin typeface="Times New Roman" panose="02020603050405020304" pitchFamily="18" charset="0"/>
                <a:ea typeface="仿宋_GB2312" pitchFamily="49" charset="-122"/>
              </a:rPr>
              <a:t>SparseMatrix</a:t>
            </a:r>
            <a:r>
              <a:rPr altLang="zh-CN" b="1" dirty="0" sz="2800" kumimoji="1" lang="en-US">
                <a:latin typeface="Times New Roman" panose="02020603050405020304" pitchFamily="18" charset="0"/>
                <a:ea typeface="仿宋_GB2312" pitchFamily="49" charset="-122"/>
              </a:rPr>
              <a:t>&lt;</a:t>
            </a:r>
            <a:r>
              <a:rPr altLang="zh-CN" dirty="0" sz="2800" kumimoji="1" lang="en-US">
                <a:latin typeface="Times New Roman" panose="02020603050405020304" pitchFamily="18" charset="0"/>
                <a:ea typeface="仿宋_GB2312" pitchFamily="49" charset="-122"/>
              </a:rPr>
              <a:t>E</a:t>
            </a:r>
            <a:r>
              <a:rPr altLang="zh-CN" b="1" dirty="0" sz="2800" kumimoji="1" lang="en-US">
                <a:latin typeface="Times New Roman" panose="02020603050405020304" pitchFamily="18" charset="0"/>
                <a:ea typeface="仿宋_GB2312" pitchFamily="49" charset="-122"/>
              </a:rPr>
              <a:t>&gt;&amp;</a:t>
            </a:r>
            <a:r>
              <a:rPr altLang="zh-CN" dirty="0" sz="2800" kumimoji="1" lang="en-US">
                <a:latin typeface="Times New Roman" panose="02020603050405020304" pitchFamily="18" charset="0"/>
                <a:ea typeface="仿宋_GB2312" pitchFamily="49" charset="-122"/>
              </a:rPr>
              <a:t> a,</a:t>
            </a:r>
          </a:p>
          <a:p>
            <a:pPr eaLnBrk="1" hangingPunct="1">
              <a:lnSpc>
                <a:spcPct val="105000"/>
              </a:lnSpc>
              <a:spcBef>
                <a:spcPct val="0"/>
              </a:spcBef>
              <a:buFontTx/>
              <a:buNone/>
            </a:pPr>
            <a:r>
              <a:rPr altLang="zh-CN" dirty="0" sz="2800" kumimoji="1" lang="en-US">
                <a:latin typeface="Times New Roman" panose="02020603050405020304" pitchFamily="18" charset="0"/>
                <a:ea typeface="仿宋_GB2312" pitchFamily="49" charset="-122"/>
              </a:rPr>
              <a:t>          </a:t>
            </a:r>
            <a:r>
              <a:rPr altLang="zh-CN" dirty="0" sz="2800" kumimoji="1" lang="en-US" err="1">
                <a:latin typeface="Times New Roman" panose="02020603050405020304" pitchFamily="18" charset="0"/>
                <a:ea typeface="仿宋_GB2312" pitchFamily="49" charset="-122"/>
              </a:rPr>
              <a:t>SparseMatrix</a:t>
            </a:r>
            <a:r>
              <a:rPr altLang="zh-CN" b="1" dirty="0" sz="2800" kumimoji="1" lang="en-US">
                <a:latin typeface="Times New Roman" panose="02020603050405020304" pitchFamily="18" charset="0"/>
                <a:ea typeface="仿宋_GB2312" pitchFamily="49" charset="-122"/>
              </a:rPr>
              <a:t>&lt;</a:t>
            </a:r>
            <a:r>
              <a:rPr altLang="zh-CN" dirty="0" sz="2800" kumimoji="1" lang="en-US">
                <a:latin typeface="Times New Roman" panose="02020603050405020304" pitchFamily="18" charset="0"/>
                <a:ea typeface="仿宋_GB2312" pitchFamily="49" charset="-122"/>
              </a:rPr>
              <a:t>E</a:t>
            </a:r>
            <a:r>
              <a:rPr altLang="zh-CN" b="1" dirty="0" sz="2800" kumimoji="1" lang="en-US">
                <a:latin typeface="Times New Roman" panose="02020603050405020304" pitchFamily="18" charset="0"/>
                <a:ea typeface="仿宋_GB2312" pitchFamily="49" charset="-122"/>
              </a:rPr>
              <a:t>&gt;&amp;</a:t>
            </a:r>
            <a:r>
              <a:rPr altLang="zh-CN" dirty="0" sz="2800" kumimoji="1" lang="en-US">
                <a:latin typeface="Times New Roman" panose="02020603050405020304" pitchFamily="18" charset="0"/>
                <a:ea typeface="仿宋_GB2312" pitchFamily="49" charset="-122"/>
              </a:rPr>
              <a:t> b)</a:t>
            </a:r>
            <a:r>
              <a:rPr altLang="zh-CN" b="1" dirty="0" sz="2800" kumimoji="1" lang="en-US">
                <a:latin typeface="Times New Roman" panose="02020603050405020304" pitchFamily="18" charset="0"/>
                <a:ea typeface="仿宋_GB2312" pitchFamily="49" charset="-122"/>
              </a:rPr>
              <a:t>;          </a:t>
            </a:r>
            <a:r>
              <a:rPr altLang="zh-CN" b="1" dirty="0" sz="2800" kumimoji="1" lang="en-US">
                <a:solidFill>
                  <a:schemeClr val="tx2"/>
                </a:solidFill>
                <a:latin typeface="Times New Roman" panose="02020603050405020304" pitchFamily="18" charset="0"/>
                <a:ea typeface="仿宋_GB2312" pitchFamily="49" charset="-122"/>
              </a:rPr>
              <a:t>//a = </a:t>
            </a:r>
            <a:r>
              <a:rPr altLang="zh-CN" b="1" dirty="0" sz="2800" kumimoji="1" lang="en-US" err="1">
                <a:solidFill>
                  <a:schemeClr val="tx2"/>
                </a:solidFill>
                <a:latin typeface="Times New Roman" panose="02020603050405020304" pitchFamily="18" charset="0"/>
                <a:ea typeface="仿宋_GB2312" pitchFamily="49" charset="-122"/>
              </a:rPr>
              <a:t>a+b</a:t>
            </a:r>
            <a:endParaRPr altLang="zh-CN" dirty="0" sz="2800" kumimoji="1" lang="en-US">
              <a:solidFill>
                <a:schemeClr val="tx2"/>
              </a:solidFill>
              <a:latin typeface="Times New Roman" panose="02020603050405020304" pitchFamily="18" charset="0"/>
              <a:ea typeface="仿宋_GB2312" pitchFamily="49" charset="-122"/>
            </a:endParaRPr>
          </a:p>
          <a:p>
            <a:pPr eaLnBrk="1" hangingPunct="1">
              <a:lnSpc>
                <a:spcPct val="105000"/>
              </a:lnSpc>
              <a:spcBef>
                <a:spcPct val="0"/>
              </a:spcBef>
              <a:buFontTx/>
              <a:buNone/>
            </a:pPr>
            <a:r>
              <a:rPr altLang="zh-CN" dirty="0" sz="2800" kumimoji="1" lang="en-US">
                <a:latin typeface="Times New Roman" panose="02020603050405020304" pitchFamily="18" charset="0"/>
                <a:ea typeface="仿宋_GB2312" pitchFamily="49" charset="-122"/>
              </a:rPr>
              <a:t>     </a:t>
            </a:r>
            <a:r>
              <a:rPr altLang="zh-CN" b="1" dirty="0" sz="2800" kumimoji="1" lang="en-US">
                <a:latin typeface="Times New Roman" panose="02020603050405020304" pitchFamily="18" charset="0"/>
                <a:ea typeface="仿宋_GB2312" pitchFamily="49" charset="-122"/>
              </a:rPr>
              <a:t>void </a:t>
            </a:r>
            <a:r>
              <a:rPr altLang="zh-CN" dirty="0" sz="2800" kumimoji="1" lang="en-US">
                <a:latin typeface="Times New Roman" panose="02020603050405020304" pitchFamily="18" charset="0"/>
                <a:ea typeface="仿宋_GB2312" pitchFamily="49" charset="-122"/>
              </a:rPr>
              <a:t>Multiply (</a:t>
            </a:r>
            <a:r>
              <a:rPr altLang="zh-CN" dirty="0" sz="2800" kumimoji="1" lang="en-US" err="1">
                <a:latin typeface="Times New Roman" panose="02020603050405020304" pitchFamily="18" charset="0"/>
                <a:ea typeface="仿宋_GB2312" pitchFamily="49" charset="-122"/>
              </a:rPr>
              <a:t>SparseMatrix</a:t>
            </a:r>
            <a:r>
              <a:rPr altLang="zh-CN" b="1" dirty="0" sz="2800" kumimoji="1" lang="en-US">
                <a:latin typeface="Times New Roman" panose="02020603050405020304" pitchFamily="18" charset="0"/>
                <a:ea typeface="仿宋_GB2312" pitchFamily="49" charset="-122"/>
              </a:rPr>
              <a:t>&lt;</a:t>
            </a:r>
            <a:r>
              <a:rPr altLang="zh-CN" dirty="0" sz="2800" kumimoji="1" lang="en-US">
                <a:latin typeface="Times New Roman" panose="02020603050405020304" pitchFamily="18" charset="0"/>
                <a:ea typeface="仿宋_GB2312" pitchFamily="49" charset="-122"/>
              </a:rPr>
              <a:t>E</a:t>
            </a:r>
            <a:r>
              <a:rPr altLang="zh-CN" b="1" dirty="0" sz="2800" kumimoji="1" lang="en-US">
                <a:latin typeface="Times New Roman" panose="02020603050405020304" pitchFamily="18" charset="0"/>
                <a:ea typeface="仿宋_GB2312" pitchFamily="49" charset="-122"/>
              </a:rPr>
              <a:t>&gt;&amp; </a:t>
            </a:r>
            <a:r>
              <a:rPr altLang="zh-CN" dirty="0" sz="2800" kumimoji="1" lang="en-US">
                <a:latin typeface="Times New Roman" panose="02020603050405020304" pitchFamily="18" charset="0"/>
                <a:ea typeface="仿宋_GB2312" pitchFamily="49" charset="-122"/>
              </a:rPr>
              <a:t>a</a:t>
            </a:r>
            <a:r>
              <a:rPr altLang="zh-CN" b="1" dirty="0" sz="2800" kumimoji="1" lang="en-US">
                <a:latin typeface="Times New Roman" panose="02020603050405020304" pitchFamily="18" charset="0"/>
                <a:ea typeface="仿宋_GB2312" pitchFamily="49" charset="-122"/>
              </a:rPr>
              <a:t>,</a:t>
            </a:r>
          </a:p>
          <a:p>
            <a:pPr eaLnBrk="1" hangingPunct="1">
              <a:lnSpc>
                <a:spcPct val="105000"/>
              </a:lnSpc>
              <a:spcBef>
                <a:spcPct val="0"/>
              </a:spcBef>
              <a:buFontTx/>
              <a:buNone/>
            </a:pPr>
            <a:r>
              <a:rPr altLang="zh-CN" b="1" dirty="0" sz="2800" kumimoji="1" lang="en-US">
                <a:latin typeface="Times New Roman" panose="02020603050405020304" pitchFamily="18" charset="0"/>
                <a:ea typeface="仿宋_GB2312" pitchFamily="49" charset="-122"/>
              </a:rPr>
              <a:t>          </a:t>
            </a:r>
            <a:r>
              <a:rPr altLang="zh-CN" dirty="0" sz="2800" kumimoji="1" lang="en-US" err="1">
                <a:latin typeface="Times New Roman" panose="02020603050405020304" pitchFamily="18" charset="0"/>
                <a:ea typeface="仿宋_GB2312" pitchFamily="49" charset="-122"/>
              </a:rPr>
              <a:t>SparseMatrix</a:t>
            </a:r>
            <a:r>
              <a:rPr altLang="zh-CN" b="1" dirty="0" sz="2800" kumimoji="1" lang="en-US">
                <a:latin typeface="Times New Roman" panose="02020603050405020304" pitchFamily="18" charset="0"/>
                <a:ea typeface="仿宋_GB2312" pitchFamily="49" charset="-122"/>
              </a:rPr>
              <a:t>&lt;</a:t>
            </a:r>
            <a:r>
              <a:rPr altLang="zh-CN" dirty="0" sz="2800" kumimoji="1" lang="en-US">
                <a:latin typeface="Times New Roman" panose="02020603050405020304" pitchFamily="18" charset="0"/>
                <a:ea typeface="仿宋_GB2312" pitchFamily="49" charset="-122"/>
              </a:rPr>
              <a:t>E</a:t>
            </a:r>
            <a:r>
              <a:rPr altLang="zh-CN" b="1" dirty="0" sz="2800" kumimoji="1" lang="en-US">
                <a:latin typeface="Times New Roman" panose="02020603050405020304" pitchFamily="18" charset="0"/>
                <a:ea typeface="仿宋_GB2312" pitchFamily="49" charset="-122"/>
              </a:rPr>
              <a:t>&gt;&amp;</a:t>
            </a:r>
            <a:r>
              <a:rPr altLang="zh-CN" dirty="0" sz="2800" kumimoji="1" lang="en-US">
                <a:latin typeface="Times New Roman" panose="02020603050405020304" pitchFamily="18" charset="0"/>
                <a:ea typeface="仿宋_GB2312" pitchFamily="49" charset="-122"/>
              </a:rPr>
              <a:t> b)</a:t>
            </a:r>
            <a:r>
              <a:rPr altLang="zh-CN" b="1" dirty="0" sz="2800" kumimoji="1" lang="en-US">
                <a:latin typeface="Times New Roman" panose="02020603050405020304" pitchFamily="18" charset="0"/>
                <a:ea typeface="仿宋_GB2312" pitchFamily="49" charset="-122"/>
              </a:rPr>
              <a:t>;          </a:t>
            </a:r>
            <a:r>
              <a:rPr altLang="zh-CN" b="1" dirty="0" sz="2800" kumimoji="1" lang="en-US">
                <a:solidFill>
                  <a:schemeClr val="tx2"/>
                </a:solidFill>
                <a:latin typeface="Times New Roman" panose="02020603050405020304" pitchFamily="18" charset="0"/>
                <a:ea typeface="仿宋_GB2312" pitchFamily="49" charset="-122"/>
              </a:rPr>
              <a:t>//</a:t>
            </a:r>
            <a:r>
              <a:rPr altLang="zh-CN" b="1" dirty="0" sz="2800" kumimoji="1" lang="en-US">
                <a:solidFill>
                  <a:schemeClr val="tx2"/>
                </a:solidFill>
                <a:latin typeface="Times New Roman" panose="02020603050405020304" pitchFamily="18" charset="0"/>
                <a:ea typeface="隶书" panose="02010509060101010101" pitchFamily="49" charset="-122"/>
              </a:rPr>
              <a:t>a = a*b</a:t>
            </a:r>
            <a:endParaRPr altLang="zh-CN" b="1" dirty="0" sz="2800" kumimoji="1" lang="en-US">
              <a:solidFill>
                <a:schemeClr val="tx2"/>
              </a:solidFill>
              <a:latin typeface="Times New Roman" panose="02020603050405020304" pitchFamily="18" charset="0"/>
              <a:ea typeface="仿宋_GB2312" pitchFamily="49" charset="-122"/>
            </a:endParaRPr>
          </a:p>
          <a:p>
            <a:pPr eaLnBrk="1" hangingPunct="1">
              <a:lnSpc>
                <a:spcPct val="105000"/>
              </a:lnSpc>
              <a:spcBef>
                <a:spcPct val="0"/>
              </a:spcBef>
              <a:buFontTx/>
              <a:buNone/>
            </a:pPr>
            <a:r>
              <a:rPr altLang="zh-CN" b="1" dirty="0" sz="2800" kumimoji="1" lang="en-US" err="1">
                <a:latin typeface="Times New Roman" panose="02020603050405020304" pitchFamily="18" charset="0"/>
                <a:ea typeface="隶书" panose="02010509060101010101" pitchFamily="49" charset="-122"/>
              </a:rPr>
              <a:t>pvivate</a:t>
            </a:r>
            <a:r>
              <a:rPr altLang="zh-CN" b="1" dirty="0" sz="2800" kumimoji="1" lang="en-US">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altLang="zh-CN" b="1" dirty="0" sz="2800" kumimoji="1" lang="en-US">
                <a:latin typeface="Times New Roman" panose="02020603050405020304" pitchFamily="18" charset="0"/>
                <a:ea typeface="隶书" panose="02010509060101010101" pitchFamily="49" charset="-122"/>
              </a:rPr>
              <a:t>     int</a:t>
            </a:r>
            <a:r>
              <a:rPr altLang="zh-CN" dirty="0" sz="2800" kumimoji="1" lang="en-US">
                <a:latin typeface="Times New Roman" panose="02020603050405020304" pitchFamily="18" charset="0"/>
                <a:ea typeface="隶书" panose="02010509060101010101" pitchFamily="49" charset="-122"/>
              </a:rPr>
              <a:t> Rows, Cols, Terms</a:t>
            </a:r>
            <a:r>
              <a:rPr altLang="zh-CN" b="1"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zh-CN" dirty="0" sz="2800" kumimoji="1" lang="zh-CN">
                <a:solidFill>
                  <a:schemeClr val="tx2"/>
                </a:solidFill>
                <a:latin typeface="Times New Roman" panose="02020603050405020304" pitchFamily="18" charset="0"/>
                <a:ea typeface="隶书" panose="02010509060101010101" pitchFamily="49" charset="-122"/>
              </a:rPr>
              <a:t>行／列</a:t>
            </a:r>
            <a:r>
              <a:rPr altLang="zh-CN" dirty="0" sz="1800" kumimoji="1" lang="zh-CN">
                <a:solidFill>
                  <a:schemeClr val="tx2"/>
                </a:solidFill>
                <a:latin typeface="Courier New" panose="02070309020205020404" pitchFamily="49" charset="0"/>
              </a:rPr>
              <a:t>／</a:t>
            </a:r>
            <a:r>
              <a:rPr altLang="zh-CN" dirty="0" sz="2800" kumimoji="1" lang="zh-CN">
                <a:solidFill>
                  <a:schemeClr val="tx2"/>
                </a:solidFill>
                <a:latin typeface="Times New Roman" panose="02020603050405020304" pitchFamily="18" charset="0"/>
                <a:ea typeface="隶书" panose="02010509060101010101" pitchFamily="49" charset="-122"/>
              </a:rPr>
              <a:t>非零元素数</a:t>
            </a:r>
            <a:endParaRPr altLang="en-US" dirty="0" sz="2800" kumimoji="1" lang="zh-CN">
              <a:solidFill>
                <a:schemeClr val="tx2"/>
              </a:solidFill>
              <a:latin typeface="Times New Roman" panose="02020603050405020304" pitchFamily="18" charset="0"/>
              <a:ea typeface="隶书" panose="02010509060101010101" pitchFamily="49" charset="-122"/>
            </a:endParaRPr>
          </a:p>
          <a:p>
            <a:pPr eaLnBrk="1" hangingPunct="1">
              <a:lnSpc>
                <a:spcPct val="105000"/>
              </a:lnSpc>
              <a:spcBef>
                <a:spcPct val="0"/>
              </a:spcBef>
              <a:buFontTx/>
              <a:buNone/>
            </a:pPr>
            <a:r>
              <a:rPr altLang="en-US" dirty="0" sz="2800" kumimoji="1" lang="zh-CN">
                <a:latin typeface="Times New Roman" panose="02020603050405020304" pitchFamily="18" charset="0"/>
                <a:ea typeface="隶书" panose="02010509060101010101" pitchFamily="49" charset="-122"/>
              </a:rPr>
              <a:t>     </a:t>
            </a:r>
            <a:r>
              <a:rPr altLang="zh-CN" dirty="0" sz="2800" kumimoji="1" lang="en-US">
                <a:latin typeface="Times New Roman" panose="02020603050405020304" pitchFamily="18" charset="0"/>
                <a:ea typeface="隶书" panose="02010509060101010101" pitchFamily="49" charset="-122"/>
              </a:rPr>
              <a:t>Triple</a:t>
            </a:r>
            <a:r>
              <a:rPr altLang="zh-CN" b="1" dirty="0" sz="2800" kumimoji="1" lang="en-US">
                <a:latin typeface="Times New Roman" panose="02020603050405020304" pitchFamily="18" charset="0"/>
                <a:ea typeface="隶书" panose="02010509060101010101" pitchFamily="49" charset="-122"/>
              </a:rPr>
              <a:t>&lt;</a:t>
            </a:r>
            <a:r>
              <a:rPr altLang="zh-CN" dirty="0" sz="2800" kumimoji="1" lang="en-US">
                <a:latin typeface="Times New Roman" panose="02020603050405020304" pitchFamily="18" charset="0"/>
                <a:ea typeface="隶书" panose="02010509060101010101" pitchFamily="49" charset="-122"/>
              </a:rPr>
              <a:t>E</a:t>
            </a:r>
            <a:r>
              <a:rPr altLang="zh-CN" b="1" dirty="0" sz="2800" kumimoji="1" lang="en-US">
                <a:latin typeface="Times New Roman" panose="02020603050405020304" pitchFamily="18" charset="0"/>
                <a:ea typeface="隶书" panose="02010509060101010101" pitchFamily="49" charset="-122"/>
              </a:rPr>
              <a:t>&gt;</a:t>
            </a:r>
            <a:r>
              <a:rPr altLang="zh-CN" dirty="0" sz="2800" kumimoji="1" lang="en-US">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smArray</a:t>
            </a:r>
            <a:r>
              <a:rPr altLang="zh-CN" b="1" dirty="0" sz="2800" kumimoji="1" lang="en-US">
                <a:latin typeface="Times New Roman" panose="02020603050405020304" pitchFamily="18" charset="0"/>
                <a:ea typeface="隶书" panose="02010509060101010101" pitchFamily="49" charset="-122"/>
              </a:rPr>
              <a:t>;</a:t>
            </a:r>
            <a:r>
              <a:rPr altLang="zh-CN"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三元组表</a:t>
            </a:r>
          </a:p>
          <a:p>
            <a:pPr eaLnBrk="1" hangingPunct="1">
              <a:lnSpc>
                <a:spcPct val="105000"/>
              </a:lnSpc>
              <a:spcBef>
                <a:spcPct val="0"/>
              </a:spcBef>
              <a:buFontTx/>
              <a:buNone/>
            </a:pPr>
            <a:r>
              <a:rPr altLang="zh-CN" b="1" dirty="0" sz="2800" kumimoji="1" lang="en-US">
                <a:latin typeface="Times New Roman" panose="02020603050405020304" pitchFamily="18" charset="0"/>
                <a:ea typeface="隶书" panose="02010509060101010101" pitchFamily="49" charset="-122"/>
              </a:rPr>
              <a:t>};</a:t>
            </a:r>
            <a:r>
              <a:rPr altLang="zh-CN" dirty="0" sz="3000" kumimoji="1" lang="en-US">
                <a:latin typeface="Times New Roman" panose="02020603050405020304" pitchFamily="18" charset="0"/>
                <a:ea typeface="隶书" panose="02010509060101010101" pitchFamily="49" charset="-122"/>
              </a:rPr>
              <a:t>            </a:t>
            </a:r>
          </a:p>
        </p:txBody>
      </p:sp>
      <p:sp>
        <p:nvSpPr>
          <p:cNvPr id="1048914" name="矩形: 圆角 2"/>
          <p:cNvSpPr/>
          <p:nvPr/>
        </p:nvSpPr>
        <p:spPr>
          <a:xfrm>
            <a:off x="925489" y="4660900"/>
            <a:ext cx="7642249" cy="977900"/>
          </a:xfrm>
          <a:prstGeom prst="roundRect"/>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sp>
        <p:nvSpPr>
          <p:cNvPr id="1048915" name="文本框 3"/>
          <p:cNvSpPr txBox="1"/>
          <p:nvPr/>
        </p:nvSpPr>
        <p:spPr>
          <a:xfrm>
            <a:off x="6781800" y="4267202"/>
            <a:ext cx="1493520" cy="461665"/>
          </a:xfrm>
          <a:prstGeom prst="rect"/>
          <a:solidFill>
            <a:schemeClr val="bg1"/>
          </a:solidFill>
        </p:spPr>
        <p:txBody>
          <a:bodyPr rtlCol="0" wrap="square">
            <a:spAutoFit/>
          </a:bodyPr>
          <a:p>
            <a:r>
              <a:rPr altLang="en-US" dirty="0" sz="2400" lang="zh-CN">
                <a:solidFill>
                  <a:srgbClr val="C00000"/>
                </a:solidFill>
              </a:rPr>
              <a:t>数据成员</a:t>
            </a:r>
          </a:p>
        </p:txBody>
      </p:sp>
      <p:sp>
        <p:nvSpPr>
          <p:cNvPr id="1048916" name="矩形 1"/>
          <p:cNvSpPr/>
          <p:nvPr/>
        </p:nvSpPr>
        <p:spPr>
          <a:xfrm>
            <a:off x="925489" y="6170523"/>
            <a:ext cx="7642249" cy="369332"/>
          </a:xfrm>
          <a:prstGeom prst="rect"/>
          <a:gradFill>
            <a:gsLst>
              <a:gs pos="0">
                <a:schemeClr val="accent4">
                  <a:lumMod val="110000"/>
                  <a:satMod val="105000"/>
                  <a:tint val="67000"/>
                </a:schemeClr>
              </a:gs>
              <a:gs pos="50000">
                <a:schemeClr val="accent4">
                  <a:lumMod val="105000"/>
                  <a:satMod val="103000"/>
                  <a:tint val="73000"/>
                </a:schemeClr>
              </a:gs>
              <a:gs pos="75000">
                <a:srgbClr val="FFD684"/>
              </a:gs>
              <a:gs pos="100000">
                <a:schemeClr val="accent4">
                  <a:lumMod val="105000"/>
                  <a:satMod val="109000"/>
                  <a:tint val="81000"/>
                </a:schemeClr>
              </a:gs>
            </a:gsLst>
          </a:gradFill>
        </p:spPr>
        <p:style>
          <a:lnRef idx="1">
            <a:schemeClr val="accent4"/>
          </a:lnRef>
          <a:fillRef idx="2">
            <a:schemeClr val="accent4"/>
          </a:fillRef>
          <a:effectRef idx="1">
            <a:schemeClr val="accent4"/>
          </a:effectRef>
          <a:fontRef idx="minor">
            <a:schemeClr val="dk1"/>
          </a:fontRef>
        </p:style>
        <p:txBody>
          <a:bodyPr wrap="square">
            <a:spAutoFit/>
          </a:bodyPr>
          <a:p>
            <a:r>
              <a:rPr altLang="en-US" b="1" dirty="0" lang="zh-CN">
                <a:latin typeface="Times New Roman" panose="02020603050405020304" pitchFamily="18" charset="0"/>
                <a:ea typeface="仿宋_GB2312" pitchFamily="49" charset="-122"/>
              </a:rPr>
              <a:t>稀疏矩阵可由表示非零元的一系列</a:t>
            </a:r>
            <a:r>
              <a:rPr altLang="en-US" b="1" dirty="0" lang="zh-CN">
                <a:solidFill>
                  <a:srgbClr val="FF6600"/>
                </a:solidFill>
                <a:latin typeface="Times New Roman" panose="02020603050405020304" pitchFamily="18" charset="0"/>
                <a:ea typeface="仿宋_GB2312" pitchFamily="49" charset="-122"/>
              </a:rPr>
              <a:t>三元组</a:t>
            </a:r>
            <a:r>
              <a:rPr altLang="en-US" b="1" dirty="0" lang="zh-CN">
                <a:latin typeface="Times New Roman" panose="02020603050405020304" pitchFamily="18" charset="0"/>
                <a:ea typeface="仿宋_GB2312" pitchFamily="49" charset="-122"/>
              </a:rPr>
              <a:t>及其</a:t>
            </a:r>
            <a:r>
              <a:rPr altLang="en-US" b="1" dirty="0" lang="zh-CN">
                <a:solidFill>
                  <a:srgbClr val="FF6600"/>
                </a:solidFill>
                <a:latin typeface="Times New Roman" panose="02020603050405020304" pitchFamily="18" charset="0"/>
                <a:ea typeface="仿宋_GB2312" pitchFamily="49" charset="-122"/>
              </a:rPr>
              <a:t>行列数</a:t>
            </a:r>
            <a:r>
              <a:rPr altLang="en-US" b="1" dirty="0" lang="zh-CN">
                <a:latin typeface="Times New Roman" panose="02020603050405020304" pitchFamily="18" charset="0"/>
                <a:ea typeface="仿宋_GB2312" pitchFamily="49" charset="-122"/>
              </a:rPr>
              <a:t>唯一确定。</a:t>
            </a:r>
            <a:endParaRPr altLang="en-US" dirty="0" 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217" name=""/>
        <p:cNvGrpSpPr/>
        <p:nvPr/>
      </p:nvGrpSpPr>
      <p:grpSpPr>
        <a:xfrm>
          <a:off x="0" y="0"/>
          <a:ext cx="0" cy="0"/>
          <a:chOff x="0" y="0"/>
          <a:chExt cx="0" cy="0"/>
        </a:xfrm>
      </p:grpSpPr>
      <p:sp>
        <p:nvSpPr>
          <p:cNvPr id="1048917" name="Rectangle 2"/>
          <p:cNvSpPr>
            <a:spLocks noGrp="1" noChangeArrowheads="1"/>
          </p:cNvSpPr>
          <p:nvPr>
            <p:ph type="title"/>
          </p:nvPr>
        </p:nvSpPr>
        <p:spPr>
          <a:xfrm>
            <a:off x="457200" y="274640"/>
            <a:ext cx="8229600" cy="846137"/>
          </a:xfrm>
        </p:spPr>
        <p:txBody>
          <a:bodyPr/>
          <a:p>
            <a:pPr eaLnBrk="1" hangingPunct="1"/>
            <a:r>
              <a:rPr altLang="en-US" b="1" sz="4000" lang="zh-CN">
                <a:ea typeface="华文新魏" panose="02010800040101010101" pitchFamily="2" charset="-122"/>
              </a:rPr>
              <a:t>稀疏矩阵的构造函数</a:t>
            </a:r>
          </a:p>
        </p:txBody>
      </p:sp>
      <p:sp>
        <p:nvSpPr>
          <p:cNvPr id="1048918" name="Rectangle 3"/>
          <p:cNvSpPr>
            <a:spLocks noGrp="1" noChangeArrowheads="1"/>
          </p:cNvSpPr>
          <p:nvPr>
            <p:ph idx="1"/>
          </p:nvPr>
        </p:nvSpPr>
        <p:spPr>
          <a:xfrm>
            <a:off x="584200" y="1400177"/>
            <a:ext cx="8229600" cy="4441825"/>
          </a:xfrm>
        </p:spPr>
        <p:txBody>
          <a:bodyPr/>
          <a:p>
            <a:pPr eaLnBrk="1" hangingPunct="1">
              <a:spcBef>
                <a:spcPct val="5000"/>
              </a:spcBef>
              <a:buFontTx/>
              <a:buNone/>
            </a:pPr>
            <a:r>
              <a:rPr altLang="zh-CN" b="1" kumimoji="1" lang="en-US">
                <a:latin typeface="Times New Roman" panose="02020603050405020304" pitchFamily="18" charset="0"/>
                <a:ea typeface="隶书" panose="02010509060101010101" pitchFamily="49" charset="-122"/>
              </a:rPr>
              <a:t>template &lt;class </a:t>
            </a:r>
            <a:r>
              <a:rPr altLang="zh-CN" kumimoji="1" lang="en-US">
                <a:latin typeface="Times New Roman" panose="02020603050405020304" pitchFamily="18" charset="0"/>
                <a:ea typeface="隶书" panose="02010509060101010101" pitchFamily="49" charset="-122"/>
              </a:rPr>
              <a:t>E</a:t>
            </a:r>
            <a:r>
              <a:rPr altLang="zh-CN" b="1" kumimoji="1" lang="en-US">
                <a:latin typeface="Times New Roman" panose="02020603050405020304" pitchFamily="18" charset="0"/>
                <a:ea typeface="隶书" panose="02010509060101010101" pitchFamily="49" charset="-122"/>
              </a:rPr>
              <a:t>&gt;</a:t>
            </a:r>
          </a:p>
          <a:p>
            <a:pPr eaLnBrk="1" hangingPunct="1">
              <a:spcBef>
                <a:spcPct val="5000"/>
              </a:spcBef>
              <a:buFontTx/>
              <a:buNone/>
            </a:pPr>
            <a:r>
              <a:rPr altLang="zh-CN" kumimoji="1" lang="en-US">
                <a:latin typeface="Times New Roman" panose="02020603050405020304" pitchFamily="18" charset="0"/>
              </a:rPr>
              <a:t>SparseMatrix</a:t>
            </a:r>
            <a:r>
              <a:rPr altLang="zh-CN" b="1" kumimoji="1" lang="en-US">
                <a:latin typeface="Times New Roman" panose="02020603050405020304" pitchFamily="18" charset="0"/>
              </a:rPr>
              <a:t>&lt;</a:t>
            </a:r>
            <a:r>
              <a:rPr altLang="zh-CN" kumimoji="1" lang="en-US">
                <a:latin typeface="Times New Roman" panose="02020603050405020304" pitchFamily="18" charset="0"/>
              </a:rPr>
              <a:t>E</a:t>
            </a:r>
            <a:r>
              <a:rPr altLang="zh-CN" b="1" kumimoji="1" lang="en-US">
                <a:latin typeface="Times New Roman" panose="02020603050405020304" pitchFamily="18" charset="0"/>
              </a:rPr>
              <a:t>&gt;::</a:t>
            </a:r>
            <a:r>
              <a:rPr altLang="zh-CN" kumimoji="1" lang="en-US">
                <a:latin typeface="Times New Roman" panose="02020603050405020304" pitchFamily="18" charset="0"/>
              </a:rPr>
              <a:t>SparseMatrix (</a:t>
            </a:r>
            <a:r>
              <a:rPr altLang="zh-CN" b="1" kumimoji="1" lang="en-US">
                <a:latin typeface="Times New Roman" panose="02020603050405020304" pitchFamily="18" charset="0"/>
              </a:rPr>
              <a:t>int</a:t>
            </a:r>
            <a:r>
              <a:rPr altLang="zh-CN" kumimoji="1" lang="en-US">
                <a:latin typeface="Times New Roman" panose="02020603050405020304" pitchFamily="18" charset="0"/>
              </a:rPr>
              <a:t> Rw</a:t>
            </a:r>
            <a:r>
              <a:rPr altLang="zh-CN" b="1" kumimoji="1" lang="en-US">
                <a:latin typeface="Times New Roman" panose="02020603050405020304" pitchFamily="18" charset="0"/>
              </a:rPr>
              <a:t>, int </a:t>
            </a:r>
            <a:r>
              <a:rPr altLang="zh-CN" kumimoji="1" lang="en-US">
                <a:latin typeface="Times New Roman" panose="02020603050405020304" pitchFamily="18" charset="0"/>
              </a:rPr>
              <a:t>Cl</a:t>
            </a:r>
            <a:r>
              <a:rPr altLang="zh-CN" b="1" kumimoji="1" lang="en-US">
                <a:latin typeface="Times New Roman" panose="02020603050405020304" pitchFamily="18" charset="0"/>
              </a:rPr>
              <a:t>,</a:t>
            </a:r>
            <a:r>
              <a:rPr altLang="zh-CN" kumimoji="1" lang="en-US">
                <a:latin typeface="Times New Roman" panose="02020603050405020304" pitchFamily="18" charset="0"/>
              </a:rPr>
              <a:t> </a:t>
            </a:r>
            <a:r>
              <a:rPr altLang="zh-CN" b="1" kumimoji="1" lang="en-US">
                <a:latin typeface="Times New Roman" panose="02020603050405020304" pitchFamily="18" charset="0"/>
              </a:rPr>
              <a:t>int</a:t>
            </a:r>
            <a:r>
              <a:rPr altLang="zh-CN" kumimoji="1" lang="en-US">
                <a:latin typeface="Times New Roman" panose="02020603050405020304" pitchFamily="18" charset="0"/>
              </a:rPr>
              <a:t> Tm) </a:t>
            </a:r>
            <a:r>
              <a:rPr altLang="zh-CN" b="1" kumimoji="1" lang="en-US">
                <a:latin typeface="Times New Roman" panose="02020603050405020304" pitchFamily="18" charset="0"/>
              </a:rPr>
              <a:t>{</a:t>
            </a:r>
          </a:p>
          <a:p>
            <a:pPr eaLnBrk="1" hangingPunct="1">
              <a:spcBef>
                <a:spcPct val="5000"/>
              </a:spcBef>
              <a:buFontTx/>
              <a:buNone/>
            </a:pPr>
            <a:r>
              <a:rPr altLang="zh-CN" b="1" kumimoji="1" lang="en-US">
                <a:latin typeface="Times New Roman" panose="02020603050405020304" pitchFamily="18" charset="0"/>
              </a:rPr>
              <a:t>    </a:t>
            </a:r>
            <a:r>
              <a:rPr altLang="zh-CN" kumimoji="1" lang="en-US">
                <a:latin typeface="Times New Roman" panose="02020603050405020304" pitchFamily="18" charset="0"/>
              </a:rPr>
              <a:t>Rows = Rw</a:t>
            </a:r>
            <a:r>
              <a:rPr altLang="zh-CN" b="1" kumimoji="1" lang="en-US">
                <a:latin typeface="Times New Roman" panose="02020603050405020304" pitchFamily="18" charset="0"/>
              </a:rPr>
              <a:t>;   </a:t>
            </a:r>
            <a:r>
              <a:rPr altLang="zh-CN" kumimoji="1" lang="en-US">
                <a:latin typeface="Times New Roman" panose="02020603050405020304" pitchFamily="18" charset="0"/>
              </a:rPr>
              <a:t>Cols = Cl</a:t>
            </a:r>
            <a:r>
              <a:rPr altLang="zh-CN" b="1" kumimoji="1" lang="en-US">
                <a:latin typeface="Times New Roman" panose="02020603050405020304" pitchFamily="18" charset="0"/>
              </a:rPr>
              <a:t>;   </a:t>
            </a:r>
            <a:r>
              <a:rPr altLang="zh-CN" kumimoji="1" lang="en-US">
                <a:latin typeface="Times New Roman" panose="02020603050405020304" pitchFamily="18" charset="0"/>
              </a:rPr>
              <a:t>Terms = Tm</a:t>
            </a:r>
            <a:r>
              <a:rPr altLang="zh-CN" b="1" kumimoji="1" lang="en-US">
                <a:latin typeface="Times New Roman" panose="02020603050405020304" pitchFamily="18" charset="0"/>
              </a:rPr>
              <a:t>;</a:t>
            </a:r>
          </a:p>
          <a:p>
            <a:pPr eaLnBrk="1" hangingPunct="1">
              <a:spcBef>
                <a:spcPct val="5000"/>
              </a:spcBef>
              <a:buFontTx/>
              <a:buNone/>
            </a:pPr>
            <a:r>
              <a:rPr altLang="zh-CN" b="1" kumimoji="1" lang="en-US">
                <a:latin typeface="Times New Roman" panose="02020603050405020304" pitchFamily="18" charset="0"/>
              </a:rPr>
              <a:t>    </a:t>
            </a:r>
            <a:r>
              <a:rPr altLang="zh-CN" kumimoji="1" lang="en-US">
                <a:latin typeface="Times New Roman" panose="02020603050405020304" pitchFamily="18" charset="0"/>
              </a:rPr>
              <a:t>smArray =</a:t>
            </a:r>
            <a:r>
              <a:rPr altLang="zh-CN" b="1" kumimoji="1" lang="en-US">
                <a:latin typeface="Times New Roman" panose="02020603050405020304" pitchFamily="18" charset="0"/>
              </a:rPr>
              <a:t> new </a:t>
            </a:r>
            <a:r>
              <a:rPr altLang="zh-CN" kumimoji="1" lang="en-US">
                <a:solidFill>
                  <a:schemeClr val="tx2"/>
                </a:solidFill>
                <a:latin typeface="Times New Roman" panose="02020603050405020304" pitchFamily="18" charset="0"/>
                <a:ea typeface="隶书" panose="02010509060101010101" pitchFamily="49" charset="-122"/>
              </a:rPr>
              <a:t>Triple</a:t>
            </a:r>
            <a:r>
              <a:rPr altLang="zh-CN" kumimoji="1" lang="en-US">
                <a:latin typeface="Times New Roman" panose="02020603050405020304" pitchFamily="18" charset="0"/>
              </a:rPr>
              <a:t>[Terms]</a:t>
            </a:r>
            <a:r>
              <a:rPr altLang="zh-CN" b="1" kumimoji="1" lang="en-US">
                <a:latin typeface="Times New Roman" panose="02020603050405020304" pitchFamily="18" charset="0"/>
              </a:rPr>
              <a:t>;          </a:t>
            </a:r>
            <a:r>
              <a:rPr altLang="zh-CN" b="1" kumimoji="1" lang="en-US">
                <a:solidFill>
                  <a:schemeClr val="tx2"/>
                </a:solidFill>
                <a:latin typeface="Times New Roman" panose="02020603050405020304" pitchFamily="18" charset="0"/>
              </a:rPr>
              <a:t>//</a:t>
            </a:r>
            <a:r>
              <a:rPr altLang="en-US" kumimoji="1" lang="zh-CN">
                <a:solidFill>
                  <a:schemeClr val="tx2"/>
                </a:solidFill>
                <a:latin typeface="Times New Roman" panose="02020603050405020304" pitchFamily="18" charset="0"/>
                <a:ea typeface="隶书" panose="02010509060101010101" pitchFamily="49" charset="-122"/>
              </a:rPr>
              <a:t>三元组表</a:t>
            </a:r>
          </a:p>
          <a:p>
            <a:pPr eaLnBrk="1" hangingPunct="1">
              <a:spcBef>
                <a:spcPct val="5000"/>
              </a:spcBef>
              <a:buFontTx/>
              <a:buNone/>
            </a:pPr>
            <a:r>
              <a:rPr altLang="en-US" kumimoji="1" lang="zh-CN">
                <a:solidFill>
                  <a:schemeClr val="tx2"/>
                </a:solidFill>
                <a:latin typeface="Times New Roman" panose="02020603050405020304" pitchFamily="18" charset="0"/>
                <a:ea typeface="隶书" panose="02010509060101010101" pitchFamily="49" charset="-122"/>
              </a:rPr>
              <a:t>    </a:t>
            </a:r>
            <a:r>
              <a:rPr altLang="zh-CN" b="1" kumimoji="1" lang="en-US">
                <a:latin typeface="Times New Roman" panose="02020603050405020304" pitchFamily="18" charset="0"/>
                <a:ea typeface="隶书" panose="02010509060101010101" pitchFamily="49" charset="-122"/>
              </a:rPr>
              <a:t>if </a:t>
            </a:r>
            <a:r>
              <a:rPr altLang="zh-CN" kumimoji="1" lang="en-US">
                <a:latin typeface="Times New Roman" panose="02020603050405020304" pitchFamily="18" charset="0"/>
                <a:ea typeface="隶书" panose="02010509060101010101" pitchFamily="49" charset="-122"/>
              </a:rPr>
              <a:t>(smArray == NULL) </a:t>
            </a:r>
            <a:r>
              <a:rPr altLang="zh-CN" b="1" kumimoji="1" lang="en-US">
                <a:latin typeface="Times New Roman" panose="02020603050405020304" pitchFamily="18" charset="0"/>
                <a:ea typeface="隶书" panose="02010509060101010101" pitchFamily="49" charset="-122"/>
              </a:rPr>
              <a:t>{</a:t>
            </a:r>
          </a:p>
          <a:p>
            <a:pPr eaLnBrk="1" hangingPunct="1">
              <a:spcBef>
                <a:spcPct val="5000"/>
              </a:spcBef>
              <a:buFontTx/>
              <a:buNone/>
            </a:pPr>
            <a:r>
              <a:rPr altLang="zh-CN" kumimoji="1" lang="en-US">
                <a:latin typeface="Times New Roman" panose="02020603050405020304" pitchFamily="18" charset="0"/>
                <a:ea typeface="隶书" panose="02010509060101010101" pitchFamily="49" charset="-122"/>
              </a:rPr>
              <a:t>         </a:t>
            </a:r>
            <a:r>
              <a:rPr altLang="zh-CN" b="1" kumimoji="1" lang="en-US">
                <a:latin typeface="Times New Roman" panose="02020603050405020304" pitchFamily="18" charset="0"/>
                <a:ea typeface="隶书" panose="02010509060101010101" pitchFamily="49" charset="-122"/>
              </a:rPr>
              <a:t>cerr &lt;&lt;</a:t>
            </a:r>
            <a:r>
              <a:rPr altLang="zh-CN" kumimoji="1" lang="en-US">
                <a:latin typeface="Times New Roman" panose="02020603050405020304" pitchFamily="18" charset="0"/>
                <a:ea typeface="隶书" panose="02010509060101010101" pitchFamily="49" charset="-122"/>
              </a:rPr>
              <a:t> “</a:t>
            </a:r>
            <a:r>
              <a:rPr altLang="en-US" kumimoji="1" lang="zh-CN">
                <a:latin typeface="Times New Roman" panose="02020603050405020304" pitchFamily="18" charset="0"/>
                <a:ea typeface="隶书" panose="02010509060101010101" pitchFamily="49" charset="-122"/>
              </a:rPr>
              <a:t>存储分配失败！</a:t>
            </a:r>
            <a:r>
              <a:rPr altLang="en-US" b="1" kumimoji="1" lang="zh-CN">
                <a:latin typeface="Times New Roman" panose="02020603050405020304" pitchFamily="18" charset="0"/>
                <a:ea typeface="隶书" panose="02010509060101010101" pitchFamily="49" charset="-122"/>
              </a:rPr>
              <a:t>” </a:t>
            </a:r>
            <a:r>
              <a:rPr altLang="zh-CN" b="1" kumimoji="1" lang="en-US">
                <a:latin typeface="Times New Roman" panose="02020603050405020304" pitchFamily="18" charset="0"/>
                <a:ea typeface="隶书" panose="02010509060101010101" pitchFamily="49" charset="-122"/>
              </a:rPr>
              <a:t>&lt;&lt; endl;</a:t>
            </a:r>
            <a:r>
              <a:rPr altLang="zh-CN" kumimoji="1" lang="en-US">
                <a:latin typeface="Times New Roman" panose="02020603050405020304" pitchFamily="18" charset="0"/>
                <a:ea typeface="隶书" panose="02010509060101010101" pitchFamily="49" charset="-122"/>
              </a:rPr>
              <a:t>  </a:t>
            </a:r>
            <a:r>
              <a:rPr altLang="zh-CN" b="1" kumimoji="1" lang="en-US">
                <a:latin typeface="Times New Roman" panose="02020603050405020304" pitchFamily="18" charset="0"/>
                <a:ea typeface="隶书" panose="02010509060101010101" pitchFamily="49" charset="-122"/>
              </a:rPr>
              <a:t>exit</a:t>
            </a:r>
            <a:r>
              <a:rPr altLang="zh-CN" kumimoji="1" lang="en-US">
                <a:latin typeface="Times New Roman" panose="02020603050405020304" pitchFamily="18" charset="0"/>
                <a:ea typeface="隶书" panose="02010509060101010101" pitchFamily="49" charset="-122"/>
              </a:rPr>
              <a:t>(1)</a:t>
            </a:r>
            <a:r>
              <a:rPr altLang="zh-CN" b="1" kumimoji="1" lang="en-US">
                <a:latin typeface="Times New Roman" panose="02020603050405020304" pitchFamily="18" charset="0"/>
                <a:ea typeface="隶书" panose="02010509060101010101" pitchFamily="49" charset="-122"/>
              </a:rPr>
              <a:t>;</a:t>
            </a:r>
          </a:p>
          <a:p>
            <a:pPr eaLnBrk="1" hangingPunct="1">
              <a:spcBef>
                <a:spcPct val="5000"/>
              </a:spcBef>
              <a:buFontTx/>
              <a:buNone/>
            </a:pPr>
            <a:r>
              <a:rPr altLang="zh-CN" kumimoji="1" lang="en-US">
                <a:latin typeface="Times New Roman" panose="02020603050405020304" pitchFamily="18" charset="0"/>
                <a:ea typeface="隶书" panose="02010509060101010101" pitchFamily="49" charset="-122"/>
              </a:rPr>
              <a:t>    </a:t>
            </a:r>
            <a:r>
              <a:rPr altLang="zh-CN" b="1" kumimoji="1" lang="en-US">
                <a:latin typeface="Times New Roman" panose="02020603050405020304" pitchFamily="18" charset="0"/>
                <a:ea typeface="隶书" panose="02010509060101010101" pitchFamily="49" charset="-122"/>
              </a:rPr>
              <a:t>}</a:t>
            </a:r>
          </a:p>
          <a:p>
            <a:pPr eaLnBrk="1" hangingPunct="1">
              <a:spcBef>
                <a:spcPct val="5000"/>
              </a:spcBef>
              <a:buFontTx/>
              <a:buNone/>
            </a:pPr>
            <a:r>
              <a:rPr altLang="zh-CN" b="1" kumimoji="1" lang="en-US">
                <a:latin typeface="Times New Roman" panose="02020603050405020304" pitchFamily="18" charset="0"/>
                <a:ea typeface="隶书" panose="02010509060101010101" pitchFamily="49" charset="-122"/>
              </a:rPr>
              <a:t>};</a:t>
            </a:r>
            <a:r>
              <a:rPr altLang="zh-CN" kumimoji="1" lang="en-US">
                <a:latin typeface="Times New Roman" panose="02020603050405020304" pitchFamily="18" charset="0"/>
                <a:ea typeface="隶书" panose="02010509060101010101" pitchFamily="49" charset="-122"/>
              </a:rPr>
              <a:t> </a:t>
            </a:r>
            <a:r>
              <a:rPr altLang="zh-CN" b="1" kumimoji="1" lang="en-US">
                <a:latin typeface="Times New Roman" panose="02020603050405020304" pitchFamily="18" charset="0"/>
              </a:rPr>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218" name=""/>
        <p:cNvGrpSpPr/>
        <p:nvPr/>
      </p:nvGrpSpPr>
      <p:grpSpPr>
        <a:xfrm>
          <a:off x="0" y="0"/>
          <a:ext cx="0" cy="0"/>
          <a:chOff x="0" y="0"/>
          <a:chExt cx="0" cy="0"/>
        </a:xfrm>
      </p:grpSpPr>
      <p:sp>
        <p:nvSpPr>
          <p:cNvPr id="1048919" name="Rectangle 2"/>
          <p:cNvSpPr>
            <a:spLocks noChangeArrowheads="1"/>
          </p:cNvSpPr>
          <p:nvPr/>
        </p:nvSpPr>
        <p:spPr bwMode="auto">
          <a:xfrm>
            <a:off x="685800" y="431800"/>
            <a:ext cx="7772400" cy="954088"/>
          </a:xfrm>
          <a:prstGeom prst="rect"/>
          <a:noFill/>
          <a:ln>
            <a:noFill/>
          </a:ln>
          <a:effec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altLang="en-US" b="1" sz="4000" lang="zh-CN">
                <a:solidFill>
                  <a:schemeClr val="tx2"/>
                </a:solidFill>
                <a:ea typeface="华文新魏" panose="02010800040101010101" pitchFamily="2" charset="-122"/>
              </a:rPr>
              <a:t>稀疏矩阵的转置</a:t>
            </a:r>
            <a:endParaRPr altLang="en-US" sz="4400" lang="zh-CN">
              <a:solidFill>
                <a:schemeClr val="tx2"/>
              </a:solidFill>
              <a:ea typeface="华文新魏" panose="02010800040101010101" pitchFamily="2" charset="-122"/>
            </a:endParaRPr>
          </a:p>
        </p:txBody>
      </p:sp>
      <p:sp>
        <p:nvSpPr>
          <p:cNvPr id="1048920" name="Rectangle 3"/>
          <p:cNvSpPr>
            <a:spLocks noChangeArrowheads="1"/>
          </p:cNvSpPr>
          <p:nvPr/>
        </p:nvSpPr>
        <p:spPr bwMode="auto">
          <a:xfrm>
            <a:off x="647700" y="1308100"/>
            <a:ext cx="7924800" cy="4724400"/>
          </a:xfrm>
          <a:prstGeom prst="rect"/>
          <a:noFill/>
          <a:ln>
            <a:noFill/>
          </a:ln>
          <a:effectLst/>
        </p:spPr>
        <p:txBody>
          <a:bodyPr/>
          <a:lstStyle>
            <a:lvl1pPr indent="-342900" marL="342900">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buClr>
                <a:srgbClr val="990099"/>
              </a:buClr>
              <a:buSzPct val="50000"/>
            </a:pPr>
            <a:r>
              <a:rPr altLang="en-US" b="1" sz="3000" lang="zh-CN">
                <a:solidFill>
                  <a:schemeClr val="tx2"/>
                </a:solidFill>
                <a:latin typeface="Times New Roman" panose="02020603050405020304" pitchFamily="18" charset="0"/>
                <a:ea typeface="仿宋_GB2312" pitchFamily="49" charset="-122"/>
              </a:rPr>
              <a:t>一个 </a:t>
            </a:r>
            <a:r>
              <a:rPr altLang="zh-CN" b="1" sz="3000" lang="en-US">
                <a:solidFill>
                  <a:srgbClr val="FF0000"/>
                </a:solidFill>
                <a:latin typeface="Times New Roman" panose="02020603050405020304" pitchFamily="18" charset="0"/>
                <a:ea typeface="仿宋_GB2312" pitchFamily="49" charset="-122"/>
              </a:rPr>
              <a:t>m</a:t>
            </a:r>
            <a:r>
              <a:rPr altLang="zh-CN" b="1" sz="3000" lang="en-US">
                <a:solidFill>
                  <a:srgbClr val="FF0000"/>
                </a:solidFill>
                <a:latin typeface="Times New Roman" panose="02020603050405020304" pitchFamily="18" charset="0"/>
                <a:ea typeface="仿宋_GB2312" pitchFamily="49" charset="-122"/>
                <a:sym typeface="Symbol" panose="05050102010706020507" pitchFamily="18" charset="2"/>
              </a:rPr>
              <a:t>n</a:t>
            </a:r>
            <a:r>
              <a:rPr altLang="zh-CN" b="1" sz="3000" lang="en-US">
                <a:solidFill>
                  <a:schemeClr val="tx2"/>
                </a:solidFill>
                <a:latin typeface="Times New Roman" panose="02020603050405020304" pitchFamily="18" charset="0"/>
                <a:ea typeface="仿宋_GB2312" pitchFamily="49" charset="-122"/>
                <a:sym typeface="Symbol" panose="05050102010706020507" pitchFamily="18" charset="2"/>
              </a:rPr>
              <a:t> </a:t>
            </a:r>
            <a:r>
              <a:rPr altLang="en-US" b="1" sz="3000" lang="zh-CN">
                <a:solidFill>
                  <a:schemeClr val="tx2"/>
                </a:solidFill>
                <a:latin typeface="Times New Roman" panose="02020603050405020304" pitchFamily="18" charset="0"/>
                <a:ea typeface="仿宋_GB2312" pitchFamily="49" charset="-122"/>
                <a:sym typeface="Symbol" panose="05050102010706020507" pitchFamily="18" charset="2"/>
              </a:rPr>
              <a:t>的矩阵 </a:t>
            </a:r>
            <a:r>
              <a:rPr altLang="zh-CN" b="1" sz="3000" lang="en-US">
                <a:solidFill>
                  <a:schemeClr val="tx2"/>
                </a:solidFill>
                <a:latin typeface="Times New Roman" panose="02020603050405020304" pitchFamily="18" charset="0"/>
                <a:ea typeface="仿宋_GB2312" pitchFamily="49" charset="-122"/>
                <a:sym typeface="Symbol" panose="05050102010706020507" pitchFamily="18" charset="2"/>
              </a:rPr>
              <a:t>A</a:t>
            </a:r>
            <a:r>
              <a:rPr altLang="en-US" b="1" sz="3000" lang="zh-CN">
                <a:solidFill>
                  <a:schemeClr val="tx2"/>
                </a:solidFill>
                <a:latin typeface="Times New Roman" panose="02020603050405020304" pitchFamily="18" charset="0"/>
                <a:ea typeface="仿宋_GB2312" pitchFamily="49" charset="-122"/>
                <a:sym typeface="Symbol" panose="05050102010706020507" pitchFamily="18" charset="2"/>
              </a:rPr>
              <a:t>，它的转置矩阵 </a:t>
            </a:r>
            <a:r>
              <a:rPr altLang="zh-CN" b="1" sz="3000" lang="en-US">
                <a:solidFill>
                  <a:schemeClr val="tx2"/>
                </a:solidFill>
                <a:latin typeface="Times New Roman" panose="02020603050405020304" pitchFamily="18" charset="0"/>
                <a:ea typeface="仿宋_GB2312" pitchFamily="49" charset="-122"/>
                <a:sym typeface="Symbol" panose="05050102010706020507" pitchFamily="18" charset="2"/>
              </a:rPr>
              <a:t>B </a:t>
            </a:r>
            <a:r>
              <a:rPr altLang="en-US" b="1" sz="3000" lang="zh-CN">
                <a:solidFill>
                  <a:schemeClr val="tx2"/>
                </a:solidFill>
                <a:latin typeface="Times New Roman" panose="02020603050405020304" pitchFamily="18" charset="0"/>
                <a:ea typeface="仿宋_GB2312" pitchFamily="49" charset="-122"/>
                <a:sym typeface="Symbol" panose="05050102010706020507" pitchFamily="18" charset="2"/>
              </a:rPr>
              <a:t>是一个 </a:t>
            </a:r>
            <a:r>
              <a:rPr altLang="zh-CN" b="1" sz="3000" lang="en-US">
                <a:solidFill>
                  <a:srgbClr val="FF0000"/>
                </a:solidFill>
                <a:latin typeface="Times New Roman" panose="02020603050405020304" pitchFamily="18" charset="0"/>
                <a:ea typeface="仿宋_GB2312" pitchFamily="49" charset="-122"/>
                <a:sym typeface="Symbol" panose="05050102010706020507" pitchFamily="18" charset="2"/>
              </a:rPr>
              <a:t>nm</a:t>
            </a:r>
            <a:r>
              <a:rPr altLang="zh-CN" b="1" sz="3000" lang="en-US">
                <a:solidFill>
                  <a:schemeClr val="tx2"/>
                </a:solidFill>
                <a:latin typeface="Times New Roman" panose="02020603050405020304" pitchFamily="18" charset="0"/>
                <a:ea typeface="仿宋_GB2312" pitchFamily="49" charset="-122"/>
                <a:sym typeface="Symbol" panose="05050102010706020507" pitchFamily="18" charset="2"/>
              </a:rPr>
              <a:t> </a:t>
            </a:r>
            <a:r>
              <a:rPr altLang="en-US" b="1" sz="3000" lang="zh-CN">
                <a:solidFill>
                  <a:schemeClr val="tx2"/>
                </a:solidFill>
                <a:latin typeface="Times New Roman" panose="02020603050405020304" pitchFamily="18" charset="0"/>
                <a:ea typeface="仿宋_GB2312" pitchFamily="49" charset="-122"/>
                <a:sym typeface="Symbol" panose="05050102010706020507" pitchFamily="18" charset="2"/>
              </a:rPr>
              <a:t>的矩阵，且 </a:t>
            </a:r>
            <a:r>
              <a:rPr altLang="zh-CN" b="1" sz="3000" lang="en-US">
                <a:solidFill>
                  <a:srgbClr val="FF0000"/>
                </a:solidFill>
                <a:latin typeface="Times New Roman" panose="02020603050405020304" pitchFamily="18" charset="0"/>
                <a:ea typeface="仿宋_GB2312" pitchFamily="49" charset="-122"/>
                <a:sym typeface="Symbol" panose="05050102010706020507" pitchFamily="18" charset="2"/>
              </a:rPr>
              <a:t>A[</a:t>
            </a:r>
            <a:r>
              <a:rPr altLang="zh-CN" b="1" sz="3000" i="1" lang="en-US">
                <a:solidFill>
                  <a:srgbClr val="FF0000"/>
                </a:solidFill>
                <a:latin typeface="Times New Roman" panose="02020603050405020304" pitchFamily="18" charset="0"/>
                <a:ea typeface="仿宋_GB2312" pitchFamily="49" charset="-122"/>
                <a:sym typeface="Symbol" panose="05050102010706020507" pitchFamily="18" charset="2"/>
              </a:rPr>
              <a:t>i</a:t>
            </a:r>
            <a:r>
              <a:rPr altLang="zh-CN" b="1" sz="3000" lang="en-US">
                <a:solidFill>
                  <a:srgbClr val="FF0000"/>
                </a:solidFill>
                <a:latin typeface="Times New Roman" panose="02020603050405020304" pitchFamily="18" charset="0"/>
                <a:ea typeface="仿宋_GB2312" pitchFamily="49" charset="-122"/>
                <a:sym typeface="Symbol" panose="05050102010706020507" pitchFamily="18" charset="2"/>
              </a:rPr>
              <a:t>][</a:t>
            </a:r>
            <a:r>
              <a:rPr altLang="zh-CN" b="1" sz="3000" i="1" lang="en-US">
                <a:solidFill>
                  <a:srgbClr val="FF0000"/>
                </a:solidFill>
                <a:latin typeface="Times New Roman" panose="02020603050405020304" pitchFamily="18" charset="0"/>
                <a:ea typeface="仿宋_GB2312" pitchFamily="49" charset="-122"/>
                <a:sym typeface="Symbol" panose="05050102010706020507" pitchFamily="18" charset="2"/>
              </a:rPr>
              <a:t>j</a:t>
            </a:r>
            <a:r>
              <a:rPr altLang="zh-CN" b="1" sz="3000" lang="en-US">
                <a:solidFill>
                  <a:srgbClr val="FF0000"/>
                </a:solidFill>
                <a:latin typeface="Times New Roman" panose="02020603050405020304" pitchFamily="18" charset="0"/>
                <a:ea typeface="仿宋_GB2312" pitchFamily="49" charset="-122"/>
                <a:sym typeface="Symbol" panose="05050102010706020507" pitchFamily="18" charset="2"/>
              </a:rPr>
              <a:t>] = B[</a:t>
            </a:r>
            <a:r>
              <a:rPr altLang="zh-CN" b="1" sz="3000" i="1" lang="en-US">
                <a:solidFill>
                  <a:srgbClr val="FF0000"/>
                </a:solidFill>
                <a:latin typeface="Times New Roman" panose="02020603050405020304" pitchFamily="18" charset="0"/>
                <a:ea typeface="仿宋_GB2312" pitchFamily="49" charset="-122"/>
                <a:sym typeface="Symbol" panose="05050102010706020507" pitchFamily="18" charset="2"/>
              </a:rPr>
              <a:t>j</a:t>
            </a:r>
            <a:r>
              <a:rPr altLang="zh-CN" b="1" sz="3000" lang="en-US">
                <a:solidFill>
                  <a:srgbClr val="FF0000"/>
                </a:solidFill>
                <a:latin typeface="Times New Roman" panose="02020603050405020304" pitchFamily="18" charset="0"/>
                <a:ea typeface="仿宋_GB2312" pitchFamily="49" charset="-122"/>
                <a:sym typeface="Symbol" panose="05050102010706020507" pitchFamily="18" charset="2"/>
              </a:rPr>
              <a:t>][</a:t>
            </a:r>
            <a:r>
              <a:rPr altLang="zh-CN" b="1" sz="3000" i="1" lang="en-US">
                <a:solidFill>
                  <a:srgbClr val="FF0000"/>
                </a:solidFill>
                <a:latin typeface="Times New Roman" panose="02020603050405020304" pitchFamily="18" charset="0"/>
                <a:ea typeface="仿宋_GB2312" pitchFamily="49" charset="-122"/>
                <a:sym typeface="Symbol" panose="05050102010706020507" pitchFamily="18" charset="2"/>
              </a:rPr>
              <a:t>i</a:t>
            </a:r>
            <a:r>
              <a:rPr altLang="zh-CN" b="1" sz="3000" lang="en-US">
                <a:solidFill>
                  <a:srgbClr val="FF0000"/>
                </a:solidFill>
                <a:latin typeface="Times New Roman" panose="02020603050405020304" pitchFamily="18" charset="0"/>
                <a:ea typeface="仿宋_GB2312" pitchFamily="49" charset="-122"/>
                <a:sym typeface="Symbol" panose="05050102010706020507" pitchFamily="18" charset="2"/>
              </a:rPr>
              <a:t>]</a:t>
            </a:r>
            <a:r>
              <a:rPr altLang="en-US" b="1" sz="3000" lang="zh-CN">
                <a:solidFill>
                  <a:schemeClr val="tx2"/>
                </a:solidFill>
                <a:latin typeface="Times New Roman" panose="02020603050405020304" pitchFamily="18" charset="0"/>
                <a:ea typeface="仿宋_GB2312" pitchFamily="49" charset="-122"/>
                <a:sym typeface="Symbol" panose="05050102010706020507" pitchFamily="18" charset="2"/>
              </a:rPr>
              <a:t>。</a:t>
            </a:r>
            <a:r>
              <a:rPr altLang="zh-CN" b="1" sz="3000" lang="zh-CN">
                <a:solidFill>
                  <a:schemeClr val="tx2"/>
                </a:solidFill>
                <a:latin typeface="Times New Roman" panose="02020603050405020304" pitchFamily="18" charset="0"/>
                <a:ea typeface="仿宋_GB2312" pitchFamily="49" charset="-122"/>
                <a:sym typeface="Symbol" panose="05050102010706020507" pitchFamily="18" charset="2"/>
              </a:rPr>
              <a:t>即</a:t>
            </a:r>
            <a:endParaRPr altLang="en-US" b="1" sz="3000" lang="zh-CN">
              <a:solidFill>
                <a:schemeClr val="tx2"/>
              </a:solidFill>
              <a:latin typeface="Times New Roman" panose="02020603050405020304" pitchFamily="18" charset="0"/>
              <a:ea typeface="仿宋_GB2312" pitchFamily="49" charset="-122"/>
              <a:sym typeface="Symbol" panose="05050102010706020507" pitchFamily="18" charset="2"/>
            </a:endParaRPr>
          </a:p>
          <a:p>
            <a:pPr eaLnBrk="1" hangingPunct="1" lvl="1">
              <a:lnSpc>
                <a:spcPct val="105000"/>
              </a:lnSpc>
              <a:buClr>
                <a:srgbClr val="008000"/>
              </a:buClr>
              <a:buSzPct val="50000"/>
              <a:buFont typeface="Wingdings" panose="05000000000000000000" pitchFamily="2" charset="2"/>
              <a:buChar char="u"/>
            </a:pPr>
            <a:r>
              <a:rPr altLang="zh-CN" b="1" sz="3000" lang="zh-CN">
                <a:solidFill>
                  <a:schemeClr val="tx2"/>
                </a:solidFill>
                <a:latin typeface="Times New Roman" panose="02020603050405020304" pitchFamily="18" charset="0"/>
                <a:ea typeface="仿宋_GB2312" pitchFamily="49" charset="-122"/>
                <a:sym typeface="Symbol" panose="05050102010706020507" pitchFamily="18" charset="2"/>
              </a:rPr>
              <a:t>矩阵 </a:t>
            </a:r>
            <a:r>
              <a:rPr altLang="zh-CN" b="1" sz="3000" lang="en-US">
                <a:solidFill>
                  <a:schemeClr val="tx2"/>
                </a:solidFill>
                <a:latin typeface="Times New Roman" panose="02020603050405020304" pitchFamily="18" charset="0"/>
                <a:ea typeface="仿宋_GB2312" pitchFamily="49" charset="-122"/>
                <a:sym typeface="Symbol" panose="05050102010706020507" pitchFamily="18" charset="2"/>
              </a:rPr>
              <a:t>A </a:t>
            </a:r>
            <a:r>
              <a:rPr altLang="zh-CN" b="1" sz="3000" lang="zh-CN">
                <a:solidFill>
                  <a:schemeClr val="tx2"/>
                </a:solidFill>
                <a:latin typeface="Times New Roman" panose="02020603050405020304" pitchFamily="18" charset="0"/>
                <a:ea typeface="仿宋_GB2312" pitchFamily="49" charset="-122"/>
                <a:sym typeface="Symbol" panose="05050102010706020507" pitchFamily="18" charset="2"/>
              </a:rPr>
              <a:t>的行成为矩阵 </a:t>
            </a:r>
            <a:r>
              <a:rPr altLang="zh-CN" b="1" sz="3000" lang="en-US">
                <a:solidFill>
                  <a:schemeClr val="tx2"/>
                </a:solidFill>
                <a:latin typeface="Times New Roman" panose="02020603050405020304" pitchFamily="18" charset="0"/>
                <a:ea typeface="仿宋_GB2312" pitchFamily="49" charset="-122"/>
                <a:sym typeface="Symbol" panose="05050102010706020507" pitchFamily="18" charset="2"/>
              </a:rPr>
              <a:t>B </a:t>
            </a:r>
            <a:r>
              <a:rPr altLang="zh-CN" b="1" sz="3000" lang="zh-CN">
                <a:solidFill>
                  <a:schemeClr val="tx2"/>
                </a:solidFill>
                <a:latin typeface="Times New Roman" panose="02020603050405020304" pitchFamily="18" charset="0"/>
                <a:ea typeface="仿宋_GB2312" pitchFamily="49" charset="-122"/>
                <a:sym typeface="Symbol" panose="05050102010706020507" pitchFamily="18" charset="2"/>
              </a:rPr>
              <a:t>的列</a:t>
            </a:r>
            <a:endParaRPr altLang="en-US" b="1" sz="3000" lang="zh-CN">
              <a:solidFill>
                <a:schemeClr val="tx2"/>
              </a:solidFill>
              <a:latin typeface="Times New Roman" panose="02020603050405020304" pitchFamily="18" charset="0"/>
              <a:ea typeface="仿宋_GB2312" pitchFamily="49" charset="-122"/>
              <a:sym typeface="Symbol" panose="05050102010706020507" pitchFamily="18" charset="2"/>
            </a:endParaRPr>
          </a:p>
          <a:p>
            <a:pPr eaLnBrk="1" hangingPunct="1" lvl="1">
              <a:lnSpc>
                <a:spcPct val="105000"/>
              </a:lnSpc>
              <a:buClr>
                <a:srgbClr val="008000"/>
              </a:buClr>
              <a:buSzPct val="50000"/>
              <a:buFont typeface="Wingdings" panose="05000000000000000000" pitchFamily="2" charset="2"/>
              <a:buChar char="u"/>
            </a:pPr>
            <a:r>
              <a:rPr altLang="zh-CN" b="1" sz="3000" lang="zh-CN">
                <a:solidFill>
                  <a:schemeClr val="tx2"/>
                </a:solidFill>
                <a:latin typeface="Times New Roman" panose="02020603050405020304" pitchFamily="18" charset="0"/>
                <a:ea typeface="仿宋_GB2312" pitchFamily="49" charset="-122"/>
                <a:sym typeface="Symbol" panose="05050102010706020507" pitchFamily="18" charset="2"/>
              </a:rPr>
              <a:t>矩阵 </a:t>
            </a:r>
            <a:r>
              <a:rPr altLang="zh-CN" b="1" sz="3000" lang="en-US">
                <a:solidFill>
                  <a:schemeClr val="tx2"/>
                </a:solidFill>
                <a:latin typeface="Times New Roman" panose="02020603050405020304" pitchFamily="18" charset="0"/>
                <a:ea typeface="仿宋_GB2312" pitchFamily="49" charset="-122"/>
                <a:sym typeface="Symbol" panose="05050102010706020507" pitchFamily="18" charset="2"/>
              </a:rPr>
              <a:t>A </a:t>
            </a:r>
            <a:r>
              <a:rPr altLang="zh-CN" b="1" sz="3000" lang="zh-CN">
                <a:solidFill>
                  <a:schemeClr val="tx2"/>
                </a:solidFill>
                <a:latin typeface="Times New Roman" panose="02020603050405020304" pitchFamily="18" charset="0"/>
                <a:ea typeface="仿宋_GB2312" pitchFamily="49" charset="-122"/>
                <a:sym typeface="Symbol" panose="05050102010706020507" pitchFamily="18" charset="2"/>
              </a:rPr>
              <a:t>的列成为矩阵 </a:t>
            </a:r>
            <a:r>
              <a:rPr altLang="zh-CN" b="1" sz="3000" lang="en-US">
                <a:solidFill>
                  <a:schemeClr val="tx2"/>
                </a:solidFill>
                <a:latin typeface="Times New Roman" panose="02020603050405020304" pitchFamily="18" charset="0"/>
                <a:ea typeface="仿宋_GB2312" pitchFamily="49" charset="-122"/>
                <a:sym typeface="Symbol" panose="05050102010706020507" pitchFamily="18" charset="2"/>
              </a:rPr>
              <a:t>B </a:t>
            </a:r>
            <a:r>
              <a:rPr altLang="zh-CN" b="1" sz="3000" lang="zh-CN">
                <a:solidFill>
                  <a:schemeClr val="tx2"/>
                </a:solidFill>
                <a:latin typeface="Times New Roman" panose="02020603050405020304" pitchFamily="18" charset="0"/>
                <a:ea typeface="仿宋_GB2312" pitchFamily="49" charset="-122"/>
                <a:sym typeface="Symbol" panose="05050102010706020507" pitchFamily="18" charset="2"/>
              </a:rPr>
              <a:t>的行。</a:t>
            </a:r>
            <a:endParaRPr altLang="en-US" b="1" sz="3000" lang="zh-CN">
              <a:solidFill>
                <a:schemeClr val="tx2"/>
              </a:solidFill>
              <a:latin typeface="Times New Roman" panose="02020603050405020304" pitchFamily="18" charset="0"/>
              <a:ea typeface="仿宋_GB2312" pitchFamily="49" charset="-122"/>
              <a:sym typeface="Symbol" panose="05050102010706020507" pitchFamily="18" charset="2"/>
            </a:endParaRPr>
          </a:p>
          <a:p>
            <a:pPr eaLnBrk="1" hangingPunct="1">
              <a:lnSpc>
                <a:spcPct val="105000"/>
              </a:lnSpc>
              <a:buClr>
                <a:srgbClr val="990099"/>
              </a:buClr>
              <a:buSzPct val="50000"/>
            </a:pPr>
            <a:r>
              <a:rPr altLang="en-US" b="1" sz="3000" lang="zh-CN">
                <a:solidFill>
                  <a:schemeClr val="tx2"/>
                </a:solidFill>
                <a:latin typeface="Times New Roman" panose="02020603050405020304" pitchFamily="18" charset="0"/>
                <a:ea typeface="仿宋_GB2312" pitchFamily="49" charset="-122"/>
                <a:sym typeface="Symbol" panose="05050102010706020507" pitchFamily="18" charset="2"/>
              </a:rPr>
              <a:t>在稀疏矩阵的三元组表中，非零矩阵元素按行存放。当行号相同时，按列号递增的顺序存放。</a:t>
            </a:r>
          </a:p>
          <a:p>
            <a:pPr eaLnBrk="1" hangingPunct="1">
              <a:lnSpc>
                <a:spcPct val="105000"/>
              </a:lnSpc>
              <a:buClr>
                <a:srgbClr val="990099"/>
              </a:buClr>
              <a:buSzPct val="50000"/>
            </a:pPr>
            <a:r>
              <a:rPr altLang="en-US" b="1" sz="3000" lang="zh-CN">
                <a:solidFill>
                  <a:schemeClr val="tx2"/>
                </a:solidFill>
                <a:latin typeface="Times New Roman" panose="02020603050405020304" pitchFamily="18" charset="0"/>
                <a:ea typeface="仿宋_GB2312" pitchFamily="49" charset="-122"/>
                <a:sym typeface="Symbol" panose="05050102010706020507" pitchFamily="18" charset="2"/>
              </a:rPr>
              <a:t>稀疏矩阵的</a:t>
            </a:r>
            <a:r>
              <a:rPr altLang="en-US" b="1" sz="3000" lang="zh-CN">
                <a:solidFill>
                  <a:srgbClr val="FF0000"/>
                </a:solidFill>
                <a:latin typeface="Times New Roman" panose="02020603050405020304" pitchFamily="18" charset="0"/>
                <a:ea typeface="仿宋_GB2312" pitchFamily="49" charset="-122"/>
                <a:sym typeface="Symbol" panose="05050102010706020507" pitchFamily="18" charset="2"/>
              </a:rPr>
              <a:t>转置运算</a:t>
            </a:r>
            <a:r>
              <a:rPr altLang="en-US" b="1" sz="3000" lang="zh-CN">
                <a:solidFill>
                  <a:schemeClr val="tx2"/>
                </a:solidFill>
                <a:latin typeface="Times New Roman" panose="02020603050405020304" pitchFamily="18" charset="0"/>
                <a:ea typeface="仿宋_GB2312" pitchFamily="49" charset="-122"/>
                <a:sym typeface="Symbol" panose="05050102010706020507" pitchFamily="18" charset="2"/>
              </a:rPr>
              <a:t>要转化为对应</a:t>
            </a:r>
            <a:r>
              <a:rPr altLang="en-US" b="1" sz="3000" lang="zh-CN">
                <a:solidFill>
                  <a:srgbClr val="FF0000"/>
                </a:solidFill>
                <a:latin typeface="Times New Roman" panose="02020603050405020304" pitchFamily="18" charset="0"/>
                <a:ea typeface="仿宋_GB2312" pitchFamily="49" charset="-122"/>
                <a:sym typeface="Symbol" panose="05050102010706020507" pitchFamily="18" charset="2"/>
              </a:rPr>
              <a:t>三元组表的转置</a:t>
            </a:r>
            <a:r>
              <a:rPr altLang="en-US" b="1" sz="3000" lang="zh-CN">
                <a:solidFill>
                  <a:schemeClr val="tx2"/>
                </a:solidFill>
                <a:latin typeface="Times New Roman" panose="02020603050405020304" pitchFamily="18" charset="0"/>
                <a:ea typeface="仿宋_GB2312" pitchFamily="49" charset="-122"/>
                <a:sym typeface="Symbol" panose="05050102010706020507" pitchFamily="18" charset="2"/>
              </a:rPr>
              <a:t>。</a:t>
            </a:r>
            <a:endParaRPr altLang="en-US" b="1" sz="3000" lang="zh-CN">
              <a:solidFill>
                <a:schemeClr val="tx2"/>
              </a:solidFill>
              <a:latin typeface="Times New Roman" panose="02020603050405020304" pitchFamily="18" charset="0"/>
              <a:ea typeface="仿宋_GB2312" pitchFamily="49"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219" name=""/>
        <p:cNvGrpSpPr/>
        <p:nvPr/>
      </p:nvGrpSpPr>
      <p:grpSpPr>
        <a:xfrm>
          <a:off x="0" y="0"/>
          <a:ext cx="0" cy="0"/>
          <a:chOff x="0" y="0"/>
          <a:chExt cx="0" cy="0"/>
        </a:xfrm>
      </p:grpSpPr>
      <p:sp>
        <p:nvSpPr>
          <p:cNvPr id="1048921" name="Text Box 2"/>
          <p:cNvSpPr txBox="1">
            <a:spLocks noChangeArrowheads="1"/>
          </p:cNvSpPr>
          <p:nvPr/>
        </p:nvSpPr>
        <p:spPr bwMode="auto">
          <a:xfrm>
            <a:off x="-138112" y="249240"/>
            <a:ext cx="184731" cy="461665"/>
          </a:xfrm>
          <a:prstGeom prst="rect"/>
          <a:noFill/>
          <a:ln>
            <a:noFill/>
          </a:ln>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zh-CN" sz="2400" kumimoji="1" lang="zh-CN">
              <a:latin typeface="Times New Roman" panose="02020603050405020304" pitchFamily="18" charset="0"/>
            </a:endParaRPr>
          </a:p>
        </p:txBody>
      </p:sp>
      <p:graphicFrame>
        <p:nvGraphicFramePr>
          <p:cNvPr id="4194319" name="Object 3"/>
          <p:cNvGraphicFramePr>
            <a:graphicFrameLocks noChangeAspect="1"/>
          </p:cNvGraphicFramePr>
          <p:nvPr/>
        </p:nvGraphicFramePr>
        <p:xfrm>
          <a:off x="585790" y="1960565"/>
          <a:ext cx="5005387" cy="3690937"/>
        </p:xfrm>
        <a:graphic>
          <a:graphicData uri="http://schemas.openxmlformats.org/presentationml/2006/ole">
            <mc:AlternateContent xmlns:mc="http://schemas.openxmlformats.org/markup-compatibility/2006">
              <mc:Choice xmlns:v="urn:schemas-microsoft-com:vml" Requires="v">
                <p:oleObj name="公式" r:id="rId1" spid="_x0000_s11346" imgH="1371600" imgW="2451100" progId="Equation.3">
                  <p:embed/>
                </p:oleObj>
              </mc:Choice>
              <mc:Fallback>
                <p:oleObj name="公式" r:id="rId1" spid="" imgH="1371600" imgW="2451100" progId="Equation.3">
                  <p:embed/>
                  <p:pic>
                    <p:nvPicPr>
                      <p:cNvPr id="2097185" name="Object 3"/>
                      <p:cNvPicPr>
                        <a:picLocks noChangeAspect="1" noChangeArrowheads="1"/>
                      </p:cNvPicPr>
                      <p:nvPr/>
                    </p:nvPicPr>
                    <p:blipFill>
                      <a:blip xmlns:r="http://schemas.openxmlformats.org/officeDocument/2006/relationships" r:embed="rId2"/>
                      <a:srcRect/>
                      <a:stretch>
                        <a:fillRect/>
                      </a:stretch>
                    </p:blipFill>
                    <p:spPr bwMode="auto">
                      <a:xfrm>
                        <a:off x="585790" y="1960565"/>
                        <a:ext cx="5005387" cy="3690937"/>
                      </a:xfrm>
                      <a:prstGeom prst="rect"/>
                      <a:noFill/>
                      <a:ln>
                        <a:noFill/>
                      </a:ln>
                      <a:effectLst/>
                    </p:spPr>
                  </p:pic>
                </p:oleObj>
              </mc:Fallback>
            </mc:AlternateContent>
          </a:graphicData>
        </a:graphic>
      </p:graphicFrame>
      <p:sp>
        <p:nvSpPr>
          <p:cNvPr id="1048922" name="Text Box 4"/>
          <p:cNvSpPr txBox="1">
            <a:spLocks noChangeArrowheads="1"/>
          </p:cNvSpPr>
          <p:nvPr/>
        </p:nvSpPr>
        <p:spPr bwMode="auto">
          <a:xfrm>
            <a:off x="609600" y="944563"/>
            <a:ext cx="2362200" cy="641350"/>
          </a:xfrm>
          <a:prstGeom prst="rect"/>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en-US" b="1" sz="3600" kumimoji="1" lang="zh-CN">
                <a:solidFill>
                  <a:schemeClr val="tx2"/>
                </a:solidFill>
                <a:latin typeface="Times New Roman" panose="02020603050405020304" pitchFamily="18" charset="0"/>
                <a:ea typeface="仿宋_GB2312" pitchFamily="49" charset="-122"/>
              </a:rPr>
              <a:t>稀疏矩阵</a:t>
            </a:r>
            <a:endParaRPr altLang="en-US" sz="2400" kumimoji="1" lang="zh-CN">
              <a:solidFill>
                <a:schemeClr val="tx2"/>
              </a:solidFill>
              <a:latin typeface="Times New Roman" panose="02020603050405020304" pitchFamily="18" charset="0"/>
            </a:endParaRPr>
          </a:p>
        </p:txBody>
      </p:sp>
      <p:graphicFrame>
        <p:nvGraphicFramePr>
          <p:cNvPr id="4194320" name="Object 5"/>
          <p:cNvGraphicFramePr>
            <a:graphicFrameLocks noChangeAspect="1"/>
          </p:cNvGraphicFramePr>
          <p:nvPr/>
        </p:nvGraphicFramePr>
        <p:xfrm>
          <a:off x="4797427" y="1066800"/>
          <a:ext cx="4233863" cy="4876800"/>
        </p:xfrm>
        <a:graphic>
          <a:graphicData uri="http://schemas.openxmlformats.org/presentationml/2006/ole">
            <mc:AlternateContent xmlns:mc="http://schemas.openxmlformats.org/markup-compatibility/2006">
              <mc:Choice xmlns:v="urn:schemas-microsoft-com:vml" Requires="v">
                <p:oleObj name="文档" r:id="rId3" spid="_x0000_s11347" imgH="5823204" imgW="5209032" progId="Word.Document.8">
                  <p:embed/>
                </p:oleObj>
              </mc:Choice>
              <mc:Fallback>
                <p:oleObj name="文档" r:id="rId3" spid="" imgH="5823204" imgW="5209032" progId="Word.Document.8">
                  <p:embed/>
                  <p:pic>
                    <p:nvPicPr>
                      <p:cNvPr id="2097186" name="Object 5"/>
                      <p:cNvPicPr>
                        <a:picLocks noChangeAspect="1" noChangeArrowheads="1"/>
                      </p:cNvPicPr>
                      <p:nvPr/>
                    </p:nvPicPr>
                    <p:blipFill>
                      <a:blip xmlns:r="http://schemas.openxmlformats.org/officeDocument/2006/relationships" r:embed="rId4"/>
                      <a:srcRect/>
                      <a:stretch>
                        <a:fillRect/>
                      </a:stretch>
                    </p:blipFill>
                    <p:spPr bwMode="auto">
                      <a:xfrm>
                        <a:off x="4797427" y="1066800"/>
                        <a:ext cx="4233863" cy="4876800"/>
                      </a:xfrm>
                      <a:prstGeom prst="rect"/>
                      <a:noFill/>
                      <a:ln>
                        <a:noFill/>
                      </a:ln>
                      <a:effectLst/>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220" name=""/>
        <p:cNvGrpSpPr/>
        <p:nvPr/>
      </p:nvGrpSpPr>
      <p:grpSpPr>
        <a:xfrm>
          <a:off x="0" y="0"/>
          <a:ext cx="0" cy="0"/>
          <a:chOff x="0" y="0"/>
          <a:chExt cx="0" cy="0"/>
        </a:xfrm>
      </p:grpSpPr>
      <p:sp>
        <p:nvSpPr>
          <p:cNvPr id="1048923" name="Text Box 2"/>
          <p:cNvSpPr txBox="1">
            <a:spLocks noChangeArrowheads="1"/>
          </p:cNvSpPr>
          <p:nvPr/>
        </p:nvSpPr>
        <p:spPr bwMode="auto">
          <a:xfrm>
            <a:off x="-138112" y="249240"/>
            <a:ext cx="184731" cy="461665"/>
          </a:xfrm>
          <a:prstGeom prst="rect"/>
          <a:noFill/>
          <a:ln>
            <a:noFill/>
          </a:ln>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zh-CN" sz="2400" kumimoji="1" lang="zh-CN">
              <a:latin typeface="Times New Roman" panose="02020603050405020304" pitchFamily="18" charset="0"/>
            </a:endParaRPr>
          </a:p>
        </p:txBody>
      </p:sp>
      <p:graphicFrame>
        <p:nvGraphicFramePr>
          <p:cNvPr id="4194321" name="Object 3"/>
          <p:cNvGraphicFramePr>
            <a:graphicFrameLocks noChangeAspect="1"/>
          </p:cNvGraphicFramePr>
          <p:nvPr/>
        </p:nvGraphicFramePr>
        <p:xfrm>
          <a:off x="685800" y="1066800"/>
          <a:ext cx="3886200" cy="4800600"/>
        </p:xfrm>
        <a:graphic>
          <a:graphicData uri="http://schemas.openxmlformats.org/presentationml/2006/ole">
            <mc:AlternateContent xmlns:mc="http://schemas.openxmlformats.org/markup-compatibility/2006">
              <mc:Choice xmlns:v="urn:schemas-microsoft-com:vml" Requires="v">
                <p:oleObj name="公式" r:id="rId1" spid="_x0000_s12370" imgH="1652501" imgW="1690919" progId="Equation.3">
                  <p:embed/>
                </p:oleObj>
              </mc:Choice>
              <mc:Fallback>
                <p:oleObj name="公式" r:id="rId1" spid="" imgH="1652501" imgW="1690919" progId="Equation.3">
                  <p:embed/>
                  <p:pic>
                    <p:nvPicPr>
                      <p:cNvPr id="2097189" name="Object 3"/>
                      <p:cNvPicPr>
                        <a:picLocks noChangeAspect="1" noChangeArrowheads="1"/>
                      </p:cNvPicPr>
                      <p:nvPr/>
                    </p:nvPicPr>
                    <p:blipFill>
                      <a:blip xmlns:r="http://schemas.openxmlformats.org/officeDocument/2006/relationships" r:embed="rId2"/>
                      <a:srcRect/>
                      <a:stretch>
                        <a:fillRect/>
                      </a:stretch>
                    </p:blipFill>
                    <p:spPr bwMode="auto">
                      <a:xfrm>
                        <a:off x="685800" y="1066800"/>
                        <a:ext cx="3886200" cy="4800600"/>
                      </a:xfrm>
                      <a:prstGeom prst="rect"/>
                      <a:noFill/>
                      <a:ln>
                        <a:noFill/>
                      </a:ln>
                      <a:effectLst/>
                    </p:spPr>
                  </p:pic>
                </p:oleObj>
              </mc:Fallback>
            </mc:AlternateContent>
          </a:graphicData>
        </a:graphic>
      </p:graphicFrame>
      <p:sp>
        <p:nvSpPr>
          <p:cNvPr id="1048924" name="Text Box 4"/>
          <p:cNvSpPr txBox="1">
            <a:spLocks noChangeArrowheads="1"/>
          </p:cNvSpPr>
          <p:nvPr/>
        </p:nvSpPr>
        <p:spPr bwMode="auto">
          <a:xfrm>
            <a:off x="609602" y="762000"/>
            <a:ext cx="2309813" cy="641350"/>
          </a:xfrm>
          <a:prstGeom prst="rect"/>
          <a:noFill/>
          <a:ln>
            <a:noFill/>
          </a:ln>
        </p:spPr>
        <p:txBody>
          <a:bodyPr>
            <a:spAutoFit/>
          </a:bodyPr>
          <a:p>
            <a:pPr eaLnBrk="1" hangingPunct="1"/>
            <a:r>
              <a:rPr altLang="en-US" b="1" sz="3600" kumimoji="1" lang="zh-CN">
                <a:solidFill>
                  <a:schemeClr val="tx2"/>
                </a:solidFill>
                <a:effectLst>
                  <a:outerShdw algn="tl" blurRad="38100" dir="2700000" dist="38100">
                    <a:srgbClr val="C0C0C0"/>
                  </a:outerShdw>
                </a:effectLst>
                <a:latin typeface="Times New Roman" pitchFamily="18" charset="0"/>
                <a:ea typeface="仿宋_GB2312" pitchFamily="49" charset="-122"/>
              </a:rPr>
              <a:t>转置矩阵</a:t>
            </a:r>
            <a:endParaRPr altLang="en-US" sz="2400" kumimoji="1" lang="zh-CN">
              <a:solidFill>
                <a:schemeClr val="tx2"/>
              </a:solidFill>
              <a:latin typeface="Times New Roman" pitchFamily="18" charset="0"/>
              <a:ea typeface="宋体" charset="-122"/>
            </a:endParaRPr>
          </a:p>
        </p:txBody>
      </p:sp>
      <p:graphicFrame>
        <p:nvGraphicFramePr>
          <p:cNvPr id="4194322" name="Object 5"/>
          <p:cNvGraphicFramePr>
            <a:graphicFrameLocks noChangeAspect="1"/>
          </p:cNvGraphicFramePr>
          <p:nvPr/>
        </p:nvGraphicFramePr>
        <p:xfrm>
          <a:off x="4653742" y="881842"/>
          <a:ext cx="4084638" cy="5105400"/>
        </p:xfrm>
        <a:graphic>
          <a:graphicData uri="http://schemas.openxmlformats.org/presentationml/2006/ole">
            <mc:AlternateContent xmlns:mc="http://schemas.openxmlformats.org/markup-compatibility/2006">
              <mc:Choice xmlns:v="urn:schemas-microsoft-com:vml" Requires="v">
                <p:oleObj name="Document" r:id="rId3" spid="_x0000_s12371" imgH="5897869" imgW="4794893" progId="Word.Document.8">
                  <p:embed/>
                </p:oleObj>
              </mc:Choice>
              <mc:Fallback>
                <p:oleObj name="Document" r:id="rId3" spid="" imgH="5897869" imgW="4794893" progId="Word.Document.8">
                  <p:embed/>
                  <p:pic>
                    <p:nvPicPr>
                      <p:cNvPr id="2097190" name="Object 5"/>
                      <p:cNvPicPr>
                        <a:picLocks noChangeAspect="1" noChangeArrowheads="1"/>
                      </p:cNvPicPr>
                      <p:nvPr/>
                    </p:nvPicPr>
                    <p:blipFill>
                      <a:blip xmlns:r="http://schemas.openxmlformats.org/officeDocument/2006/relationships" r:embed="rId4"/>
                      <a:srcRect/>
                      <a:stretch>
                        <a:fillRect/>
                      </a:stretch>
                    </p:blipFill>
                    <p:spPr bwMode="auto">
                      <a:xfrm>
                        <a:off x="4653742" y="881842"/>
                        <a:ext cx="4084638" cy="5105400"/>
                      </a:xfrm>
                      <a:prstGeom prst="rect"/>
                      <a:noFill/>
                      <a:ln>
                        <a:noFill/>
                      </a:ln>
                      <a:effec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222" name=""/>
        <p:cNvGrpSpPr/>
        <p:nvPr/>
      </p:nvGrpSpPr>
      <p:grpSpPr>
        <a:xfrm>
          <a:off x="0" y="0"/>
          <a:ext cx="0" cy="0"/>
          <a:chOff x="0" y="0"/>
          <a:chExt cx="0" cy="0"/>
        </a:xfrm>
      </p:grpSpPr>
      <p:sp>
        <p:nvSpPr>
          <p:cNvPr id="1048930" name="Rectangle 2"/>
          <p:cNvSpPr>
            <a:spLocks noGrp="1" noChangeArrowheads="1"/>
          </p:cNvSpPr>
          <p:nvPr>
            <p:ph type="title"/>
          </p:nvPr>
        </p:nvSpPr>
        <p:spPr>
          <a:xfrm>
            <a:off x="215900" y="406400"/>
            <a:ext cx="8610600" cy="965200"/>
          </a:xfrm>
        </p:spPr>
        <p:txBody>
          <a:bodyPr/>
          <a:p>
            <a:pPr eaLnBrk="1" hangingPunct="1"/>
            <a:r>
              <a:rPr altLang="en-US" b="1" sz="4000" lang="zh-CN">
                <a:solidFill>
                  <a:srgbClr val="CC0000"/>
                </a:solidFill>
                <a:ea typeface="华文新魏" panose="02010800040101010101" pitchFamily="2" charset="-122"/>
              </a:rPr>
              <a:t>用三元组表表示的稀疏矩阵及其转置</a:t>
            </a:r>
            <a:endParaRPr altLang="en-US" sz="4800" lang="zh-CN">
              <a:ea typeface="华文新魏" panose="02010800040101010101" pitchFamily="2" charset="-122"/>
            </a:endParaRPr>
          </a:p>
        </p:txBody>
      </p:sp>
      <p:graphicFrame>
        <p:nvGraphicFramePr>
          <p:cNvPr id="4194323" name="Object 3"/>
          <p:cNvGraphicFramePr>
            <a:graphicFrameLocks noChangeAspect="1" noGrp="1"/>
          </p:cNvGraphicFramePr>
          <p:nvPr>
            <p:ph type="tbl" idx="1"/>
          </p:nvPr>
        </p:nvGraphicFramePr>
        <p:xfrm>
          <a:off x="1027892" y="2020888"/>
          <a:ext cx="6846888" cy="4202112"/>
        </p:xfrm>
        <a:graphic>
          <a:graphicData uri="http://schemas.openxmlformats.org/presentationml/2006/ole">
            <mc:AlternateContent xmlns:mc="http://schemas.openxmlformats.org/markup-compatibility/2006">
              <mc:Choice xmlns:v="urn:schemas-microsoft-com:vml" Requires="v">
                <p:oleObj name="Document" r:id="rId1" spid="_x0000_s13354" imgH="5889148" imgW="9596067" progId="Word.Document.8">
                  <p:embed/>
                </p:oleObj>
              </mc:Choice>
              <mc:Fallback>
                <p:oleObj name="Document" r:id="rId1" spid="" imgH="5889148" imgW="9596067" progId="Word.Document.8">
                  <p:embed/>
                  <p:pic>
                    <p:nvPicPr>
                      <p:cNvPr id="2097193" name="Object 3"/>
                      <p:cNvPicPr>
                        <a:picLocks noChangeAspect="1" noChangeArrowheads="1"/>
                      </p:cNvPicPr>
                      <p:nvPr/>
                    </p:nvPicPr>
                    <p:blipFill>
                      <a:blip xmlns:r="http://schemas.openxmlformats.org/officeDocument/2006/relationships" r:embed="rId2"/>
                      <a:srcRect/>
                      <a:stretch>
                        <a:fillRect/>
                      </a:stretch>
                    </p:blipFill>
                    <p:spPr bwMode="auto">
                      <a:xfrm>
                        <a:off x="1027892" y="2020888"/>
                        <a:ext cx="6846888" cy="4202112"/>
                      </a:xfrm>
                      <a:prstGeom prst="rect"/>
                      <a:noFill/>
                      <a:ln>
                        <a:noFill/>
                      </a:ln>
                    </p:spPr>
                  </p:pic>
                </p:oleObj>
              </mc:Fallback>
            </mc:AlternateContent>
          </a:graphicData>
        </a:graphic>
      </p:graphicFrame>
      <p:sp>
        <p:nvSpPr>
          <p:cNvPr id="1048931" name="Text Box 4"/>
          <p:cNvSpPr txBox="1">
            <a:spLocks noChangeArrowheads="1"/>
          </p:cNvSpPr>
          <p:nvPr/>
        </p:nvSpPr>
        <p:spPr bwMode="auto">
          <a:xfrm>
            <a:off x="965202" y="1398588"/>
            <a:ext cx="6537367" cy="52322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en-US" b="1" sz="2800" lang="zh-CN">
                <a:latin typeface="仿宋_GB2312" pitchFamily="49" charset="-122"/>
                <a:ea typeface="仿宋_GB2312" pitchFamily="49" charset="-122"/>
              </a:rPr>
              <a:t>原矩阵三元组表         </a:t>
            </a:r>
            <a:r>
              <a:rPr altLang="en-US" b="1" sz="2800" lang="zh-CN">
                <a:solidFill>
                  <a:schemeClr val="tx2"/>
                </a:solidFill>
                <a:latin typeface="仿宋_GB2312" pitchFamily="49" charset="-122"/>
                <a:ea typeface="仿宋_GB2312" pitchFamily="49" charset="-122"/>
              </a:rPr>
              <a:t>转置矩阵三元组表</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223" name=""/>
        <p:cNvGrpSpPr/>
        <p:nvPr/>
      </p:nvGrpSpPr>
      <p:grpSpPr>
        <a:xfrm>
          <a:off x="0" y="0"/>
          <a:ext cx="0" cy="0"/>
          <a:chOff x="0" y="0"/>
          <a:chExt cx="0" cy="0"/>
        </a:xfrm>
      </p:grpSpPr>
      <p:sp>
        <p:nvSpPr>
          <p:cNvPr id="1048932" name="Rectangle 2"/>
          <p:cNvSpPr>
            <a:spLocks noGrp="1" noChangeArrowheads="1"/>
          </p:cNvSpPr>
          <p:nvPr>
            <p:ph type="title"/>
          </p:nvPr>
        </p:nvSpPr>
        <p:spPr>
          <a:xfrm>
            <a:off x="1414465" y="404813"/>
            <a:ext cx="5792787" cy="876300"/>
          </a:xfrm>
        </p:spPr>
        <p:txBody>
          <a:bodyPr/>
          <a:p>
            <a:pPr eaLnBrk="1" hangingPunct="1"/>
            <a:r>
              <a:rPr altLang="en-US" b="1" sz="4000" lang="zh-CN">
                <a:solidFill>
                  <a:srgbClr val="CC0000"/>
                </a:solidFill>
                <a:ea typeface="华文新魏" panose="02010800040101010101" pitchFamily="2" charset="-122"/>
              </a:rPr>
              <a:t>稀疏矩阵转置算法思想</a:t>
            </a:r>
            <a:endParaRPr altLang="en-US" sz="4000" lang="zh-CN">
              <a:ea typeface="华文新魏" panose="02010800040101010101" pitchFamily="2" charset="-122"/>
            </a:endParaRPr>
          </a:p>
        </p:txBody>
      </p:sp>
      <p:sp>
        <p:nvSpPr>
          <p:cNvPr id="1048933" name="Rectangle 3"/>
          <p:cNvSpPr>
            <a:spLocks noGrp="1" noChangeArrowheads="1"/>
          </p:cNvSpPr>
          <p:nvPr>
            <p:ph idx="1"/>
          </p:nvPr>
        </p:nvSpPr>
        <p:spPr>
          <a:xfrm>
            <a:off x="647700" y="1346200"/>
            <a:ext cx="7924800" cy="4038600"/>
          </a:xfrm>
        </p:spPr>
        <p:txBody>
          <a:bodyPr/>
          <a:p>
            <a:pPr eaLnBrk="1" hangingPunct="1">
              <a:lnSpc>
                <a:spcPct val="110000"/>
              </a:lnSpc>
              <a:buClr>
                <a:srgbClr val="990099"/>
              </a:buClr>
              <a:buSzPct val="50000"/>
            </a:pPr>
            <a:r>
              <a:rPr altLang="en-US" b="1" sz="3000" lang="zh-CN">
                <a:solidFill>
                  <a:srgbClr val="000099"/>
                </a:solidFill>
                <a:latin typeface="Times New Roman" panose="02020603050405020304" pitchFamily="18" charset="0"/>
                <a:ea typeface="仿宋_GB2312" pitchFamily="49" charset="-122"/>
              </a:rPr>
              <a:t>设矩阵列数为</a:t>
            </a:r>
            <a:r>
              <a:rPr altLang="en-US" b="1" sz="3000" lang="zh-CN">
                <a:latin typeface="Times New Roman" panose="02020603050405020304" pitchFamily="18" charset="0"/>
                <a:ea typeface="仿宋_GB2312" pitchFamily="49" charset="-122"/>
              </a:rPr>
              <a:t> </a:t>
            </a:r>
            <a:r>
              <a:rPr altLang="zh-CN" b="1" sz="3000" lang="en-US">
                <a:solidFill>
                  <a:srgbClr val="FF3300"/>
                </a:solidFill>
                <a:latin typeface="Times New Roman" panose="02020603050405020304" pitchFamily="18" charset="0"/>
                <a:ea typeface="仿宋_GB2312" pitchFamily="49" charset="-122"/>
              </a:rPr>
              <a:t>Cols</a:t>
            </a:r>
            <a:r>
              <a:rPr altLang="en-US" b="1" sz="3000" lang="zh-CN">
                <a:solidFill>
                  <a:srgbClr val="000099"/>
                </a:solidFill>
                <a:latin typeface="Times New Roman" panose="02020603050405020304" pitchFamily="18" charset="0"/>
                <a:ea typeface="仿宋_GB2312" pitchFamily="49" charset="-122"/>
              </a:rPr>
              <a:t>，对矩阵三元组表扫描</a:t>
            </a:r>
            <a:r>
              <a:rPr altLang="zh-CN" b="1" sz="3000" lang="en-US">
                <a:solidFill>
                  <a:srgbClr val="FF3300"/>
                </a:solidFill>
                <a:latin typeface="Times New Roman" panose="02020603050405020304" pitchFamily="18" charset="0"/>
                <a:ea typeface="仿宋_GB2312" pitchFamily="49" charset="-122"/>
              </a:rPr>
              <a:t>Cols </a:t>
            </a:r>
            <a:r>
              <a:rPr altLang="en-US" b="1" sz="3000" lang="zh-CN">
                <a:solidFill>
                  <a:srgbClr val="000099"/>
                </a:solidFill>
                <a:latin typeface="Times New Roman" panose="02020603050405020304" pitchFamily="18" charset="0"/>
                <a:ea typeface="仿宋_GB2312" pitchFamily="49" charset="-122"/>
              </a:rPr>
              <a:t>次。第</a:t>
            </a:r>
            <a:r>
              <a:rPr altLang="en-US" b="1" sz="3000" lang="zh-CN">
                <a:latin typeface="Times New Roman" panose="02020603050405020304" pitchFamily="18" charset="0"/>
                <a:ea typeface="仿宋_GB2312" pitchFamily="49" charset="-122"/>
              </a:rPr>
              <a:t> </a:t>
            </a:r>
            <a:r>
              <a:rPr altLang="zh-CN" b="1" sz="3000" lang="en-US">
                <a:solidFill>
                  <a:srgbClr val="FF3300"/>
                </a:solidFill>
                <a:latin typeface="Times New Roman" panose="02020603050405020304" pitchFamily="18" charset="0"/>
                <a:ea typeface="仿宋_GB2312" pitchFamily="49" charset="-122"/>
              </a:rPr>
              <a:t>k </a:t>
            </a:r>
            <a:r>
              <a:rPr altLang="en-US" b="1" sz="3000" lang="zh-CN">
                <a:solidFill>
                  <a:srgbClr val="000099"/>
                </a:solidFill>
                <a:latin typeface="Times New Roman" panose="02020603050405020304" pitchFamily="18" charset="0"/>
                <a:ea typeface="仿宋_GB2312" pitchFamily="49" charset="-122"/>
              </a:rPr>
              <a:t>次检测列号为</a:t>
            </a:r>
            <a:r>
              <a:rPr altLang="en-US" b="1" sz="3000" lang="zh-CN">
                <a:latin typeface="Times New Roman" panose="02020603050405020304" pitchFamily="18" charset="0"/>
                <a:ea typeface="仿宋_GB2312" pitchFamily="49" charset="-122"/>
              </a:rPr>
              <a:t> </a:t>
            </a:r>
            <a:r>
              <a:rPr altLang="zh-CN" b="1" sz="3000" lang="en-US">
                <a:solidFill>
                  <a:srgbClr val="FF3300"/>
                </a:solidFill>
                <a:latin typeface="Times New Roman" panose="02020603050405020304" pitchFamily="18" charset="0"/>
                <a:ea typeface="仿宋_GB2312" pitchFamily="49" charset="-122"/>
              </a:rPr>
              <a:t>k </a:t>
            </a:r>
            <a:r>
              <a:rPr altLang="en-US" b="1" sz="3000" lang="zh-CN">
                <a:solidFill>
                  <a:srgbClr val="000099"/>
                </a:solidFill>
                <a:latin typeface="Times New Roman" panose="02020603050405020304" pitchFamily="18" charset="0"/>
                <a:ea typeface="仿宋_GB2312" pitchFamily="49" charset="-122"/>
              </a:rPr>
              <a:t>的项。</a:t>
            </a:r>
          </a:p>
          <a:p>
            <a:pPr eaLnBrk="1" hangingPunct="1">
              <a:lnSpc>
                <a:spcPct val="110000"/>
              </a:lnSpc>
              <a:buClr>
                <a:srgbClr val="990099"/>
              </a:buClr>
              <a:buSzPct val="50000"/>
            </a:pPr>
            <a:r>
              <a:rPr altLang="en-US" b="1" sz="3000" lang="zh-CN">
                <a:solidFill>
                  <a:srgbClr val="000099"/>
                </a:solidFill>
                <a:latin typeface="Times New Roman" panose="02020603050405020304" pitchFamily="18" charset="0"/>
                <a:ea typeface="仿宋_GB2312" pitchFamily="49" charset="-122"/>
              </a:rPr>
              <a:t>第</a:t>
            </a:r>
            <a:r>
              <a:rPr altLang="en-US" b="1" sz="3000" lang="zh-CN">
                <a:latin typeface="Times New Roman" panose="02020603050405020304" pitchFamily="18" charset="0"/>
                <a:ea typeface="仿宋_GB2312" pitchFamily="49" charset="-122"/>
              </a:rPr>
              <a:t> </a:t>
            </a:r>
            <a:r>
              <a:rPr altLang="zh-CN" b="1" sz="3000" lang="en-US">
                <a:solidFill>
                  <a:srgbClr val="FF3300"/>
                </a:solidFill>
                <a:latin typeface="Times New Roman" panose="02020603050405020304" pitchFamily="18" charset="0"/>
                <a:ea typeface="仿宋_GB2312" pitchFamily="49" charset="-122"/>
              </a:rPr>
              <a:t>k </a:t>
            </a:r>
            <a:r>
              <a:rPr altLang="en-US" b="1" sz="3000" lang="zh-CN">
                <a:solidFill>
                  <a:srgbClr val="000099"/>
                </a:solidFill>
                <a:latin typeface="Times New Roman" panose="02020603050405020304" pitchFamily="18" charset="0"/>
                <a:ea typeface="仿宋_GB2312" pitchFamily="49" charset="-122"/>
              </a:rPr>
              <a:t>次扫描找寻所有列号为</a:t>
            </a:r>
            <a:r>
              <a:rPr altLang="en-US" b="1" sz="3000" lang="zh-CN">
                <a:latin typeface="Times New Roman" panose="02020603050405020304" pitchFamily="18" charset="0"/>
                <a:ea typeface="仿宋_GB2312" pitchFamily="49" charset="-122"/>
              </a:rPr>
              <a:t> </a:t>
            </a:r>
            <a:r>
              <a:rPr altLang="zh-CN" b="1" sz="3000" lang="en-US">
                <a:solidFill>
                  <a:srgbClr val="FF3300"/>
                </a:solidFill>
                <a:latin typeface="Times New Roman" panose="02020603050405020304" pitchFamily="18" charset="0"/>
                <a:ea typeface="仿宋_GB2312" pitchFamily="49" charset="-122"/>
              </a:rPr>
              <a:t>k</a:t>
            </a:r>
            <a:r>
              <a:rPr altLang="zh-CN" b="1" sz="3000" i="1" lang="en-US">
                <a:solidFill>
                  <a:srgbClr val="FF3300"/>
                </a:solidFill>
                <a:latin typeface="Times New Roman" panose="02020603050405020304" pitchFamily="18" charset="0"/>
                <a:ea typeface="仿宋_GB2312" pitchFamily="49" charset="-122"/>
              </a:rPr>
              <a:t> </a:t>
            </a:r>
            <a:r>
              <a:rPr altLang="en-US" b="1" sz="3000" lang="zh-CN">
                <a:solidFill>
                  <a:srgbClr val="000099"/>
                </a:solidFill>
                <a:latin typeface="Times New Roman" panose="02020603050405020304" pitchFamily="18" charset="0"/>
                <a:ea typeface="仿宋_GB2312" pitchFamily="49" charset="-122"/>
              </a:rPr>
              <a:t>的项，将其行号变列号、列号变行号，顺次存于转置矩阵三元组表。</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224" name=""/>
        <p:cNvGrpSpPr/>
        <p:nvPr/>
      </p:nvGrpSpPr>
      <p:grpSpPr>
        <a:xfrm>
          <a:off x="0" y="0"/>
          <a:ext cx="0" cy="0"/>
          <a:chOff x="0" y="0"/>
          <a:chExt cx="0" cy="0"/>
        </a:xfrm>
      </p:grpSpPr>
      <p:sp>
        <p:nvSpPr>
          <p:cNvPr id="1048934" name="Rectangle 2"/>
          <p:cNvSpPr>
            <a:spLocks noGrp="1" noChangeArrowheads="1"/>
          </p:cNvSpPr>
          <p:nvPr>
            <p:ph type="title"/>
          </p:nvPr>
        </p:nvSpPr>
        <p:spPr>
          <a:xfrm>
            <a:off x="576263" y="469900"/>
            <a:ext cx="8229600" cy="882650"/>
          </a:xfrm>
        </p:spPr>
        <p:txBody>
          <a:bodyPr/>
          <a:p>
            <a:pPr eaLnBrk="1" hangingPunct="1"/>
            <a:r>
              <a:rPr altLang="en-US" b="1" sz="3600" kumimoji="1" lang="zh-CN">
                <a:ea typeface="华文新魏" panose="02010800040101010101" pitchFamily="2" charset="-122"/>
              </a:rPr>
              <a:t>稀疏矩阵的转置</a:t>
            </a:r>
          </a:p>
        </p:txBody>
      </p:sp>
      <p:sp>
        <p:nvSpPr>
          <p:cNvPr id="1048935" name="Rectangle 3"/>
          <p:cNvSpPr>
            <a:spLocks noGrp="1" noChangeArrowheads="1"/>
          </p:cNvSpPr>
          <p:nvPr>
            <p:ph idx="1"/>
          </p:nvPr>
        </p:nvSpPr>
        <p:spPr>
          <a:xfrm>
            <a:off x="622300" y="1295402"/>
            <a:ext cx="8229600" cy="5040313"/>
          </a:xfrm>
        </p:spPr>
        <p:txBody>
          <a:bodyPr/>
          <a:p>
            <a:pPr eaLnBrk="1" hangingPunct="1">
              <a:lnSpc>
                <a:spcPct val="110000"/>
              </a:lnSpc>
              <a:spcBef>
                <a:spcPct val="0"/>
              </a:spcBef>
              <a:buFontTx/>
              <a:buNone/>
            </a:pPr>
            <a:r>
              <a:rPr altLang="zh-CN" b="1" kumimoji="1" lang="en-US">
                <a:latin typeface="Times New Roman" panose="02020603050405020304" pitchFamily="18" charset="0"/>
                <a:ea typeface="隶书" panose="02010509060101010101" pitchFamily="49" charset="-122"/>
              </a:rPr>
              <a:t>template &lt;class </a:t>
            </a:r>
            <a:r>
              <a:rPr altLang="zh-CN" kumimoji="1" lang="en-US">
                <a:latin typeface="Times New Roman" panose="02020603050405020304" pitchFamily="18" charset="0"/>
                <a:ea typeface="隶书" panose="02010509060101010101" pitchFamily="49" charset="-122"/>
              </a:rPr>
              <a:t>E</a:t>
            </a:r>
            <a:r>
              <a:rPr altLang="zh-CN" b="1" kumimoji="1" lang="en-US">
                <a:latin typeface="Times New Roman" panose="02020603050405020304" pitchFamily="18" charset="0"/>
                <a:ea typeface="隶书" panose="02010509060101010101" pitchFamily="49" charset="-122"/>
              </a:rPr>
              <a:t>&gt;</a:t>
            </a:r>
          </a:p>
          <a:p>
            <a:pPr eaLnBrk="1" hangingPunct="1">
              <a:lnSpc>
                <a:spcPct val="110000"/>
              </a:lnSpc>
              <a:spcBef>
                <a:spcPct val="0"/>
              </a:spcBef>
              <a:buFontTx/>
              <a:buNone/>
            </a:pPr>
            <a:r>
              <a:rPr altLang="zh-CN" b="1" kumimoji="1" lang="en-US">
                <a:latin typeface="Times New Roman" panose="02020603050405020304" pitchFamily="18" charset="0"/>
                <a:ea typeface="隶书" panose="02010509060101010101" pitchFamily="49" charset="-122"/>
              </a:rPr>
              <a:t>void</a:t>
            </a:r>
            <a:r>
              <a:rPr altLang="zh-CN" kumimoji="1" lang="en-US">
                <a:latin typeface="Times New Roman" panose="02020603050405020304" pitchFamily="18" charset="0"/>
                <a:ea typeface="隶书" panose="02010509060101010101" pitchFamily="49" charset="-122"/>
              </a:rPr>
              <a:t> SparseMatrix</a:t>
            </a:r>
            <a:r>
              <a:rPr altLang="zh-CN" b="1" kumimoji="1" lang="en-US">
                <a:latin typeface="Times New Roman" panose="02020603050405020304" pitchFamily="18" charset="0"/>
                <a:ea typeface="隶书" panose="02010509060101010101" pitchFamily="49" charset="-122"/>
              </a:rPr>
              <a:t>&lt;</a:t>
            </a:r>
            <a:r>
              <a:rPr altLang="zh-CN" kumimoji="1" lang="en-US">
                <a:latin typeface="Times New Roman" panose="02020603050405020304" pitchFamily="18" charset="0"/>
                <a:ea typeface="隶书" panose="02010509060101010101" pitchFamily="49" charset="-122"/>
              </a:rPr>
              <a:t>E</a:t>
            </a:r>
            <a:r>
              <a:rPr altLang="zh-CN" b="1" kumimoji="1" lang="en-US">
                <a:latin typeface="Times New Roman" panose="02020603050405020304" pitchFamily="18" charset="0"/>
                <a:ea typeface="隶书" panose="02010509060101010101" pitchFamily="49" charset="-122"/>
              </a:rPr>
              <a:t>&gt; ::</a:t>
            </a:r>
          </a:p>
          <a:p>
            <a:pPr eaLnBrk="1" hangingPunct="1">
              <a:lnSpc>
                <a:spcPct val="110000"/>
              </a:lnSpc>
              <a:spcBef>
                <a:spcPct val="0"/>
              </a:spcBef>
              <a:buFontTx/>
              <a:buNone/>
            </a:pPr>
            <a:r>
              <a:rPr altLang="zh-CN" kumimoji="1" lang="en-US">
                <a:latin typeface="Times New Roman" panose="02020603050405020304" pitchFamily="18" charset="0"/>
                <a:ea typeface="隶书" panose="02010509060101010101" pitchFamily="49" charset="-122"/>
              </a:rPr>
              <a:t>Transpose (SparseMatrix</a:t>
            </a:r>
            <a:r>
              <a:rPr altLang="zh-CN" b="1" kumimoji="1" lang="en-US">
                <a:latin typeface="Times New Roman" panose="02020603050405020304" pitchFamily="18" charset="0"/>
                <a:ea typeface="隶书" panose="02010509060101010101" pitchFamily="49" charset="-122"/>
              </a:rPr>
              <a:t>&lt;</a:t>
            </a:r>
            <a:r>
              <a:rPr altLang="zh-CN" kumimoji="1" lang="en-US">
                <a:latin typeface="Times New Roman" panose="02020603050405020304" pitchFamily="18" charset="0"/>
                <a:ea typeface="隶书" panose="02010509060101010101" pitchFamily="49" charset="-122"/>
              </a:rPr>
              <a:t>E</a:t>
            </a:r>
            <a:r>
              <a:rPr altLang="zh-CN" b="1" kumimoji="1" lang="en-US">
                <a:latin typeface="Times New Roman" panose="02020603050405020304" pitchFamily="18" charset="0"/>
                <a:ea typeface="隶书" panose="02010509060101010101" pitchFamily="49" charset="-122"/>
              </a:rPr>
              <a:t>&gt;&amp; </a:t>
            </a:r>
            <a:r>
              <a:rPr altLang="zh-CN" kumimoji="1" lang="en-US">
                <a:latin typeface="Times New Roman" panose="02020603050405020304" pitchFamily="18" charset="0"/>
                <a:ea typeface="隶书" panose="02010509060101010101" pitchFamily="49" charset="-122"/>
              </a:rPr>
              <a:t>B) </a:t>
            </a:r>
            <a:r>
              <a:rPr altLang="zh-CN" b="1" kumimoji="1" lang="en-US">
                <a:latin typeface="Times New Roman" panose="02020603050405020304" pitchFamily="18" charset="0"/>
                <a:ea typeface="隶书" panose="02010509060101010101" pitchFamily="49" charset="-122"/>
              </a:rPr>
              <a:t>{</a:t>
            </a:r>
          </a:p>
          <a:p>
            <a:pPr eaLnBrk="1" hangingPunct="1">
              <a:lnSpc>
                <a:spcPct val="110000"/>
              </a:lnSpc>
              <a:spcBef>
                <a:spcPct val="0"/>
              </a:spcBef>
              <a:buFontTx/>
              <a:buNone/>
            </a:pPr>
            <a:r>
              <a:rPr altLang="zh-CN" b="1" kumimoji="1" lang="en-US">
                <a:solidFill>
                  <a:schemeClr val="tx2"/>
                </a:solidFill>
                <a:latin typeface="Times New Roman" panose="02020603050405020304" pitchFamily="18" charset="0"/>
                <a:ea typeface="隶书" panose="02010509060101010101" pitchFamily="49" charset="-122"/>
              </a:rPr>
              <a:t>//</a:t>
            </a:r>
            <a:r>
              <a:rPr altLang="en-US" kumimoji="1" lang="zh-CN">
                <a:solidFill>
                  <a:schemeClr val="tx2"/>
                </a:solidFill>
                <a:latin typeface="Times New Roman" panose="02020603050405020304" pitchFamily="18" charset="0"/>
                <a:ea typeface="隶书" panose="02010509060101010101" pitchFamily="49" charset="-122"/>
              </a:rPr>
              <a:t>转置</a:t>
            </a:r>
            <a:r>
              <a:rPr altLang="zh-CN" kumimoji="1" lang="en-US">
                <a:solidFill>
                  <a:schemeClr val="tx2"/>
                </a:solidFill>
                <a:latin typeface="Times New Roman" panose="02020603050405020304" pitchFamily="18" charset="0"/>
                <a:ea typeface="隶书" panose="02010509060101010101" pitchFamily="49" charset="-122"/>
              </a:rPr>
              <a:t>this</a:t>
            </a:r>
            <a:r>
              <a:rPr altLang="en-US" kumimoji="1" lang="zh-CN">
                <a:solidFill>
                  <a:schemeClr val="tx2"/>
                </a:solidFill>
                <a:latin typeface="Times New Roman" panose="02020603050405020304" pitchFamily="18" charset="0"/>
                <a:ea typeface="隶书" panose="02010509060101010101" pitchFamily="49" charset="-122"/>
              </a:rPr>
              <a:t>矩阵，转置结果由</a:t>
            </a:r>
            <a:r>
              <a:rPr altLang="zh-CN" kumimoji="1" lang="en-US">
                <a:solidFill>
                  <a:schemeClr val="tx2"/>
                </a:solidFill>
                <a:latin typeface="Times New Roman" panose="02020603050405020304" pitchFamily="18" charset="0"/>
                <a:ea typeface="隶书" panose="02010509060101010101" pitchFamily="49" charset="-122"/>
              </a:rPr>
              <a:t>B</a:t>
            </a:r>
            <a:r>
              <a:rPr altLang="en-US" kumimoji="1" lang="zh-CN">
                <a:solidFill>
                  <a:schemeClr val="tx2"/>
                </a:solidFill>
                <a:latin typeface="Times New Roman" panose="02020603050405020304" pitchFamily="18" charset="0"/>
                <a:ea typeface="隶书" panose="02010509060101010101" pitchFamily="49" charset="-122"/>
              </a:rPr>
              <a:t>返回</a:t>
            </a:r>
          </a:p>
          <a:p>
            <a:pPr eaLnBrk="1" hangingPunct="1">
              <a:lnSpc>
                <a:spcPct val="110000"/>
              </a:lnSpc>
              <a:spcBef>
                <a:spcPct val="0"/>
              </a:spcBef>
              <a:buFontTx/>
              <a:buNone/>
            </a:pPr>
            <a:r>
              <a:rPr altLang="en-US" kumimoji="1" lang="zh-CN">
                <a:latin typeface="Times New Roman" panose="02020603050405020304" pitchFamily="18" charset="0"/>
                <a:ea typeface="隶书" panose="02010509060101010101" pitchFamily="49" charset="-122"/>
              </a:rPr>
              <a:t>     </a:t>
            </a:r>
            <a:r>
              <a:rPr altLang="zh-CN" kumimoji="1" lang="en-US">
                <a:latin typeface="Times New Roman" panose="02020603050405020304" pitchFamily="18" charset="0"/>
                <a:ea typeface="隶书" panose="02010509060101010101" pitchFamily="49" charset="-122"/>
              </a:rPr>
              <a:t>B.Rows = Cols</a:t>
            </a:r>
            <a:r>
              <a:rPr altLang="zh-CN" b="1" kumimoji="1" lang="en-US">
                <a:latin typeface="Times New Roman" panose="02020603050405020304" pitchFamily="18" charset="0"/>
                <a:ea typeface="隶书" panose="02010509060101010101" pitchFamily="49" charset="-122"/>
              </a:rPr>
              <a:t>;</a:t>
            </a:r>
            <a:r>
              <a:rPr altLang="zh-CN" kumimoji="1" lang="en-US">
                <a:latin typeface="Times New Roman" panose="02020603050405020304" pitchFamily="18" charset="0"/>
                <a:ea typeface="隶书" panose="02010509060101010101" pitchFamily="49" charset="-122"/>
              </a:rPr>
              <a:t>   B.Cols = Rows</a:t>
            </a:r>
            <a:r>
              <a:rPr altLang="zh-CN" b="1" kumimoji="1" lang="en-US">
                <a:latin typeface="Times New Roman" panose="02020603050405020304" pitchFamily="18" charset="0"/>
                <a:ea typeface="隶书" panose="02010509060101010101" pitchFamily="49" charset="-122"/>
              </a:rPr>
              <a:t>;</a:t>
            </a:r>
            <a:r>
              <a:rPr altLang="zh-CN" kumimoji="1" lang="en-US">
                <a:latin typeface="Times New Roman" panose="02020603050405020304" pitchFamily="18" charset="0"/>
                <a:ea typeface="隶书" panose="02010509060101010101" pitchFamily="49" charset="-122"/>
              </a:rPr>
              <a:t> </a:t>
            </a:r>
          </a:p>
          <a:p>
            <a:pPr eaLnBrk="1" hangingPunct="1">
              <a:lnSpc>
                <a:spcPct val="110000"/>
              </a:lnSpc>
              <a:spcBef>
                <a:spcPct val="0"/>
              </a:spcBef>
              <a:buFontTx/>
              <a:buNone/>
            </a:pPr>
            <a:r>
              <a:rPr altLang="zh-CN" kumimoji="1" lang="en-US">
                <a:latin typeface="Times New Roman" panose="02020603050405020304" pitchFamily="18" charset="0"/>
                <a:ea typeface="隶书" panose="02010509060101010101" pitchFamily="49" charset="-122"/>
              </a:rPr>
              <a:t>     B.Terms = Terms</a:t>
            </a:r>
            <a:r>
              <a:rPr altLang="zh-CN" b="1" kumimoji="1" lang="en-US">
                <a:latin typeface="Times New Roman" panose="02020603050405020304" pitchFamily="18" charset="0"/>
                <a:ea typeface="隶书" panose="02010509060101010101" pitchFamily="49" charset="-122"/>
              </a:rPr>
              <a:t>;</a:t>
            </a:r>
          </a:p>
          <a:p>
            <a:pPr eaLnBrk="1" hangingPunct="1">
              <a:lnSpc>
                <a:spcPct val="110000"/>
              </a:lnSpc>
              <a:spcBef>
                <a:spcPct val="0"/>
              </a:spcBef>
              <a:buFontTx/>
              <a:buNone/>
            </a:pPr>
            <a:r>
              <a:rPr altLang="zh-CN" b="1" kumimoji="1" lang="en-US">
                <a:latin typeface="Times New Roman" panose="02020603050405020304" pitchFamily="18" charset="0"/>
                <a:ea typeface="隶书" panose="02010509060101010101" pitchFamily="49" charset="-122"/>
              </a:rPr>
              <a:t>        </a:t>
            </a:r>
            <a:r>
              <a:rPr altLang="zh-CN" b="1" kumimoji="1" lang="en-US">
                <a:solidFill>
                  <a:schemeClr val="tx2"/>
                </a:solidFill>
                <a:latin typeface="Times New Roman" panose="02020603050405020304" pitchFamily="18" charset="0"/>
                <a:ea typeface="隶书" panose="02010509060101010101" pitchFamily="49" charset="-122"/>
              </a:rPr>
              <a:t>//</a:t>
            </a:r>
            <a:r>
              <a:rPr altLang="zh-CN" kumimoji="1" lang="zh-CN">
                <a:solidFill>
                  <a:schemeClr val="tx2"/>
                </a:solidFill>
                <a:latin typeface="Times New Roman" panose="02020603050405020304" pitchFamily="18" charset="0"/>
                <a:ea typeface="隶书" panose="02010509060101010101" pitchFamily="49" charset="-122"/>
              </a:rPr>
              <a:t>转置矩阵的列数,行数和非零元素个数</a:t>
            </a:r>
            <a:endParaRPr altLang="en-US" kumimoji="1" lang="zh-CN">
              <a:solidFill>
                <a:schemeClr val="tx2"/>
              </a:solidFill>
              <a:latin typeface="Times New Roman" panose="02020603050405020304" pitchFamily="18" charset="0"/>
              <a:ea typeface="隶书" panose="02010509060101010101" pitchFamily="49" charset="-122"/>
            </a:endParaRPr>
          </a:p>
          <a:p>
            <a:pPr eaLnBrk="1" hangingPunct="1">
              <a:lnSpc>
                <a:spcPct val="110000"/>
              </a:lnSpc>
              <a:spcBef>
                <a:spcPct val="0"/>
              </a:spcBef>
              <a:buFontTx/>
              <a:buNone/>
            </a:pPr>
            <a:r>
              <a:rPr altLang="en-US" kumimoji="1" lang="zh-CN">
                <a:latin typeface="Times New Roman" panose="02020603050405020304" pitchFamily="18" charset="0"/>
                <a:ea typeface="隶书" panose="02010509060101010101" pitchFamily="49" charset="-122"/>
              </a:rPr>
              <a:t>     </a:t>
            </a:r>
            <a:r>
              <a:rPr altLang="zh-CN" b="1" kumimoji="1" lang="en-US">
                <a:latin typeface="Times New Roman" panose="02020603050405020304" pitchFamily="18" charset="0"/>
                <a:ea typeface="隶书" panose="02010509060101010101" pitchFamily="49" charset="-122"/>
              </a:rPr>
              <a:t>if </a:t>
            </a:r>
            <a:r>
              <a:rPr altLang="zh-CN" kumimoji="1" lang="en-US">
                <a:latin typeface="Times New Roman" panose="02020603050405020304" pitchFamily="18" charset="0"/>
                <a:ea typeface="隶书" panose="02010509060101010101" pitchFamily="49" charset="-122"/>
              </a:rPr>
              <a:t>(Terms &gt; 0) </a:t>
            </a:r>
            <a:r>
              <a:rPr altLang="zh-CN" b="1" kumimoji="1" lang="en-US">
                <a:latin typeface="Times New Roman" panose="02020603050405020304" pitchFamily="18" charset="0"/>
                <a:ea typeface="隶书" panose="02010509060101010101" pitchFamily="49" charset="-122"/>
              </a:rPr>
              <a:t>{				</a:t>
            </a:r>
            <a:endParaRPr altLang="zh-CN" kumimoji="1" lang="en-US">
              <a:latin typeface="Times New Roman" panose="02020603050405020304" pitchFamily="18" charset="0"/>
              <a:ea typeface="隶书" panose="02010509060101010101" pitchFamily="49" charset="-122"/>
            </a:endParaRPr>
          </a:p>
          <a:p>
            <a:pPr eaLnBrk="1" hangingPunct="1">
              <a:lnSpc>
                <a:spcPct val="110000"/>
              </a:lnSpc>
              <a:spcBef>
                <a:spcPct val="0"/>
              </a:spcBef>
              <a:buFontTx/>
              <a:buNone/>
            </a:pPr>
            <a:r>
              <a:rPr altLang="zh-CN" kumimoji="1" lang="en-US">
                <a:latin typeface="Times New Roman" panose="02020603050405020304" pitchFamily="18" charset="0"/>
                <a:ea typeface="隶书" panose="02010509060101010101" pitchFamily="49" charset="-122"/>
              </a:rPr>
              <a:t>          </a:t>
            </a:r>
            <a:r>
              <a:rPr altLang="zh-CN" b="1" kumimoji="1" lang="en-US">
                <a:latin typeface="Times New Roman" panose="02020603050405020304" pitchFamily="18" charset="0"/>
                <a:ea typeface="隶书" panose="02010509060101010101" pitchFamily="49" charset="-122"/>
              </a:rPr>
              <a:t>int</a:t>
            </a:r>
            <a:r>
              <a:rPr altLang="zh-CN" kumimoji="1" lang="en-US">
                <a:latin typeface="Times New Roman" panose="02020603050405020304" pitchFamily="18" charset="0"/>
                <a:ea typeface="隶书" panose="02010509060101010101" pitchFamily="49" charset="-122"/>
              </a:rPr>
              <a:t> CurrentB = 0</a:t>
            </a:r>
            <a:r>
              <a:rPr altLang="zh-CN" b="1" kumimoji="1" lang="en-US">
                <a:latin typeface="Times New Roman" panose="02020603050405020304" pitchFamily="18" charset="0"/>
                <a:ea typeface="隶书" panose="02010509060101010101" pitchFamily="49" charset="-122"/>
              </a:rPr>
              <a:t>;   </a:t>
            </a:r>
            <a:r>
              <a:rPr altLang="zh-CN" b="1" kumimoji="1" lang="en-US">
                <a:solidFill>
                  <a:schemeClr val="tx2"/>
                </a:solidFill>
                <a:latin typeface="Times New Roman" panose="02020603050405020304" pitchFamily="18" charset="0"/>
                <a:ea typeface="隶书" panose="02010509060101010101" pitchFamily="49" charset="-122"/>
              </a:rPr>
              <a:t>//</a:t>
            </a:r>
            <a:r>
              <a:rPr altLang="en-US" kumimoji="1" lang="zh-CN">
                <a:solidFill>
                  <a:schemeClr val="tx2"/>
                </a:solidFill>
                <a:latin typeface="Times New Roman" panose="02020603050405020304" pitchFamily="18" charset="0"/>
                <a:ea typeface="隶书" panose="02010509060101010101" pitchFamily="49" charset="-122"/>
              </a:rPr>
              <a:t>转置三元组表存放指针</a:t>
            </a:r>
          </a:p>
          <a:p>
            <a:pPr eaLnBrk="1" hangingPunct="1">
              <a:lnSpc>
                <a:spcPct val="110000"/>
              </a:lnSpc>
              <a:spcBef>
                <a:spcPct val="0"/>
              </a:spcBef>
              <a:buFontTx/>
              <a:buNone/>
            </a:pPr>
            <a:r>
              <a:rPr altLang="en-US" kumimoji="1" lang="zh-CN">
                <a:solidFill>
                  <a:schemeClr val="tx2"/>
                </a:solidFill>
                <a:latin typeface="Times New Roman" panose="02020603050405020304" pitchFamily="18" charset="0"/>
                <a:ea typeface="隶书" panose="02010509060101010101" pitchFamily="49" charset="-122"/>
              </a:rPr>
              <a:t>          </a:t>
            </a:r>
            <a:r>
              <a:rPr altLang="zh-CN" b="1" kumimoji="1" lang="en-US">
                <a:latin typeface="Times New Roman" panose="02020603050405020304" pitchFamily="18" charset="0"/>
                <a:ea typeface="隶书" panose="02010509060101010101" pitchFamily="49" charset="-122"/>
              </a:rPr>
              <a:t>int</a:t>
            </a:r>
            <a:r>
              <a:rPr altLang="zh-CN" kumimoji="1" lang="en-US">
                <a:latin typeface="Times New Roman" panose="02020603050405020304" pitchFamily="18" charset="0"/>
                <a:ea typeface="隶书" panose="02010509060101010101" pitchFamily="49" charset="-122"/>
              </a:rPr>
              <a:t> i</a:t>
            </a:r>
            <a:r>
              <a:rPr altLang="zh-CN" b="1" kumimoji="1" lang="en-US">
                <a:latin typeface="Times New Roman" panose="02020603050405020304" pitchFamily="18" charset="0"/>
                <a:ea typeface="隶书" panose="02010509060101010101" pitchFamily="49" charset="-122"/>
              </a:rPr>
              <a:t>,</a:t>
            </a:r>
            <a:r>
              <a:rPr altLang="zh-CN" kumimoji="1" lang="en-US">
                <a:latin typeface="Times New Roman" panose="02020603050405020304" pitchFamily="18" charset="0"/>
                <a:ea typeface="隶书" panose="02010509060101010101" pitchFamily="49" charset="-122"/>
              </a:rPr>
              <a:t> k</a:t>
            </a:r>
            <a:r>
              <a:rPr altLang="zh-CN" b="1" kumimoji="1" lang="en-US">
                <a:latin typeface="Times New Roman" panose="02020603050405020304" pitchFamily="18" charset="0"/>
                <a:ea typeface="隶书" panose="02010509060101010101" pitchFamily="49" charset="-122"/>
              </a:rPr>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225" name=""/>
        <p:cNvGrpSpPr/>
        <p:nvPr/>
      </p:nvGrpSpPr>
      <p:grpSpPr>
        <a:xfrm>
          <a:off x="0" y="0"/>
          <a:ext cx="0" cy="0"/>
          <a:chOff x="0" y="0"/>
          <a:chExt cx="0" cy="0"/>
        </a:xfrm>
      </p:grpSpPr>
      <p:sp>
        <p:nvSpPr>
          <p:cNvPr id="1048936" name="Rectangle 2"/>
          <p:cNvSpPr>
            <a:spLocks noChangeArrowheads="1"/>
          </p:cNvSpPr>
          <p:nvPr/>
        </p:nvSpPr>
        <p:spPr bwMode="auto">
          <a:xfrm>
            <a:off x="533400" y="523875"/>
            <a:ext cx="8686800" cy="5669244"/>
          </a:xfrm>
          <a:prstGeom prst="rect"/>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0"/>
              </a:spcBef>
              <a:buFontTx/>
              <a:buNone/>
            </a:pPr>
            <a:r>
              <a:rPr altLang="zh-CN" b="1" sz="3600" kumimoji="1" lang="en-US">
                <a:solidFill>
                  <a:srgbClr val="CC0000"/>
                </a:solidFill>
                <a:latin typeface="Times New Roman" panose="02020603050405020304" pitchFamily="18" charset="0"/>
              </a:rPr>
              <a:t>         </a:t>
            </a:r>
            <a:r>
              <a:rPr altLang="zh-CN" b="1" sz="2800" kumimoji="1" lang="en-US">
                <a:latin typeface="Times New Roman" panose="02020603050405020304" pitchFamily="18" charset="0"/>
                <a:ea typeface="仿宋_GB2312" pitchFamily="49" charset="-122"/>
              </a:rPr>
              <a:t>for </a:t>
            </a:r>
            <a:r>
              <a:rPr altLang="zh-CN" sz="2800" kumimoji="1" lang="en-US">
                <a:latin typeface="Times New Roman" panose="02020603050405020304" pitchFamily="18" charset="0"/>
                <a:ea typeface="仿宋_GB2312" pitchFamily="49" charset="-122"/>
              </a:rPr>
              <a:t>(k = 0</a:t>
            </a:r>
            <a:r>
              <a:rPr altLang="zh-CN" b="1" sz="2800" kumimoji="1" lang="en-US">
                <a:latin typeface="Times New Roman" panose="02020603050405020304" pitchFamily="18" charset="0"/>
                <a:ea typeface="仿宋_GB2312" pitchFamily="49" charset="-122"/>
              </a:rPr>
              <a:t>;</a:t>
            </a:r>
            <a:r>
              <a:rPr altLang="zh-CN" sz="2800" kumimoji="1" lang="en-US">
                <a:latin typeface="Times New Roman" panose="02020603050405020304" pitchFamily="18" charset="0"/>
                <a:ea typeface="仿宋_GB2312" pitchFamily="49" charset="-122"/>
              </a:rPr>
              <a:t> k &lt; Cols</a:t>
            </a:r>
            <a:r>
              <a:rPr altLang="zh-CN" b="1" sz="2800" kumimoji="1" lang="en-US">
                <a:latin typeface="Times New Roman" panose="02020603050405020304" pitchFamily="18" charset="0"/>
                <a:ea typeface="仿宋_GB2312" pitchFamily="49" charset="-122"/>
              </a:rPr>
              <a:t>;</a:t>
            </a:r>
            <a:r>
              <a:rPr altLang="zh-CN" sz="2800" kumimoji="1" lang="en-US">
                <a:latin typeface="Times New Roman" panose="02020603050405020304" pitchFamily="18" charset="0"/>
                <a:ea typeface="仿宋_GB2312" pitchFamily="49" charset="-122"/>
              </a:rPr>
              <a:t> k++)       </a:t>
            </a:r>
            <a:r>
              <a:rPr altLang="zh-CN" b="1" sz="2800" kumimoji="1" lang="en-US">
                <a:solidFill>
                  <a:schemeClr val="tx2"/>
                </a:solidFill>
                <a:latin typeface="Times New Roman" panose="02020603050405020304" pitchFamily="18" charset="0"/>
                <a:ea typeface="仿宋_GB2312" pitchFamily="49" charset="-122"/>
              </a:rPr>
              <a:t>//</a:t>
            </a:r>
            <a:r>
              <a:rPr altLang="en-US" sz="2800" kumimoji="1" lang="zh-CN">
                <a:solidFill>
                  <a:schemeClr val="tx2"/>
                </a:solidFill>
                <a:latin typeface="Times New Roman" panose="02020603050405020304" pitchFamily="18" charset="0"/>
                <a:ea typeface="隶书" panose="02010509060101010101" pitchFamily="49" charset="-122"/>
              </a:rPr>
              <a:t>处理</a:t>
            </a:r>
            <a:r>
              <a:rPr altLang="zh-CN" sz="2800" kumimoji="1" lang="zh-CN">
                <a:solidFill>
                  <a:schemeClr val="tx2"/>
                </a:solidFill>
                <a:latin typeface="Times New Roman" panose="02020603050405020304" pitchFamily="18" charset="0"/>
                <a:ea typeface="隶书" panose="02010509060101010101" pitchFamily="49" charset="-122"/>
              </a:rPr>
              <a:t>所有列号</a:t>
            </a:r>
            <a:endParaRPr altLang="en-US" sz="2800" kumimoji="1" lang="zh-CN">
              <a:latin typeface="Times New Roman" panose="02020603050405020304" pitchFamily="18" charset="0"/>
              <a:ea typeface="仿宋_GB2312" pitchFamily="49" charset="-122"/>
            </a:endParaRPr>
          </a:p>
          <a:p>
            <a:pPr eaLnBrk="1" hangingPunct="1">
              <a:lnSpc>
                <a:spcPct val="105000"/>
              </a:lnSpc>
              <a:spcBef>
                <a:spcPct val="0"/>
              </a:spcBef>
              <a:buFontTx/>
              <a:buNone/>
            </a:pPr>
            <a:r>
              <a:rPr altLang="en-US" sz="2800" kumimoji="1" lang="zh-CN">
                <a:latin typeface="Times New Roman" panose="02020603050405020304" pitchFamily="18" charset="0"/>
                <a:ea typeface="仿宋_GB2312" pitchFamily="49" charset="-122"/>
              </a:rPr>
              <a:t>      	      </a:t>
            </a:r>
            <a:r>
              <a:rPr altLang="zh-CN" b="1" sz="2800" kumimoji="1" lang="en-US">
                <a:latin typeface="Times New Roman" panose="02020603050405020304" pitchFamily="18" charset="0"/>
                <a:ea typeface="仿宋_GB2312" pitchFamily="49" charset="-122"/>
              </a:rPr>
              <a:t>for</a:t>
            </a:r>
            <a:r>
              <a:rPr altLang="zh-CN" sz="2800" kumimoji="1" lang="en-US">
                <a:latin typeface="Times New Roman" panose="02020603050405020304" pitchFamily="18" charset="0"/>
                <a:ea typeface="仿宋_GB2312" pitchFamily="49" charset="-122"/>
              </a:rPr>
              <a:t> (i = 0</a:t>
            </a:r>
            <a:r>
              <a:rPr altLang="zh-CN" b="1" sz="2800" kumimoji="1" lang="en-US">
                <a:latin typeface="Times New Roman" panose="02020603050405020304" pitchFamily="18" charset="0"/>
                <a:ea typeface="仿宋_GB2312" pitchFamily="49" charset="-122"/>
              </a:rPr>
              <a:t>;</a:t>
            </a:r>
            <a:r>
              <a:rPr altLang="zh-CN" sz="2800" kumimoji="1" lang="en-US">
                <a:latin typeface="Times New Roman" panose="02020603050405020304" pitchFamily="18" charset="0"/>
                <a:ea typeface="仿宋_GB2312" pitchFamily="49" charset="-122"/>
              </a:rPr>
              <a:t> i &lt; Terms</a:t>
            </a:r>
            <a:r>
              <a:rPr altLang="zh-CN" b="1" sz="2800" kumimoji="1" lang="en-US">
                <a:latin typeface="Times New Roman" panose="02020603050405020304" pitchFamily="18" charset="0"/>
                <a:ea typeface="仿宋_GB2312" pitchFamily="49" charset="-122"/>
              </a:rPr>
              <a:t>;</a:t>
            </a:r>
            <a:r>
              <a:rPr altLang="zh-CN" sz="2800" kumimoji="1" lang="en-US">
                <a:latin typeface="Times New Roman" panose="02020603050405020304" pitchFamily="18" charset="0"/>
                <a:ea typeface="仿宋_GB2312" pitchFamily="49" charset="-122"/>
              </a:rPr>
              <a:t> i++) 		</a:t>
            </a:r>
          </a:p>
          <a:p>
            <a:pPr eaLnBrk="1" hangingPunct="1">
              <a:lnSpc>
                <a:spcPct val="105000"/>
              </a:lnSpc>
              <a:spcBef>
                <a:spcPct val="0"/>
              </a:spcBef>
              <a:buFontTx/>
              <a:buNone/>
            </a:pPr>
            <a:r>
              <a:rPr altLang="zh-CN" sz="2800" kumimoji="1" lang="en-US">
                <a:latin typeface="Times New Roman" panose="02020603050405020304" pitchFamily="18" charset="0"/>
                <a:ea typeface="仿宋_GB2312" pitchFamily="49" charset="-122"/>
              </a:rPr>
              <a:t>                     </a:t>
            </a:r>
            <a:r>
              <a:rPr altLang="zh-CN" b="1" sz="2800" kumimoji="1" lang="en-US">
                <a:latin typeface="Times New Roman" panose="02020603050405020304" pitchFamily="18" charset="0"/>
                <a:ea typeface="仿宋_GB2312" pitchFamily="49" charset="-122"/>
              </a:rPr>
              <a:t>if </a:t>
            </a:r>
            <a:r>
              <a:rPr altLang="zh-CN" sz="2800" kumimoji="1" lang="en-US">
                <a:latin typeface="Times New Roman" panose="02020603050405020304" pitchFamily="18" charset="0"/>
                <a:ea typeface="仿宋_GB2312" pitchFamily="49" charset="-122"/>
              </a:rPr>
              <a:t>(smArray[i].col </a:t>
            </a:r>
            <a:r>
              <a:rPr altLang="zh-CN" sz="2800" i="1" kumimoji="1" lang="en-US">
                <a:latin typeface="Times New Roman" panose="02020603050405020304" pitchFamily="18" charset="0"/>
                <a:ea typeface="仿宋_GB2312" pitchFamily="49" charset="-122"/>
              </a:rPr>
              <a:t>==</a:t>
            </a:r>
            <a:r>
              <a:rPr altLang="zh-CN" sz="2800" kumimoji="1" lang="en-US">
                <a:latin typeface="Times New Roman" panose="02020603050405020304" pitchFamily="18" charset="0"/>
                <a:ea typeface="仿宋_GB2312" pitchFamily="49" charset="-122"/>
              </a:rPr>
              <a:t> k) </a:t>
            </a:r>
            <a:r>
              <a:rPr altLang="zh-CN" b="1" sz="2800" kumimoji="1" lang="en-US">
                <a:latin typeface="Times New Roman" panose="02020603050405020304" pitchFamily="18" charset="0"/>
                <a:ea typeface="仿宋_GB2312" pitchFamily="49" charset="-122"/>
              </a:rPr>
              <a:t>{		</a:t>
            </a:r>
            <a:endParaRPr altLang="zh-CN" sz="2800" kumimoji="1" lang="en-US">
              <a:latin typeface="Times New Roman" panose="02020603050405020304" pitchFamily="18" charset="0"/>
              <a:ea typeface="仿宋_GB2312" pitchFamily="49" charset="-122"/>
            </a:endParaRPr>
          </a:p>
          <a:p>
            <a:pPr eaLnBrk="1" hangingPunct="1">
              <a:lnSpc>
                <a:spcPct val="105000"/>
              </a:lnSpc>
              <a:spcBef>
                <a:spcPct val="0"/>
              </a:spcBef>
              <a:buFontTx/>
              <a:buNone/>
            </a:pPr>
            <a:r>
              <a:rPr altLang="zh-CN" sz="2800" kumimoji="1" lang="en-US">
                <a:latin typeface="Times New Roman" panose="02020603050405020304" pitchFamily="18" charset="0"/>
                <a:ea typeface="仿宋_GB2312" pitchFamily="49" charset="-122"/>
              </a:rPr>
              <a:t>	                B.smArray[CurrentB].row = k</a:t>
            </a:r>
            <a:r>
              <a:rPr altLang="zh-CN" b="1" sz="2800" kumimoji="1" lang="en-US">
                <a:latin typeface="Times New Roman" panose="02020603050405020304" pitchFamily="18" charset="0"/>
                <a:ea typeface="仿宋_GB2312" pitchFamily="49" charset="-122"/>
              </a:rPr>
              <a:t>;</a:t>
            </a:r>
            <a:r>
              <a:rPr altLang="zh-CN" sz="2800" kumimoji="1" lang="en-US">
                <a:latin typeface="Times New Roman" panose="02020603050405020304" pitchFamily="18" charset="0"/>
                <a:ea typeface="仿宋_GB2312" pitchFamily="49" charset="-122"/>
              </a:rPr>
              <a:t>	</a:t>
            </a:r>
          </a:p>
          <a:p>
            <a:pPr eaLnBrk="1" hangingPunct="1">
              <a:lnSpc>
                <a:spcPct val="105000"/>
              </a:lnSpc>
              <a:spcBef>
                <a:spcPct val="0"/>
              </a:spcBef>
              <a:buFontTx/>
              <a:buNone/>
            </a:pPr>
            <a:r>
              <a:rPr altLang="zh-CN" sz="2800" kumimoji="1" lang="en-US">
                <a:latin typeface="Times New Roman" panose="02020603050405020304" pitchFamily="18" charset="0"/>
                <a:ea typeface="仿宋_GB2312" pitchFamily="49" charset="-122"/>
              </a:rPr>
              <a:t>	                B.smArray[CurrentB].col = </a:t>
            </a:r>
          </a:p>
          <a:p>
            <a:pPr eaLnBrk="1" hangingPunct="1">
              <a:lnSpc>
                <a:spcPct val="105000"/>
              </a:lnSpc>
              <a:spcBef>
                <a:spcPct val="0"/>
              </a:spcBef>
              <a:buFontTx/>
              <a:buNone/>
            </a:pPr>
            <a:r>
              <a:rPr altLang="zh-CN" sz="2800" kumimoji="1" lang="en-US">
                <a:latin typeface="Times New Roman" panose="02020603050405020304" pitchFamily="18" charset="0"/>
                <a:ea typeface="仿宋_GB2312" pitchFamily="49" charset="-122"/>
              </a:rPr>
              <a:t>                                                  smArray[i].row</a:t>
            </a:r>
            <a:r>
              <a:rPr altLang="zh-CN" b="1" sz="2800" kumimoji="1" lang="en-US">
                <a:latin typeface="Times New Roman" panose="02020603050405020304" pitchFamily="18" charset="0"/>
                <a:ea typeface="仿宋_GB2312" pitchFamily="49" charset="-122"/>
              </a:rPr>
              <a:t>;</a:t>
            </a:r>
          </a:p>
          <a:p>
            <a:pPr eaLnBrk="1" hangingPunct="1">
              <a:lnSpc>
                <a:spcPct val="105000"/>
              </a:lnSpc>
              <a:spcBef>
                <a:spcPct val="0"/>
              </a:spcBef>
              <a:buFontTx/>
              <a:buNone/>
            </a:pPr>
            <a:r>
              <a:rPr altLang="zh-CN" b="1" sz="2800" kumimoji="1" lang="en-US">
                <a:latin typeface="Times New Roman" panose="02020603050405020304" pitchFamily="18" charset="0"/>
                <a:ea typeface="仿宋_GB2312" pitchFamily="49" charset="-122"/>
              </a:rPr>
              <a:t>	</a:t>
            </a:r>
            <a:r>
              <a:rPr altLang="zh-CN" sz="2800" kumimoji="1" lang="en-US">
                <a:latin typeface="Times New Roman" panose="02020603050405020304" pitchFamily="18" charset="0"/>
                <a:ea typeface="仿宋_GB2312" pitchFamily="49" charset="-122"/>
              </a:rPr>
              <a:t>                B.smArray[CurrentB].value=</a:t>
            </a:r>
          </a:p>
          <a:p>
            <a:pPr eaLnBrk="1" hangingPunct="1">
              <a:lnSpc>
                <a:spcPct val="105000"/>
              </a:lnSpc>
              <a:spcBef>
                <a:spcPct val="0"/>
              </a:spcBef>
              <a:buFontTx/>
              <a:buNone/>
            </a:pPr>
            <a:r>
              <a:rPr altLang="zh-CN" sz="2800" kumimoji="1" lang="en-US">
                <a:latin typeface="Times New Roman" panose="02020603050405020304" pitchFamily="18" charset="0"/>
                <a:ea typeface="仿宋_GB2312" pitchFamily="49" charset="-122"/>
              </a:rPr>
              <a:t>                                                  smArray[i].value</a:t>
            </a:r>
            <a:r>
              <a:rPr altLang="zh-CN" b="1" sz="2800" kumimoji="1" lang="en-US">
                <a:latin typeface="Times New Roman" panose="02020603050405020304" pitchFamily="18" charset="0"/>
                <a:ea typeface="仿宋_GB2312" pitchFamily="49" charset="-122"/>
              </a:rPr>
              <a:t>;</a:t>
            </a:r>
            <a:r>
              <a:rPr altLang="zh-CN" sz="2800" kumimoji="1" lang="en-US">
                <a:latin typeface="Times New Roman" panose="02020603050405020304" pitchFamily="18" charset="0"/>
                <a:ea typeface="仿宋_GB2312" pitchFamily="49" charset="-122"/>
              </a:rPr>
              <a:t>	</a:t>
            </a:r>
          </a:p>
          <a:p>
            <a:pPr eaLnBrk="1" hangingPunct="1">
              <a:lnSpc>
                <a:spcPct val="105000"/>
              </a:lnSpc>
              <a:spcBef>
                <a:spcPct val="0"/>
              </a:spcBef>
              <a:buFontTx/>
              <a:buNone/>
            </a:pPr>
            <a:r>
              <a:rPr altLang="zh-CN" sz="2800" kumimoji="1" lang="en-US">
                <a:latin typeface="Times New Roman" panose="02020603050405020304" pitchFamily="18" charset="0"/>
                <a:ea typeface="仿宋_GB2312" pitchFamily="49" charset="-122"/>
              </a:rPr>
              <a:t> 	                CurrentB++</a:t>
            </a:r>
            <a:r>
              <a:rPr altLang="zh-CN" b="1" sz="2800" kumimoji="1" lang="en-US">
                <a:latin typeface="Times New Roman" panose="02020603050405020304" pitchFamily="18" charset="0"/>
                <a:ea typeface="仿宋_GB2312" pitchFamily="49" charset="-122"/>
              </a:rPr>
              <a:t>;</a:t>
            </a:r>
            <a:r>
              <a:rPr altLang="zh-CN" sz="2800" kumimoji="1" lang="en-US">
                <a:latin typeface="Times New Roman" panose="02020603050405020304" pitchFamily="18" charset="0"/>
                <a:ea typeface="仿宋_GB2312" pitchFamily="49" charset="-122"/>
              </a:rPr>
              <a:t>					</a:t>
            </a:r>
          </a:p>
          <a:p>
            <a:pPr eaLnBrk="1" hangingPunct="1">
              <a:lnSpc>
                <a:spcPct val="105000"/>
              </a:lnSpc>
              <a:spcBef>
                <a:spcPct val="0"/>
              </a:spcBef>
              <a:buFontTx/>
              <a:buNone/>
            </a:pPr>
            <a:r>
              <a:rPr altLang="zh-CN" sz="2800" kumimoji="1" lang="en-US">
                <a:latin typeface="Times New Roman" panose="02020603050405020304" pitchFamily="18" charset="0"/>
                <a:ea typeface="仿宋_GB2312" pitchFamily="49" charset="-122"/>
              </a:rPr>
              <a:t>	          </a:t>
            </a:r>
            <a:r>
              <a:rPr altLang="zh-CN" b="1" sz="2800" kumimoji="1" lang="en-US">
                <a:latin typeface="Times New Roman" panose="02020603050405020304" pitchFamily="18" charset="0"/>
                <a:ea typeface="仿宋_GB2312" pitchFamily="49" charset="-122"/>
              </a:rPr>
              <a:t>}</a:t>
            </a:r>
          </a:p>
          <a:p>
            <a:pPr eaLnBrk="1" hangingPunct="1">
              <a:spcBef>
                <a:spcPct val="0"/>
              </a:spcBef>
              <a:buFontTx/>
              <a:buNone/>
            </a:pPr>
            <a:r>
              <a:rPr altLang="zh-CN" b="1" sz="2800" kumimoji="1" lang="en-US">
                <a:latin typeface="Times New Roman" panose="02020603050405020304" pitchFamily="18" charset="0"/>
                <a:ea typeface="仿宋_GB2312" pitchFamily="49" charset="-122"/>
              </a:rPr>
              <a:t>     }</a:t>
            </a:r>
          </a:p>
          <a:p>
            <a:pPr eaLnBrk="1" hangingPunct="1">
              <a:spcBef>
                <a:spcPct val="0"/>
              </a:spcBef>
              <a:buFontTx/>
              <a:buNone/>
            </a:pPr>
            <a:r>
              <a:rPr altLang="zh-CN" b="1" sz="2800" kumimoji="1" lang="en-US">
                <a:latin typeface="Times New Roman" panose="02020603050405020304" pitchFamily="18" charset="0"/>
                <a:ea typeface="仿宋_GB2312" pitchFamily="49" charset="-122"/>
              </a:rPr>
              <a:t>};</a:t>
            </a:r>
            <a:r>
              <a:rPr altLang="zh-CN" b="1" kumimoji="1" lang="en-US">
                <a:solidFill>
                  <a:srgbClr val="CC0000"/>
                </a:solidFill>
                <a:latin typeface="Times New Roman" panose="02020603050405020304" pitchFamily="18" charset="0"/>
              </a:rPr>
              <a:t>    </a:t>
            </a:r>
          </a:p>
        </p:txBody>
      </p:sp>
    </p:spTree>
  </p:cSld>
  <p:clrMapOvr>
    <a:masterClrMapping/>
  </p:clrMapOvr>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10" presetSubtype="0">
                                  <p:stCondLst>
                                    <p:cond delay="0"/>
                                  </p:stCondLst>
                                  <p:childTnLst>
                                    <p:set>
                                      <p:cBhvr>
                                        <p:cTn dur="1" fill="hold" id="6">
                                          <p:stCondLst>
                                            <p:cond delay="0"/>
                                          </p:stCondLst>
                                        </p:cTn>
                                        <p:tgtEl>
                                          <p:spTgt spid="1048936">
                                            <p:txEl>
                                              <p:pRg st="1" end="1"/>
                                            </p:txEl>
                                          </p:spTgt>
                                        </p:tgtEl>
                                        <p:attrNameLst>
                                          <p:attrName>style.visibility</p:attrName>
                                        </p:attrNameLst>
                                      </p:cBhvr>
                                      <p:to>
                                        <p:strVal val="visible"/>
                                      </p:to>
                                    </p:set>
                                    <p:animEffect transition="in" filter="fade">
                                      <p:cBhvr>
                                        <p:cTn dur="500" id="7"/>
                                        <p:tgtEl>
                                          <p:spTgt spid="1048936">
                                            <p:txEl>
                                              <p:pRg st="1" end="1"/>
                                            </p:txEl>
                                          </p:spTgt>
                                        </p:tgtEl>
                                      </p:cBhvr>
                                    </p:animEffect>
                                  </p:childTnLst>
                                </p:cTn>
                              </p:par>
                            </p:childTnLst>
                          </p:cTn>
                        </p:par>
                      </p:childTnLst>
                    </p:cTn>
                  </p:par>
                  <p:par>
                    <p:cTn fill="hold" id="8" nodeType="clickPar">
                      <p:stCondLst>
                        <p:cond delay="indefinite"/>
                      </p:stCondLst>
                      <p:childTnLst>
                        <p:par>
                          <p:cTn fill="hold" id="9" nodeType="withGroup">
                            <p:stCondLst>
                              <p:cond delay="0"/>
                            </p:stCondLst>
                            <p:childTnLst>
                              <p:par>
                                <p:cTn fill="hold" id="10" nodeType="clickEffect" presetClass="entr" presetID="10" presetSubtype="0">
                                  <p:stCondLst>
                                    <p:cond delay="0"/>
                                  </p:stCondLst>
                                  <p:childTnLst>
                                    <p:set>
                                      <p:cBhvr>
                                        <p:cTn dur="1" fill="hold" id="11">
                                          <p:stCondLst>
                                            <p:cond delay="0"/>
                                          </p:stCondLst>
                                        </p:cTn>
                                        <p:tgtEl>
                                          <p:spTgt spid="1048936">
                                            <p:txEl>
                                              <p:pRg st="2" end="2"/>
                                            </p:txEl>
                                          </p:spTgt>
                                        </p:tgtEl>
                                        <p:attrNameLst>
                                          <p:attrName>style.visibility</p:attrName>
                                        </p:attrNameLst>
                                      </p:cBhvr>
                                      <p:to>
                                        <p:strVal val="visible"/>
                                      </p:to>
                                    </p:set>
                                    <p:animEffect transition="in" filter="fade">
                                      <p:cBhvr>
                                        <p:cTn dur="500" id="12"/>
                                        <p:tgtEl>
                                          <p:spTgt spid="1048936">
                                            <p:txEl>
                                              <p:pRg st="2" end="2"/>
                                            </p:txEl>
                                          </p:spTgt>
                                        </p:tgtEl>
                                      </p:cBhvr>
                                    </p:animEffect>
                                  </p:childTnLst>
                                </p:cTn>
                              </p:par>
                            </p:childTnLst>
                          </p:cTn>
                        </p:par>
                      </p:childTnLst>
                    </p:cTn>
                  </p:par>
                  <p:par>
                    <p:cTn fill="hold" id="13" nodeType="clickPar">
                      <p:stCondLst>
                        <p:cond delay="indefinite"/>
                      </p:stCondLst>
                      <p:childTnLst>
                        <p:par>
                          <p:cTn fill="hold" id="14" nodeType="withGroup">
                            <p:stCondLst>
                              <p:cond delay="0"/>
                            </p:stCondLst>
                            <p:childTnLst>
                              <p:par>
                                <p:cTn fill="hold" id="15" nodeType="clickEffect" presetClass="entr" presetID="10" presetSubtype="0">
                                  <p:stCondLst>
                                    <p:cond delay="0"/>
                                  </p:stCondLst>
                                  <p:childTnLst>
                                    <p:set>
                                      <p:cBhvr>
                                        <p:cTn dur="1" fill="hold" id="16">
                                          <p:stCondLst>
                                            <p:cond delay="0"/>
                                          </p:stCondLst>
                                        </p:cTn>
                                        <p:tgtEl>
                                          <p:spTgt spid="1048936">
                                            <p:txEl>
                                              <p:pRg st="3" end="3"/>
                                            </p:txEl>
                                          </p:spTgt>
                                        </p:tgtEl>
                                        <p:attrNameLst>
                                          <p:attrName>style.visibility</p:attrName>
                                        </p:attrNameLst>
                                      </p:cBhvr>
                                      <p:to>
                                        <p:strVal val="visible"/>
                                      </p:to>
                                    </p:set>
                                    <p:animEffect transition="in" filter="fade">
                                      <p:cBhvr>
                                        <p:cTn dur="500" id="17"/>
                                        <p:tgtEl>
                                          <p:spTgt spid="1048936">
                                            <p:txEl>
                                              <p:pRg st="3" end="3"/>
                                            </p:txEl>
                                          </p:spTgt>
                                        </p:tgtEl>
                                      </p:cBhvr>
                                    </p:animEffect>
                                  </p:childTnLst>
                                </p:cTn>
                              </p:par>
                              <p:par>
                                <p:cTn fill="hold" id="18" nodeType="withEffect" presetClass="entr" presetID="10" presetSubtype="0">
                                  <p:stCondLst>
                                    <p:cond delay="0"/>
                                  </p:stCondLst>
                                  <p:childTnLst>
                                    <p:set>
                                      <p:cBhvr>
                                        <p:cTn dur="1" fill="hold" id="19">
                                          <p:stCondLst>
                                            <p:cond delay="0"/>
                                          </p:stCondLst>
                                        </p:cTn>
                                        <p:tgtEl>
                                          <p:spTgt spid="1048936">
                                            <p:txEl>
                                              <p:pRg st="4" end="4"/>
                                            </p:txEl>
                                          </p:spTgt>
                                        </p:tgtEl>
                                        <p:attrNameLst>
                                          <p:attrName>style.visibility</p:attrName>
                                        </p:attrNameLst>
                                      </p:cBhvr>
                                      <p:to>
                                        <p:strVal val="visible"/>
                                      </p:to>
                                    </p:set>
                                    <p:animEffect transition="in" filter="fade">
                                      <p:cBhvr>
                                        <p:cTn dur="500" id="20"/>
                                        <p:tgtEl>
                                          <p:spTgt spid="1048936">
                                            <p:txEl>
                                              <p:pRg st="4" end="4"/>
                                            </p:txEl>
                                          </p:spTgt>
                                        </p:tgtEl>
                                      </p:cBhvr>
                                    </p:animEffect>
                                  </p:childTnLst>
                                </p:cTn>
                              </p:par>
                              <p:par>
                                <p:cTn fill="hold" id="21" nodeType="withEffect" presetClass="entr" presetID="10" presetSubtype="0">
                                  <p:stCondLst>
                                    <p:cond delay="0"/>
                                  </p:stCondLst>
                                  <p:childTnLst>
                                    <p:set>
                                      <p:cBhvr>
                                        <p:cTn dur="1" fill="hold" id="22">
                                          <p:stCondLst>
                                            <p:cond delay="0"/>
                                          </p:stCondLst>
                                        </p:cTn>
                                        <p:tgtEl>
                                          <p:spTgt spid="1048936">
                                            <p:txEl>
                                              <p:pRg st="5" end="5"/>
                                            </p:txEl>
                                          </p:spTgt>
                                        </p:tgtEl>
                                        <p:attrNameLst>
                                          <p:attrName>style.visibility</p:attrName>
                                        </p:attrNameLst>
                                      </p:cBhvr>
                                      <p:to>
                                        <p:strVal val="visible"/>
                                      </p:to>
                                    </p:set>
                                    <p:animEffect transition="in" filter="fade">
                                      <p:cBhvr>
                                        <p:cTn dur="500" id="23"/>
                                        <p:tgtEl>
                                          <p:spTgt spid="1048936">
                                            <p:txEl>
                                              <p:pRg st="5" end="5"/>
                                            </p:txEl>
                                          </p:spTgt>
                                        </p:tgtEl>
                                      </p:cBhvr>
                                    </p:animEffect>
                                  </p:childTnLst>
                                </p:cTn>
                              </p:par>
                              <p:par>
                                <p:cTn fill="hold" id="24" nodeType="withEffect" presetClass="entr" presetID="10" presetSubtype="0">
                                  <p:stCondLst>
                                    <p:cond delay="0"/>
                                  </p:stCondLst>
                                  <p:childTnLst>
                                    <p:set>
                                      <p:cBhvr>
                                        <p:cTn dur="1" fill="hold" id="25">
                                          <p:stCondLst>
                                            <p:cond delay="0"/>
                                          </p:stCondLst>
                                        </p:cTn>
                                        <p:tgtEl>
                                          <p:spTgt spid="1048936">
                                            <p:txEl>
                                              <p:pRg st="6" end="6"/>
                                            </p:txEl>
                                          </p:spTgt>
                                        </p:tgtEl>
                                        <p:attrNameLst>
                                          <p:attrName>style.visibility</p:attrName>
                                        </p:attrNameLst>
                                      </p:cBhvr>
                                      <p:to>
                                        <p:strVal val="visible"/>
                                      </p:to>
                                    </p:set>
                                    <p:animEffect transition="in" filter="fade">
                                      <p:cBhvr>
                                        <p:cTn dur="500" id="26"/>
                                        <p:tgtEl>
                                          <p:spTgt spid="1048936">
                                            <p:txEl>
                                              <p:pRg st="6" end="6"/>
                                            </p:txEl>
                                          </p:spTgt>
                                        </p:tgtEl>
                                      </p:cBhvr>
                                    </p:animEffect>
                                  </p:childTnLst>
                                </p:cTn>
                              </p:par>
                              <p:par>
                                <p:cTn fill="hold" id="27" nodeType="withEffect" presetClass="entr" presetID="10" presetSubtype="0">
                                  <p:stCondLst>
                                    <p:cond delay="0"/>
                                  </p:stCondLst>
                                  <p:childTnLst>
                                    <p:set>
                                      <p:cBhvr>
                                        <p:cTn dur="1" fill="hold" id="28">
                                          <p:stCondLst>
                                            <p:cond delay="0"/>
                                          </p:stCondLst>
                                        </p:cTn>
                                        <p:tgtEl>
                                          <p:spTgt spid="1048936">
                                            <p:txEl>
                                              <p:pRg st="7" end="7"/>
                                            </p:txEl>
                                          </p:spTgt>
                                        </p:tgtEl>
                                        <p:attrNameLst>
                                          <p:attrName>style.visibility</p:attrName>
                                        </p:attrNameLst>
                                      </p:cBhvr>
                                      <p:to>
                                        <p:strVal val="visible"/>
                                      </p:to>
                                    </p:set>
                                    <p:animEffect transition="in" filter="fade">
                                      <p:cBhvr>
                                        <p:cTn dur="500" id="29"/>
                                        <p:tgtEl>
                                          <p:spTgt spid="1048936">
                                            <p:txEl>
                                              <p:pRg st="7" end="7"/>
                                            </p:txEl>
                                          </p:spTgt>
                                        </p:tgtEl>
                                      </p:cBhvr>
                                    </p:animEffect>
                                  </p:childTnLst>
                                </p:cTn>
                              </p:par>
                            </p:childTnLst>
                          </p:cTn>
                        </p:par>
                      </p:childTnLst>
                    </p:cTn>
                  </p:par>
                  <p:par>
                    <p:cTn fill="hold" id="30" nodeType="clickPar">
                      <p:stCondLst>
                        <p:cond delay="indefinite"/>
                      </p:stCondLst>
                      <p:childTnLst>
                        <p:par>
                          <p:cTn fill="hold" id="31" nodeType="withGroup">
                            <p:stCondLst>
                              <p:cond delay="0"/>
                            </p:stCondLst>
                            <p:childTnLst>
                              <p:par>
                                <p:cTn fill="hold" id="32" nodeType="clickEffect" presetClass="entr" presetID="10" presetSubtype="0">
                                  <p:stCondLst>
                                    <p:cond delay="0"/>
                                  </p:stCondLst>
                                  <p:childTnLst>
                                    <p:set>
                                      <p:cBhvr>
                                        <p:cTn dur="1" fill="hold" id="33">
                                          <p:stCondLst>
                                            <p:cond delay="0"/>
                                          </p:stCondLst>
                                        </p:cTn>
                                        <p:tgtEl>
                                          <p:spTgt spid="1048936">
                                            <p:txEl>
                                              <p:pRg st="8" end="8"/>
                                            </p:txEl>
                                          </p:spTgt>
                                        </p:tgtEl>
                                        <p:attrNameLst>
                                          <p:attrName>style.visibility</p:attrName>
                                        </p:attrNameLst>
                                      </p:cBhvr>
                                      <p:to>
                                        <p:strVal val="visible"/>
                                      </p:to>
                                    </p:set>
                                    <p:animEffect transition="in" filter="fade">
                                      <p:cBhvr>
                                        <p:cTn dur="500" id="34"/>
                                        <p:tgtEl>
                                          <p:spTgt spid="1048936">
                                            <p:txEl>
                                              <p:pRg st="8" end="8"/>
                                            </p:txEl>
                                          </p:spTgt>
                                        </p:tgtEl>
                                      </p:cBhvr>
                                    </p:animEffect>
                                  </p:childTnLst>
                                </p:cTn>
                              </p:par>
                              <p:par>
                                <p:cTn fill="hold" id="35" nodeType="withEffect" presetClass="entr" presetID="10" presetSubtype="0">
                                  <p:stCondLst>
                                    <p:cond delay="0"/>
                                  </p:stCondLst>
                                  <p:childTnLst>
                                    <p:set>
                                      <p:cBhvr>
                                        <p:cTn dur="1" fill="hold" id="36">
                                          <p:stCondLst>
                                            <p:cond delay="0"/>
                                          </p:stCondLst>
                                        </p:cTn>
                                        <p:tgtEl>
                                          <p:spTgt spid="1048936">
                                            <p:txEl>
                                              <p:pRg st="9" end="9"/>
                                            </p:txEl>
                                          </p:spTgt>
                                        </p:tgtEl>
                                        <p:attrNameLst>
                                          <p:attrName>style.visibility</p:attrName>
                                        </p:attrNameLst>
                                      </p:cBhvr>
                                      <p:to>
                                        <p:strVal val="visible"/>
                                      </p:to>
                                    </p:set>
                                    <p:animEffect transition="in" filter="fade">
                                      <p:cBhvr>
                                        <p:cTn dur="500" id="37"/>
                                        <p:tgtEl>
                                          <p:spTgt spid="104893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226" name=""/>
        <p:cNvGrpSpPr/>
        <p:nvPr/>
      </p:nvGrpSpPr>
      <p:grpSpPr>
        <a:xfrm>
          <a:off x="0" y="0"/>
          <a:ext cx="0" cy="0"/>
          <a:chOff x="0" y="0"/>
          <a:chExt cx="0" cy="0"/>
        </a:xfrm>
      </p:grpSpPr>
      <p:sp>
        <p:nvSpPr>
          <p:cNvPr id="1048937" name="Rectangle 2"/>
          <p:cNvSpPr>
            <a:spLocks noGrp="1" noChangeArrowheads="1"/>
          </p:cNvSpPr>
          <p:nvPr>
            <p:ph type="title"/>
          </p:nvPr>
        </p:nvSpPr>
        <p:spPr>
          <a:xfrm>
            <a:off x="552450" y="442915"/>
            <a:ext cx="8229600" cy="947737"/>
          </a:xfrm>
        </p:spPr>
        <p:txBody>
          <a:bodyPr/>
          <a:p>
            <a:pPr eaLnBrk="1" hangingPunct="1"/>
            <a:r>
              <a:rPr altLang="en-US" b="1" sz="4000" lang="zh-CN">
                <a:solidFill>
                  <a:srgbClr val="CC0000"/>
                </a:solidFill>
                <a:effectLst>
                  <a:outerShdw algn="tl" blurRad="38100" dir="2700000" dist="38100">
                    <a:srgbClr val="C0C0C0"/>
                  </a:outerShdw>
                </a:effectLst>
                <a:ea typeface="华文新魏" pitchFamily="2" charset="-122"/>
              </a:rPr>
              <a:t>快速转置算法</a:t>
            </a:r>
          </a:p>
        </p:txBody>
      </p:sp>
      <p:sp>
        <p:nvSpPr>
          <p:cNvPr id="1048938" name="Rectangle 3"/>
          <p:cNvSpPr>
            <a:spLocks noGrp="1" noChangeArrowheads="1"/>
          </p:cNvSpPr>
          <p:nvPr>
            <p:ph idx="1"/>
          </p:nvPr>
        </p:nvSpPr>
        <p:spPr>
          <a:xfrm>
            <a:off x="671513" y="1333500"/>
            <a:ext cx="8013700" cy="4959350"/>
          </a:xfrm>
        </p:spPr>
        <p:txBody>
          <a:bodyPr/>
          <a:p>
            <a:pPr eaLnBrk="1" hangingPunct="1">
              <a:lnSpc>
                <a:spcPct val="105000"/>
              </a:lnSpc>
              <a:buClr>
                <a:srgbClr val="990099"/>
              </a:buClr>
              <a:buSzPct val="50000"/>
            </a:pPr>
            <a:r>
              <a:rPr altLang="en-US" b="1" sz="3000" lang="zh-CN">
                <a:solidFill>
                  <a:srgbClr val="000099"/>
                </a:solidFill>
                <a:latin typeface="Times New Roman" panose="02020603050405020304" pitchFamily="18" charset="0"/>
                <a:ea typeface="仿宋_GB2312" pitchFamily="49" charset="-122"/>
              </a:rPr>
              <a:t>设矩阵三元组表总共有 </a:t>
            </a:r>
            <a:r>
              <a:rPr altLang="zh-CN" b="1" sz="3000" i="1" lang="en-US">
                <a:solidFill>
                  <a:srgbClr val="000099"/>
                </a:solidFill>
                <a:latin typeface="Times New Roman" panose="02020603050405020304" pitchFamily="18" charset="0"/>
                <a:ea typeface="仿宋_GB2312" pitchFamily="49" charset="-122"/>
              </a:rPr>
              <a:t>t </a:t>
            </a:r>
            <a:r>
              <a:rPr altLang="en-US" b="1" sz="3000" lang="zh-CN">
                <a:solidFill>
                  <a:srgbClr val="000099"/>
                </a:solidFill>
                <a:latin typeface="Times New Roman" panose="02020603050405020304" pitchFamily="18" charset="0"/>
                <a:ea typeface="仿宋_GB2312" pitchFamily="49" charset="-122"/>
              </a:rPr>
              <a:t>项，上述算法的时间代价为 </a:t>
            </a:r>
            <a:r>
              <a:rPr altLang="zh-CN" b="1" sz="3000" lang="en-US">
                <a:solidFill>
                  <a:srgbClr val="FF0000"/>
                </a:solidFill>
                <a:latin typeface="Times New Roman" panose="02020603050405020304" pitchFamily="18" charset="0"/>
                <a:ea typeface="仿宋_GB2312" pitchFamily="49" charset="-122"/>
              </a:rPr>
              <a:t>O ( </a:t>
            </a:r>
            <a:r>
              <a:rPr altLang="zh-CN" b="1" sz="3000" i="1" lang="en-US">
                <a:solidFill>
                  <a:srgbClr val="FF0000"/>
                </a:solidFill>
                <a:latin typeface="Times New Roman" panose="02020603050405020304" pitchFamily="18" charset="0"/>
                <a:ea typeface="仿宋_GB2312" pitchFamily="49" charset="-122"/>
              </a:rPr>
              <a:t>n* t </a:t>
            </a:r>
            <a:r>
              <a:rPr altLang="zh-CN" b="1" sz="3000" lang="en-US">
                <a:solidFill>
                  <a:srgbClr val="FF0000"/>
                </a:solidFill>
                <a:latin typeface="Times New Roman" panose="02020603050405020304" pitchFamily="18" charset="0"/>
                <a:ea typeface="仿宋_GB2312" pitchFamily="49" charset="-122"/>
              </a:rPr>
              <a:t>)</a:t>
            </a:r>
            <a:r>
              <a:rPr altLang="en-US" b="1" sz="3000" lang="zh-CN">
                <a:solidFill>
                  <a:srgbClr val="000099"/>
                </a:solidFill>
                <a:latin typeface="Times New Roman" panose="02020603050405020304" pitchFamily="18" charset="0"/>
                <a:ea typeface="仿宋_GB2312" pitchFamily="49" charset="-122"/>
              </a:rPr>
              <a:t>。</a:t>
            </a:r>
            <a:r>
              <a:rPr altLang="en-US" b="1" sz="3000" lang="zh-CN">
                <a:latin typeface="Times New Roman" panose="02020603050405020304" pitchFamily="18" charset="0"/>
                <a:ea typeface="仿宋_GB2312" pitchFamily="49" charset="-122"/>
              </a:rPr>
              <a:t>当非零元素的个数</a:t>
            </a:r>
            <a:r>
              <a:rPr altLang="en-US" b="1" sz="3000" i="1" lang="zh-CN">
                <a:latin typeface="Times New Roman" panose="02020603050405020304" pitchFamily="18" charset="0"/>
                <a:ea typeface="仿宋_GB2312" pitchFamily="49" charset="-122"/>
              </a:rPr>
              <a:t> </a:t>
            </a:r>
            <a:r>
              <a:rPr altLang="zh-CN" b="1" sz="3000" i="1" lang="en-US">
                <a:latin typeface="Times New Roman" panose="02020603050405020304" pitchFamily="18" charset="0"/>
                <a:ea typeface="仿宋_GB2312" pitchFamily="49" charset="-122"/>
              </a:rPr>
              <a:t>t </a:t>
            </a:r>
            <a:r>
              <a:rPr altLang="en-US" b="1" sz="3000" lang="zh-CN">
                <a:latin typeface="Times New Roman" panose="02020603050405020304" pitchFamily="18" charset="0"/>
                <a:ea typeface="仿宋_GB2312" pitchFamily="49" charset="-122"/>
              </a:rPr>
              <a:t>和 </a:t>
            </a:r>
            <a:r>
              <a:rPr altLang="zh-CN" b="1" sz="3000" i="1" lang="en-US">
                <a:latin typeface="Times New Roman" panose="02020603050405020304" pitchFamily="18" charset="0"/>
                <a:ea typeface="仿宋_GB2312" pitchFamily="49" charset="-122"/>
              </a:rPr>
              <a:t>m</a:t>
            </a:r>
            <a:r>
              <a:rPr altLang="zh-CN" b="1" sz="3000" lang="en-US">
                <a:latin typeface="Times New Roman" panose="02020603050405020304" pitchFamily="18" charset="0"/>
                <a:ea typeface="仿宋_GB2312" pitchFamily="49" charset="-122"/>
              </a:rPr>
              <a:t>*</a:t>
            </a:r>
            <a:r>
              <a:rPr altLang="zh-CN" b="1" sz="3000" i="1" lang="en-US">
                <a:latin typeface="Times New Roman" panose="02020603050405020304" pitchFamily="18" charset="0"/>
                <a:ea typeface="仿宋_GB2312" pitchFamily="49" charset="-122"/>
              </a:rPr>
              <a:t>n</a:t>
            </a:r>
            <a:r>
              <a:rPr altLang="zh-CN" b="1" sz="3000" lang="en-US">
                <a:latin typeface="Times New Roman" panose="02020603050405020304" pitchFamily="18" charset="0"/>
                <a:ea typeface="仿宋_GB2312" pitchFamily="49" charset="-122"/>
              </a:rPr>
              <a:t> </a:t>
            </a:r>
            <a:r>
              <a:rPr altLang="en-US" b="1" sz="3000" lang="zh-CN">
                <a:latin typeface="Times New Roman" panose="02020603050405020304" pitchFamily="18" charset="0"/>
                <a:ea typeface="仿宋_GB2312" pitchFamily="49" charset="-122"/>
              </a:rPr>
              <a:t>同数量级时，算法</a:t>
            </a:r>
            <a:r>
              <a:rPr altLang="zh-CN" b="1" sz="3000" lang="en-US">
                <a:latin typeface="Times New Roman" panose="02020603050405020304" pitchFamily="18" charset="0"/>
                <a:ea typeface="仿宋_GB2312" pitchFamily="49" charset="-122"/>
              </a:rPr>
              <a:t>transmatrix</a:t>
            </a:r>
            <a:r>
              <a:rPr altLang="en-US" b="1" sz="3000" lang="zh-CN">
                <a:latin typeface="Times New Roman" panose="02020603050405020304" pitchFamily="18" charset="0"/>
                <a:ea typeface="仿宋_GB2312" pitchFamily="49" charset="-122"/>
              </a:rPr>
              <a:t>的时间复杂度为</a:t>
            </a:r>
            <a:r>
              <a:rPr altLang="zh-CN" b="1" sz="3000" lang="en-US">
                <a:solidFill>
                  <a:srgbClr val="FF0000"/>
                </a:solidFill>
                <a:latin typeface="Times New Roman" panose="02020603050405020304" pitchFamily="18" charset="0"/>
                <a:ea typeface="仿宋_GB2312" pitchFamily="49" charset="-122"/>
              </a:rPr>
              <a:t>O(m*n</a:t>
            </a:r>
            <a:r>
              <a:rPr altLang="zh-CN" baseline="20000" b="1" sz="3000" lang="en-US">
                <a:solidFill>
                  <a:srgbClr val="FF0000"/>
                </a:solidFill>
                <a:latin typeface="Times New Roman" panose="02020603050405020304" pitchFamily="18" charset="0"/>
                <a:ea typeface="仿宋_GB2312" pitchFamily="49" charset="-122"/>
              </a:rPr>
              <a:t>2</a:t>
            </a:r>
            <a:r>
              <a:rPr altLang="zh-CN" b="1" sz="3000" lang="en-US">
                <a:solidFill>
                  <a:srgbClr val="FF0000"/>
                </a:solidFill>
                <a:latin typeface="Times New Roman" panose="02020603050405020304" pitchFamily="18" charset="0"/>
                <a:ea typeface="仿宋_GB2312" pitchFamily="49" charset="-122"/>
              </a:rPr>
              <a:t>)</a:t>
            </a:r>
            <a:r>
              <a:rPr altLang="en-US" b="1" sz="3000" lang="zh-CN">
                <a:latin typeface="Times New Roman" panose="02020603050405020304" pitchFamily="18" charset="0"/>
                <a:ea typeface="仿宋_GB2312" pitchFamily="49" charset="-122"/>
              </a:rPr>
              <a:t>。</a:t>
            </a:r>
            <a:endParaRPr altLang="en-US" b="1" sz="3000" lang="zh-CN">
              <a:solidFill>
                <a:srgbClr val="000099"/>
              </a:solidFill>
              <a:latin typeface="Times New Roman" panose="02020603050405020304" pitchFamily="18" charset="0"/>
              <a:ea typeface="仿宋_GB2312" pitchFamily="49" charset="-122"/>
            </a:endParaRPr>
          </a:p>
          <a:p>
            <a:pPr eaLnBrk="1" hangingPunct="1">
              <a:lnSpc>
                <a:spcPct val="105000"/>
              </a:lnSpc>
              <a:buClr>
                <a:srgbClr val="990099"/>
              </a:buClr>
              <a:buSzPct val="50000"/>
            </a:pPr>
            <a:r>
              <a:rPr altLang="en-US" b="1" sz="3000" lang="zh-CN">
                <a:solidFill>
                  <a:srgbClr val="000099"/>
                </a:solidFill>
                <a:latin typeface="Times New Roman" panose="02020603050405020304" pitchFamily="18" charset="0"/>
                <a:ea typeface="仿宋_GB2312" pitchFamily="49" charset="-122"/>
              </a:rPr>
              <a:t>若矩阵有 </a:t>
            </a:r>
            <a:r>
              <a:rPr altLang="zh-CN" b="1" sz="3000" lang="en-US">
                <a:solidFill>
                  <a:srgbClr val="000099"/>
                </a:solidFill>
                <a:latin typeface="Times New Roman" panose="02020603050405020304" pitchFamily="18" charset="0"/>
                <a:ea typeface="仿宋_GB2312" pitchFamily="49" charset="-122"/>
              </a:rPr>
              <a:t>200 </a:t>
            </a:r>
            <a:r>
              <a:rPr altLang="en-US" b="1" sz="3000" lang="zh-CN">
                <a:solidFill>
                  <a:srgbClr val="000099"/>
                </a:solidFill>
                <a:latin typeface="Times New Roman" panose="02020603050405020304" pitchFamily="18" charset="0"/>
                <a:ea typeface="仿宋_GB2312" pitchFamily="49" charset="-122"/>
              </a:rPr>
              <a:t>行，</a:t>
            </a:r>
            <a:r>
              <a:rPr altLang="zh-CN" b="1" sz="3000" lang="en-US">
                <a:solidFill>
                  <a:srgbClr val="000099"/>
                </a:solidFill>
                <a:latin typeface="Times New Roman" panose="02020603050405020304" pitchFamily="18" charset="0"/>
                <a:ea typeface="仿宋_GB2312" pitchFamily="49" charset="-122"/>
              </a:rPr>
              <a:t>200 </a:t>
            </a:r>
            <a:r>
              <a:rPr altLang="en-US" b="1" sz="3000" lang="zh-CN">
                <a:solidFill>
                  <a:srgbClr val="000099"/>
                </a:solidFill>
                <a:latin typeface="Times New Roman" panose="02020603050405020304" pitchFamily="18" charset="0"/>
                <a:ea typeface="仿宋_GB2312" pitchFamily="49" charset="-122"/>
              </a:rPr>
              <a:t>列，</a:t>
            </a:r>
            <a:r>
              <a:rPr altLang="zh-CN" b="1" sz="3000" lang="en-US">
                <a:solidFill>
                  <a:srgbClr val="000099"/>
                </a:solidFill>
                <a:latin typeface="Times New Roman" panose="02020603050405020304" pitchFamily="18" charset="0"/>
                <a:ea typeface="仿宋_GB2312" pitchFamily="49" charset="-122"/>
              </a:rPr>
              <a:t>10,000 </a:t>
            </a:r>
            <a:r>
              <a:rPr altLang="en-US" b="1" sz="3000" lang="zh-CN">
                <a:solidFill>
                  <a:srgbClr val="000099"/>
                </a:solidFill>
                <a:latin typeface="Times New Roman" panose="02020603050405020304" pitchFamily="18" charset="0"/>
                <a:ea typeface="仿宋_GB2312" pitchFamily="49" charset="-122"/>
              </a:rPr>
              <a:t>个非零元素，总共有 </a:t>
            </a:r>
            <a:r>
              <a:rPr altLang="zh-CN" b="1" sz="3000" lang="en-US">
                <a:solidFill>
                  <a:srgbClr val="000099"/>
                </a:solidFill>
                <a:latin typeface="Times New Roman" panose="02020603050405020304" pitchFamily="18" charset="0"/>
                <a:ea typeface="仿宋_GB2312" pitchFamily="49" charset="-122"/>
              </a:rPr>
              <a:t>2,000,000 </a:t>
            </a:r>
            <a:r>
              <a:rPr altLang="en-US" b="1" sz="3000" lang="zh-CN">
                <a:solidFill>
                  <a:srgbClr val="000099"/>
                </a:solidFill>
                <a:latin typeface="Times New Roman" panose="02020603050405020304" pitchFamily="18" charset="0"/>
                <a:ea typeface="仿宋_GB2312" pitchFamily="49" charset="-122"/>
              </a:rPr>
              <a:t>次处理。</a:t>
            </a:r>
          </a:p>
          <a:p>
            <a:pPr eaLnBrk="1" hangingPunct="1">
              <a:lnSpc>
                <a:spcPct val="105000"/>
              </a:lnSpc>
              <a:buClr>
                <a:srgbClr val="990099"/>
              </a:buClr>
              <a:buSzPct val="50000"/>
            </a:pPr>
            <a:r>
              <a:rPr altLang="en-US" b="1" sz="3000" lang="zh-CN">
                <a:latin typeface="Times New Roman" panose="02020603050405020304" pitchFamily="18" charset="0"/>
                <a:ea typeface="仿宋_GB2312" pitchFamily="49" charset="-122"/>
              </a:rPr>
              <a:t>快速转置算法的思想为：对 原矩阵</a:t>
            </a:r>
            <a:r>
              <a:rPr altLang="zh-CN" b="1" sz="3000" lang="en-US">
                <a:latin typeface="Times New Roman" panose="02020603050405020304" pitchFamily="18" charset="0"/>
                <a:ea typeface="仿宋_GB2312" pitchFamily="49" charset="-122"/>
              </a:rPr>
              <a:t>A </a:t>
            </a:r>
            <a:r>
              <a:rPr altLang="en-US" b="1" sz="3000" lang="zh-CN">
                <a:latin typeface="Times New Roman" panose="02020603050405020304" pitchFamily="18" charset="0"/>
                <a:ea typeface="仿宋_GB2312" pitchFamily="49" charset="-122"/>
              </a:rPr>
              <a:t>扫描一遍，按 </a:t>
            </a:r>
            <a:r>
              <a:rPr altLang="zh-CN" b="1" sz="3000" lang="en-US">
                <a:latin typeface="Times New Roman" panose="02020603050405020304" pitchFamily="18" charset="0"/>
                <a:ea typeface="仿宋_GB2312" pitchFamily="49" charset="-122"/>
              </a:rPr>
              <a:t>A </a:t>
            </a:r>
            <a:r>
              <a:rPr altLang="en-US" b="1" sz="3000" lang="zh-CN">
                <a:latin typeface="Times New Roman" panose="02020603050405020304" pitchFamily="18" charset="0"/>
                <a:ea typeface="仿宋_GB2312" pitchFamily="49" charset="-122"/>
              </a:rPr>
              <a:t>中每一元素的列号，立即确定在转置矩阵 </a:t>
            </a:r>
            <a:r>
              <a:rPr altLang="zh-CN" b="1" sz="3000" lang="en-US">
                <a:latin typeface="Times New Roman" panose="02020603050405020304" pitchFamily="18" charset="0"/>
                <a:ea typeface="仿宋_GB2312" pitchFamily="49" charset="-122"/>
              </a:rPr>
              <a:t>B </a:t>
            </a:r>
            <a:r>
              <a:rPr altLang="en-US" b="1" sz="3000" lang="zh-CN">
                <a:latin typeface="Times New Roman" panose="02020603050405020304" pitchFamily="18" charset="0"/>
                <a:ea typeface="仿宋_GB2312" pitchFamily="49" charset="-122"/>
              </a:rPr>
              <a:t>三元组表中的位置，并装入它。</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227" name=""/>
        <p:cNvGrpSpPr/>
        <p:nvPr/>
      </p:nvGrpSpPr>
      <p:grpSpPr>
        <a:xfrm>
          <a:off x="0" y="0"/>
          <a:ext cx="0" cy="0"/>
          <a:chOff x="0" y="0"/>
          <a:chExt cx="0" cy="0"/>
        </a:xfrm>
      </p:grpSpPr>
      <p:sp>
        <p:nvSpPr>
          <p:cNvPr id="1048939" name="Rectangle 2"/>
          <p:cNvSpPr>
            <a:spLocks noChangeArrowheads="1"/>
          </p:cNvSpPr>
          <p:nvPr/>
        </p:nvSpPr>
        <p:spPr bwMode="auto">
          <a:xfrm>
            <a:off x="685800" y="685800"/>
            <a:ext cx="7772400" cy="5486400"/>
          </a:xfrm>
          <a:prstGeom prst="rect"/>
          <a:noFill/>
          <a:ln>
            <a:noFill/>
          </a:ln>
          <a:effectLst/>
        </p:spPr>
        <p:txBody>
          <a:bodyPr/>
          <a:p>
            <a:pPr indent="-342900" marL="342900">
              <a:lnSpc>
                <a:spcPct val="105000"/>
              </a:lnSpc>
              <a:spcBef>
                <a:spcPct val="15000"/>
              </a:spcBef>
              <a:buClr>
                <a:srgbClr val="990099"/>
              </a:buClr>
              <a:buSzPct val="50000"/>
              <a:buFontTx/>
              <a:buChar char="•"/>
            </a:pPr>
            <a:r>
              <a:rPr altLang="en-US" b="1" sz="3000" lang="zh-CN">
                <a:solidFill>
                  <a:srgbClr val="000099"/>
                </a:solidFill>
                <a:latin typeface="Times New Roman" pitchFamily="18" charset="0"/>
                <a:ea typeface="仿宋_GB2312" pitchFamily="49" charset="-122"/>
              </a:rPr>
              <a:t>为加速转置速度，建立辅助数组</a:t>
            </a:r>
            <a:r>
              <a:rPr altLang="en-US" b="1" sz="3000" lang="zh-CN">
                <a:solidFill>
                  <a:schemeClr val="accent2"/>
                </a:solidFill>
                <a:latin typeface="Times New Roman" pitchFamily="18" charset="0"/>
                <a:ea typeface="仿宋_GB2312" pitchFamily="49" charset="-122"/>
              </a:rPr>
              <a:t> </a:t>
            </a:r>
            <a:r>
              <a:rPr altLang="zh-CN" b="1" sz="3000" lang="en-US">
                <a:solidFill>
                  <a:srgbClr val="FF3300"/>
                </a:solidFill>
                <a:latin typeface="Times New Roman" pitchFamily="18" charset="0"/>
                <a:ea typeface="仿宋_GB2312" pitchFamily="49" charset="-122"/>
              </a:rPr>
              <a:t>rowSize</a:t>
            </a:r>
            <a:r>
              <a:rPr altLang="zh-CN" b="1" sz="3000" lang="en-US">
                <a:solidFill>
                  <a:schemeClr val="accent2"/>
                </a:solidFill>
                <a:latin typeface="Times New Roman" pitchFamily="18" charset="0"/>
                <a:ea typeface="仿宋_GB2312" pitchFamily="49" charset="-122"/>
              </a:rPr>
              <a:t> </a:t>
            </a:r>
            <a:r>
              <a:rPr altLang="en-US" b="1" sz="3000" lang="zh-CN">
                <a:solidFill>
                  <a:srgbClr val="000099"/>
                </a:solidFill>
                <a:latin typeface="Times New Roman" pitchFamily="18" charset="0"/>
                <a:ea typeface="仿宋_GB2312" pitchFamily="49" charset="-122"/>
              </a:rPr>
              <a:t>和</a:t>
            </a:r>
            <a:r>
              <a:rPr altLang="en-US" b="1" sz="3000" lang="zh-CN">
                <a:solidFill>
                  <a:schemeClr val="accent2"/>
                </a:solidFill>
                <a:latin typeface="Times New Roman" pitchFamily="18" charset="0"/>
                <a:ea typeface="仿宋_GB2312" pitchFamily="49" charset="-122"/>
              </a:rPr>
              <a:t> </a:t>
            </a:r>
            <a:r>
              <a:rPr altLang="zh-CN" b="1" sz="3000" lang="en-US">
                <a:solidFill>
                  <a:srgbClr val="FF3300"/>
                </a:solidFill>
                <a:latin typeface="Times New Roman" pitchFamily="18" charset="0"/>
                <a:ea typeface="仿宋_GB2312" pitchFamily="49" charset="-122"/>
              </a:rPr>
              <a:t>rowStart</a:t>
            </a:r>
            <a:r>
              <a:rPr altLang="en-US" b="1" sz="3000" lang="zh-CN">
                <a:solidFill>
                  <a:srgbClr val="000099"/>
                </a:solidFill>
                <a:latin typeface="Times New Roman" pitchFamily="18" charset="0"/>
                <a:ea typeface="仿宋_GB2312" pitchFamily="49" charset="-122"/>
              </a:rPr>
              <a:t>：</a:t>
            </a:r>
          </a:p>
          <a:p>
            <a:pPr indent="-285750" lvl="1" marL="742950">
              <a:lnSpc>
                <a:spcPct val="105000"/>
              </a:lnSpc>
              <a:spcBef>
                <a:spcPct val="15000"/>
              </a:spcBef>
              <a:buClr>
                <a:srgbClr val="008000"/>
              </a:buClr>
              <a:buSzPct val="50000"/>
              <a:buFont typeface="Wingdings" pitchFamily="2" charset="2"/>
              <a:buChar char="u"/>
            </a:pPr>
            <a:r>
              <a:rPr altLang="zh-CN" b="1" sz="3000" lang="en-US">
                <a:solidFill>
                  <a:srgbClr val="FF3300"/>
                </a:solidFill>
                <a:latin typeface="Times New Roman" pitchFamily="18" charset="0"/>
                <a:ea typeface="仿宋_GB2312" pitchFamily="49" charset="-122"/>
              </a:rPr>
              <a:t>rowSize</a:t>
            </a:r>
            <a:r>
              <a:rPr altLang="en-US" b="1" sz="3000" lang="zh-CN">
                <a:latin typeface="Times New Roman" pitchFamily="18" charset="0"/>
                <a:ea typeface="仿宋_GB2312" pitchFamily="49" charset="-122"/>
              </a:rPr>
              <a:t>记录矩阵转置前各列，即转置矩阵各行非零元素个数；</a:t>
            </a:r>
          </a:p>
          <a:p>
            <a:pPr indent="-285750" lvl="1" marL="742950">
              <a:lnSpc>
                <a:spcPct val="105000"/>
              </a:lnSpc>
              <a:spcBef>
                <a:spcPct val="15000"/>
              </a:spcBef>
              <a:buClr>
                <a:srgbClr val="008000"/>
              </a:buClr>
              <a:buSzPct val="50000"/>
              <a:buFont typeface="Wingdings" pitchFamily="2" charset="2"/>
              <a:buChar char="u"/>
            </a:pPr>
            <a:r>
              <a:rPr altLang="zh-CN" b="1" sz="3000" lang="en-US">
                <a:solidFill>
                  <a:srgbClr val="FF3300"/>
                </a:solidFill>
                <a:latin typeface="Times New Roman" pitchFamily="18" charset="0"/>
                <a:ea typeface="仿宋_GB2312" pitchFamily="49" charset="-122"/>
              </a:rPr>
              <a:t>rowStart</a:t>
            </a:r>
            <a:r>
              <a:rPr altLang="en-US" b="1" sz="3000" lang="zh-CN">
                <a:latin typeface="Times New Roman" pitchFamily="18" charset="0"/>
                <a:ea typeface="仿宋_GB2312" pitchFamily="49" charset="-122"/>
              </a:rPr>
              <a:t>记录各行非零元素在转置三元组表中开始存放位置。</a:t>
            </a:r>
          </a:p>
          <a:p>
            <a:pPr indent="-342900" marL="342900">
              <a:lnSpc>
                <a:spcPct val="105000"/>
              </a:lnSpc>
              <a:spcBef>
                <a:spcPct val="15000"/>
              </a:spcBef>
              <a:buClr>
                <a:srgbClr val="990099"/>
              </a:buClr>
              <a:buSzPct val="50000"/>
              <a:buFontTx/>
              <a:buChar char="•"/>
            </a:pPr>
            <a:r>
              <a:rPr altLang="en-US" b="1" sz="3000" lang="zh-CN">
                <a:solidFill>
                  <a:srgbClr val="000099"/>
                </a:solidFill>
                <a:latin typeface="Arial" charset="0"/>
                <a:ea typeface="仿宋_GB2312" pitchFamily="49" charset="-122"/>
              </a:rPr>
              <a:t>扫描矩阵三元组表，根据某项列号，确定它转置后的行号</a:t>
            </a:r>
            <a:r>
              <a:rPr altLang="zh-CN" b="1" sz="3000" lang="en-US">
                <a:solidFill>
                  <a:srgbClr val="000099"/>
                </a:solidFill>
                <a:latin typeface="Arial" charset="0"/>
                <a:ea typeface="仿宋_GB2312" pitchFamily="49" charset="-122"/>
              </a:rPr>
              <a:t>,  </a:t>
            </a:r>
            <a:r>
              <a:rPr altLang="en-US" b="1" sz="3000" lang="zh-CN">
                <a:solidFill>
                  <a:srgbClr val="000099"/>
                </a:solidFill>
                <a:latin typeface="Arial" charset="0"/>
                <a:ea typeface="仿宋_GB2312" pitchFamily="49" charset="-122"/>
              </a:rPr>
              <a:t>查</a:t>
            </a:r>
            <a:r>
              <a:rPr altLang="en-US" b="1" sz="3000" lang="zh-CN">
                <a:solidFill>
                  <a:schemeClr val="accent2"/>
                </a:solidFill>
                <a:latin typeface="Arial" charset="0"/>
                <a:ea typeface="仿宋_GB2312" pitchFamily="49" charset="-122"/>
              </a:rPr>
              <a:t> </a:t>
            </a:r>
            <a:r>
              <a:rPr altLang="zh-CN" b="1" sz="3000" lang="en-US">
                <a:solidFill>
                  <a:srgbClr val="FF3300"/>
                </a:solidFill>
                <a:latin typeface="Times New Roman" pitchFamily="18" charset="0"/>
                <a:ea typeface="仿宋_GB2312" pitchFamily="49" charset="-122"/>
              </a:rPr>
              <a:t>rowStart</a:t>
            </a:r>
            <a:r>
              <a:rPr altLang="zh-CN" b="1" sz="3000" lang="en-US">
                <a:solidFill>
                  <a:schemeClr val="accent2"/>
                </a:solidFill>
                <a:latin typeface="Times New Roman" pitchFamily="18" charset="0"/>
                <a:ea typeface="仿宋_GB2312" pitchFamily="49" charset="-122"/>
              </a:rPr>
              <a:t> </a:t>
            </a:r>
            <a:r>
              <a:rPr altLang="en-US" b="1" sz="3000" lang="zh-CN">
                <a:solidFill>
                  <a:srgbClr val="000099"/>
                </a:solidFill>
                <a:latin typeface="Times New Roman" pitchFamily="18" charset="0"/>
                <a:ea typeface="仿宋_GB2312" pitchFamily="49" charset="-122"/>
              </a:rPr>
              <a:t>表</a:t>
            </a:r>
            <a:r>
              <a:rPr altLang="zh-CN" b="1" sz="3000" lang="en-US">
                <a:solidFill>
                  <a:srgbClr val="000099"/>
                </a:solidFill>
                <a:latin typeface="Times New Roman" pitchFamily="18" charset="0"/>
                <a:ea typeface="仿宋_GB2312" pitchFamily="49" charset="-122"/>
              </a:rPr>
              <a:t>,   </a:t>
            </a:r>
            <a:r>
              <a:rPr altLang="en-US" b="1" sz="3000" lang="zh-CN">
                <a:solidFill>
                  <a:srgbClr val="000099"/>
                </a:solidFill>
                <a:latin typeface="Times New Roman" pitchFamily="18" charset="0"/>
                <a:ea typeface="仿宋_GB2312" pitchFamily="49" charset="-122"/>
              </a:rPr>
              <a:t>按查</a:t>
            </a:r>
            <a:r>
              <a:rPr altLang="en-US" b="1" sz="3000" lang="zh-CN">
                <a:solidFill>
                  <a:srgbClr val="000099"/>
                </a:solidFill>
                <a:latin typeface="Arial" charset="0"/>
                <a:ea typeface="仿宋_GB2312" pitchFamily="49" charset="-122"/>
              </a:rPr>
              <a:t>到的位置直接将该项存入转置三元组表中</a:t>
            </a:r>
            <a:r>
              <a:rPr altLang="en-US" b="1" sz="3000" lang="zh-CN">
                <a:solidFill>
                  <a:srgbClr val="000099"/>
                </a:solidFill>
                <a:effectLst>
                  <a:outerShdw algn="tl" blurRad="38100" dir="2700000" dist="38100">
                    <a:srgbClr val="C0C0C0"/>
                  </a:outerShdw>
                </a:effectLst>
                <a:latin typeface="Arial" charset="0"/>
                <a:ea typeface="仿宋_GB2312" pitchFamily="49" charset="-122"/>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228" name=""/>
        <p:cNvGrpSpPr/>
        <p:nvPr/>
      </p:nvGrpSpPr>
      <p:grpSpPr>
        <a:xfrm>
          <a:off x="0" y="0"/>
          <a:ext cx="0" cy="0"/>
          <a:chOff x="0" y="0"/>
          <a:chExt cx="0" cy="0"/>
        </a:xfrm>
      </p:grpSpPr>
      <p:graphicFrame>
        <p:nvGraphicFramePr>
          <p:cNvPr id="4194324" name="Object 2"/>
          <p:cNvGraphicFramePr>
            <a:graphicFrameLocks noChangeAspect="1"/>
          </p:cNvGraphicFramePr>
          <p:nvPr/>
        </p:nvGraphicFramePr>
        <p:xfrm>
          <a:off x="333375" y="647700"/>
          <a:ext cx="8483600" cy="2781300"/>
        </p:xfrm>
        <a:graphic>
          <a:graphicData uri="http://schemas.openxmlformats.org/presentationml/2006/ole">
            <mc:AlternateContent xmlns:mc="http://schemas.openxmlformats.org/markup-compatibility/2006">
              <mc:Choice xmlns:v="urn:schemas-microsoft-com:vml" Requires="v">
                <p:oleObj name="文档" r:id="rId1" spid="_x0000_s14378" imgH="2067170" imgW="6302657" progId="Word.Document.8">
                  <p:embed/>
                </p:oleObj>
              </mc:Choice>
              <mc:Fallback>
                <p:oleObj name="文档" r:id="rId1" spid="" imgH="2067170" imgW="6302657" progId="Word.Document.8">
                  <p:embed/>
                  <p:pic>
                    <p:nvPicPr>
                      <p:cNvPr id="2097195" name="Object 2"/>
                      <p:cNvPicPr>
                        <a:picLocks noChangeAspect="1" noChangeArrowheads="1"/>
                      </p:cNvPicPr>
                      <p:nvPr/>
                    </p:nvPicPr>
                    <p:blipFill>
                      <a:blip xmlns:r="http://schemas.openxmlformats.org/officeDocument/2006/relationships" r:embed="rId2"/>
                      <a:srcRect/>
                      <a:stretch>
                        <a:fillRect/>
                      </a:stretch>
                    </p:blipFill>
                    <p:spPr bwMode="auto">
                      <a:xfrm>
                        <a:off x="333375" y="647700"/>
                        <a:ext cx="8483600" cy="2781300"/>
                      </a:xfrm>
                      <a:prstGeom prst="rect"/>
                      <a:noFill/>
                      <a:ln>
                        <a:noFill/>
                      </a:ln>
                      <a:effectLst/>
                    </p:spPr>
                  </p:pic>
                </p:oleObj>
              </mc:Fallback>
            </mc:AlternateContent>
          </a:graphicData>
        </a:graphic>
      </p:graphicFrame>
      <p:graphicFrame>
        <p:nvGraphicFramePr>
          <p:cNvPr id="4194325" name="Group 3"/>
          <p:cNvGraphicFramePr>
            <a:graphicFrameLocks noGrp="1"/>
          </p:cNvGraphicFramePr>
          <p:nvPr/>
        </p:nvGraphicFramePr>
        <p:xfrm>
          <a:off x="654050" y="3816350"/>
          <a:ext cx="7696200" cy="2106614"/>
        </p:xfrm>
        <a:graphic>
          <a:graphicData uri="http://schemas.openxmlformats.org/drawingml/2006/table">
            <a:tbl>
              <a:tblPr/>
              <a:tblGrid>
                <a:gridCol w="1600200"/>
                <a:gridCol w="762000"/>
                <a:gridCol w="762000"/>
                <a:gridCol w="762000"/>
                <a:gridCol w="762000"/>
                <a:gridCol w="762000"/>
                <a:gridCol w="762000"/>
                <a:gridCol w="762000"/>
                <a:gridCol w="762000"/>
              </a:tblGrid>
              <a:tr h="518126">
                <a:tc>
                  <a:txBody>
                    <a:bodyPr/>
                    <a:p>
                      <a:pPr algn="l"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chemeClr val="tx2"/>
                          </a:solidFill>
                          <a:effectLst/>
                          <a:latin typeface="Times New Roman" pitchFamily="18" charset="0"/>
                          <a:ea typeface="仿宋_GB2312" pitchFamily="49" charset="-122"/>
                        </a:rPr>
                        <a:t>A</a:t>
                      </a:r>
                      <a:r>
                        <a:rPr altLang="en-US" baseline="0" b="1" cap="none" sz="2800" i="0" kumimoji="0" lang="zh-CN" normalizeH="0" strike="noStrike" u="none">
                          <a:ln>
                            <a:noFill/>
                          </a:ln>
                          <a:solidFill>
                            <a:schemeClr val="tx2"/>
                          </a:solidFill>
                          <a:effectLst/>
                          <a:latin typeface="Times New Roman" pitchFamily="18" charset="0"/>
                          <a:ea typeface="仿宋_GB2312" pitchFamily="49" charset="-122"/>
                        </a:rPr>
                        <a:t>三元组</a:t>
                      </a:r>
                    </a:p>
                  </a:txBody>
                  <a:tcPr marT="45703" marB="45703"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bg1"/>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chemeClr val="tx2"/>
                          </a:solidFill>
                          <a:effectLst/>
                          <a:latin typeface="Times New Roman" pitchFamily="18" charset="0"/>
                          <a:ea typeface="仿宋_GB2312" pitchFamily="49" charset="-122"/>
                        </a:rPr>
                        <a:t>(0)</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bg1"/>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chemeClr val="tx2"/>
                          </a:solidFill>
                          <a:effectLst/>
                          <a:latin typeface="Times New Roman" pitchFamily="18" charset="0"/>
                          <a:ea typeface="仿宋_GB2312" pitchFamily="49" charset="-122"/>
                        </a:rPr>
                        <a:t>(1)</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bg1"/>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chemeClr val="tx2"/>
                          </a:solidFill>
                          <a:effectLst/>
                          <a:latin typeface="Times New Roman" pitchFamily="18" charset="0"/>
                          <a:ea typeface="仿宋_GB2312" pitchFamily="49" charset="-122"/>
                        </a:rPr>
                        <a:t>(2)</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bg1"/>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chemeClr val="tx2"/>
                          </a:solidFill>
                          <a:effectLst/>
                          <a:latin typeface="Times New Roman" pitchFamily="18" charset="0"/>
                          <a:ea typeface="仿宋_GB2312" pitchFamily="49" charset="-122"/>
                        </a:rPr>
                        <a:t>(3)</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bg1"/>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chemeClr val="tx2"/>
                          </a:solidFill>
                          <a:effectLst/>
                          <a:latin typeface="Times New Roman" pitchFamily="18" charset="0"/>
                          <a:ea typeface="仿宋_GB2312" pitchFamily="49" charset="-122"/>
                        </a:rPr>
                        <a:t>(4)</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bg1"/>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chemeClr val="tx2"/>
                          </a:solidFill>
                          <a:effectLst/>
                          <a:latin typeface="Times New Roman" pitchFamily="18" charset="0"/>
                          <a:ea typeface="仿宋_GB2312" pitchFamily="49" charset="-122"/>
                        </a:rPr>
                        <a:t>(5)</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bg1"/>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chemeClr val="tx2"/>
                          </a:solidFill>
                          <a:effectLst/>
                          <a:latin typeface="Times New Roman" pitchFamily="18" charset="0"/>
                          <a:ea typeface="仿宋_GB2312" pitchFamily="49" charset="-122"/>
                        </a:rPr>
                        <a:t>(6)</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bg1"/>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chemeClr val="tx2"/>
                          </a:solidFill>
                          <a:effectLst/>
                          <a:latin typeface="Times New Roman" pitchFamily="18" charset="0"/>
                          <a:ea typeface="仿宋_GB2312" pitchFamily="49" charset="-122"/>
                        </a:rPr>
                        <a:t>(7)</a:t>
                      </a:r>
                    </a:p>
                  </a:txBody>
                  <a:tcPr marT="45703" marB="45703" horzOverflow="overflow">
                    <a:lnL w="12700" cap="flat" cmpd="sng" algn="ctr">
                      <a:solidFill>
                        <a:schemeClr val="tx1"/>
                      </a:solidFill>
                      <a:prstDash val="solid"/>
                      <a:round/>
                      <a:headEnd type="none" w="med" len="med"/>
                      <a:tailEnd type="none" w="med" len="med"/>
                    </a:lnL>
                    <a:lnR cap="flat">
                      <a:noFill/>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chemeClr val="bg1"/>
                    </a:solidFill>
                  </a:tcPr>
                </a:tc>
              </a:tr>
              <a:tr h="518126">
                <a:tc>
                  <a:txBody>
                    <a:bodyPr/>
                    <a:p>
                      <a:pPr algn="l" defTabSz="914400" eaLnBrk="1" fontAlgn="base" hangingPunct="1" indent="0" latinLnBrk="0" lvl="0" marL="0" marR="0" rtl="0">
                        <a:lnSpc>
                          <a:spcPct val="100000"/>
                        </a:lnSpc>
                        <a:spcBef>
                          <a:spcPct val="20000"/>
                        </a:spcBef>
                        <a:spcAft>
                          <a:spcPct val="0"/>
                        </a:spcAft>
                        <a:buClrTx/>
                        <a:buSzTx/>
                        <a:buFontTx/>
                        <a:buNone/>
                      </a:pPr>
                      <a:r>
                        <a:rPr altLang="en-US" baseline="0" b="1" cap="none" sz="2800" i="0" kumimoji="0" lang="zh-CN" normalizeH="0" strike="noStrike" u="none">
                          <a:ln>
                            <a:noFill/>
                          </a:ln>
                          <a:solidFill>
                            <a:srgbClr val="000099"/>
                          </a:solidFill>
                          <a:effectLst/>
                          <a:latin typeface="Times New Roman" pitchFamily="18" charset="0"/>
                          <a:ea typeface="仿宋_GB2312" pitchFamily="49" charset="-122"/>
                        </a:rPr>
                        <a:t>行</a:t>
                      </a: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row</a:t>
                      </a:r>
                    </a:p>
                  </a:txBody>
                  <a:tcPr marT="45703" marB="45703"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99FF"/>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0</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99FF"/>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0</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99FF"/>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1</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99FF"/>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1</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99FF"/>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2</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99FF"/>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3</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99FF"/>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4</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99FF"/>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5</a:t>
                      </a:r>
                    </a:p>
                  </a:txBody>
                  <a:tcPr marT="45703" marB="45703" horzOverflow="overflow">
                    <a:lnL w="12700" cap="flat" cmpd="sng" algn="ctr">
                      <a:solidFill>
                        <a:schemeClr val="tx1"/>
                      </a:solidFill>
                      <a:prstDash val="solid"/>
                      <a:round/>
                      <a:headEnd type="none" w="med" len="med"/>
                      <a:tailEnd type="none" w="med" len="med"/>
                    </a:lnL>
                    <a:lnR cap="flat">
                      <a:noFill/>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99FF"/>
                    </a:solidFill>
                  </a:tcPr>
                </a:tc>
              </a:tr>
              <a:tr h="518126">
                <a:tc>
                  <a:txBody>
                    <a:bodyPr/>
                    <a:p>
                      <a:pPr algn="l" defTabSz="914400" eaLnBrk="1" fontAlgn="base" hangingPunct="1" indent="0" latinLnBrk="0" lvl="0" marL="0" marR="0" rtl="0">
                        <a:lnSpc>
                          <a:spcPct val="100000"/>
                        </a:lnSpc>
                        <a:spcBef>
                          <a:spcPct val="20000"/>
                        </a:spcBef>
                        <a:spcAft>
                          <a:spcPct val="0"/>
                        </a:spcAft>
                        <a:buClrTx/>
                        <a:buSzTx/>
                        <a:buFontTx/>
                        <a:buNone/>
                      </a:pPr>
                      <a:r>
                        <a:rPr altLang="en-US" baseline="0" b="1" cap="none" sz="2800" i="0" kumimoji="0" lang="zh-CN" normalizeH="0" strike="noStrike" u="none">
                          <a:ln>
                            <a:noFill/>
                          </a:ln>
                          <a:solidFill>
                            <a:srgbClr val="000099"/>
                          </a:solidFill>
                          <a:effectLst/>
                          <a:latin typeface="Times New Roman" pitchFamily="18" charset="0"/>
                          <a:ea typeface="仿宋_GB2312" pitchFamily="49" charset="-122"/>
                        </a:rPr>
                        <a:t>列</a:t>
                      </a: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col</a:t>
                      </a:r>
                    </a:p>
                  </a:txBody>
                  <a:tcPr marT="45703" marB="45703"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FF99"/>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3</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FF99"/>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6</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FF99"/>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1</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FF99"/>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5</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FF99"/>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3</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FF99"/>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5</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FF99"/>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0</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FF99"/>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2</a:t>
                      </a:r>
                    </a:p>
                  </a:txBody>
                  <a:tcPr marT="45703" marB="45703" horzOverflow="overflow">
                    <a:lnL w="12700" cap="flat" cmpd="sng" algn="ctr">
                      <a:solidFill>
                        <a:schemeClr val="tx1"/>
                      </a:solidFill>
                      <a:prstDash val="solid"/>
                      <a:round/>
                      <a:headEnd type="none" w="med" len="med"/>
                      <a:tailEnd type="none" w="med" len="med"/>
                    </a:lnL>
                    <a:lnR cap="flat">
                      <a:noFill/>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FF99"/>
                    </a:solidFill>
                  </a:tcPr>
                </a:tc>
              </a:tr>
              <a:tr h="552236">
                <a:tc>
                  <a:txBody>
                    <a:bodyPr/>
                    <a:p>
                      <a:pPr algn="l" defTabSz="914400" eaLnBrk="1" fontAlgn="base" hangingPunct="1" indent="0" latinLnBrk="0" lvl="0" marL="0" marR="0" rtl="0">
                        <a:lnSpc>
                          <a:spcPct val="100000"/>
                        </a:lnSpc>
                        <a:spcBef>
                          <a:spcPct val="20000"/>
                        </a:spcBef>
                        <a:spcAft>
                          <a:spcPct val="0"/>
                        </a:spcAft>
                        <a:buClrTx/>
                        <a:buSzTx/>
                        <a:buFontTx/>
                        <a:buNone/>
                      </a:pPr>
                      <a:r>
                        <a:rPr altLang="en-US" baseline="0" b="1" cap="none" sz="2800" i="0" kumimoji="0" lang="zh-CN" normalizeH="0" strike="noStrike" u="none">
                          <a:ln>
                            <a:noFill/>
                          </a:ln>
                          <a:solidFill>
                            <a:srgbClr val="000099"/>
                          </a:solidFill>
                          <a:effectLst/>
                          <a:latin typeface="Times New Roman" pitchFamily="18" charset="0"/>
                          <a:ea typeface="仿宋_GB2312" pitchFamily="49" charset="-122"/>
                        </a:rPr>
                        <a:t>值</a:t>
                      </a: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value</a:t>
                      </a:r>
                    </a:p>
                  </a:txBody>
                  <a:tcPr marT="45703" marB="45703"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99FFCC"/>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22</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99FFCC"/>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15</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99FFCC"/>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11</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99FFCC"/>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17</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99FFCC"/>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黑体" pitchFamily="2" charset="-122"/>
                        </a:rPr>
                        <a:t>-</a:t>
                      </a: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6</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99FFCC"/>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39</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99FFCC"/>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91</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99FFCC"/>
                    </a:solidFill>
                  </a:tcPr>
                </a:tc>
                <a:tc>
                  <a:txBody>
                    <a:bodyPr/>
                    <a:p>
                      <a:pPr algn="ctr" defTabSz="914400" eaLnBrk="1" fontAlgn="base" hangingPunct="1" indent="0" latinLnBrk="0" lvl="0" marL="0" marR="0" rtl="0">
                        <a:lnSpc>
                          <a:spcPct val="100000"/>
                        </a:lnSpc>
                        <a:spcBef>
                          <a:spcPct val="20000"/>
                        </a:spcBef>
                        <a:spcAft>
                          <a:spcPct val="0"/>
                        </a:spcAft>
                        <a:buClrTx/>
                        <a:buSzTx/>
                        <a:buFontTx/>
                        <a:buNone/>
                      </a:pPr>
                      <a:r>
                        <a:rPr altLang="zh-CN" baseline="0" b="1" cap="none" sz="2800" i="0" kumimoji="0" lang="en-US" normalizeH="0" strike="noStrike" u="none">
                          <a:ln>
                            <a:noFill/>
                          </a:ln>
                          <a:solidFill>
                            <a:srgbClr val="000099"/>
                          </a:solidFill>
                          <a:effectLst/>
                          <a:latin typeface="Times New Roman" pitchFamily="18" charset="0"/>
                          <a:ea typeface="仿宋_GB2312" pitchFamily="49" charset="-122"/>
                        </a:rPr>
                        <a:t>28</a:t>
                      </a:r>
                    </a:p>
                  </a:txBody>
                  <a:tcPr marT="45703" marB="45703" horzOverflow="overflow">
                    <a:lnL w="12700" cap="flat" cmpd="sng" algn="ctr">
                      <a:solidFill>
                        <a:schemeClr val="tx1"/>
                      </a:solidFill>
                      <a:prstDash val="solid"/>
                      <a:round/>
                      <a:headEnd type="none" w="med" len="med"/>
                      <a:tailEnd type="none" w="med" len="med"/>
                    </a:lnL>
                    <a:lnR cap="flat">
                      <a:noFill/>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99FFCC"/>
                    </a:solidFill>
                  </a:tcPr>
                </a:tc>
              </a:tr>
            </a:tbl>
          </a:graphicData>
        </a:graphic>
      </p:graphicFrame>
      <p:sp>
        <p:nvSpPr>
          <p:cNvPr id="1048940" name="Freeform 61"/>
          <p:cNvSpPr/>
          <p:nvPr/>
        </p:nvSpPr>
        <p:spPr bwMode="auto">
          <a:xfrm>
            <a:off x="2346325" y="2624138"/>
            <a:ext cx="4675188" cy="2411412"/>
          </a:xfrm>
          <a:custGeom>
            <a:avLst/>
            <a:gdLst>
              <a:gd name="T0" fmla="*/ 2147483646 w 2945"/>
              <a:gd name="T1" fmla="*/ 2147483646 h 1519"/>
              <a:gd name="T2" fmla="*/ 2147483646 w 2945"/>
              <a:gd name="T3" fmla="*/ 2147483646 h 1519"/>
              <a:gd name="T4" fmla="*/ 2147483646 w 2945"/>
              <a:gd name="T5" fmla="*/ 2147483646 h 1519"/>
              <a:gd name="T6" fmla="*/ 2147483646 w 2945"/>
              <a:gd name="T7" fmla="*/ 2147483646 h 1519"/>
              <a:gd name="T8" fmla="*/ 2147483646 w 2945"/>
              <a:gd name="T9" fmla="*/ 2147483646 h 1519"/>
              <a:gd name="T10" fmla="*/ 0 w 2945"/>
              <a:gd name="T11" fmla="*/ 0 h 15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45" h="1519">
                <a:moveTo>
                  <a:pt x="2921" y="1519"/>
                </a:moveTo>
                <a:cubicBezTo>
                  <a:pt x="2933" y="1242"/>
                  <a:pt x="2945" y="965"/>
                  <a:pt x="2905" y="801"/>
                </a:cubicBezTo>
                <a:cubicBezTo>
                  <a:pt x="2865" y="637"/>
                  <a:pt x="2878" y="590"/>
                  <a:pt x="2679" y="534"/>
                </a:cubicBezTo>
                <a:cubicBezTo>
                  <a:pt x="2480" y="478"/>
                  <a:pt x="2070" y="484"/>
                  <a:pt x="1711" y="467"/>
                </a:cubicBezTo>
                <a:cubicBezTo>
                  <a:pt x="1352" y="450"/>
                  <a:pt x="810" y="512"/>
                  <a:pt x="525" y="434"/>
                </a:cubicBezTo>
                <a:cubicBezTo>
                  <a:pt x="240" y="356"/>
                  <a:pt x="88" y="72"/>
                  <a:pt x="0" y="0"/>
                </a:cubicBezTo>
              </a:path>
            </a:pathLst>
          </a:custGeom>
          <a:noFill/>
          <a:ln w="25400" cap="flat">
            <a:solidFill>
              <a:schemeClr val="tx1"/>
            </a:solidFill>
            <a:prstDash val="dash"/>
            <a:round/>
            <a:headEnd type="none" w="med" len="med"/>
            <a:tailEnd type="stealth" w="lg" len="lg"/>
          </a:ln>
          <a:effectLst/>
        </p:spPr>
        <p:txBody>
          <a:bodyPr/>
          <a:p>
            <a:endParaRPr altLang="en-US" lang="zh-CN"/>
          </a:p>
        </p:txBody>
      </p:sp>
      <p:sp>
        <p:nvSpPr>
          <p:cNvPr id="1048941" name="Freeform 62"/>
          <p:cNvSpPr/>
          <p:nvPr/>
        </p:nvSpPr>
        <p:spPr bwMode="auto">
          <a:xfrm>
            <a:off x="2928938" y="2597152"/>
            <a:ext cx="1033462" cy="2532063"/>
          </a:xfrm>
          <a:custGeom>
            <a:avLst/>
            <a:gdLst>
              <a:gd name="T0" fmla="*/ 2147483646 w 651"/>
              <a:gd name="T1" fmla="*/ 2147483646 h 1595"/>
              <a:gd name="T2" fmla="*/ 2147483646 w 651"/>
              <a:gd name="T3" fmla="*/ 2147483646 h 1595"/>
              <a:gd name="T4" fmla="*/ 2147483646 w 651"/>
              <a:gd name="T5" fmla="*/ 2147483646 h 1595"/>
              <a:gd name="T6" fmla="*/ 0 w 651"/>
              <a:gd name="T7" fmla="*/ 0 h 15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51" h="1595">
                <a:moveTo>
                  <a:pt x="651" y="1595"/>
                </a:moveTo>
                <a:cubicBezTo>
                  <a:pt x="646" y="1245"/>
                  <a:pt x="641" y="895"/>
                  <a:pt x="584" y="693"/>
                </a:cubicBezTo>
                <a:cubicBezTo>
                  <a:pt x="527" y="491"/>
                  <a:pt x="406" y="500"/>
                  <a:pt x="309" y="384"/>
                </a:cubicBezTo>
                <a:cubicBezTo>
                  <a:pt x="212" y="268"/>
                  <a:pt x="51" y="64"/>
                  <a:pt x="0" y="0"/>
                </a:cubicBezTo>
              </a:path>
            </a:pathLst>
          </a:custGeom>
          <a:noFill/>
          <a:ln w="25400" cap="flat">
            <a:solidFill>
              <a:srgbClr val="008000"/>
            </a:solidFill>
            <a:prstDash val="dash"/>
            <a:round/>
            <a:headEnd type="none" w="med" len="med"/>
            <a:tailEnd type="stealth" w="lg" len="lg"/>
          </a:ln>
          <a:effectLst/>
        </p:spPr>
        <p:txBody>
          <a:bodyPr/>
          <a:p>
            <a:endParaRPr altLang="en-US" lang="zh-CN"/>
          </a:p>
        </p:txBody>
      </p:sp>
      <p:sp>
        <p:nvSpPr>
          <p:cNvPr id="1048942" name="Freeform 63"/>
          <p:cNvSpPr/>
          <p:nvPr/>
        </p:nvSpPr>
        <p:spPr bwMode="auto">
          <a:xfrm>
            <a:off x="3325815" y="2611440"/>
            <a:ext cx="4440237" cy="2530475"/>
          </a:xfrm>
          <a:custGeom>
            <a:avLst/>
            <a:gdLst>
              <a:gd name="T0" fmla="*/ 2147483646 w 2797"/>
              <a:gd name="T1" fmla="*/ 2147483646 h 1594"/>
              <a:gd name="T2" fmla="*/ 2147483646 w 2797"/>
              <a:gd name="T3" fmla="*/ 2147483646 h 1594"/>
              <a:gd name="T4" fmla="*/ 2147483646 w 2797"/>
              <a:gd name="T5" fmla="*/ 2147483646 h 1594"/>
              <a:gd name="T6" fmla="*/ 2147483646 w 2797"/>
              <a:gd name="T7" fmla="*/ 2147483646 h 1594"/>
              <a:gd name="T8" fmla="*/ 2147483646 w 2797"/>
              <a:gd name="T9" fmla="*/ 2147483646 h 1594"/>
              <a:gd name="T10" fmla="*/ 0 w 2797"/>
              <a:gd name="T11" fmla="*/ 0 h 159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97" h="1594">
                <a:moveTo>
                  <a:pt x="2797" y="1594"/>
                </a:moveTo>
                <a:cubicBezTo>
                  <a:pt x="2790" y="1323"/>
                  <a:pt x="2784" y="1053"/>
                  <a:pt x="2705" y="868"/>
                </a:cubicBezTo>
                <a:cubicBezTo>
                  <a:pt x="2626" y="683"/>
                  <a:pt x="2528" y="570"/>
                  <a:pt x="2321" y="484"/>
                </a:cubicBezTo>
                <a:cubicBezTo>
                  <a:pt x="2114" y="398"/>
                  <a:pt x="1764" y="392"/>
                  <a:pt x="1461" y="350"/>
                </a:cubicBezTo>
                <a:cubicBezTo>
                  <a:pt x="1158" y="308"/>
                  <a:pt x="745" y="291"/>
                  <a:pt x="501" y="233"/>
                </a:cubicBezTo>
                <a:cubicBezTo>
                  <a:pt x="257" y="175"/>
                  <a:pt x="83" y="39"/>
                  <a:pt x="0" y="0"/>
                </a:cubicBezTo>
              </a:path>
            </a:pathLst>
          </a:custGeom>
          <a:noFill/>
          <a:ln w="25400" cap="flat">
            <a:solidFill>
              <a:srgbClr val="FF0000"/>
            </a:solidFill>
            <a:prstDash val="dash"/>
            <a:round/>
            <a:headEnd type="none" w="med" len="med"/>
            <a:tailEnd type="stealth" w="lg" len="lg"/>
          </a:ln>
          <a:effectLst/>
        </p:spPr>
        <p:txBody>
          <a:bodyPr/>
          <a:p>
            <a:endParaRPr altLang="en-US" lang="zh-CN"/>
          </a:p>
        </p:txBody>
      </p:sp>
      <p:sp>
        <p:nvSpPr>
          <p:cNvPr id="1048943" name="Freeform 64"/>
          <p:cNvSpPr/>
          <p:nvPr/>
        </p:nvSpPr>
        <p:spPr bwMode="auto">
          <a:xfrm>
            <a:off x="2338390" y="2571750"/>
            <a:ext cx="1482725" cy="2490788"/>
          </a:xfrm>
          <a:custGeom>
            <a:avLst/>
            <a:gdLst>
              <a:gd name="T0" fmla="*/ 2147483646 w 941"/>
              <a:gd name="T1" fmla="*/ 2147483646 h 1570"/>
              <a:gd name="T2" fmla="*/ 2147483646 w 941"/>
              <a:gd name="T3" fmla="*/ 2147483646 h 1570"/>
              <a:gd name="T4" fmla="*/ 2147483646 w 941"/>
              <a:gd name="T5" fmla="*/ 2147483646 h 1570"/>
              <a:gd name="T6" fmla="*/ 2147483646 w 941"/>
              <a:gd name="T7" fmla="*/ 2147483646 h 1570"/>
              <a:gd name="T8" fmla="*/ 2147483646 w 941"/>
              <a:gd name="T9" fmla="*/ 0 h 15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41" h="1570">
                <a:moveTo>
                  <a:pt x="14" y="1570"/>
                </a:moveTo>
                <a:cubicBezTo>
                  <a:pt x="7" y="1336"/>
                  <a:pt x="0" y="1102"/>
                  <a:pt x="22" y="935"/>
                </a:cubicBezTo>
                <a:cubicBezTo>
                  <a:pt x="44" y="768"/>
                  <a:pt x="17" y="681"/>
                  <a:pt x="148" y="568"/>
                </a:cubicBezTo>
                <a:cubicBezTo>
                  <a:pt x="279" y="455"/>
                  <a:pt x="675" y="354"/>
                  <a:pt x="807" y="259"/>
                </a:cubicBezTo>
                <a:cubicBezTo>
                  <a:pt x="939" y="164"/>
                  <a:pt x="919" y="43"/>
                  <a:pt x="941" y="0"/>
                </a:cubicBezTo>
              </a:path>
            </a:pathLst>
          </a:custGeom>
          <a:noFill/>
          <a:ln w="25400" cap="flat">
            <a:solidFill>
              <a:schemeClr val="hlink"/>
            </a:solidFill>
            <a:prstDash val="dash"/>
            <a:round/>
            <a:headEnd type="none" w="med" len="med"/>
            <a:tailEnd type="stealth" w="lg" len="lg"/>
          </a:ln>
          <a:effectLst/>
        </p:spPr>
        <p:txBody>
          <a:bodyPr/>
          <a:p>
            <a:endParaRPr altLang="en-US" lang="zh-CN"/>
          </a:p>
        </p:txBody>
      </p:sp>
      <p:sp>
        <p:nvSpPr>
          <p:cNvPr id="1048944" name="Freeform 65"/>
          <p:cNvSpPr/>
          <p:nvPr/>
        </p:nvSpPr>
        <p:spPr bwMode="auto">
          <a:xfrm>
            <a:off x="4637090" y="2584450"/>
            <a:ext cx="212725" cy="2465388"/>
          </a:xfrm>
          <a:custGeom>
            <a:avLst/>
            <a:gdLst>
              <a:gd name="T0" fmla="*/ 2147483646 w 134"/>
              <a:gd name="T1" fmla="*/ 2147483646 h 1553"/>
              <a:gd name="T2" fmla="*/ 2147483646 w 134"/>
              <a:gd name="T3" fmla="*/ 2147483646 h 1553"/>
              <a:gd name="T4" fmla="*/ 2147483646 w 134"/>
              <a:gd name="T5" fmla="*/ 0 h 1553"/>
              <a:gd name="T6" fmla="*/ 0 60000 65536"/>
              <a:gd name="T7" fmla="*/ 0 60000 65536"/>
              <a:gd name="T8" fmla="*/ 0 60000 65536"/>
            </a:gdLst>
            <a:ahLst/>
            <a:cxnLst>
              <a:cxn ang="T6">
                <a:pos x="T0" y="T1"/>
              </a:cxn>
              <a:cxn ang="T7">
                <a:pos x="T2" y="T3"/>
              </a:cxn>
              <a:cxn ang="T8">
                <a:pos x="T4" y="T5"/>
              </a:cxn>
            </a:cxnLst>
            <a:rect l="0" t="0" r="r" b="b"/>
            <a:pathLst>
              <a:path w="134" h="1553">
                <a:moveTo>
                  <a:pt x="34" y="1553"/>
                </a:moveTo>
                <a:cubicBezTo>
                  <a:pt x="17" y="1194"/>
                  <a:pt x="0" y="835"/>
                  <a:pt x="17" y="576"/>
                </a:cubicBezTo>
                <a:cubicBezTo>
                  <a:pt x="34" y="317"/>
                  <a:pt x="115" y="96"/>
                  <a:pt x="134" y="0"/>
                </a:cubicBezTo>
              </a:path>
            </a:pathLst>
          </a:custGeom>
          <a:noFill/>
          <a:ln w="25400" cap="flat">
            <a:solidFill>
              <a:srgbClr val="800080"/>
            </a:solidFill>
            <a:prstDash val="dash"/>
            <a:round/>
            <a:headEnd type="none" w="med" len="med"/>
            <a:tailEnd type="stealth" w="lg" len="lg"/>
          </a:ln>
          <a:effectLst/>
        </p:spPr>
        <p:txBody>
          <a:bodyPr/>
          <a:p>
            <a:endParaRPr altLang="en-US" lang="zh-CN"/>
          </a:p>
        </p:txBody>
      </p:sp>
      <p:sp>
        <p:nvSpPr>
          <p:cNvPr id="1048945" name="Freeform 66"/>
          <p:cNvSpPr/>
          <p:nvPr/>
        </p:nvSpPr>
        <p:spPr bwMode="auto">
          <a:xfrm>
            <a:off x="3149602" y="2584452"/>
            <a:ext cx="2270125" cy="2517775"/>
          </a:xfrm>
          <a:custGeom>
            <a:avLst/>
            <a:gdLst>
              <a:gd name="T0" fmla="*/ 2147483646 w 1430"/>
              <a:gd name="T1" fmla="*/ 2147483646 h 1586"/>
              <a:gd name="T2" fmla="*/ 2147483646 w 1430"/>
              <a:gd name="T3" fmla="*/ 2147483646 h 1586"/>
              <a:gd name="T4" fmla="*/ 2147483646 w 1430"/>
              <a:gd name="T5" fmla="*/ 2147483646 h 1586"/>
              <a:gd name="T6" fmla="*/ 2147483646 w 1430"/>
              <a:gd name="T7" fmla="*/ 2147483646 h 1586"/>
              <a:gd name="T8" fmla="*/ 2147483646 w 1430"/>
              <a:gd name="T9" fmla="*/ 2147483646 h 1586"/>
              <a:gd name="T10" fmla="*/ 2147483646 w 1430"/>
              <a:gd name="T11" fmla="*/ 0 h 15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30" h="1586">
                <a:moveTo>
                  <a:pt x="19" y="1586"/>
                </a:moveTo>
                <a:cubicBezTo>
                  <a:pt x="9" y="1394"/>
                  <a:pt x="0" y="1203"/>
                  <a:pt x="11" y="1060"/>
                </a:cubicBezTo>
                <a:cubicBezTo>
                  <a:pt x="22" y="917"/>
                  <a:pt x="32" y="805"/>
                  <a:pt x="86" y="726"/>
                </a:cubicBezTo>
                <a:cubicBezTo>
                  <a:pt x="140" y="647"/>
                  <a:pt x="171" y="638"/>
                  <a:pt x="337" y="584"/>
                </a:cubicBezTo>
                <a:cubicBezTo>
                  <a:pt x="503" y="530"/>
                  <a:pt x="898" y="498"/>
                  <a:pt x="1080" y="401"/>
                </a:cubicBezTo>
                <a:cubicBezTo>
                  <a:pt x="1262" y="304"/>
                  <a:pt x="1372" y="67"/>
                  <a:pt x="1430" y="0"/>
                </a:cubicBezTo>
              </a:path>
            </a:pathLst>
          </a:custGeom>
          <a:noFill/>
          <a:ln w="25400" cap="flat">
            <a:solidFill>
              <a:srgbClr val="FF6600"/>
            </a:solidFill>
            <a:prstDash val="dash"/>
            <a:round/>
            <a:headEnd type="none" w="med" len="med"/>
            <a:tailEnd type="stealth" w="lg" len="lg"/>
          </a:ln>
          <a:effectLst/>
        </p:spPr>
        <p:txBody>
          <a:bodyPr/>
          <a:p>
            <a:endParaRPr altLang="en-US" lang="zh-CN"/>
          </a:p>
        </p:txBody>
      </p:sp>
    </p:spTree>
  </p:cSld>
  <p:clrMapOvr>
    <a:masterClrMapping/>
  </p:clrMapOvr>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2" presetSubtype="4">
                                  <p:stCondLst>
                                    <p:cond delay="0"/>
                                  </p:stCondLst>
                                  <p:childTnLst>
                                    <p:set>
                                      <p:cBhvr>
                                        <p:cTn dur="1" fill="hold" id="6">
                                          <p:stCondLst>
                                            <p:cond delay="0"/>
                                          </p:stCondLst>
                                        </p:cTn>
                                        <p:tgtEl>
                                          <p:spTgt spid="1048943"/>
                                        </p:tgtEl>
                                        <p:attrNameLst>
                                          <p:attrName>style.visibility</p:attrName>
                                        </p:attrNameLst>
                                      </p:cBhvr>
                                      <p:to>
                                        <p:strVal val="visible"/>
                                      </p:to>
                                    </p:set>
                                    <p:animEffect transition="in" filter="wipe(down)">
                                      <p:cBhvr>
                                        <p:cTn dur="500" id="7"/>
                                        <p:tgtEl>
                                          <p:spTgt spid="1048943"/>
                                        </p:tgtEl>
                                      </p:cBhvr>
                                    </p:animEffect>
                                  </p:childTnLst>
                                </p:cTn>
                              </p:par>
                            </p:childTnLst>
                          </p:cTn>
                        </p:par>
                      </p:childTnLst>
                    </p:cTn>
                  </p:par>
                  <p:par>
                    <p:cTn fill="hold" id="8" nodeType="clickPar">
                      <p:stCondLst>
                        <p:cond delay="indefinite"/>
                      </p:stCondLst>
                      <p:childTnLst>
                        <p:par>
                          <p:cTn fill="hold" id="9" nodeType="withGroup">
                            <p:stCondLst>
                              <p:cond delay="0"/>
                            </p:stCondLst>
                            <p:childTnLst>
                              <p:par>
                                <p:cTn fill="hold" id="10" nodeType="clickEffect" presetClass="entr" presetID="22" presetSubtype="4">
                                  <p:stCondLst>
                                    <p:cond delay="0"/>
                                  </p:stCondLst>
                                  <p:childTnLst>
                                    <p:set>
                                      <p:cBhvr>
                                        <p:cTn dur="1" fill="hold" id="11">
                                          <p:stCondLst>
                                            <p:cond delay="0"/>
                                          </p:stCondLst>
                                        </p:cTn>
                                        <p:tgtEl>
                                          <p:spTgt spid="1048945"/>
                                        </p:tgtEl>
                                        <p:attrNameLst>
                                          <p:attrName>style.visibility</p:attrName>
                                        </p:attrNameLst>
                                      </p:cBhvr>
                                      <p:to>
                                        <p:strVal val="visible"/>
                                      </p:to>
                                    </p:set>
                                    <p:animEffect transition="in" filter="wipe(down)">
                                      <p:cBhvr>
                                        <p:cTn dur="500" id="12"/>
                                        <p:tgtEl>
                                          <p:spTgt spid="1048945"/>
                                        </p:tgtEl>
                                      </p:cBhvr>
                                    </p:animEffect>
                                  </p:childTnLst>
                                </p:cTn>
                              </p:par>
                            </p:childTnLst>
                          </p:cTn>
                        </p:par>
                      </p:childTnLst>
                    </p:cTn>
                  </p:par>
                  <p:par>
                    <p:cTn fill="hold" id="13" nodeType="clickPar">
                      <p:stCondLst>
                        <p:cond delay="indefinite"/>
                      </p:stCondLst>
                      <p:childTnLst>
                        <p:par>
                          <p:cTn fill="hold" id="14" nodeType="withGroup">
                            <p:stCondLst>
                              <p:cond delay="0"/>
                            </p:stCondLst>
                            <p:childTnLst>
                              <p:par>
                                <p:cTn fill="hold" id="15" nodeType="clickEffect" presetClass="entr" presetID="22" presetSubtype="4">
                                  <p:stCondLst>
                                    <p:cond delay="0"/>
                                  </p:stCondLst>
                                  <p:childTnLst>
                                    <p:set>
                                      <p:cBhvr>
                                        <p:cTn dur="1" fill="hold" id="16">
                                          <p:stCondLst>
                                            <p:cond delay="0"/>
                                          </p:stCondLst>
                                        </p:cTn>
                                        <p:tgtEl>
                                          <p:spTgt spid="1048941"/>
                                        </p:tgtEl>
                                        <p:attrNameLst>
                                          <p:attrName>style.visibility</p:attrName>
                                        </p:attrNameLst>
                                      </p:cBhvr>
                                      <p:to>
                                        <p:strVal val="visible"/>
                                      </p:to>
                                    </p:set>
                                    <p:animEffect transition="in" filter="wipe(down)">
                                      <p:cBhvr>
                                        <p:cTn dur="500" id="17"/>
                                        <p:tgtEl>
                                          <p:spTgt spid="1048941"/>
                                        </p:tgtEl>
                                      </p:cBhvr>
                                    </p:animEffect>
                                  </p:childTnLst>
                                </p:cTn>
                              </p:par>
                            </p:childTnLst>
                          </p:cTn>
                        </p:par>
                      </p:childTnLst>
                    </p:cTn>
                  </p:par>
                  <p:par>
                    <p:cTn fill="hold" id="18" nodeType="clickPar">
                      <p:stCondLst>
                        <p:cond delay="indefinite"/>
                      </p:stCondLst>
                      <p:childTnLst>
                        <p:par>
                          <p:cTn fill="hold" id="19" nodeType="withGroup">
                            <p:stCondLst>
                              <p:cond delay="0"/>
                            </p:stCondLst>
                            <p:childTnLst>
                              <p:par>
                                <p:cTn fill="hold" id="20" nodeType="clickEffect" presetClass="entr" presetID="22" presetSubtype="4">
                                  <p:stCondLst>
                                    <p:cond delay="0"/>
                                  </p:stCondLst>
                                  <p:childTnLst>
                                    <p:set>
                                      <p:cBhvr>
                                        <p:cTn dur="1" fill="hold" id="21">
                                          <p:stCondLst>
                                            <p:cond delay="0"/>
                                          </p:stCondLst>
                                        </p:cTn>
                                        <p:tgtEl>
                                          <p:spTgt spid="1048944"/>
                                        </p:tgtEl>
                                        <p:attrNameLst>
                                          <p:attrName>style.visibility</p:attrName>
                                        </p:attrNameLst>
                                      </p:cBhvr>
                                      <p:to>
                                        <p:strVal val="visible"/>
                                      </p:to>
                                    </p:set>
                                    <p:animEffect transition="in" filter="wipe(down)">
                                      <p:cBhvr>
                                        <p:cTn dur="500" id="22"/>
                                        <p:tgtEl>
                                          <p:spTgt spid="1048944"/>
                                        </p:tgtEl>
                                      </p:cBhvr>
                                    </p:animEffect>
                                  </p:childTnLst>
                                </p:cTn>
                              </p:par>
                            </p:childTnLst>
                          </p:cTn>
                        </p:par>
                      </p:childTnLst>
                    </p:cTn>
                  </p:par>
                  <p:par>
                    <p:cTn fill="hold" id="23" nodeType="clickPar">
                      <p:stCondLst>
                        <p:cond delay="indefinite"/>
                      </p:stCondLst>
                      <p:childTnLst>
                        <p:par>
                          <p:cTn fill="hold" id="24" nodeType="withGroup">
                            <p:stCondLst>
                              <p:cond delay="0"/>
                            </p:stCondLst>
                            <p:childTnLst>
                              <p:par>
                                <p:cTn fill="hold" id="25" nodeType="clickEffect" presetClass="entr" presetID="22" presetSubtype="4">
                                  <p:stCondLst>
                                    <p:cond delay="0"/>
                                  </p:stCondLst>
                                  <p:childTnLst>
                                    <p:set>
                                      <p:cBhvr>
                                        <p:cTn dur="1" fill="hold" id="26">
                                          <p:stCondLst>
                                            <p:cond delay="0"/>
                                          </p:stCondLst>
                                        </p:cTn>
                                        <p:tgtEl>
                                          <p:spTgt spid="1048940"/>
                                        </p:tgtEl>
                                        <p:attrNameLst>
                                          <p:attrName>style.visibility</p:attrName>
                                        </p:attrNameLst>
                                      </p:cBhvr>
                                      <p:to>
                                        <p:strVal val="visible"/>
                                      </p:to>
                                    </p:set>
                                    <p:animEffect transition="in" filter="wipe(down)">
                                      <p:cBhvr>
                                        <p:cTn dur="500" id="27"/>
                                        <p:tgtEl>
                                          <p:spTgt spid="1048940"/>
                                        </p:tgtEl>
                                      </p:cBhvr>
                                    </p:animEffect>
                                  </p:childTnLst>
                                </p:cTn>
                              </p:par>
                            </p:childTnLst>
                          </p:cTn>
                        </p:par>
                      </p:childTnLst>
                    </p:cTn>
                  </p:par>
                  <p:par>
                    <p:cTn fill="hold" id="28" nodeType="clickPar">
                      <p:stCondLst>
                        <p:cond delay="indefinite"/>
                      </p:stCondLst>
                      <p:childTnLst>
                        <p:par>
                          <p:cTn fill="hold" id="29" nodeType="withGroup">
                            <p:stCondLst>
                              <p:cond delay="0"/>
                            </p:stCondLst>
                            <p:childTnLst>
                              <p:par>
                                <p:cTn fill="hold" id="30" nodeType="clickEffect" presetClass="entr" presetID="22" presetSubtype="4">
                                  <p:stCondLst>
                                    <p:cond delay="0"/>
                                  </p:stCondLst>
                                  <p:childTnLst>
                                    <p:set>
                                      <p:cBhvr>
                                        <p:cTn dur="1" fill="hold" id="31">
                                          <p:stCondLst>
                                            <p:cond delay="0"/>
                                          </p:stCondLst>
                                        </p:cTn>
                                        <p:tgtEl>
                                          <p:spTgt spid="1048942"/>
                                        </p:tgtEl>
                                        <p:attrNameLst>
                                          <p:attrName>style.visibility</p:attrName>
                                        </p:attrNameLst>
                                      </p:cBhvr>
                                      <p:to>
                                        <p:strVal val="visible"/>
                                      </p:to>
                                    </p:set>
                                    <p:animEffect transition="in" filter="wipe(down)">
                                      <p:cBhvr>
                                        <p:cTn dur="500" id="32"/>
                                        <p:tgtEl>
                                          <p:spTgt spid="10489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229" name=""/>
        <p:cNvGrpSpPr/>
        <p:nvPr/>
      </p:nvGrpSpPr>
      <p:grpSpPr>
        <a:xfrm>
          <a:off x="0" y="0"/>
          <a:ext cx="0" cy="0"/>
          <a:chOff x="0" y="0"/>
          <a:chExt cx="0" cy="0"/>
        </a:xfrm>
      </p:grpSpPr>
      <p:sp>
        <p:nvSpPr>
          <p:cNvPr id="1048946" name="Rectangle 2"/>
          <p:cNvSpPr>
            <a:spLocks noGrp="1" noChangeArrowheads="1"/>
          </p:cNvSpPr>
          <p:nvPr>
            <p:ph type="title"/>
          </p:nvPr>
        </p:nvSpPr>
        <p:spPr>
          <a:xfrm>
            <a:off x="457200" y="274638"/>
            <a:ext cx="8229600" cy="768350"/>
          </a:xfrm>
        </p:spPr>
        <p:txBody>
          <a:bodyPr/>
          <a:p>
            <a:pPr eaLnBrk="1" hangingPunct="1"/>
            <a:r>
              <a:rPr altLang="en-US" b="1" sz="3600" kumimoji="1" lang="zh-CN">
                <a:ea typeface="华文新魏" panose="02010800040101010101" pitchFamily="2" charset="-122"/>
              </a:rPr>
              <a:t>稀疏矩阵的快速转置算法</a:t>
            </a:r>
          </a:p>
        </p:txBody>
      </p:sp>
      <p:sp>
        <p:nvSpPr>
          <p:cNvPr id="1048947" name="Rectangle 3"/>
          <p:cNvSpPr>
            <a:spLocks noGrp="1" noChangeArrowheads="1"/>
          </p:cNvSpPr>
          <p:nvPr>
            <p:ph idx="1"/>
          </p:nvPr>
        </p:nvSpPr>
        <p:spPr>
          <a:xfrm>
            <a:off x="647700" y="1308102"/>
            <a:ext cx="8229600" cy="5053013"/>
          </a:xfrm>
        </p:spPr>
        <p:txBody>
          <a:bodyPr/>
          <a:p>
            <a:pPr eaLnBrk="1" hangingPunct="1">
              <a:spcBef>
                <a:spcPct val="5000"/>
              </a:spcBef>
              <a:buFontTx/>
              <a:buNone/>
            </a:pPr>
            <a:r>
              <a:rPr altLang="zh-CN" b="1" kumimoji="1" lang="en-US">
                <a:latin typeface="Times New Roman" panose="02020603050405020304" pitchFamily="18" charset="0"/>
                <a:ea typeface="隶书" panose="02010509060101010101" pitchFamily="49" charset="-122"/>
              </a:rPr>
              <a:t>template &lt;class </a:t>
            </a:r>
            <a:r>
              <a:rPr altLang="zh-CN" kumimoji="1" lang="en-US">
                <a:latin typeface="Times New Roman" panose="02020603050405020304" pitchFamily="18" charset="0"/>
                <a:ea typeface="隶书" panose="02010509060101010101" pitchFamily="49" charset="-122"/>
              </a:rPr>
              <a:t>E</a:t>
            </a:r>
            <a:r>
              <a:rPr altLang="zh-CN" b="1" kumimoji="1" lang="en-US">
                <a:latin typeface="Times New Roman" panose="02020603050405020304" pitchFamily="18" charset="0"/>
                <a:ea typeface="隶书" panose="02010509060101010101" pitchFamily="49" charset="-122"/>
              </a:rPr>
              <a:t>&gt; </a:t>
            </a:r>
          </a:p>
          <a:p>
            <a:pPr eaLnBrk="1" hangingPunct="1">
              <a:spcBef>
                <a:spcPct val="5000"/>
              </a:spcBef>
              <a:buFontTx/>
              <a:buNone/>
            </a:pPr>
            <a:r>
              <a:rPr altLang="zh-CN" b="1" kumimoji="1" lang="en-US">
                <a:latin typeface="Times New Roman" panose="02020603050405020304" pitchFamily="18" charset="0"/>
                <a:ea typeface="隶书" panose="02010509060101010101" pitchFamily="49" charset="-122"/>
              </a:rPr>
              <a:t>void </a:t>
            </a:r>
            <a:r>
              <a:rPr altLang="zh-CN" kumimoji="1" lang="en-US">
                <a:latin typeface="Times New Roman" panose="02020603050405020304" pitchFamily="18" charset="0"/>
                <a:ea typeface="隶书" panose="02010509060101010101" pitchFamily="49" charset="-122"/>
              </a:rPr>
              <a:t>SparseMatrix</a:t>
            </a:r>
            <a:r>
              <a:rPr altLang="zh-CN" b="1" kumimoji="1" lang="en-US">
                <a:latin typeface="Times New Roman" panose="02020603050405020304" pitchFamily="18" charset="0"/>
                <a:ea typeface="隶书" panose="02010509060101010101" pitchFamily="49" charset="-122"/>
              </a:rPr>
              <a:t>&lt;</a:t>
            </a:r>
            <a:r>
              <a:rPr altLang="zh-CN" kumimoji="1" lang="en-US">
                <a:latin typeface="Times New Roman" panose="02020603050405020304" pitchFamily="18" charset="0"/>
                <a:ea typeface="隶书" panose="02010509060101010101" pitchFamily="49" charset="-122"/>
              </a:rPr>
              <a:t>E</a:t>
            </a:r>
            <a:r>
              <a:rPr altLang="zh-CN" b="1" kumimoji="1" lang="en-US">
                <a:latin typeface="Times New Roman" panose="02020603050405020304" pitchFamily="18" charset="0"/>
                <a:ea typeface="隶书" panose="02010509060101010101" pitchFamily="49" charset="-122"/>
              </a:rPr>
              <a:t>&gt;::</a:t>
            </a:r>
          </a:p>
          <a:p>
            <a:pPr eaLnBrk="1" hangingPunct="1">
              <a:spcBef>
                <a:spcPct val="5000"/>
              </a:spcBef>
              <a:buFontTx/>
              <a:buNone/>
            </a:pPr>
            <a:r>
              <a:rPr altLang="zh-CN" kumimoji="1" lang="en-US">
                <a:latin typeface="Times New Roman" panose="02020603050405020304" pitchFamily="18" charset="0"/>
                <a:ea typeface="隶书" panose="02010509060101010101" pitchFamily="49" charset="-122"/>
              </a:rPr>
              <a:t>      FastTranspos (SparseMatrix&lt;E&gt;</a:t>
            </a:r>
            <a:r>
              <a:rPr altLang="zh-CN" b="1" kumimoji="1" lang="en-US">
                <a:latin typeface="Times New Roman" panose="02020603050405020304" pitchFamily="18" charset="0"/>
                <a:ea typeface="隶书" panose="02010509060101010101" pitchFamily="49" charset="-122"/>
              </a:rPr>
              <a:t>&amp;</a:t>
            </a:r>
            <a:r>
              <a:rPr altLang="zh-CN" kumimoji="1" lang="en-US">
                <a:latin typeface="Times New Roman" panose="02020603050405020304" pitchFamily="18" charset="0"/>
                <a:ea typeface="隶书" panose="02010509060101010101" pitchFamily="49" charset="-122"/>
              </a:rPr>
              <a:t> B)</a:t>
            </a:r>
            <a:r>
              <a:rPr altLang="zh-CN" b="1" kumimoji="1" lang="en-US">
                <a:latin typeface="Times New Roman" panose="02020603050405020304" pitchFamily="18" charset="0"/>
                <a:ea typeface="隶书" panose="02010509060101010101" pitchFamily="49" charset="-122"/>
              </a:rPr>
              <a:t> {</a:t>
            </a:r>
          </a:p>
          <a:p>
            <a:pPr eaLnBrk="1" hangingPunct="1">
              <a:spcBef>
                <a:spcPct val="5000"/>
              </a:spcBef>
              <a:buFontTx/>
              <a:buNone/>
            </a:pPr>
            <a:r>
              <a:rPr altLang="zh-CN" kumimoji="1" lang="en-US">
                <a:latin typeface="Times New Roman" panose="02020603050405020304" pitchFamily="18" charset="0"/>
                <a:ea typeface="隶书" panose="02010509060101010101" pitchFamily="49" charset="-122"/>
              </a:rPr>
              <a:t>    </a:t>
            </a:r>
            <a:r>
              <a:rPr altLang="zh-CN" b="1" kumimoji="1" lang="en-US">
                <a:latin typeface="Times New Roman" panose="02020603050405020304" pitchFamily="18" charset="0"/>
                <a:ea typeface="隶书" panose="02010509060101010101" pitchFamily="49" charset="-122"/>
              </a:rPr>
              <a:t>int</a:t>
            </a:r>
            <a:r>
              <a:rPr altLang="zh-CN" kumimoji="1" lang="en-US">
                <a:latin typeface="Times New Roman" panose="02020603050405020304" pitchFamily="18" charset="0"/>
                <a:ea typeface="隶书" panose="02010509060101010101" pitchFamily="49" charset="-122"/>
              </a:rPr>
              <a:t> *rowSize = </a:t>
            </a:r>
            <a:r>
              <a:rPr altLang="zh-CN" b="1" kumimoji="1" lang="en-US">
                <a:latin typeface="Times New Roman" panose="02020603050405020304" pitchFamily="18" charset="0"/>
                <a:ea typeface="隶书" panose="02010509060101010101" pitchFamily="49" charset="-122"/>
              </a:rPr>
              <a:t>new int</a:t>
            </a:r>
            <a:r>
              <a:rPr altLang="zh-CN" kumimoji="1" lang="en-US">
                <a:latin typeface="Times New Roman" panose="02020603050405020304" pitchFamily="18" charset="0"/>
                <a:ea typeface="隶书" panose="02010509060101010101" pitchFamily="49" charset="-122"/>
              </a:rPr>
              <a:t>[Cols]</a:t>
            </a:r>
            <a:r>
              <a:rPr altLang="zh-CN" b="1" kumimoji="1" lang="en-US">
                <a:latin typeface="Times New Roman" panose="02020603050405020304" pitchFamily="18" charset="0"/>
                <a:ea typeface="隶书" panose="02010509060101010101" pitchFamily="49" charset="-122"/>
              </a:rPr>
              <a:t>;       //</a:t>
            </a:r>
            <a:r>
              <a:rPr altLang="en-US" kumimoji="1" lang="zh-CN">
                <a:latin typeface="Times New Roman" panose="02020603050405020304" pitchFamily="18" charset="0"/>
                <a:ea typeface="隶书" panose="02010509060101010101" pitchFamily="49" charset="-122"/>
              </a:rPr>
              <a:t>列元素数数组</a:t>
            </a:r>
          </a:p>
          <a:p>
            <a:pPr eaLnBrk="1" hangingPunct="1">
              <a:spcBef>
                <a:spcPct val="5000"/>
              </a:spcBef>
              <a:buFontTx/>
              <a:buNone/>
            </a:pPr>
            <a:r>
              <a:rPr altLang="en-US" kumimoji="1" lang="zh-CN">
                <a:latin typeface="Times New Roman" panose="02020603050405020304" pitchFamily="18" charset="0"/>
                <a:ea typeface="隶书" panose="02010509060101010101" pitchFamily="49" charset="-122"/>
              </a:rPr>
              <a:t>    </a:t>
            </a:r>
            <a:r>
              <a:rPr altLang="zh-CN" b="1" kumimoji="1" lang="en-US">
                <a:latin typeface="Times New Roman" panose="02020603050405020304" pitchFamily="18" charset="0"/>
                <a:ea typeface="隶书" panose="02010509060101010101" pitchFamily="49" charset="-122"/>
              </a:rPr>
              <a:t>int </a:t>
            </a:r>
            <a:r>
              <a:rPr altLang="zh-CN" kumimoji="1" lang="en-US">
                <a:latin typeface="Times New Roman" panose="02020603050405020304" pitchFamily="18" charset="0"/>
                <a:ea typeface="隶书" panose="02010509060101010101" pitchFamily="49" charset="-122"/>
              </a:rPr>
              <a:t>*rowStart = </a:t>
            </a:r>
            <a:r>
              <a:rPr altLang="zh-CN" b="1" kumimoji="1" lang="en-US">
                <a:latin typeface="Times New Roman" panose="02020603050405020304" pitchFamily="18" charset="0"/>
                <a:ea typeface="隶书" panose="02010509060101010101" pitchFamily="49" charset="-122"/>
              </a:rPr>
              <a:t>new int</a:t>
            </a:r>
            <a:r>
              <a:rPr altLang="zh-CN" kumimoji="1" lang="en-US">
                <a:latin typeface="Times New Roman" panose="02020603050405020304" pitchFamily="18" charset="0"/>
                <a:ea typeface="隶书" panose="02010509060101010101" pitchFamily="49" charset="-122"/>
              </a:rPr>
              <a:t>[Cols]</a:t>
            </a:r>
            <a:r>
              <a:rPr altLang="zh-CN" b="1" kumimoji="1" lang="en-US">
                <a:latin typeface="Times New Roman" panose="02020603050405020304" pitchFamily="18" charset="0"/>
                <a:ea typeface="隶书" panose="02010509060101010101" pitchFamily="49" charset="-122"/>
              </a:rPr>
              <a:t>;      //</a:t>
            </a:r>
            <a:r>
              <a:rPr altLang="en-US" kumimoji="1" lang="zh-CN">
                <a:latin typeface="Times New Roman" panose="02020603050405020304" pitchFamily="18" charset="0"/>
                <a:ea typeface="隶书" panose="02010509060101010101" pitchFamily="49" charset="-122"/>
              </a:rPr>
              <a:t>转置位置数组</a:t>
            </a:r>
          </a:p>
          <a:p>
            <a:pPr eaLnBrk="1" hangingPunct="1">
              <a:spcBef>
                <a:spcPct val="5000"/>
              </a:spcBef>
              <a:buFontTx/>
              <a:buNone/>
            </a:pPr>
            <a:r>
              <a:rPr altLang="en-US" kumimoji="1" lang="zh-CN">
                <a:latin typeface="Times New Roman" panose="02020603050405020304" pitchFamily="18" charset="0"/>
                <a:ea typeface="隶书" panose="02010509060101010101" pitchFamily="49" charset="-122"/>
              </a:rPr>
              <a:t>    </a:t>
            </a:r>
            <a:r>
              <a:rPr altLang="zh-CN" kumimoji="1" lang="en-US">
                <a:latin typeface="Times New Roman" panose="02020603050405020304" pitchFamily="18" charset="0"/>
                <a:ea typeface="隶书" panose="02010509060101010101" pitchFamily="49" charset="-122"/>
              </a:rPr>
              <a:t>B.Rows = Cols</a:t>
            </a:r>
            <a:r>
              <a:rPr altLang="zh-CN" b="1" kumimoji="1" lang="en-US">
                <a:latin typeface="Times New Roman" panose="02020603050405020304" pitchFamily="18" charset="0"/>
                <a:ea typeface="隶书" panose="02010509060101010101" pitchFamily="49" charset="-122"/>
              </a:rPr>
              <a:t>;</a:t>
            </a:r>
            <a:r>
              <a:rPr altLang="zh-CN" kumimoji="1" lang="en-US">
                <a:latin typeface="Times New Roman" panose="02020603050405020304" pitchFamily="18" charset="0"/>
                <a:ea typeface="隶书" panose="02010509060101010101" pitchFamily="49" charset="-122"/>
              </a:rPr>
              <a:t>   B.Cols = Rows</a:t>
            </a:r>
            <a:r>
              <a:rPr altLang="zh-CN" b="1" kumimoji="1" lang="en-US">
                <a:latin typeface="Times New Roman" panose="02020603050405020304" pitchFamily="18" charset="0"/>
                <a:ea typeface="隶书" panose="02010509060101010101" pitchFamily="49" charset="-122"/>
              </a:rPr>
              <a:t>;</a:t>
            </a:r>
          </a:p>
          <a:p>
            <a:pPr eaLnBrk="1" hangingPunct="1">
              <a:spcBef>
                <a:spcPct val="5000"/>
              </a:spcBef>
              <a:buFontTx/>
              <a:buNone/>
            </a:pPr>
            <a:r>
              <a:rPr altLang="zh-CN" b="1" kumimoji="1" lang="en-US">
                <a:latin typeface="Times New Roman" panose="02020603050405020304" pitchFamily="18" charset="0"/>
                <a:ea typeface="隶书" panose="02010509060101010101" pitchFamily="49" charset="-122"/>
              </a:rPr>
              <a:t>  </a:t>
            </a:r>
            <a:r>
              <a:rPr altLang="zh-CN" kumimoji="1" lang="en-US">
                <a:latin typeface="Times New Roman" panose="02020603050405020304" pitchFamily="18" charset="0"/>
                <a:ea typeface="隶书" panose="02010509060101010101" pitchFamily="49" charset="-122"/>
              </a:rPr>
              <a:t>  B.Terms = Terms</a:t>
            </a:r>
            <a:r>
              <a:rPr altLang="zh-CN" b="1" kumimoji="1" lang="en-US">
                <a:latin typeface="Times New Roman" panose="02020603050405020304" pitchFamily="18" charset="0"/>
                <a:ea typeface="隶书" panose="02010509060101010101" pitchFamily="49" charset="-122"/>
              </a:rPr>
              <a:t>;</a:t>
            </a:r>
          </a:p>
          <a:p>
            <a:pPr eaLnBrk="1" hangingPunct="1">
              <a:spcBef>
                <a:spcPct val="5000"/>
              </a:spcBef>
              <a:buFontTx/>
              <a:buNone/>
            </a:pPr>
            <a:r>
              <a:rPr altLang="zh-CN" b="1" kumimoji="1" lang="en-US">
                <a:latin typeface="Times New Roman" panose="02020603050405020304" pitchFamily="18" charset="0"/>
                <a:ea typeface="隶书" panose="02010509060101010101" pitchFamily="49" charset="-122"/>
              </a:rPr>
              <a:t>    if </a:t>
            </a:r>
            <a:r>
              <a:rPr altLang="zh-CN" kumimoji="1" lang="en-US">
                <a:latin typeface="Times New Roman" panose="02020603050405020304" pitchFamily="18" charset="0"/>
                <a:ea typeface="隶书" panose="02010509060101010101" pitchFamily="49" charset="-122"/>
              </a:rPr>
              <a:t>(Terms &gt; 0)</a:t>
            </a:r>
            <a:r>
              <a:rPr altLang="zh-CN" b="1" kumimoji="1" lang="en-US">
                <a:latin typeface="Times New Roman" panose="02020603050405020304" pitchFamily="18" charset="0"/>
                <a:ea typeface="隶书" panose="02010509060101010101" pitchFamily="49" charset="-122"/>
              </a:rPr>
              <a:t> {</a:t>
            </a:r>
            <a:endParaRPr altLang="zh-CN" kumimoji="1" lang="en-US">
              <a:latin typeface="Times New Roman" panose="02020603050405020304" pitchFamily="18" charset="0"/>
              <a:ea typeface="隶书" panose="02010509060101010101" pitchFamily="49" charset="-122"/>
            </a:endParaRPr>
          </a:p>
          <a:p>
            <a:pPr eaLnBrk="1" hangingPunct="1">
              <a:spcBef>
                <a:spcPct val="5000"/>
              </a:spcBef>
              <a:buFontTx/>
              <a:buNone/>
            </a:pPr>
            <a:r>
              <a:rPr altLang="zh-CN" b="1" kumimoji="1" lang="en-US">
                <a:latin typeface="Times New Roman" panose="02020603050405020304" pitchFamily="18" charset="0"/>
                <a:ea typeface="隶书" panose="02010509060101010101" pitchFamily="49" charset="-122"/>
              </a:rPr>
              <a:t>        int </a:t>
            </a:r>
            <a:r>
              <a:rPr altLang="zh-CN" kumimoji="1" lang="en-US">
                <a:latin typeface="Times New Roman" panose="02020603050405020304" pitchFamily="18" charset="0"/>
                <a:ea typeface="隶书" panose="02010509060101010101" pitchFamily="49" charset="-122"/>
              </a:rPr>
              <a:t>i</a:t>
            </a:r>
            <a:r>
              <a:rPr altLang="zh-CN" b="1" kumimoji="1" lang="en-US">
                <a:latin typeface="Times New Roman" panose="02020603050405020304" pitchFamily="18" charset="0"/>
                <a:ea typeface="隶书" panose="02010509060101010101" pitchFamily="49" charset="-122"/>
              </a:rPr>
              <a:t>,</a:t>
            </a:r>
            <a:r>
              <a:rPr altLang="zh-CN" kumimoji="1" lang="en-US">
                <a:latin typeface="Times New Roman" panose="02020603050405020304" pitchFamily="18" charset="0"/>
                <a:ea typeface="隶书" panose="02010509060101010101" pitchFamily="49" charset="-122"/>
              </a:rPr>
              <a:t> j</a:t>
            </a:r>
            <a:r>
              <a:rPr altLang="zh-CN" b="1" kumimoji="1" lang="en-US">
                <a:latin typeface="Times New Roman" panose="02020603050405020304" pitchFamily="18" charset="0"/>
                <a:ea typeface="隶书" panose="02010509060101010101" pitchFamily="49" charset="-122"/>
              </a:rPr>
              <a:t>;</a:t>
            </a:r>
          </a:p>
          <a:p>
            <a:pPr eaLnBrk="1" hangingPunct="1">
              <a:spcBef>
                <a:spcPct val="5000"/>
              </a:spcBef>
              <a:buFontTx/>
              <a:buNone/>
            </a:pPr>
            <a:r>
              <a:rPr altLang="zh-CN" b="1" kumimoji="1" lang="en-US">
                <a:latin typeface="Times New Roman" panose="02020603050405020304" pitchFamily="18" charset="0"/>
                <a:ea typeface="隶书" panose="02010509060101010101" pitchFamily="49" charset="-122"/>
              </a:rPr>
              <a:t>        for </a:t>
            </a:r>
            <a:r>
              <a:rPr altLang="zh-CN" kumimoji="1" lang="en-US">
                <a:latin typeface="Times New Roman" panose="02020603050405020304" pitchFamily="18" charset="0"/>
                <a:ea typeface="隶书" panose="02010509060101010101" pitchFamily="49" charset="-122"/>
              </a:rPr>
              <a:t>(i = 0</a:t>
            </a:r>
            <a:r>
              <a:rPr altLang="zh-CN" b="1" kumimoji="1" lang="en-US">
                <a:latin typeface="Times New Roman" panose="02020603050405020304" pitchFamily="18" charset="0"/>
                <a:ea typeface="隶书" panose="02010509060101010101" pitchFamily="49" charset="-122"/>
              </a:rPr>
              <a:t>;</a:t>
            </a:r>
            <a:r>
              <a:rPr altLang="zh-CN" kumimoji="1" lang="en-US">
                <a:latin typeface="Times New Roman" panose="02020603050405020304" pitchFamily="18" charset="0"/>
                <a:ea typeface="隶书" panose="02010509060101010101" pitchFamily="49" charset="-122"/>
              </a:rPr>
              <a:t> i &lt; Cols</a:t>
            </a:r>
            <a:r>
              <a:rPr altLang="zh-CN" b="1" kumimoji="1" lang="en-US">
                <a:latin typeface="Times New Roman" panose="02020603050405020304" pitchFamily="18" charset="0"/>
                <a:ea typeface="隶书" panose="02010509060101010101" pitchFamily="49" charset="-122"/>
              </a:rPr>
              <a:t>;</a:t>
            </a:r>
            <a:r>
              <a:rPr altLang="zh-CN" kumimoji="1" lang="en-US">
                <a:latin typeface="Times New Roman" panose="02020603050405020304" pitchFamily="18" charset="0"/>
                <a:ea typeface="隶书" panose="02010509060101010101" pitchFamily="49" charset="-122"/>
              </a:rPr>
              <a:t> i++) rowSize[i] = 0</a:t>
            </a:r>
            <a:r>
              <a:rPr altLang="zh-CN" b="1" kumimoji="1" lang="en-US">
                <a:latin typeface="Times New Roman" panose="02020603050405020304" pitchFamily="18" charset="0"/>
                <a:ea typeface="隶书" panose="02010509060101010101" pitchFamily="49" charset="-122"/>
              </a:rPr>
              <a:t>;</a:t>
            </a:r>
            <a:r>
              <a:rPr altLang="zh-CN" b="1" kumimoji="1" lang="en-US">
                <a:latin typeface="Times New Roman" panose="02020603050405020304" pitchFamily="18" charset="0"/>
              </a:rPr>
              <a:t>        </a:t>
            </a:r>
            <a:endParaRPr altLang="zh-CN" b="1" kumimoji="1" lang="en-US">
              <a:latin typeface="Times New Roman" panose="02020603050405020304" pitchFamily="18" charset="0"/>
              <a:ea typeface="隶书" panose="02010509060101010101" pitchFamily="49" charset="-122"/>
            </a:endParaRPr>
          </a:p>
        </p:txBody>
      </p:sp>
    </p:spTree>
  </p:cSld>
  <p:clrMapOvr>
    <a:masterClrMapping/>
  </p:clrMapOvr>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10" presetSubtype="0">
                                  <p:stCondLst>
                                    <p:cond delay="0"/>
                                  </p:stCondLst>
                                  <p:childTnLst>
                                    <p:set>
                                      <p:cBhvr>
                                        <p:cTn dur="1" fill="hold" id="6">
                                          <p:stCondLst>
                                            <p:cond delay="0"/>
                                          </p:stCondLst>
                                        </p:cTn>
                                        <p:tgtEl>
                                          <p:spTgt spid="1048947">
                                            <p:txEl>
                                              <p:pRg st="9" end="9"/>
                                            </p:txEl>
                                          </p:spTgt>
                                        </p:tgtEl>
                                        <p:attrNameLst>
                                          <p:attrName>style.visibility</p:attrName>
                                        </p:attrNameLst>
                                      </p:cBhvr>
                                      <p:to>
                                        <p:strVal val="visible"/>
                                      </p:to>
                                    </p:set>
                                    <p:animEffect transition="in" filter="fade">
                                      <p:cBhvr>
                                        <p:cTn dur="500" id="7"/>
                                        <p:tgtEl>
                                          <p:spTgt spid="104894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230" name=""/>
        <p:cNvGrpSpPr/>
        <p:nvPr/>
      </p:nvGrpSpPr>
      <p:grpSpPr>
        <a:xfrm>
          <a:off x="0" y="0"/>
          <a:ext cx="0" cy="0"/>
          <a:chOff x="0" y="0"/>
          <a:chExt cx="0" cy="0"/>
        </a:xfrm>
      </p:grpSpPr>
      <p:sp>
        <p:nvSpPr>
          <p:cNvPr id="1048948" name="Text Box 2"/>
          <p:cNvSpPr txBox="1">
            <a:spLocks noChangeArrowheads="1"/>
          </p:cNvSpPr>
          <p:nvPr/>
        </p:nvSpPr>
        <p:spPr bwMode="auto">
          <a:xfrm>
            <a:off x="661997" y="-109451"/>
            <a:ext cx="8177213" cy="5704332"/>
          </a:xfrm>
          <a:prstGeom prst="rect"/>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10000"/>
              </a:spcBef>
              <a:buFontTx/>
              <a:buNone/>
            </a:pPr>
            <a:r>
              <a:rPr altLang="zh-CN" dirty="0" sz="3600" kumimoji="1" lang="en-US">
                <a:solidFill>
                  <a:srgbClr val="CC0000"/>
                </a:solidFill>
                <a:latin typeface="Times New Roman" panose="02020603050405020304" pitchFamily="18" charset="0"/>
              </a:rPr>
              <a:t>	 </a:t>
            </a:r>
            <a:r>
              <a:rPr altLang="zh-CN" b="1" dirty="0" sz="2800" kumimoji="1" lang="en-US">
                <a:latin typeface="Times New Roman" panose="02020603050405020304" pitchFamily="18" charset="0"/>
              </a:rPr>
              <a:t>for </a:t>
            </a:r>
            <a:r>
              <a:rPr altLang="zh-CN" dirty="0" sz="2800" kumimoji="1" lang="en-US">
                <a:latin typeface="Times New Roman" panose="02020603050405020304" pitchFamily="18" charset="0"/>
              </a:rPr>
              <a:t>(</a:t>
            </a:r>
            <a:r>
              <a:rPr altLang="zh-CN" dirty="0" sz="2800" kumimoji="1" lang="en-US" err="1">
                <a:latin typeface="Times New Roman" panose="02020603050405020304" pitchFamily="18" charset="0"/>
              </a:rPr>
              <a:t>i</a:t>
            </a:r>
            <a:r>
              <a:rPr altLang="zh-CN" dirty="0" sz="2800" kumimoji="1" lang="en-US">
                <a:latin typeface="Times New Roman" panose="02020603050405020304" pitchFamily="18" charset="0"/>
              </a:rPr>
              <a:t> = 0</a:t>
            </a:r>
            <a:r>
              <a:rPr altLang="zh-CN" b="1" dirty="0" sz="2800" kumimoji="1" lang="en-US">
                <a:latin typeface="Times New Roman" panose="02020603050405020304" pitchFamily="18" charset="0"/>
              </a:rPr>
              <a:t>;</a:t>
            </a:r>
            <a:r>
              <a:rPr altLang="zh-CN" dirty="0" sz="2800" kumimoji="1" lang="en-US">
                <a:latin typeface="Times New Roman" panose="02020603050405020304" pitchFamily="18" charset="0"/>
              </a:rPr>
              <a:t> </a:t>
            </a:r>
            <a:r>
              <a:rPr altLang="zh-CN" dirty="0" sz="2800" kumimoji="1" lang="en-US" err="1">
                <a:latin typeface="Times New Roman" panose="02020603050405020304" pitchFamily="18" charset="0"/>
              </a:rPr>
              <a:t>i</a:t>
            </a:r>
            <a:r>
              <a:rPr altLang="zh-CN" dirty="0" sz="2800" kumimoji="1" lang="en-US">
                <a:latin typeface="Times New Roman" panose="02020603050405020304" pitchFamily="18" charset="0"/>
              </a:rPr>
              <a:t> &lt; Terms</a:t>
            </a:r>
            <a:r>
              <a:rPr altLang="zh-CN" b="1" dirty="0" sz="2800" kumimoji="1" lang="en-US">
                <a:latin typeface="Times New Roman" panose="02020603050405020304" pitchFamily="18" charset="0"/>
              </a:rPr>
              <a:t>;</a:t>
            </a:r>
            <a:r>
              <a:rPr altLang="zh-CN" dirty="0" sz="2800" kumimoji="1" lang="en-US">
                <a:latin typeface="Times New Roman" panose="02020603050405020304" pitchFamily="18" charset="0"/>
              </a:rPr>
              <a:t> </a:t>
            </a:r>
            <a:r>
              <a:rPr altLang="zh-CN" dirty="0" sz="2800" kumimoji="1" lang="en-US" err="1">
                <a:latin typeface="Times New Roman" panose="02020603050405020304" pitchFamily="18" charset="0"/>
              </a:rPr>
              <a:t>i</a:t>
            </a:r>
            <a:r>
              <a:rPr altLang="zh-CN" dirty="0" sz="2800" kumimoji="1" lang="en-US">
                <a:latin typeface="Times New Roman" panose="02020603050405020304" pitchFamily="18" charset="0"/>
              </a:rPr>
              <a:t>++)</a:t>
            </a:r>
          </a:p>
          <a:p>
            <a:pPr eaLnBrk="1" hangingPunct="1">
              <a:spcBef>
                <a:spcPct val="10000"/>
              </a:spcBef>
              <a:buFontTx/>
              <a:buNone/>
            </a:pPr>
            <a:r>
              <a:rPr altLang="zh-CN" dirty="0" sz="2800" kumimoji="1" lang="en-US">
                <a:latin typeface="Times New Roman" panose="02020603050405020304" pitchFamily="18" charset="0"/>
              </a:rPr>
              <a:t>                 </a:t>
            </a:r>
            <a:r>
              <a:rPr altLang="zh-CN" dirty="0" sz="2800" kumimoji="1" lang="en-US" err="1">
                <a:latin typeface="Times New Roman" panose="02020603050405020304" pitchFamily="18" charset="0"/>
              </a:rPr>
              <a:t>rowSize</a:t>
            </a:r>
            <a:r>
              <a:rPr altLang="zh-CN" dirty="0" sz="2800" kumimoji="1" lang="en-US">
                <a:latin typeface="Times New Roman" panose="02020603050405020304" pitchFamily="18" charset="0"/>
              </a:rPr>
              <a:t>[</a:t>
            </a:r>
            <a:r>
              <a:rPr altLang="zh-CN" dirty="0" sz="2800" kumimoji="1" lang="en-US" err="1">
                <a:latin typeface="Times New Roman" panose="02020603050405020304" pitchFamily="18" charset="0"/>
              </a:rPr>
              <a:t>smArray</a:t>
            </a:r>
            <a:r>
              <a:rPr altLang="zh-CN" dirty="0" sz="2800" kumimoji="1" lang="en-US">
                <a:latin typeface="Times New Roman" panose="02020603050405020304" pitchFamily="18" charset="0"/>
              </a:rPr>
              <a:t>[</a:t>
            </a:r>
            <a:r>
              <a:rPr altLang="zh-CN" dirty="0" sz="2800" kumimoji="1" lang="en-US" err="1">
                <a:latin typeface="Times New Roman" panose="02020603050405020304" pitchFamily="18" charset="0"/>
              </a:rPr>
              <a:t>i</a:t>
            </a:r>
            <a:r>
              <a:rPr altLang="zh-CN" dirty="0" sz="2800" kumimoji="1" lang="en-US">
                <a:latin typeface="Times New Roman" panose="02020603050405020304" pitchFamily="18" charset="0"/>
              </a:rPr>
              <a:t>].col]++</a:t>
            </a:r>
            <a:r>
              <a:rPr altLang="zh-CN" b="1" dirty="0" sz="2800" kumimoji="1" lang="en-US">
                <a:latin typeface="Times New Roman" panose="02020603050405020304" pitchFamily="18" charset="0"/>
              </a:rPr>
              <a:t>; </a:t>
            </a:r>
          </a:p>
          <a:p>
            <a:pPr eaLnBrk="1" hangingPunct="1">
              <a:spcBef>
                <a:spcPct val="10000"/>
              </a:spcBef>
              <a:buClr>
                <a:schemeClr val="bg2"/>
              </a:buClr>
              <a:buSzPct val="75000"/>
              <a:buFont typeface="Wingdings" panose="05000000000000000000" pitchFamily="2" charset="2"/>
              <a:buNone/>
            </a:pPr>
            <a:r>
              <a:rPr altLang="zh-CN" dirty="0" sz="2800" kumimoji="1" lang="en-US">
                <a:latin typeface="Times New Roman" panose="02020603050405020304" pitchFamily="18" charset="0"/>
              </a:rPr>
              <a:t>            </a:t>
            </a:r>
            <a:r>
              <a:rPr altLang="zh-CN" dirty="0" sz="2800" kumimoji="1" lang="en-US" err="1">
                <a:latin typeface="Times New Roman" panose="02020603050405020304" pitchFamily="18" charset="0"/>
              </a:rPr>
              <a:t>rowStart</a:t>
            </a:r>
            <a:r>
              <a:rPr altLang="zh-CN" dirty="0" sz="2800" kumimoji="1" lang="en-US">
                <a:latin typeface="Times New Roman" panose="02020603050405020304" pitchFamily="18" charset="0"/>
              </a:rPr>
              <a:t>[0] = 0</a:t>
            </a:r>
            <a:r>
              <a:rPr altLang="zh-CN" b="1" dirty="0" sz="2800" kumimoji="1" lang="en-US">
                <a:latin typeface="Times New Roman" panose="02020603050405020304" pitchFamily="18" charset="0"/>
              </a:rPr>
              <a:t>;</a:t>
            </a:r>
            <a:r>
              <a:rPr altLang="zh-CN" dirty="0" sz="2800" kumimoji="1" lang="en-US">
                <a:latin typeface="Times New Roman" panose="02020603050405020304" pitchFamily="18" charset="0"/>
              </a:rPr>
              <a:t>	</a:t>
            </a:r>
          </a:p>
          <a:p>
            <a:pPr eaLnBrk="1" hangingPunct="1">
              <a:spcBef>
                <a:spcPct val="10000"/>
              </a:spcBef>
              <a:buFontTx/>
              <a:buNone/>
            </a:pPr>
            <a:r>
              <a:rPr altLang="zh-CN" b="1" dirty="0" sz="2800" kumimoji="1" lang="en-US">
                <a:latin typeface="Times New Roman" panose="02020603050405020304" pitchFamily="18" charset="0"/>
              </a:rPr>
              <a:t>       for </a:t>
            </a:r>
            <a:r>
              <a:rPr altLang="zh-CN" dirty="0" sz="2800" kumimoji="1" lang="en-US">
                <a:latin typeface="Times New Roman" panose="02020603050405020304" pitchFamily="18" charset="0"/>
              </a:rPr>
              <a:t>(</a:t>
            </a:r>
            <a:r>
              <a:rPr altLang="zh-CN" dirty="0" sz="2800" kumimoji="1" lang="en-US" err="1">
                <a:latin typeface="Times New Roman" panose="02020603050405020304" pitchFamily="18" charset="0"/>
              </a:rPr>
              <a:t>i</a:t>
            </a:r>
            <a:r>
              <a:rPr altLang="zh-CN" dirty="0" sz="2800" kumimoji="1" lang="en-US">
                <a:latin typeface="Times New Roman" panose="02020603050405020304" pitchFamily="18" charset="0"/>
              </a:rPr>
              <a:t> = 1</a:t>
            </a:r>
            <a:r>
              <a:rPr altLang="zh-CN" b="1" dirty="0" sz="2800" kumimoji="1" lang="en-US">
                <a:latin typeface="Times New Roman" panose="02020603050405020304" pitchFamily="18" charset="0"/>
              </a:rPr>
              <a:t>;</a:t>
            </a:r>
            <a:r>
              <a:rPr altLang="zh-CN" dirty="0" sz="2800" kumimoji="1" lang="en-US">
                <a:latin typeface="Times New Roman" panose="02020603050405020304" pitchFamily="18" charset="0"/>
              </a:rPr>
              <a:t> </a:t>
            </a:r>
            <a:r>
              <a:rPr altLang="zh-CN" dirty="0" sz="2800" kumimoji="1" lang="en-US" err="1">
                <a:latin typeface="Times New Roman" panose="02020603050405020304" pitchFamily="18" charset="0"/>
              </a:rPr>
              <a:t>i</a:t>
            </a:r>
            <a:r>
              <a:rPr altLang="zh-CN" dirty="0" sz="2800" kumimoji="1" lang="en-US">
                <a:latin typeface="Times New Roman" panose="02020603050405020304" pitchFamily="18" charset="0"/>
              </a:rPr>
              <a:t> &lt; Cols</a:t>
            </a:r>
            <a:r>
              <a:rPr altLang="zh-CN" b="1" dirty="0" sz="2800" kumimoji="1" lang="en-US">
                <a:latin typeface="Times New Roman" panose="02020603050405020304" pitchFamily="18" charset="0"/>
              </a:rPr>
              <a:t>;</a:t>
            </a:r>
            <a:r>
              <a:rPr altLang="zh-CN" dirty="0" sz="2800" kumimoji="1" lang="en-US">
                <a:latin typeface="Times New Roman" panose="02020603050405020304" pitchFamily="18" charset="0"/>
              </a:rPr>
              <a:t> </a:t>
            </a:r>
            <a:r>
              <a:rPr altLang="zh-CN" dirty="0" sz="2800" kumimoji="1" lang="en-US" err="1">
                <a:latin typeface="Times New Roman" panose="02020603050405020304" pitchFamily="18" charset="0"/>
              </a:rPr>
              <a:t>i</a:t>
            </a:r>
            <a:r>
              <a:rPr altLang="zh-CN" dirty="0" sz="2800" kumimoji="1" lang="en-US">
                <a:latin typeface="Times New Roman" panose="02020603050405020304" pitchFamily="18" charset="0"/>
              </a:rPr>
              <a:t>++)			</a:t>
            </a:r>
          </a:p>
          <a:p>
            <a:pPr eaLnBrk="1" hangingPunct="1">
              <a:spcBef>
                <a:spcPct val="10000"/>
              </a:spcBef>
              <a:buFontTx/>
              <a:buNone/>
            </a:pPr>
            <a:r>
              <a:rPr altLang="zh-CN" dirty="0" sz="2800" kumimoji="1" lang="en-US">
                <a:latin typeface="Times New Roman" panose="02020603050405020304" pitchFamily="18" charset="0"/>
              </a:rPr>
              <a:t>	       </a:t>
            </a:r>
            <a:r>
              <a:rPr altLang="zh-CN" dirty="0" sz="2800" kumimoji="1" lang="en-US" err="1">
                <a:latin typeface="Times New Roman" panose="02020603050405020304" pitchFamily="18" charset="0"/>
              </a:rPr>
              <a:t>rowStart</a:t>
            </a:r>
            <a:r>
              <a:rPr altLang="zh-CN" dirty="0" sz="2800" kumimoji="1" lang="en-US">
                <a:latin typeface="Times New Roman" panose="02020603050405020304" pitchFamily="18" charset="0"/>
              </a:rPr>
              <a:t>[</a:t>
            </a:r>
            <a:r>
              <a:rPr altLang="zh-CN" dirty="0" sz="2800" kumimoji="1" lang="en-US" err="1">
                <a:latin typeface="Times New Roman" panose="02020603050405020304" pitchFamily="18" charset="0"/>
              </a:rPr>
              <a:t>i</a:t>
            </a:r>
            <a:r>
              <a:rPr altLang="zh-CN" dirty="0" sz="2800" kumimoji="1" lang="en-US">
                <a:latin typeface="Times New Roman" panose="02020603050405020304" pitchFamily="18" charset="0"/>
              </a:rPr>
              <a:t>] = </a:t>
            </a:r>
            <a:r>
              <a:rPr altLang="zh-CN" dirty="0" sz="2800" kumimoji="1" lang="en-US" err="1">
                <a:latin typeface="Times New Roman" panose="02020603050405020304" pitchFamily="18" charset="0"/>
              </a:rPr>
              <a:t>rowStart</a:t>
            </a:r>
            <a:r>
              <a:rPr altLang="zh-CN" dirty="0" sz="2800" kumimoji="1" lang="en-US">
                <a:latin typeface="Times New Roman" panose="02020603050405020304" pitchFamily="18" charset="0"/>
              </a:rPr>
              <a:t>[i</a:t>
            </a:r>
            <a:r>
              <a:rPr altLang="zh-CN" dirty="0" sz="2800" kumimoji="1" lang="en-US">
                <a:latin typeface="Courier New" panose="02070309020205020404" pitchFamily="49" charset="0"/>
                <a:ea typeface="仿宋_GB2312" pitchFamily="49" charset="-122"/>
              </a:rPr>
              <a:t>-</a:t>
            </a:r>
            <a:r>
              <a:rPr altLang="zh-CN" dirty="0" sz="2800" kumimoji="1" lang="en-US">
                <a:latin typeface="Times New Roman" panose="02020603050405020304" pitchFamily="18" charset="0"/>
              </a:rPr>
              <a:t>1]+</a:t>
            </a:r>
            <a:r>
              <a:rPr altLang="zh-CN" dirty="0" sz="2800" kumimoji="1" lang="en-US" err="1">
                <a:latin typeface="Times New Roman" panose="02020603050405020304" pitchFamily="18" charset="0"/>
              </a:rPr>
              <a:t>rowSize</a:t>
            </a:r>
            <a:r>
              <a:rPr altLang="zh-CN" dirty="0" sz="2800" kumimoji="1" lang="en-US">
                <a:latin typeface="Times New Roman" panose="02020603050405020304" pitchFamily="18" charset="0"/>
              </a:rPr>
              <a:t>[i</a:t>
            </a:r>
            <a:r>
              <a:rPr altLang="zh-CN" dirty="0" sz="2800" kumimoji="1" lang="en-US">
                <a:latin typeface="Courier New" panose="02070309020205020404" pitchFamily="49" charset="0"/>
                <a:ea typeface="仿宋_GB2312" pitchFamily="49" charset="-122"/>
              </a:rPr>
              <a:t>-</a:t>
            </a:r>
            <a:r>
              <a:rPr altLang="zh-CN" dirty="0" sz="2800" kumimoji="1" lang="en-US">
                <a:latin typeface="Times New Roman" panose="02020603050405020304" pitchFamily="18" charset="0"/>
              </a:rPr>
              <a:t>1]</a:t>
            </a:r>
            <a:r>
              <a:rPr altLang="zh-CN" b="1" dirty="0" sz="2800" kumimoji="1" lang="en-US">
                <a:latin typeface="Times New Roman" panose="02020603050405020304" pitchFamily="18" charset="0"/>
              </a:rPr>
              <a:t>;</a:t>
            </a:r>
            <a:endParaRPr altLang="zh-CN" dirty="0" sz="2800" kumimoji="1" lang="en-US">
              <a:latin typeface="Times New Roman" panose="02020603050405020304" pitchFamily="18" charset="0"/>
            </a:endParaRPr>
          </a:p>
          <a:p>
            <a:pPr eaLnBrk="1" hangingPunct="1">
              <a:spcBef>
                <a:spcPct val="10000"/>
              </a:spcBef>
              <a:buFontTx/>
              <a:buNone/>
            </a:pPr>
            <a:r>
              <a:rPr altLang="zh-CN" b="1" dirty="0" sz="2800" kumimoji="1" lang="en-US">
                <a:latin typeface="Times New Roman" panose="02020603050405020304" pitchFamily="18" charset="0"/>
              </a:rPr>
              <a:t>	  for </a:t>
            </a:r>
            <a:r>
              <a:rPr altLang="zh-CN" dirty="0" sz="2800" kumimoji="1" lang="en-US">
                <a:latin typeface="Times New Roman" panose="02020603050405020304" pitchFamily="18" charset="0"/>
              </a:rPr>
              <a:t>(</a:t>
            </a:r>
            <a:r>
              <a:rPr altLang="zh-CN" dirty="0" sz="2800" kumimoji="1" lang="en-US" err="1">
                <a:latin typeface="Times New Roman" panose="02020603050405020304" pitchFamily="18" charset="0"/>
              </a:rPr>
              <a:t>i</a:t>
            </a:r>
            <a:r>
              <a:rPr altLang="zh-CN" dirty="0" sz="2800" kumimoji="1" lang="en-US">
                <a:latin typeface="Times New Roman" panose="02020603050405020304" pitchFamily="18" charset="0"/>
              </a:rPr>
              <a:t> = 0</a:t>
            </a:r>
            <a:r>
              <a:rPr altLang="zh-CN" b="1" dirty="0" sz="2800" kumimoji="1" lang="en-US">
                <a:latin typeface="Times New Roman" panose="02020603050405020304" pitchFamily="18" charset="0"/>
              </a:rPr>
              <a:t>;</a:t>
            </a:r>
            <a:r>
              <a:rPr altLang="zh-CN" dirty="0" sz="2800" kumimoji="1" lang="en-US">
                <a:latin typeface="Times New Roman" panose="02020603050405020304" pitchFamily="18" charset="0"/>
              </a:rPr>
              <a:t> </a:t>
            </a:r>
            <a:r>
              <a:rPr altLang="zh-CN" dirty="0" sz="2800" kumimoji="1" lang="en-US" err="1">
                <a:latin typeface="Times New Roman" panose="02020603050405020304" pitchFamily="18" charset="0"/>
              </a:rPr>
              <a:t>i</a:t>
            </a:r>
            <a:r>
              <a:rPr altLang="zh-CN" dirty="0" sz="2800" kumimoji="1" lang="en-US">
                <a:latin typeface="Times New Roman" panose="02020603050405020304" pitchFamily="18" charset="0"/>
              </a:rPr>
              <a:t> &lt; Terms</a:t>
            </a:r>
            <a:r>
              <a:rPr altLang="zh-CN" b="1" dirty="0" sz="2800" kumimoji="1" lang="en-US">
                <a:latin typeface="Times New Roman" panose="02020603050405020304" pitchFamily="18" charset="0"/>
              </a:rPr>
              <a:t>; </a:t>
            </a:r>
            <a:r>
              <a:rPr altLang="zh-CN" dirty="0" sz="2800" kumimoji="1" lang="en-US" err="1">
                <a:latin typeface="Times New Roman" panose="02020603050405020304" pitchFamily="18" charset="0"/>
              </a:rPr>
              <a:t>i</a:t>
            </a:r>
            <a:r>
              <a:rPr altLang="zh-CN" dirty="0" sz="2800" kumimoji="1" lang="en-US">
                <a:latin typeface="Times New Roman" panose="02020603050405020304" pitchFamily="18" charset="0"/>
              </a:rPr>
              <a:t>++) </a:t>
            </a:r>
            <a:r>
              <a:rPr altLang="zh-CN" b="1" dirty="0" sz="2800" kumimoji="1" lang="en-US">
                <a:latin typeface="Times New Roman" panose="02020603050405020304" pitchFamily="18" charset="0"/>
              </a:rPr>
              <a:t>{			</a:t>
            </a:r>
            <a:endParaRPr altLang="zh-CN" dirty="0" sz="2800" kumimoji="1" lang="en-US">
              <a:latin typeface="Times New Roman" panose="02020603050405020304" pitchFamily="18" charset="0"/>
            </a:endParaRPr>
          </a:p>
          <a:p>
            <a:pPr eaLnBrk="1" hangingPunct="1">
              <a:spcBef>
                <a:spcPct val="10000"/>
              </a:spcBef>
              <a:buFontTx/>
              <a:buNone/>
            </a:pPr>
            <a:r>
              <a:rPr altLang="zh-CN" b="1" dirty="0" sz="2800" kumimoji="1" lang="en-US">
                <a:latin typeface="Times New Roman" panose="02020603050405020304" pitchFamily="18" charset="0"/>
              </a:rPr>
              <a:t>	       </a:t>
            </a:r>
            <a:r>
              <a:rPr altLang="zh-CN" dirty="0" sz="2800" kumimoji="1" lang="en-US">
                <a:latin typeface="Times New Roman" panose="02020603050405020304" pitchFamily="18" charset="0"/>
              </a:rPr>
              <a:t>j = </a:t>
            </a:r>
            <a:r>
              <a:rPr altLang="zh-CN" dirty="0" sz="2800" kumimoji="1" lang="en-US" err="1">
                <a:latin typeface="Times New Roman" panose="02020603050405020304" pitchFamily="18" charset="0"/>
              </a:rPr>
              <a:t>rowStart</a:t>
            </a:r>
            <a:r>
              <a:rPr altLang="zh-CN" dirty="0" sz="2800" kumimoji="1" lang="en-US">
                <a:latin typeface="Times New Roman" panose="02020603050405020304" pitchFamily="18" charset="0"/>
              </a:rPr>
              <a:t> [</a:t>
            </a:r>
            <a:r>
              <a:rPr altLang="zh-CN" dirty="0" sz="2800" kumimoji="1" lang="en-US" err="1">
                <a:solidFill>
                  <a:schemeClr val="tx2"/>
                </a:solidFill>
                <a:latin typeface="Times New Roman" panose="02020603050405020304" pitchFamily="18" charset="0"/>
              </a:rPr>
              <a:t>smArray</a:t>
            </a:r>
            <a:r>
              <a:rPr altLang="zh-CN" dirty="0" sz="2800" kumimoji="1" lang="en-US">
                <a:solidFill>
                  <a:schemeClr val="tx2"/>
                </a:solidFill>
                <a:latin typeface="Times New Roman" panose="02020603050405020304" pitchFamily="18" charset="0"/>
              </a:rPr>
              <a:t>[</a:t>
            </a:r>
            <a:r>
              <a:rPr altLang="zh-CN" dirty="0" sz="2800" kumimoji="1" lang="en-US" err="1">
                <a:solidFill>
                  <a:schemeClr val="tx2"/>
                </a:solidFill>
                <a:latin typeface="Times New Roman" panose="02020603050405020304" pitchFamily="18" charset="0"/>
              </a:rPr>
              <a:t>i</a:t>
            </a:r>
            <a:r>
              <a:rPr altLang="zh-CN" dirty="0" sz="2800" kumimoji="1" lang="en-US">
                <a:solidFill>
                  <a:schemeClr val="tx2"/>
                </a:solidFill>
                <a:latin typeface="Times New Roman" panose="02020603050405020304" pitchFamily="18" charset="0"/>
              </a:rPr>
              <a:t>].col</a:t>
            </a:r>
            <a:r>
              <a:rPr altLang="zh-CN" dirty="0" sz="2800" kumimoji="1" lang="en-US">
                <a:latin typeface="Times New Roman" panose="02020603050405020304" pitchFamily="18" charset="0"/>
              </a:rPr>
              <a:t>]</a:t>
            </a:r>
            <a:r>
              <a:rPr altLang="zh-CN" b="1" dirty="0" sz="2800" kumimoji="1" lang="en-US">
                <a:latin typeface="Times New Roman" panose="02020603050405020304" pitchFamily="18" charset="0"/>
              </a:rPr>
              <a:t>;		</a:t>
            </a:r>
            <a:endParaRPr altLang="zh-CN" dirty="0" sz="2800" kumimoji="1" lang="en-US">
              <a:latin typeface="Times New Roman" panose="02020603050405020304" pitchFamily="18" charset="0"/>
            </a:endParaRPr>
          </a:p>
          <a:p>
            <a:pPr eaLnBrk="1" hangingPunct="1">
              <a:spcBef>
                <a:spcPct val="10000"/>
              </a:spcBef>
              <a:buFontTx/>
              <a:buNone/>
            </a:pPr>
            <a:r>
              <a:rPr altLang="zh-CN" dirty="0" sz="2800" kumimoji="1" lang="en-US">
                <a:latin typeface="Times New Roman" panose="02020603050405020304" pitchFamily="18" charset="0"/>
              </a:rPr>
              <a:t>	       </a:t>
            </a:r>
            <a:r>
              <a:rPr altLang="zh-CN" dirty="0" sz="2800" kumimoji="1" lang="en-US" err="1">
                <a:latin typeface="Times New Roman" panose="02020603050405020304" pitchFamily="18" charset="0"/>
              </a:rPr>
              <a:t>B.smArray</a:t>
            </a:r>
            <a:r>
              <a:rPr altLang="zh-CN" dirty="0" sz="2800" kumimoji="1" lang="en-US">
                <a:latin typeface="Times New Roman" panose="02020603050405020304" pitchFamily="18" charset="0"/>
              </a:rPr>
              <a:t>[j].row = </a:t>
            </a:r>
            <a:r>
              <a:rPr altLang="zh-CN" dirty="0" sz="2800" kumimoji="1" lang="en-US" err="1">
                <a:latin typeface="Times New Roman" panose="02020603050405020304" pitchFamily="18" charset="0"/>
              </a:rPr>
              <a:t>smArray</a:t>
            </a:r>
            <a:r>
              <a:rPr altLang="zh-CN" dirty="0" sz="2800" kumimoji="1" lang="en-US">
                <a:latin typeface="Times New Roman" panose="02020603050405020304" pitchFamily="18" charset="0"/>
              </a:rPr>
              <a:t>[</a:t>
            </a:r>
            <a:r>
              <a:rPr altLang="zh-CN" dirty="0" sz="2800" kumimoji="1" lang="en-US" err="1">
                <a:latin typeface="Times New Roman" panose="02020603050405020304" pitchFamily="18" charset="0"/>
              </a:rPr>
              <a:t>i</a:t>
            </a:r>
            <a:r>
              <a:rPr altLang="zh-CN" dirty="0" sz="2800" kumimoji="1" lang="en-US">
                <a:latin typeface="Times New Roman" panose="02020603050405020304" pitchFamily="18" charset="0"/>
              </a:rPr>
              <a:t>].col</a:t>
            </a:r>
            <a:r>
              <a:rPr altLang="zh-CN" b="1" dirty="0" sz="2800" kumimoji="1" lang="en-US">
                <a:latin typeface="Times New Roman" panose="02020603050405020304" pitchFamily="18" charset="0"/>
              </a:rPr>
              <a:t>;</a:t>
            </a:r>
            <a:endParaRPr altLang="zh-CN" dirty="0" sz="2800" kumimoji="1" lang="en-US">
              <a:latin typeface="Times New Roman" panose="02020603050405020304" pitchFamily="18" charset="0"/>
            </a:endParaRPr>
          </a:p>
          <a:p>
            <a:pPr eaLnBrk="1" hangingPunct="1">
              <a:spcBef>
                <a:spcPct val="10000"/>
              </a:spcBef>
              <a:buFontTx/>
              <a:buNone/>
            </a:pPr>
            <a:r>
              <a:rPr altLang="zh-CN" dirty="0" sz="2800" kumimoji="1" lang="en-US">
                <a:latin typeface="Times New Roman" panose="02020603050405020304" pitchFamily="18" charset="0"/>
              </a:rPr>
              <a:t>	       </a:t>
            </a:r>
            <a:r>
              <a:rPr altLang="zh-CN" dirty="0" sz="2800" kumimoji="1" lang="en-US" err="1">
                <a:latin typeface="Times New Roman" panose="02020603050405020304" pitchFamily="18" charset="0"/>
              </a:rPr>
              <a:t>B.smArray</a:t>
            </a:r>
            <a:r>
              <a:rPr altLang="zh-CN" dirty="0" sz="2800" kumimoji="1" lang="en-US">
                <a:latin typeface="Times New Roman" panose="02020603050405020304" pitchFamily="18" charset="0"/>
              </a:rPr>
              <a:t>[j].col = </a:t>
            </a:r>
            <a:r>
              <a:rPr altLang="zh-CN" dirty="0" sz="2800" kumimoji="1" lang="en-US" err="1">
                <a:latin typeface="Times New Roman" panose="02020603050405020304" pitchFamily="18" charset="0"/>
              </a:rPr>
              <a:t>smArray</a:t>
            </a:r>
            <a:r>
              <a:rPr altLang="zh-CN" dirty="0" sz="2800" kumimoji="1" lang="en-US">
                <a:latin typeface="Times New Roman" panose="02020603050405020304" pitchFamily="18" charset="0"/>
              </a:rPr>
              <a:t>[</a:t>
            </a:r>
            <a:r>
              <a:rPr altLang="zh-CN" dirty="0" sz="2800" kumimoji="1" lang="en-US" err="1">
                <a:latin typeface="Times New Roman" panose="02020603050405020304" pitchFamily="18" charset="0"/>
              </a:rPr>
              <a:t>i</a:t>
            </a:r>
            <a:r>
              <a:rPr altLang="zh-CN" dirty="0" sz="2800" kumimoji="1" lang="en-US">
                <a:latin typeface="Times New Roman" panose="02020603050405020304" pitchFamily="18" charset="0"/>
              </a:rPr>
              <a:t>].row</a:t>
            </a:r>
            <a:r>
              <a:rPr altLang="zh-CN" b="1" dirty="0" sz="2800" kumimoji="1" lang="en-US">
                <a:latin typeface="Times New Roman" panose="02020603050405020304" pitchFamily="18" charset="0"/>
              </a:rPr>
              <a:t>;</a:t>
            </a:r>
          </a:p>
          <a:p>
            <a:pPr eaLnBrk="1" hangingPunct="1">
              <a:spcBef>
                <a:spcPct val="10000"/>
              </a:spcBef>
              <a:buFontTx/>
              <a:buNone/>
            </a:pPr>
            <a:r>
              <a:rPr altLang="zh-CN" dirty="0" sz="2800" kumimoji="1" lang="en-US">
                <a:latin typeface="Times New Roman" panose="02020603050405020304" pitchFamily="18" charset="0"/>
              </a:rPr>
              <a:t>	       </a:t>
            </a:r>
            <a:r>
              <a:rPr altLang="zh-CN" dirty="0" sz="2800" kumimoji="1" lang="en-US" err="1">
                <a:latin typeface="Times New Roman" panose="02020603050405020304" pitchFamily="18" charset="0"/>
              </a:rPr>
              <a:t>B.smArray</a:t>
            </a:r>
            <a:r>
              <a:rPr altLang="zh-CN" dirty="0" sz="2800" kumimoji="1" lang="en-US">
                <a:latin typeface="Times New Roman" panose="02020603050405020304" pitchFamily="18" charset="0"/>
              </a:rPr>
              <a:t>[j].value = </a:t>
            </a:r>
            <a:r>
              <a:rPr altLang="zh-CN" dirty="0" sz="2800" kumimoji="1" lang="en-US" err="1">
                <a:latin typeface="Times New Roman" panose="02020603050405020304" pitchFamily="18" charset="0"/>
              </a:rPr>
              <a:t>smArray</a:t>
            </a:r>
            <a:r>
              <a:rPr altLang="zh-CN" dirty="0" sz="2800" kumimoji="1" lang="en-US">
                <a:latin typeface="Times New Roman" panose="02020603050405020304" pitchFamily="18" charset="0"/>
              </a:rPr>
              <a:t>[</a:t>
            </a:r>
            <a:r>
              <a:rPr altLang="zh-CN" dirty="0" sz="2800" kumimoji="1" lang="en-US" err="1">
                <a:latin typeface="Times New Roman" panose="02020603050405020304" pitchFamily="18" charset="0"/>
              </a:rPr>
              <a:t>i</a:t>
            </a:r>
            <a:r>
              <a:rPr altLang="zh-CN" dirty="0" sz="2800" kumimoji="1" lang="en-US">
                <a:latin typeface="Times New Roman" panose="02020603050405020304" pitchFamily="18" charset="0"/>
              </a:rPr>
              <a:t>].value</a:t>
            </a:r>
            <a:r>
              <a:rPr altLang="zh-CN" b="1" dirty="0" sz="2800" kumimoji="1" lang="en-US">
                <a:latin typeface="Times New Roman" panose="02020603050405020304" pitchFamily="18" charset="0"/>
              </a:rPr>
              <a:t>;</a:t>
            </a:r>
            <a:endParaRPr altLang="zh-CN" dirty="0" sz="2800" kumimoji="1" lang="en-US">
              <a:latin typeface="Times New Roman" panose="02020603050405020304" pitchFamily="18" charset="0"/>
            </a:endParaRPr>
          </a:p>
          <a:p>
            <a:pPr eaLnBrk="1" hangingPunct="1">
              <a:spcBef>
                <a:spcPct val="10000"/>
              </a:spcBef>
              <a:buFontTx/>
              <a:buNone/>
            </a:pPr>
            <a:r>
              <a:rPr altLang="zh-CN" dirty="0" sz="2800" kumimoji="1" lang="en-US">
                <a:latin typeface="Times New Roman" panose="02020603050405020304" pitchFamily="18" charset="0"/>
              </a:rPr>
              <a:t>	       </a:t>
            </a:r>
            <a:r>
              <a:rPr altLang="zh-CN" dirty="0" sz="2800" kumimoji="1" lang="en-US" err="1">
                <a:latin typeface="Times New Roman" panose="02020603050405020304" pitchFamily="18" charset="0"/>
              </a:rPr>
              <a:t>rowStart</a:t>
            </a:r>
            <a:r>
              <a:rPr altLang="zh-CN" dirty="0" sz="2800" kumimoji="1" lang="en-US">
                <a:latin typeface="Times New Roman" panose="02020603050405020304" pitchFamily="18" charset="0"/>
              </a:rPr>
              <a:t> [</a:t>
            </a:r>
            <a:r>
              <a:rPr altLang="zh-CN" dirty="0" sz="2800" kumimoji="1" lang="en-US" err="1">
                <a:solidFill>
                  <a:schemeClr val="tx2"/>
                </a:solidFill>
                <a:latin typeface="Times New Roman" panose="02020603050405020304" pitchFamily="18" charset="0"/>
              </a:rPr>
              <a:t>smArray</a:t>
            </a:r>
            <a:r>
              <a:rPr altLang="zh-CN" dirty="0" sz="2800" kumimoji="1" lang="en-US">
                <a:solidFill>
                  <a:schemeClr val="tx2"/>
                </a:solidFill>
                <a:latin typeface="Times New Roman" panose="02020603050405020304" pitchFamily="18" charset="0"/>
              </a:rPr>
              <a:t>[</a:t>
            </a:r>
            <a:r>
              <a:rPr altLang="zh-CN" dirty="0" sz="2800" kumimoji="1" lang="en-US" err="1">
                <a:solidFill>
                  <a:schemeClr val="tx2"/>
                </a:solidFill>
                <a:latin typeface="Times New Roman" panose="02020603050405020304" pitchFamily="18" charset="0"/>
              </a:rPr>
              <a:t>i</a:t>
            </a:r>
            <a:r>
              <a:rPr altLang="zh-CN" dirty="0" sz="2800" kumimoji="1" lang="en-US">
                <a:solidFill>
                  <a:schemeClr val="tx2"/>
                </a:solidFill>
                <a:latin typeface="Times New Roman" panose="02020603050405020304" pitchFamily="18" charset="0"/>
              </a:rPr>
              <a:t>].col</a:t>
            </a:r>
            <a:r>
              <a:rPr altLang="zh-CN" dirty="0" sz="2800" kumimoji="1" lang="en-US">
                <a:latin typeface="Times New Roman" panose="02020603050405020304" pitchFamily="18" charset="0"/>
              </a:rPr>
              <a:t>]++</a:t>
            </a:r>
            <a:r>
              <a:rPr altLang="zh-CN" b="1" dirty="0" sz="2800" kumimoji="1" lang="en-US">
                <a:latin typeface="Times New Roman" panose="02020603050405020304" pitchFamily="18" charset="0"/>
              </a:rPr>
              <a:t>;		</a:t>
            </a:r>
            <a:endParaRPr altLang="zh-CN" dirty="0" sz="2800" kumimoji="1" lang="en-US">
              <a:latin typeface="Times New Roman" panose="02020603050405020304" pitchFamily="18" charset="0"/>
            </a:endParaRPr>
          </a:p>
          <a:p>
            <a:pPr eaLnBrk="1" hangingPunct="1">
              <a:spcBef>
                <a:spcPct val="10000"/>
              </a:spcBef>
              <a:buFontTx/>
              <a:buNone/>
            </a:pPr>
            <a:r>
              <a:rPr altLang="zh-CN" dirty="0" sz="2800" kumimoji="1" lang="en-US">
                <a:latin typeface="Times New Roman" panose="02020603050405020304" pitchFamily="18" charset="0"/>
              </a:rPr>
              <a:t>	  </a:t>
            </a:r>
            <a:r>
              <a:rPr altLang="zh-CN" b="1" dirty="0" sz="2800" kumimoji="1" lang="en-US">
                <a:latin typeface="Times New Roman" panose="02020603050405020304" pitchFamily="18" charset="0"/>
              </a:rPr>
              <a:t>}        </a:t>
            </a:r>
          </a:p>
        </p:txBody>
      </p:sp>
      <p:sp>
        <p:nvSpPr>
          <p:cNvPr id="1048949" name="Text Box 2"/>
          <p:cNvSpPr txBox="1">
            <a:spLocks noChangeArrowheads="1"/>
          </p:cNvSpPr>
          <p:nvPr/>
        </p:nvSpPr>
        <p:spPr bwMode="auto">
          <a:xfrm>
            <a:off x="304790" y="5562600"/>
            <a:ext cx="8382000" cy="1373188"/>
          </a:xfrm>
          <a:prstGeom prst="rect"/>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dirty="0" sz="2800" kumimoji="1" lang="en-US">
                <a:solidFill>
                  <a:srgbClr val="CC0000"/>
                </a:solidFill>
                <a:latin typeface="Times New Roman" panose="02020603050405020304" pitchFamily="18" charset="0"/>
              </a:rPr>
              <a:t>     </a:t>
            </a:r>
            <a:r>
              <a:rPr altLang="zh-CN" b="1" dirty="0" sz="2800" kumimoji="1" lang="en-US">
                <a:latin typeface="Times New Roman" panose="02020603050405020304" pitchFamily="18" charset="0"/>
              </a:rPr>
              <a:t>}// end of if</a:t>
            </a:r>
            <a:endParaRPr altLang="zh-CN" b="1" dirty="0" sz="1800" kumimoji="1" lang="en-US">
              <a:latin typeface="Courier New" panose="02070309020205020404" pitchFamily="49" charset="0"/>
            </a:endParaRPr>
          </a:p>
          <a:p>
            <a:pPr eaLnBrk="1" hangingPunct="1">
              <a:spcBef>
                <a:spcPct val="0"/>
              </a:spcBef>
              <a:buFontTx/>
              <a:buNone/>
            </a:pPr>
            <a:r>
              <a:rPr altLang="zh-CN" b="1" dirty="0" sz="2800" kumimoji="1" lang="en-US">
                <a:latin typeface="Times New Roman" panose="02020603050405020304" pitchFamily="18" charset="0"/>
              </a:rPr>
              <a:t>     delete </a:t>
            </a:r>
            <a:r>
              <a:rPr altLang="zh-CN" dirty="0" sz="2800" kumimoji="1" lang="en-US">
                <a:latin typeface="Times New Roman" panose="02020603050405020304" pitchFamily="18" charset="0"/>
              </a:rPr>
              <a:t>[ ] </a:t>
            </a:r>
            <a:r>
              <a:rPr altLang="zh-CN" dirty="0" sz="2800" kumimoji="1" lang="en-US" err="1">
                <a:latin typeface="Times New Roman" panose="02020603050405020304" pitchFamily="18" charset="0"/>
              </a:rPr>
              <a:t>rowSize</a:t>
            </a:r>
            <a:r>
              <a:rPr altLang="zh-CN" b="1" dirty="0" sz="2800" kumimoji="1" lang="en-US">
                <a:latin typeface="Times New Roman" panose="02020603050405020304" pitchFamily="18" charset="0"/>
              </a:rPr>
              <a:t>;</a:t>
            </a:r>
            <a:r>
              <a:rPr altLang="zh-CN" dirty="0" sz="2800" kumimoji="1" lang="en-US">
                <a:latin typeface="Times New Roman" panose="02020603050405020304" pitchFamily="18" charset="0"/>
              </a:rPr>
              <a:t>   </a:t>
            </a:r>
            <a:r>
              <a:rPr altLang="zh-CN" b="1" dirty="0" sz="2800" kumimoji="1" lang="en-US">
                <a:latin typeface="Times New Roman" panose="02020603050405020304" pitchFamily="18" charset="0"/>
              </a:rPr>
              <a:t>delete</a:t>
            </a:r>
            <a:r>
              <a:rPr altLang="zh-CN" dirty="0" sz="2800" kumimoji="1" lang="en-US">
                <a:latin typeface="Times New Roman" panose="02020603050405020304" pitchFamily="18" charset="0"/>
              </a:rPr>
              <a:t> [ ] </a:t>
            </a:r>
            <a:r>
              <a:rPr altLang="zh-CN" dirty="0" sz="2800" kumimoji="1" lang="en-US" err="1">
                <a:latin typeface="Times New Roman" panose="02020603050405020304" pitchFamily="18" charset="0"/>
              </a:rPr>
              <a:t>rowStart</a:t>
            </a:r>
            <a:r>
              <a:rPr altLang="zh-CN" b="1" dirty="0" sz="2800" kumimoji="1" lang="en-US">
                <a:latin typeface="Times New Roman" panose="02020603050405020304" pitchFamily="18" charset="0"/>
              </a:rPr>
              <a:t>;</a:t>
            </a:r>
          </a:p>
          <a:p>
            <a:pPr eaLnBrk="1" hangingPunct="1">
              <a:spcBef>
                <a:spcPct val="0"/>
              </a:spcBef>
              <a:buFontTx/>
              <a:buNone/>
            </a:pPr>
            <a:r>
              <a:rPr altLang="zh-CN" b="1" dirty="0" sz="2800" kumimoji="1" lang="en-US">
                <a:latin typeface="Times New Roman" panose="02020603050405020304" pitchFamily="18" charset="0"/>
              </a:rPr>
              <a:t>}</a:t>
            </a:r>
          </a:p>
        </p:txBody>
      </p:sp>
    </p:spTree>
  </p:cSld>
  <p:clrMapOvr>
    <a:masterClrMapping/>
  </p:clrMapOvr>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10" presetSubtype="0">
                                  <p:stCondLst>
                                    <p:cond delay="0"/>
                                  </p:stCondLst>
                                  <p:childTnLst>
                                    <p:set>
                                      <p:cBhvr>
                                        <p:cTn dur="1" fill="hold" id="6">
                                          <p:stCondLst>
                                            <p:cond delay="0"/>
                                          </p:stCondLst>
                                        </p:cTn>
                                        <p:tgtEl>
                                          <p:spTgt spid="1048948">
                                            <p:txEl>
                                              <p:pRg st="0" end="0"/>
                                            </p:txEl>
                                          </p:spTgt>
                                        </p:tgtEl>
                                        <p:attrNameLst>
                                          <p:attrName>style.visibility</p:attrName>
                                        </p:attrNameLst>
                                      </p:cBhvr>
                                      <p:to>
                                        <p:strVal val="visible"/>
                                      </p:to>
                                    </p:set>
                                    <p:animEffect transition="in" filter="fade">
                                      <p:cBhvr>
                                        <p:cTn dur="500" id="7"/>
                                        <p:tgtEl>
                                          <p:spTgt spid="1048948">
                                            <p:txEl>
                                              <p:pRg st="0" end="0"/>
                                            </p:txEl>
                                          </p:spTgt>
                                        </p:tgtEl>
                                      </p:cBhvr>
                                    </p:animEffect>
                                  </p:childTnLst>
                                </p:cTn>
                              </p:par>
                              <p:par>
                                <p:cTn fill="hold" id="8" nodeType="withEffect" presetClass="entr" presetID="10" presetSubtype="0">
                                  <p:stCondLst>
                                    <p:cond delay="0"/>
                                  </p:stCondLst>
                                  <p:childTnLst>
                                    <p:set>
                                      <p:cBhvr>
                                        <p:cTn dur="1" fill="hold" id="9">
                                          <p:stCondLst>
                                            <p:cond delay="0"/>
                                          </p:stCondLst>
                                        </p:cTn>
                                        <p:tgtEl>
                                          <p:spTgt spid="1048948">
                                            <p:txEl>
                                              <p:pRg st="1" end="1"/>
                                            </p:txEl>
                                          </p:spTgt>
                                        </p:tgtEl>
                                        <p:attrNameLst>
                                          <p:attrName>style.visibility</p:attrName>
                                        </p:attrNameLst>
                                      </p:cBhvr>
                                      <p:to>
                                        <p:strVal val="visible"/>
                                      </p:to>
                                    </p:set>
                                    <p:animEffect transition="in" filter="fade">
                                      <p:cBhvr>
                                        <p:cTn dur="500" id="10"/>
                                        <p:tgtEl>
                                          <p:spTgt spid="1048948">
                                            <p:txEl>
                                              <p:pRg st="1" end="1"/>
                                            </p:txEl>
                                          </p:spTgt>
                                        </p:tgtEl>
                                      </p:cBhvr>
                                    </p:animEffect>
                                  </p:childTnLst>
                                </p:cTn>
                              </p:par>
                            </p:childTnLst>
                          </p:cTn>
                        </p:par>
                      </p:childTnLst>
                    </p:cTn>
                  </p:par>
                  <p:par>
                    <p:cTn fill="hold" id="11" nodeType="clickPar">
                      <p:stCondLst>
                        <p:cond delay="indefinite"/>
                      </p:stCondLst>
                      <p:childTnLst>
                        <p:par>
                          <p:cTn fill="hold" id="12" nodeType="withGroup">
                            <p:stCondLst>
                              <p:cond delay="0"/>
                            </p:stCondLst>
                            <p:childTnLst>
                              <p:par>
                                <p:cTn fill="hold" id="13" nodeType="clickEffect" presetClass="entr" presetID="10" presetSubtype="0">
                                  <p:stCondLst>
                                    <p:cond delay="0"/>
                                  </p:stCondLst>
                                  <p:childTnLst>
                                    <p:set>
                                      <p:cBhvr>
                                        <p:cTn dur="1" fill="hold" id="14">
                                          <p:stCondLst>
                                            <p:cond delay="0"/>
                                          </p:stCondLst>
                                        </p:cTn>
                                        <p:tgtEl>
                                          <p:spTgt spid="1048948">
                                            <p:txEl>
                                              <p:pRg st="2" end="2"/>
                                            </p:txEl>
                                          </p:spTgt>
                                        </p:tgtEl>
                                        <p:attrNameLst>
                                          <p:attrName>style.visibility</p:attrName>
                                        </p:attrNameLst>
                                      </p:cBhvr>
                                      <p:to>
                                        <p:strVal val="visible"/>
                                      </p:to>
                                    </p:set>
                                    <p:animEffect transition="in" filter="fade">
                                      <p:cBhvr>
                                        <p:cTn dur="500" id="15"/>
                                        <p:tgtEl>
                                          <p:spTgt spid="1048948">
                                            <p:txEl>
                                              <p:pRg st="2" end="2"/>
                                            </p:txEl>
                                          </p:spTgt>
                                        </p:tgtEl>
                                      </p:cBhvr>
                                    </p:animEffect>
                                  </p:childTnLst>
                                </p:cTn>
                              </p:par>
                            </p:childTnLst>
                          </p:cTn>
                        </p:par>
                      </p:childTnLst>
                    </p:cTn>
                  </p:par>
                  <p:par>
                    <p:cTn fill="hold" id="16" nodeType="clickPar">
                      <p:stCondLst>
                        <p:cond delay="indefinite"/>
                      </p:stCondLst>
                      <p:childTnLst>
                        <p:par>
                          <p:cTn fill="hold" id="17" nodeType="withGroup">
                            <p:stCondLst>
                              <p:cond delay="0"/>
                            </p:stCondLst>
                            <p:childTnLst>
                              <p:par>
                                <p:cTn fill="hold" id="18" nodeType="clickEffect" presetClass="entr" presetID="10" presetSubtype="0">
                                  <p:stCondLst>
                                    <p:cond delay="0"/>
                                  </p:stCondLst>
                                  <p:childTnLst>
                                    <p:set>
                                      <p:cBhvr>
                                        <p:cTn dur="1" fill="hold" id="19">
                                          <p:stCondLst>
                                            <p:cond delay="0"/>
                                          </p:stCondLst>
                                        </p:cTn>
                                        <p:tgtEl>
                                          <p:spTgt spid="1048948">
                                            <p:txEl>
                                              <p:pRg st="3" end="3"/>
                                            </p:txEl>
                                          </p:spTgt>
                                        </p:tgtEl>
                                        <p:attrNameLst>
                                          <p:attrName>style.visibility</p:attrName>
                                        </p:attrNameLst>
                                      </p:cBhvr>
                                      <p:to>
                                        <p:strVal val="visible"/>
                                      </p:to>
                                    </p:set>
                                    <p:animEffect transition="in" filter="fade">
                                      <p:cBhvr>
                                        <p:cTn dur="500" id="20"/>
                                        <p:tgtEl>
                                          <p:spTgt spid="1048948">
                                            <p:txEl>
                                              <p:pRg st="3" end="3"/>
                                            </p:txEl>
                                          </p:spTgt>
                                        </p:tgtEl>
                                      </p:cBhvr>
                                    </p:animEffect>
                                  </p:childTnLst>
                                </p:cTn>
                              </p:par>
                              <p:par>
                                <p:cTn fill="hold" id="21" nodeType="withEffect" presetClass="entr" presetID="10" presetSubtype="0">
                                  <p:stCondLst>
                                    <p:cond delay="0"/>
                                  </p:stCondLst>
                                  <p:childTnLst>
                                    <p:set>
                                      <p:cBhvr>
                                        <p:cTn dur="1" fill="hold" id="22">
                                          <p:stCondLst>
                                            <p:cond delay="0"/>
                                          </p:stCondLst>
                                        </p:cTn>
                                        <p:tgtEl>
                                          <p:spTgt spid="1048948">
                                            <p:txEl>
                                              <p:pRg st="4" end="4"/>
                                            </p:txEl>
                                          </p:spTgt>
                                        </p:tgtEl>
                                        <p:attrNameLst>
                                          <p:attrName>style.visibility</p:attrName>
                                        </p:attrNameLst>
                                      </p:cBhvr>
                                      <p:to>
                                        <p:strVal val="visible"/>
                                      </p:to>
                                    </p:set>
                                    <p:animEffect transition="in" filter="fade">
                                      <p:cBhvr>
                                        <p:cTn dur="500" id="23"/>
                                        <p:tgtEl>
                                          <p:spTgt spid="1048948">
                                            <p:txEl>
                                              <p:pRg st="4" end="4"/>
                                            </p:txEl>
                                          </p:spTgt>
                                        </p:tgtEl>
                                      </p:cBhvr>
                                    </p:animEffect>
                                  </p:childTnLst>
                                </p:cTn>
                              </p:par>
                            </p:childTnLst>
                          </p:cTn>
                        </p:par>
                      </p:childTnLst>
                    </p:cTn>
                  </p:par>
                  <p:par>
                    <p:cTn fill="hold" id="24" nodeType="clickPar">
                      <p:stCondLst>
                        <p:cond delay="indefinite"/>
                      </p:stCondLst>
                      <p:childTnLst>
                        <p:par>
                          <p:cTn fill="hold" id="25" nodeType="withGroup">
                            <p:stCondLst>
                              <p:cond delay="0"/>
                            </p:stCondLst>
                            <p:childTnLst>
                              <p:par>
                                <p:cTn fill="hold" id="26" nodeType="clickEffect" presetClass="entr" presetID="10" presetSubtype="0">
                                  <p:stCondLst>
                                    <p:cond delay="0"/>
                                  </p:stCondLst>
                                  <p:childTnLst>
                                    <p:set>
                                      <p:cBhvr>
                                        <p:cTn dur="1" fill="hold" id="27">
                                          <p:stCondLst>
                                            <p:cond delay="0"/>
                                          </p:stCondLst>
                                        </p:cTn>
                                        <p:tgtEl>
                                          <p:spTgt spid="1048948">
                                            <p:txEl>
                                              <p:pRg st="5" end="5"/>
                                            </p:txEl>
                                          </p:spTgt>
                                        </p:tgtEl>
                                        <p:attrNameLst>
                                          <p:attrName>style.visibility</p:attrName>
                                        </p:attrNameLst>
                                      </p:cBhvr>
                                      <p:to>
                                        <p:strVal val="visible"/>
                                      </p:to>
                                    </p:set>
                                    <p:animEffect transition="in" filter="fade">
                                      <p:cBhvr>
                                        <p:cTn dur="500" id="28"/>
                                        <p:tgtEl>
                                          <p:spTgt spid="1048948">
                                            <p:txEl>
                                              <p:pRg st="5" end="5"/>
                                            </p:txEl>
                                          </p:spTgt>
                                        </p:tgtEl>
                                      </p:cBhvr>
                                    </p:animEffect>
                                  </p:childTnLst>
                                </p:cTn>
                              </p:par>
                            </p:childTnLst>
                          </p:cTn>
                        </p:par>
                      </p:childTnLst>
                    </p:cTn>
                  </p:par>
                  <p:par>
                    <p:cTn fill="hold" id="29" nodeType="clickPar">
                      <p:stCondLst>
                        <p:cond delay="indefinite"/>
                      </p:stCondLst>
                      <p:childTnLst>
                        <p:par>
                          <p:cTn fill="hold" id="30" nodeType="withGroup">
                            <p:stCondLst>
                              <p:cond delay="0"/>
                            </p:stCondLst>
                            <p:childTnLst>
                              <p:par>
                                <p:cTn fill="hold" id="31" nodeType="clickEffect" presetClass="entr" presetID="10" presetSubtype="0">
                                  <p:stCondLst>
                                    <p:cond delay="0"/>
                                  </p:stCondLst>
                                  <p:childTnLst>
                                    <p:set>
                                      <p:cBhvr>
                                        <p:cTn dur="1" fill="hold" id="32">
                                          <p:stCondLst>
                                            <p:cond delay="0"/>
                                          </p:stCondLst>
                                        </p:cTn>
                                        <p:tgtEl>
                                          <p:spTgt spid="1048948">
                                            <p:txEl>
                                              <p:pRg st="6" end="6"/>
                                            </p:txEl>
                                          </p:spTgt>
                                        </p:tgtEl>
                                        <p:attrNameLst>
                                          <p:attrName>style.visibility</p:attrName>
                                        </p:attrNameLst>
                                      </p:cBhvr>
                                      <p:to>
                                        <p:strVal val="visible"/>
                                      </p:to>
                                    </p:set>
                                    <p:animEffect transition="in" filter="fade">
                                      <p:cBhvr>
                                        <p:cTn dur="500" id="33"/>
                                        <p:tgtEl>
                                          <p:spTgt spid="1048948">
                                            <p:txEl>
                                              <p:pRg st="6" end="6"/>
                                            </p:txEl>
                                          </p:spTgt>
                                        </p:tgtEl>
                                      </p:cBhvr>
                                    </p:animEffect>
                                  </p:childTnLst>
                                </p:cTn>
                              </p:par>
                            </p:childTnLst>
                          </p:cTn>
                        </p:par>
                      </p:childTnLst>
                    </p:cTn>
                  </p:par>
                  <p:par>
                    <p:cTn fill="hold" id="34" nodeType="clickPar">
                      <p:stCondLst>
                        <p:cond delay="indefinite"/>
                      </p:stCondLst>
                      <p:childTnLst>
                        <p:par>
                          <p:cTn fill="hold" id="35" nodeType="withGroup">
                            <p:stCondLst>
                              <p:cond delay="0"/>
                            </p:stCondLst>
                            <p:childTnLst>
                              <p:par>
                                <p:cTn fill="hold" id="36" nodeType="clickEffect" presetClass="entr" presetID="10" presetSubtype="0">
                                  <p:stCondLst>
                                    <p:cond delay="0"/>
                                  </p:stCondLst>
                                  <p:childTnLst>
                                    <p:set>
                                      <p:cBhvr>
                                        <p:cTn dur="1" fill="hold" id="37">
                                          <p:stCondLst>
                                            <p:cond delay="0"/>
                                          </p:stCondLst>
                                        </p:cTn>
                                        <p:tgtEl>
                                          <p:spTgt spid="1048948">
                                            <p:txEl>
                                              <p:pRg st="7" end="7"/>
                                            </p:txEl>
                                          </p:spTgt>
                                        </p:tgtEl>
                                        <p:attrNameLst>
                                          <p:attrName>style.visibility</p:attrName>
                                        </p:attrNameLst>
                                      </p:cBhvr>
                                      <p:to>
                                        <p:strVal val="visible"/>
                                      </p:to>
                                    </p:set>
                                    <p:animEffect transition="in" filter="fade">
                                      <p:cBhvr>
                                        <p:cTn dur="500" id="38"/>
                                        <p:tgtEl>
                                          <p:spTgt spid="1048948">
                                            <p:txEl>
                                              <p:pRg st="7" end="7"/>
                                            </p:txEl>
                                          </p:spTgt>
                                        </p:tgtEl>
                                      </p:cBhvr>
                                    </p:animEffect>
                                  </p:childTnLst>
                                </p:cTn>
                              </p:par>
                              <p:par>
                                <p:cTn fill="hold" id="39" nodeType="withEffect" presetClass="entr" presetID="10" presetSubtype="0">
                                  <p:stCondLst>
                                    <p:cond delay="0"/>
                                  </p:stCondLst>
                                  <p:childTnLst>
                                    <p:set>
                                      <p:cBhvr>
                                        <p:cTn dur="1" fill="hold" id="40">
                                          <p:stCondLst>
                                            <p:cond delay="0"/>
                                          </p:stCondLst>
                                        </p:cTn>
                                        <p:tgtEl>
                                          <p:spTgt spid="1048948">
                                            <p:txEl>
                                              <p:pRg st="8" end="8"/>
                                            </p:txEl>
                                          </p:spTgt>
                                        </p:tgtEl>
                                        <p:attrNameLst>
                                          <p:attrName>style.visibility</p:attrName>
                                        </p:attrNameLst>
                                      </p:cBhvr>
                                      <p:to>
                                        <p:strVal val="visible"/>
                                      </p:to>
                                    </p:set>
                                    <p:animEffect transition="in" filter="fade">
                                      <p:cBhvr>
                                        <p:cTn dur="500" id="41"/>
                                        <p:tgtEl>
                                          <p:spTgt spid="1048948">
                                            <p:txEl>
                                              <p:pRg st="8" end="8"/>
                                            </p:txEl>
                                          </p:spTgt>
                                        </p:tgtEl>
                                      </p:cBhvr>
                                    </p:animEffect>
                                  </p:childTnLst>
                                </p:cTn>
                              </p:par>
                              <p:par>
                                <p:cTn fill="hold" id="42" nodeType="withEffect" presetClass="entr" presetID="10" presetSubtype="0">
                                  <p:stCondLst>
                                    <p:cond delay="0"/>
                                  </p:stCondLst>
                                  <p:childTnLst>
                                    <p:set>
                                      <p:cBhvr>
                                        <p:cTn dur="1" fill="hold" id="43">
                                          <p:stCondLst>
                                            <p:cond delay="0"/>
                                          </p:stCondLst>
                                        </p:cTn>
                                        <p:tgtEl>
                                          <p:spTgt spid="1048948">
                                            <p:txEl>
                                              <p:pRg st="9" end="9"/>
                                            </p:txEl>
                                          </p:spTgt>
                                        </p:tgtEl>
                                        <p:attrNameLst>
                                          <p:attrName>style.visibility</p:attrName>
                                        </p:attrNameLst>
                                      </p:cBhvr>
                                      <p:to>
                                        <p:strVal val="visible"/>
                                      </p:to>
                                    </p:set>
                                    <p:animEffect transition="in" filter="fade">
                                      <p:cBhvr>
                                        <p:cTn dur="500" id="44"/>
                                        <p:tgtEl>
                                          <p:spTgt spid="1048948">
                                            <p:txEl>
                                              <p:pRg st="9" end="9"/>
                                            </p:txEl>
                                          </p:spTgt>
                                        </p:tgtEl>
                                      </p:cBhvr>
                                    </p:animEffect>
                                  </p:childTnLst>
                                </p:cTn>
                              </p:par>
                            </p:childTnLst>
                          </p:cTn>
                        </p:par>
                      </p:childTnLst>
                    </p:cTn>
                  </p:par>
                  <p:par>
                    <p:cTn fill="hold" id="45" nodeType="clickPar">
                      <p:stCondLst>
                        <p:cond delay="indefinite"/>
                      </p:stCondLst>
                      <p:childTnLst>
                        <p:par>
                          <p:cTn fill="hold" id="46" nodeType="withGroup">
                            <p:stCondLst>
                              <p:cond delay="0"/>
                            </p:stCondLst>
                            <p:childTnLst>
                              <p:par>
                                <p:cTn fill="hold" id="47" nodeType="clickEffect" presetClass="entr" presetID="10" presetSubtype="0">
                                  <p:stCondLst>
                                    <p:cond delay="0"/>
                                  </p:stCondLst>
                                  <p:childTnLst>
                                    <p:set>
                                      <p:cBhvr>
                                        <p:cTn dur="1" fill="hold" id="48">
                                          <p:stCondLst>
                                            <p:cond delay="0"/>
                                          </p:stCondLst>
                                        </p:cTn>
                                        <p:tgtEl>
                                          <p:spTgt spid="1048948">
                                            <p:txEl>
                                              <p:pRg st="10" end="10"/>
                                            </p:txEl>
                                          </p:spTgt>
                                        </p:tgtEl>
                                        <p:attrNameLst>
                                          <p:attrName>style.visibility</p:attrName>
                                        </p:attrNameLst>
                                      </p:cBhvr>
                                      <p:to>
                                        <p:strVal val="visible"/>
                                      </p:to>
                                    </p:set>
                                    <p:animEffect transition="in" filter="fade">
                                      <p:cBhvr>
                                        <p:cTn dur="500" id="49"/>
                                        <p:tgtEl>
                                          <p:spTgt spid="1048948">
                                            <p:txEl>
                                              <p:pRg st="10" end="10"/>
                                            </p:txEl>
                                          </p:spTgt>
                                        </p:tgtEl>
                                      </p:cBhvr>
                                    </p:animEffect>
                                  </p:childTnLst>
                                </p:cTn>
                              </p:par>
                              <p:par>
                                <p:cTn fill="hold" id="50" nodeType="withEffect" presetClass="entr" presetID="10" presetSubtype="0">
                                  <p:stCondLst>
                                    <p:cond delay="0"/>
                                  </p:stCondLst>
                                  <p:childTnLst>
                                    <p:set>
                                      <p:cBhvr>
                                        <p:cTn dur="1" fill="hold" id="51">
                                          <p:stCondLst>
                                            <p:cond delay="0"/>
                                          </p:stCondLst>
                                        </p:cTn>
                                        <p:tgtEl>
                                          <p:spTgt spid="1048948">
                                            <p:txEl>
                                              <p:pRg st="11" end="11"/>
                                            </p:txEl>
                                          </p:spTgt>
                                        </p:tgtEl>
                                        <p:attrNameLst>
                                          <p:attrName>style.visibility</p:attrName>
                                        </p:attrNameLst>
                                      </p:cBhvr>
                                      <p:to>
                                        <p:strVal val="visible"/>
                                      </p:to>
                                    </p:set>
                                    <p:animEffect transition="in" filter="fade">
                                      <p:cBhvr>
                                        <p:cTn dur="500" id="52"/>
                                        <p:tgtEl>
                                          <p:spTgt spid="1048948">
                                            <p:txEl>
                                              <p:pRg st="11" end="11"/>
                                            </p:txEl>
                                          </p:spTgt>
                                        </p:tgtEl>
                                      </p:cBhvr>
                                    </p:animEffect>
                                  </p:childTnLst>
                                </p:cTn>
                              </p:par>
                            </p:childTnLst>
                          </p:cTn>
                        </p:par>
                      </p:childTnLst>
                    </p:cTn>
                  </p:par>
                  <p:par>
                    <p:cTn fill="hold" id="53">
                      <p:stCondLst>
                        <p:cond delay="indefinite"/>
                      </p:stCondLst>
                      <p:childTnLst>
                        <p:par>
                          <p:cTn fill="hold" id="54">
                            <p:stCondLst>
                              <p:cond delay="0"/>
                            </p:stCondLst>
                            <p:childTnLst>
                              <p:par>
                                <p:cTn fill="hold" id="55" nodeType="clickEffect" presetClass="entr" presetID="10" presetSubtype="0">
                                  <p:stCondLst>
                                    <p:cond delay="0"/>
                                  </p:stCondLst>
                                  <p:childTnLst>
                                    <p:set>
                                      <p:cBhvr>
                                        <p:cTn dur="1" fill="hold" id="56">
                                          <p:stCondLst>
                                            <p:cond delay="0"/>
                                          </p:stCondLst>
                                        </p:cTn>
                                        <p:tgtEl>
                                          <p:spTgt spid="1048949">
                                            <p:txEl>
                                              <p:pRg st="0" end="0"/>
                                            </p:txEl>
                                          </p:spTgt>
                                        </p:tgtEl>
                                        <p:attrNameLst>
                                          <p:attrName>style.visibility</p:attrName>
                                        </p:attrNameLst>
                                      </p:cBhvr>
                                      <p:to>
                                        <p:strVal val="visible"/>
                                      </p:to>
                                    </p:set>
                                    <p:animEffect transition="in" filter="fade">
                                      <p:cBhvr>
                                        <p:cTn dur="500" id="57"/>
                                        <p:tgtEl>
                                          <p:spTgt spid="1048949">
                                            <p:txEl>
                                              <p:pRg st="0" end="0"/>
                                            </p:txEl>
                                          </p:spTgt>
                                        </p:tgtEl>
                                      </p:cBhvr>
                                    </p:animEffect>
                                  </p:childTnLst>
                                </p:cTn>
                              </p:par>
                              <p:par>
                                <p:cTn fill="hold" id="58" nodeType="withEffect" presetClass="entr" presetID="10" presetSubtype="0">
                                  <p:stCondLst>
                                    <p:cond delay="0"/>
                                  </p:stCondLst>
                                  <p:childTnLst>
                                    <p:set>
                                      <p:cBhvr>
                                        <p:cTn dur="1" fill="hold" id="59">
                                          <p:stCondLst>
                                            <p:cond delay="0"/>
                                          </p:stCondLst>
                                        </p:cTn>
                                        <p:tgtEl>
                                          <p:spTgt spid="1048949">
                                            <p:txEl>
                                              <p:pRg st="1" end="1"/>
                                            </p:txEl>
                                          </p:spTgt>
                                        </p:tgtEl>
                                        <p:attrNameLst>
                                          <p:attrName>style.visibility</p:attrName>
                                        </p:attrNameLst>
                                      </p:cBhvr>
                                      <p:to>
                                        <p:strVal val="visible"/>
                                      </p:to>
                                    </p:set>
                                    <p:animEffect transition="in" filter="fade">
                                      <p:cBhvr>
                                        <p:cTn dur="500" id="60"/>
                                        <p:tgtEl>
                                          <p:spTgt spid="1048949">
                                            <p:txEl>
                                              <p:pRg st="1" end="1"/>
                                            </p:txEl>
                                          </p:spTgt>
                                        </p:tgtEl>
                                      </p:cBhvr>
                                    </p:animEffect>
                                  </p:childTnLst>
                                </p:cTn>
                              </p:par>
                              <p:par>
                                <p:cTn fill="hold" id="61" nodeType="withEffect" presetClass="entr" presetID="10" presetSubtype="0">
                                  <p:stCondLst>
                                    <p:cond delay="0"/>
                                  </p:stCondLst>
                                  <p:childTnLst>
                                    <p:set>
                                      <p:cBhvr>
                                        <p:cTn dur="1" fill="hold" id="62">
                                          <p:stCondLst>
                                            <p:cond delay="0"/>
                                          </p:stCondLst>
                                        </p:cTn>
                                        <p:tgtEl>
                                          <p:spTgt spid="1048949">
                                            <p:txEl>
                                              <p:pRg st="2" end="2"/>
                                            </p:txEl>
                                          </p:spTgt>
                                        </p:tgtEl>
                                        <p:attrNameLst>
                                          <p:attrName>style.visibility</p:attrName>
                                        </p:attrNameLst>
                                      </p:cBhvr>
                                      <p:to>
                                        <p:strVal val="visible"/>
                                      </p:to>
                                    </p:set>
                                    <p:animEffect transition="in" filter="fade">
                                      <p:cBhvr>
                                        <p:cTn dur="500" id="63"/>
                                        <p:tgtEl>
                                          <p:spTgt spid="104894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233" name=""/>
        <p:cNvGrpSpPr/>
        <p:nvPr/>
      </p:nvGrpSpPr>
      <p:grpSpPr>
        <a:xfrm>
          <a:off x="0" y="0"/>
          <a:ext cx="0" cy="0"/>
          <a:chOff x="0" y="0"/>
          <a:chExt cx="0" cy="0"/>
        </a:xfrm>
      </p:grpSpPr>
      <p:sp>
        <p:nvSpPr>
          <p:cNvPr id="1048953" name="Rectangle 3"/>
          <p:cNvSpPr>
            <a:spLocks noGrp="1" noChangeArrowheads="1"/>
          </p:cNvSpPr>
          <p:nvPr>
            <p:ph type="title"/>
          </p:nvPr>
        </p:nvSpPr>
        <p:spPr>
          <a:xfrm>
            <a:off x="615950" y="228600"/>
            <a:ext cx="8229600" cy="814388"/>
          </a:xfrm>
          <a:noFill/>
        </p:spPr>
        <p:txBody>
          <a:bodyPr/>
          <a:p>
            <a:pPr eaLnBrk="1" hangingPunct="1"/>
            <a:r>
              <a:rPr altLang="en-US" b="1" sz="4000" lang="zh-CN">
                <a:solidFill>
                  <a:srgbClr val="CC0000"/>
                </a:solidFill>
                <a:ea typeface="华文新魏" panose="02010800040101010101" pitchFamily="2" charset="-122"/>
              </a:rPr>
              <a:t>带行指针数组的二元组表</a:t>
            </a:r>
          </a:p>
        </p:txBody>
      </p:sp>
      <p:sp>
        <p:nvSpPr>
          <p:cNvPr id="1048954" name="Rectangle 4"/>
          <p:cNvSpPr>
            <a:spLocks noGrp="1" noChangeArrowheads="1"/>
          </p:cNvSpPr>
          <p:nvPr>
            <p:ph idx="1"/>
          </p:nvPr>
        </p:nvSpPr>
        <p:spPr>
          <a:xfrm>
            <a:off x="615950" y="1600200"/>
            <a:ext cx="7964488" cy="3886200"/>
          </a:xfrm>
        </p:spPr>
        <p:txBody>
          <a:bodyPr/>
          <a:p>
            <a:pPr eaLnBrk="1" hangingPunct="1">
              <a:lnSpc>
                <a:spcPct val="105000"/>
              </a:lnSpc>
              <a:buClr>
                <a:srgbClr val="990099"/>
              </a:buClr>
              <a:buSzPct val="50000"/>
            </a:pPr>
            <a:r>
              <a:rPr altLang="en-US" b="1" dirty="0" sz="3000" lang="zh-CN">
                <a:ea typeface="仿宋_GB2312" pitchFamily="49" charset="-122"/>
              </a:rPr>
              <a:t>稀疏矩阵的三元组表可以用</a:t>
            </a:r>
            <a:r>
              <a:rPr altLang="en-US" b="1" dirty="0" sz="3000" lang="zh-CN">
                <a:solidFill>
                  <a:srgbClr val="FF0000"/>
                </a:solidFill>
                <a:ea typeface="仿宋_GB2312" pitchFamily="49" charset="-122"/>
              </a:rPr>
              <a:t>带行指针数组的二元组表</a:t>
            </a:r>
            <a:r>
              <a:rPr altLang="en-US" b="1" dirty="0" sz="3000" lang="zh-CN">
                <a:ea typeface="仿宋_GB2312" pitchFamily="49" charset="-122"/>
              </a:rPr>
              <a:t>代替。</a:t>
            </a:r>
          </a:p>
          <a:p>
            <a:pPr eaLnBrk="1" hangingPunct="1">
              <a:lnSpc>
                <a:spcPct val="105000"/>
              </a:lnSpc>
              <a:buClr>
                <a:srgbClr val="990099"/>
              </a:buClr>
              <a:buSzPct val="50000"/>
            </a:pPr>
            <a:r>
              <a:rPr altLang="en-US" b="1" dirty="0" sz="3000" lang="zh-CN">
                <a:ea typeface="仿宋_GB2312" pitchFamily="49" charset="-122"/>
              </a:rPr>
              <a:t>在行指针数组中元素个数与矩阵行数相等。第 </a:t>
            </a:r>
            <a:r>
              <a:rPr altLang="zh-CN" b="1" dirty="0" sz="3000" i="1" lang="en-US" err="1">
                <a:latin typeface="Times New Roman" panose="02020603050405020304" pitchFamily="18" charset="0"/>
                <a:ea typeface="仿宋_GB2312" pitchFamily="49" charset="-122"/>
              </a:rPr>
              <a:t>i</a:t>
            </a:r>
            <a:r>
              <a:rPr altLang="zh-CN" b="1" dirty="0" sz="3000" lang="en-US">
                <a:latin typeface="Times New Roman" panose="02020603050405020304" pitchFamily="18" charset="0"/>
                <a:ea typeface="仿宋_GB2312" pitchFamily="49" charset="-122"/>
              </a:rPr>
              <a:t> </a:t>
            </a:r>
            <a:r>
              <a:rPr altLang="en-US" b="1" dirty="0" sz="3000" lang="zh-CN">
                <a:latin typeface="Times New Roman" panose="02020603050405020304" pitchFamily="18" charset="0"/>
                <a:ea typeface="仿宋_GB2312" pitchFamily="49" charset="-122"/>
              </a:rPr>
              <a:t>个元素的下标 </a:t>
            </a:r>
            <a:r>
              <a:rPr altLang="zh-CN" b="1" dirty="0" sz="3000" i="1" lang="en-US" err="1">
                <a:latin typeface="Times New Roman" panose="02020603050405020304" pitchFamily="18" charset="0"/>
                <a:ea typeface="仿宋_GB2312" pitchFamily="49" charset="-122"/>
              </a:rPr>
              <a:t>i</a:t>
            </a:r>
            <a:r>
              <a:rPr altLang="zh-CN" b="1" dirty="0" sz="3000" i="1" lang="en-US">
                <a:latin typeface="Times New Roman" panose="02020603050405020304" pitchFamily="18" charset="0"/>
                <a:ea typeface="仿宋_GB2312" pitchFamily="49" charset="-122"/>
              </a:rPr>
              <a:t> </a:t>
            </a:r>
            <a:r>
              <a:rPr altLang="en-US" b="1" dirty="0" sz="3000" lang="zh-CN">
                <a:latin typeface="Times New Roman" panose="02020603050405020304" pitchFamily="18" charset="0"/>
                <a:ea typeface="仿宋_GB2312" pitchFamily="49" charset="-122"/>
              </a:rPr>
              <a:t>代表矩阵的第 </a:t>
            </a:r>
            <a:r>
              <a:rPr altLang="zh-CN" b="1" dirty="0" sz="3000" i="1" lang="en-US" err="1">
                <a:latin typeface="Times New Roman" panose="02020603050405020304" pitchFamily="18" charset="0"/>
                <a:ea typeface="仿宋_GB2312" pitchFamily="49" charset="-122"/>
              </a:rPr>
              <a:t>i</a:t>
            </a:r>
            <a:r>
              <a:rPr altLang="zh-CN" b="1" dirty="0" sz="3000" lang="en-US">
                <a:latin typeface="Times New Roman" panose="02020603050405020304" pitchFamily="18" charset="0"/>
                <a:ea typeface="仿宋_GB2312" pitchFamily="49" charset="-122"/>
              </a:rPr>
              <a:t> </a:t>
            </a:r>
            <a:r>
              <a:rPr altLang="en-US" b="1" dirty="0" sz="3000" lang="zh-CN">
                <a:latin typeface="Times New Roman" panose="02020603050405020304" pitchFamily="18" charset="0"/>
                <a:ea typeface="仿宋_GB2312" pitchFamily="49" charset="-122"/>
              </a:rPr>
              <a:t>行，</a:t>
            </a:r>
            <a:r>
              <a:rPr altLang="en-US" b="1" dirty="0" sz="3000" lang="zh-CN">
                <a:solidFill>
                  <a:srgbClr val="FF0000"/>
                </a:solidFill>
                <a:latin typeface="Times New Roman" panose="02020603050405020304" pitchFamily="18" charset="0"/>
                <a:ea typeface="仿宋_GB2312" pitchFamily="49" charset="-122"/>
              </a:rPr>
              <a:t>元素的内容</a:t>
            </a:r>
            <a:r>
              <a:rPr altLang="en-US" b="1" dirty="0" sz="3000" lang="zh-CN">
                <a:latin typeface="Times New Roman" panose="02020603050405020304" pitchFamily="18" charset="0"/>
                <a:ea typeface="仿宋_GB2312" pitchFamily="49" charset="-122"/>
              </a:rPr>
              <a:t>即为稀疏矩阵第 </a:t>
            </a:r>
            <a:r>
              <a:rPr altLang="zh-CN" b="1" dirty="0" sz="3000" i="1" lang="en-US" err="1">
                <a:latin typeface="Times New Roman" panose="02020603050405020304" pitchFamily="18" charset="0"/>
                <a:ea typeface="仿宋_GB2312" pitchFamily="49" charset="-122"/>
              </a:rPr>
              <a:t>i</a:t>
            </a:r>
            <a:r>
              <a:rPr altLang="zh-CN" b="1" dirty="0" sz="3000" lang="en-US">
                <a:latin typeface="Times New Roman" panose="02020603050405020304" pitchFamily="18" charset="0"/>
                <a:ea typeface="仿宋_GB2312" pitchFamily="49" charset="-122"/>
              </a:rPr>
              <a:t> </a:t>
            </a:r>
            <a:r>
              <a:rPr altLang="en-US" b="1" dirty="0" sz="3000" lang="zh-CN">
                <a:latin typeface="Times New Roman" panose="02020603050405020304" pitchFamily="18" charset="0"/>
                <a:ea typeface="仿宋_GB2312" pitchFamily="49" charset="-122"/>
              </a:rPr>
              <a:t>行的第一个非零元素在二元组表中的</a:t>
            </a:r>
            <a:r>
              <a:rPr altLang="en-US" b="1" dirty="0" sz="3000" lang="zh-CN">
                <a:solidFill>
                  <a:srgbClr val="FF0000"/>
                </a:solidFill>
                <a:latin typeface="Times New Roman" panose="02020603050405020304" pitchFamily="18" charset="0"/>
                <a:ea typeface="仿宋_GB2312" pitchFamily="49" charset="-122"/>
              </a:rPr>
              <a:t>存放位置</a:t>
            </a:r>
            <a:r>
              <a:rPr altLang="en-US" b="1" dirty="0" sz="3000" lang="zh-CN">
                <a:ea typeface="仿宋_GB2312" pitchFamily="49" charset="-122"/>
              </a:rPr>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234" name=""/>
        <p:cNvGrpSpPr/>
        <p:nvPr/>
      </p:nvGrpSpPr>
      <p:grpSpPr>
        <a:xfrm>
          <a:off x="0" y="0"/>
          <a:ext cx="0" cy="0"/>
          <a:chOff x="0" y="0"/>
          <a:chExt cx="0" cy="0"/>
        </a:xfrm>
      </p:grpSpPr>
      <p:sp>
        <p:nvSpPr>
          <p:cNvPr id="1048955" name="Rectangle 2"/>
          <p:cNvSpPr>
            <a:spLocks noGrp="1" noChangeArrowheads="1"/>
          </p:cNvSpPr>
          <p:nvPr>
            <p:ph idx="1"/>
          </p:nvPr>
        </p:nvSpPr>
        <p:spPr>
          <a:xfrm>
            <a:off x="635000" y="584200"/>
            <a:ext cx="8001000" cy="1600200"/>
          </a:xfrm>
        </p:spPr>
        <p:txBody>
          <a:bodyPr/>
          <a:p>
            <a:pPr eaLnBrk="1" hangingPunct="1">
              <a:lnSpc>
                <a:spcPct val="105000"/>
              </a:lnSpc>
              <a:buClr>
                <a:srgbClr val="990099"/>
              </a:buClr>
              <a:buSzPct val="50000"/>
            </a:pPr>
            <a:r>
              <a:rPr altLang="en-US" b="1" dirty="0" sz="3000" lang="zh-CN">
                <a:solidFill>
                  <a:srgbClr val="000099"/>
                </a:solidFill>
                <a:ea typeface="仿宋_GB2312" pitchFamily="49" charset="-122"/>
              </a:rPr>
              <a:t>二元组表中每个二元组只记录非零元素的列号和元素值，且各二</a:t>
            </a:r>
            <a:r>
              <a:rPr altLang="en-US" b="1" sz="3000" lang="zh-CN">
                <a:solidFill>
                  <a:srgbClr val="000099"/>
                </a:solidFill>
                <a:ea typeface="仿宋_GB2312" pitchFamily="49" charset="-122"/>
              </a:rPr>
              <a:t>元组按列号</a:t>
            </a:r>
            <a:r>
              <a:rPr altLang="en-US" b="1" dirty="0" sz="3000" lang="zh-CN">
                <a:solidFill>
                  <a:srgbClr val="000099"/>
                </a:solidFill>
                <a:ea typeface="仿宋_GB2312" pitchFamily="49" charset="-122"/>
              </a:rPr>
              <a:t>递增的顺序排列。</a:t>
            </a:r>
            <a:endParaRPr altLang="en-US" dirty="0" sz="3000" lang="zh-CN">
              <a:solidFill>
                <a:srgbClr val="000099"/>
              </a:solidFill>
            </a:endParaRPr>
          </a:p>
        </p:txBody>
      </p:sp>
      <p:graphicFrame>
        <p:nvGraphicFramePr>
          <p:cNvPr id="4194326" name="Object 3"/>
          <p:cNvGraphicFramePr>
            <a:graphicFrameLocks noChangeAspect="1"/>
          </p:cNvGraphicFramePr>
          <p:nvPr/>
        </p:nvGraphicFramePr>
        <p:xfrm>
          <a:off x="341313" y="2640013"/>
          <a:ext cx="3276600" cy="3429000"/>
        </p:xfrm>
        <a:graphic>
          <a:graphicData uri="http://schemas.openxmlformats.org/presentationml/2006/ole">
            <mc:AlternateContent xmlns:mc="http://schemas.openxmlformats.org/markup-compatibility/2006">
              <mc:Choice xmlns:v="urn:schemas-microsoft-com:vml" Requires="v">
                <p:oleObj name="文档" r:id="rId1" spid="_x0000_s15403" imgH="1347709" imgW="1862316" progId="Word.Document.8">
                  <p:embed/>
                </p:oleObj>
              </mc:Choice>
              <mc:Fallback>
                <p:oleObj name="文档" r:id="rId1" spid="" imgH="1347709" imgW="1862316" progId="Word.Document.8">
                  <p:embed/>
                  <p:pic>
                    <p:nvPicPr>
                      <p:cNvPr id="2097197" name="Object 3"/>
                      <p:cNvPicPr>
                        <a:picLocks noChangeAspect="1" noChangeArrowheads="1"/>
                      </p:cNvPicPr>
                      <p:nvPr/>
                    </p:nvPicPr>
                    <p:blipFill>
                      <a:blip xmlns:r="http://schemas.openxmlformats.org/officeDocument/2006/relationships" r:embed="rId2"/>
                      <a:srcRect/>
                      <a:stretch>
                        <a:fillRect/>
                      </a:stretch>
                    </p:blipFill>
                    <p:spPr bwMode="auto">
                      <a:xfrm>
                        <a:off x="341313" y="2640013"/>
                        <a:ext cx="3276600" cy="3429000"/>
                      </a:xfrm>
                      <a:prstGeom prst="rect"/>
                      <a:noFill/>
                      <a:ln>
                        <a:noFill/>
                      </a:ln>
                      <a:effectLst/>
                    </p:spPr>
                  </p:pic>
                </p:oleObj>
              </mc:Fallback>
            </mc:AlternateContent>
          </a:graphicData>
        </a:graphic>
      </p:graphicFrame>
      <p:grpSp>
        <p:nvGrpSpPr>
          <p:cNvPr id="235" name="Group 4"/>
          <p:cNvGrpSpPr/>
          <p:nvPr/>
        </p:nvGrpSpPr>
        <p:grpSpPr bwMode="auto">
          <a:xfrm>
            <a:off x="2678113" y="1408115"/>
            <a:ext cx="6705600" cy="5641975"/>
            <a:chOff x="1687" y="887"/>
            <a:chExt cx="4224" cy="3554"/>
          </a:xfrm>
        </p:grpSpPr>
        <p:sp>
          <p:nvSpPr>
            <p:cNvPr id="1048956" name="AutoShape 5"/>
            <p:cNvSpPr>
              <a:spLocks noChangeAspect="1" noChangeArrowheads="1" noTextEdit="1"/>
            </p:cNvSpPr>
            <p:nvPr/>
          </p:nvSpPr>
          <p:spPr bwMode="auto">
            <a:xfrm>
              <a:off x="1687" y="887"/>
              <a:ext cx="4224" cy="3554"/>
            </a:xfrm>
            <a:prstGeom prst="rect"/>
            <a:noFill/>
            <a:ln>
              <a:noFill/>
            </a:ln>
          </p:spPr>
          <p:txBody>
            <a:bodyPr/>
            <a:p>
              <a:endParaRPr altLang="en-US" lang="zh-CN"/>
            </a:p>
          </p:txBody>
        </p:sp>
        <p:sp>
          <p:nvSpPr>
            <p:cNvPr id="1048957" name="Rectangle 6"/>
            <p:cNvSpPr>
              <a:spLocks noChangeArrowheads="1"/>
            </p:cNvSpPr>
            <p:nvPr/>
          </p:nvSpPr>
          <p:spPr bwMode="auto">
            <a:xfrm>
              <a:off x="1687" y="937"/>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sz="2400" lang="en-US">
                  <a:solidFill>
                    <a:srgbClr val="000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8958" name="Rectangle 7"/>
            <p:cNvSpPr>
              <a:spLocks noChangeArrowheads="1"/>
            </p:cNvSpPr>
            <p:nvPr/>
          </p:nvSpPr>
          <p:spPr bwMode="auto">
            <a:xfrm>
              <a:off x="1687" y="1241"/>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sz="2400" lang="en-US">
                  <a:solidFill>
                    <a:srgbClr val="000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8959" name="Rectangle 8"/>
            <p:cNvSpPr>
              <a:spLocks noChangeArrowheads="1"/>
            </p:cNvSpPr>
            <p:nvPr/>
          </p:nvSpPr>
          <p:spPr bwMode="auto">
            <a:xfrm>
              <a:off x="2086" y="1233"/>
              <a:ext cx="969"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en-US" b="1" sz="2400" lang="zh-CN">
                  <a:solidFill>
                    <a:srgbClr val="FF0000"/>
                  </a:solidFill>
                  <a:latin typeface="仿宋_GB2312" pitchFamily="49" charset="-122"/>
                  <a:ea typeface="仿宋_GB2312" pitchFamily="49" charset="-122"/>
                </a:rPr>
                <a:t>行指针数组</a:t>
              </a:r>
              <a:endParaRPr altLang="en-US" b="1" sz="1800" lang="zh-CN">
                <a:latin typeface="Courier New" panose="02070309020205020404" pitchFamily="49" charset="0"/>
              </a:endParaRPr>
            </a:p>
          </p:txBody>
        </p:sp>
        <p:sp>
          <p:nvSpPr>
            <p:cNvPr id="1048960" name="Rectangle 9"/>
            <p:cNvSpPr>
              <a:spLocks noChangeArrowheads="1"/>
            </p:cNvSpPr>
            <p:nvPr/>
          </p:nvSpPr>
          <p:spPr bwMode="auto">
            <a:xfrm>
              <a:off x="3076" y="1233"/>
              <a:ext cx="5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仿宋_GB2312" pitchFamily="49" charset="-122"/>
                  <a:ea typeface="仿宋_GB2312" pitchFamily="49" charset="-122"/>
                </a:rPr>
                <a:t> </a:t>
              </a:r>
              <a:endParaRPr altLang="zh-CN" b="1" sz="1800" lang="en-US">
                <a:latin typeface="Courier New" panose="02070309020205020404" pitchFamily="49" charset="0"/>
              </a:endParaRPr>
            </a:p>
          </p:txBody>
        </p:sp>
        <p:sp>
          <p:nvSpPr>
            <p:cNvPr id="1048961" name="Rectangle 10"/>
            <p:cNvSpPr>
              <a:spLocks noChangeArrowheads="1"/>
            </p:cNvSpPr>
            <p:nvPr/>
          </p:nvSpPr>
          <p:spPr bwMode="auto">
            <a:xfrm>
              <a:off x="2086" y="1553"/>
              <a:ext cx="16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sz="2000" lang="en-US">
                  <a:solidFill>
                    <a:srgbClr val="0000FF"/>
                  </a:solidFill>
                  <a:latin typeface="Times New Roman" panose="02020603050405020304" pitchFamily="18" charset="0"/>
                </a:rPr>
                <a:t>    </a:t>
              </a:r>
              <a:endParaRPr altLang="zh-CN" b="1" sz="1800" lang="en-US">
                <a:latin typeface="Courier New" panose="02070309020205020404" pitchFamily="49" charset="0"/>
              </a:endParaRPr>
            </a:p>
          </p:txBody>
        </p:sp>
        <p:sp>
          <p:nvSpPr>
            <p:cNvPr id="1048962" name="Rectangle 11"/>
            <p:cNvSpPr>
              <a:spLocks noChangeArrowheads="1"/>
            </p:cNvSpPr>
            <p:nvPr/>
          </p:nvSpPr>
          <p:spPr bwMode="auto">
            <a:xfrm>
              <a:off x="2425" y="1531"/>
              <a:ext cx="327" cy="225"/>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sz="2400" lang="en-US">
                  <a:solidFill>
                    <a:srgbClr val="0000FF"/>
                  </a:solidFill>
                  <a:latin typeface="Times New Roman" panose="02020603050405020304" pitchFamily="18" charset="0"/>
                </a:rPr>
                <a:t>row</a:t>
              </a:r>
              <a:endParaRPr altLang="zh-CN" b="1" sz="1800" lang="en-US">
                <a:latin typeface="Courier New" panose="02070309020205020404" pitchFamily="49" charset="0"/>
              </a:endParaRPr>
            </a:p>
          </p:txBody>
        </p:sp>
        <p:sp>
          <p:nvSpPr>
            <p:cNvPr id="1048963" name="Rectangle 12"/>
            <p:cNvSpPr>
              <a:spLocks noChangeArrowheads="1"/>
            </p:cNvSpPr>
            <p:nvPr/>
          </p:nvSpPr>
          <p:spPr bwMode="auto">
            <a:xfrm>
              <a:off x="2732" y="1531"/>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sz="2400" lang="en-US">
                  <a:solidFill>
                    <a:srgbClr val="0000FF"/>
                  </a:solidFill>
                  <a:latin typeface="Times New Roman" panose="02020603050405020304" pitchFamily="18" charset="0"/>
                </a:rPr>
                <a:t> </a:t>
              </a:r>
              <a:endParaRPr altLang="zh-CN" b="1" sz="1800" lang="en-US">
                <a:latin typeface="Courier New" panose="02070309020205020404" pitchFamily="49" charset="0"/>
              </a:endParaRPr>
            </a:p>
          </p:txBody>
        </p:sp>
        <p:sp>
          <p:nvSpPr>
            <p:cNvPr id="1048964" name="Rectangle 13"/>
            <p:cNvSpPr>
              <a:spLocks noChangeArrowheads="1"/>
            </p:cNvSpPr>
            <p:nvPr/>
          </p:nvSpPr>
          <p:spPr bwMode="auto">
            <a:xfrm>
              <a:off x="2188" y="1880"/>
              <a:ext cx="8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0</a:t>
              </a:r>
              <a:endParaRPr altLang="zh-CN" b="1" sz="1800" lang="en-US">
                <a:latin typeface="Courier New" panose="02070309020205020404" pitchFamily="49" charset="0"/>
              </a:endParaRPr>
            </a:p>
          </p:txBody>
        </p:sp>
        <p:sp>
          <p:nvSpPr>
            <p:cNvPr id="1048965" name="Rectangle 14"/>
            <p:cNvSpPr>
              <a:spLocks noChangeArrowheads="1"/>
            </p:cNvSpPr>
            <p:nvPr/>
          </p:nvSpPr>
          <p:spPr bwMode="auto">
            <a:xfrm>
              <a:off x="2272" y="1880"/>
              <a:ext cx="4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8966" name="Rectangle 15"/>
            <p:cNvSpPr>
              <a:spLocks noChangeArrowheads="1"/>
            </p:cNvSpPr>
            <p:nvPr/>
          </p:nvSpPr>
          <p:spPr bwMode="auto">
            <a:xfrm>
              <a:off x="2488" y="1850"/>
              <a:ext cx="97"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0</a:t>
              </a:r>
              <a:endParaRPr altLang="zh-CN" b="1" sz="1800" lang="en-US">
                <a:latin typeface="Courier New" panose="02070309020205020404" pitchFamily="49" charset="0"/>
              </a:endParaRPr>
            </a:p>
          </p:txBody>
        </p:sp>
        <p:sp>
          <p:nvSpPr>
            <p:cNvPr id="1048967" name="Rectangle 16"/>
            <p:cNvSpPr>
              <a:spLocks noChangeArrowheads="1"/>
            </p:cNvSpPr>
            <p:nvPr/>
          </p:nvSpPr>
          <p:spPr bwMode="auto">
            <a:xfrm>
              <a:off x="2587" y="1850"/>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8968" name="Rectangle 17"/>
            <p:cNvSpPr>
              <a:spLocks noChangeArrowheads="1"/>
            </p:cNvSpPr>
            <p:nvPr/>
          </p:nvSpPr>
          <p:spPr bwMode="auto">
            <a:xfrm>
              <a:off x="2307" y="1785"/>
              <a:ext cx="9"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969" name="Line 18"/>
            <p:cNvSpPr>
              <a:spLocks noChangeShapeType="1"/>
            </p:cNvSpPr>
            <p:nvPr/>
          </p:nvSpPr>
          <p:spPr bwMode="auto">
            <a:xfrm>
              <a:off x="2307" y="1785"/>
              <a:ext cx="9" cy="1"/>
            </a:xfrm>
            <a:prstGeom prst="line"/>
            <a:noFill/>
            <a:ln w="0">
              <a:solidFill>
                <a:srgbClr val="000000"/>
              </a:solidFill>
              <a:round/>
              <a:headEnd/>
              <a:tailEnd/>
            </a:ln>
          </p:spPr>
          <p:txBody>
            <a:bodyPr/>
            <a:p>
              <a:endParaRPr altLang="en-US" lang="zh-CN"/>
            </a:p>
          </p:txBody>
        </p:sp>
        <p:sp>
          <p:nvSpPr>
            <p:cNvPr id="1048970" name="Line 19"/>
            <p:cNvSpPr>
              <a:spLocks noChangeShapeType="1"/>
            </p:cNvSpPr>
            <p:nvPr/>
          </p:nvSpPr>
          <p:spPr bwMode="auto">
            <a:xfrm>
              <a:off x="2307" y="1785"/>
              <a:ext cx="1" cy="8"/>
            </a:xfrm>
            <a:prstGeom prst="line"/>
            <a:noFill/>
            <a:ln w="0">
              <a:solidFill>
                <a:srgbClr val="000000"/>
              </a:solidFill>
              <a:round/>
              <a:headEnd/>
              <a:tailEnd/>
            </a:ln>
          </p:spPr>
          <p:txBody>
            <a:bodyPr/>
            <a:p>
              <a:endParaRPr altLang="en-US" lang="zh-CN"/>
            </a:p>
          </p:txBody>
        </p:sp>
        <p:sp>
          <p:nvSpPr>
            <p:cNvPr id="1048971" name="Rectangle 20"/>
            <p:cNvSpPr>
              <a:spLocks noChangeArrowheads="1"/>
            </p:cNvSpPr>
            <p:nvPr/>
          </p:nvSpPr>
          <p:spPr bwMode="auto">
            <a:xfrm>
              <a:off x="2307" y="1785"/>
              <a:ext cx="9"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972" name="Line 21"/>
            <p:cNvSpPr>
              <a:spLocks noChangeShapeType="1"/>
            </p:cNvSpPr>
            <p:nvPr/>
          </p:nvSpPr>
          <p:spPr bwMode="auto">
            <a:xfrm>
              <a:off x="2307" y="1785"/>
              <a:ext cx="9" cy="1"/>
            </a:xfrm>
            <a:prstGeom prst="line"/>
            <a:noFill/>
            <a:ln w="0">
              <a:solidFill>
                <a:srgbClr val="000000"/>
              </a:solidFill>
              <a:round/>
              <a:headEnd/>
              <a:tailEnd/>
            </a:ln>
          </p:spPr>
          <p:txBody>
            <a:bodyPr/>
            <a:p>
              <a:endParaRPr altLang="en-US" lang="zh-CN"/>
            </a:p>
          </p:txBody>
        </p:sp>
        <p:sp>
          <p:nvSpPr>
            <p:cNvPr id="1048973" name="Line 22"/>
            <p:cNvSpPr>
              <a:spLocks noChangeShapeType="1"/>
            </p:cNvSpPr>
            <p:nvPr/>
          </p:nvSpPr>
          <p:spPr bwMode="auto">
            <a:xfrm>
              <a:off x="2307" y="1785"/>
              <a:ext cx="1" cy="8"/>
            </a:xfrm>
            <a:prstGeom prst="line"/>
            <a:noFill/>
            <a:ln w="0">
              <a:solidFill>
                <a:srgbClr val="000000"/>
              </a:solidFill>
              <a:round/>
              <a:headEnd/>
              <a:tailEnd/>
            </a:ln>
          </p:spPr>
          <p:txBody>
            <a:bodyPr/>
            <a:p>
              <a:endParaRPr altLang="en-US" lang="zh-CN"/>
            </a:p>
          </p:txBody>
        </p:sp>
        <p:sp>
          <p:nvSpPr>
            <p:cNvPr id="1048974" name="Rectangle 23"/>
            <p:cNvSpPr>
              <a:spLocks noChangeArrowheads="1"/>
            </p:cNvSpPr>
            <p:nvPr/>
          </p:nvSpPr>
          <p:spPr bwMode="auto">
            <a:xfrm>
              <a:off x="2316" y="1785"/>
              <a:ext cx="443"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975" name="Line 24"/>
            <p:cNvSpPr>
              <a:spLocks noChangeShapeType="1"/>
            </p:cNvSpPr>
            <p:nvPr/>
          </p:nvSpPr>
          <p:spPr bwMode="auto">
            <a:xfrm>
              <a:off x="2316" y="1785"/>
              <a:ext cx="443" cy="1"/>
            </a:xfrm>
            <a:prstGeom prst="line"/>
            <a:noFill/>
            <a:ln w="0">
              <a:solidFill>
                <a:srgbClr val="000000"/>
              </a:solidFill>
              <a:round/>
              <a:headEnd/>
              <a:tailEnd/>
            </a:ln>
          </p:spPr>
          <p:txBody>
            <a:bodyPr/>
            <a:p>
              <a:endParaRPr altLang="en-US" lang="zh-CN"/>
            </a:p>
          </p:txBody>
        </p:sp>
        <p:sp>
          <p:nvSpPr>
            <p:cNvPr id="1048976" name="Rectangle 25"/>
            <p:cNvSpPr>
              <a:spLocks noChangeArrowheads="1"/>
            </p:cNvSpPr>
            <p:nvPr/>
          </p:nvSpPr>
          <p:spPr bwMode="auto">
            <a:xfrm>
              <a:off x="2759" y="1785"/>
              <a:ext cx="9"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977" name="Line 26"/>
            <p:cNvSpPr>
              <a:spLocks noChangeShapeType="1"/>
            </p:cNvSpPr>
            <p:nvPr/>
          </p:nvSpPr>
          <p:spPr bwMode="auto">
            <a:xfrm>
              <a:off x="2759" y="1785"/>
              <a:ext cx="9" cy="1"/>
            </a:xfrm>
            <a:prstGeom prst="line"/>
            <a:noFill/>
            <a:ln w="0">
              <a:solidFill>
                <a:srgbClr val="000000"/>
              </a:solidFill>
              <a:round/>
              <a:headEnd/>
              <a:tailEnd/>
            </a:ln>
          </p:spPr>
          <p:txBody>
            <a:bodyPr/>
            <a:p>
              <a:endParaRPr altLang="en-US" lang="zh-CN"/>
            </a:p>
          </p:txBody>
        </p:sp>
        <p:sp>
          <p:nvSpPr>
            <p:cNvPr id="1048978" name="Line 27"/>
            <p:cNvSpPr>
              <a:spLocks noChangeShapeType="1"/>
            </p:cNvSpPr>
            <p:nvPr/>
          </p:nvSpPr>
          <p:spPr bwMode="auto">
            <a:xfrm>
              <a:off x="2759" y="1785"/>
              <a:ext cx="1" cy="8"/>
            </a:xfrm>
            <a:prstGeom prst="line"/>
            <a:noFill/>
            <a:ln w="0">
              <a:solidFill>
                <a:srgbClr val="000000"/>
              </a:solidFill>
              <a:round/>
              <a:headEnd/>
              <a:tailEnd/>
            </a:ln>
          </p:spPr>
          <p:txBody>
            <a:bodyPr/>
            <a:p>
              <a:endParaRPr altLang="en-US" lang="zh-CN"/>
            </a:p>
          </p:txBody>
        </p:sp>
        <p:sp>
          <p:nvSpPr>
            <p:cNvPr id="1048979" name="Rectangle 28"/>
            <p:cNvSpPr>
              <a:spLocks noChangeArrowheads="1"/>
            </p:cNvSpPr>
            <p:nvPr/>
          </p:nvSpPr>
          <p:spPr bwMode="auto">
            <a:xfrm>
              <a:off x="2759" y="1785"/>
              <a:ext cx="9"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980" name="Line 29"/>
            <p:cNvSpPr>
              <a:spLocks noChangeShapeType="1"/>
            </p:cNvSpPr>
            <p:nvPr/>
          </p:nvSpPr>
          <p:spPr bwMode="auto">
            <a:xfrm>
              <a:off x="2759" y="1785"/>
              <a:ext cx="9" cy="1"/>
            </a:xfrm>
            <a:prstGeom prst="line"/>
            <a:noFill/>
            <a:ln w="0">
              <a:solidFill>
                <a:srgbClr val="000000"/>
              </a:solidFill>
              <a:round/>
              <a:headEnd/>
              <a:tailEnd/>
            </a:ln>
          </p:spPr>
          <p:txBody>
            <a:bodyPr/>
            <a:p>
              <a:endParaRPr altLang="en-US" lang="zh-CN"/>
            </a:p>
          </p:txBody>
        </p:sp>
        <p:sp>
          <p:nvSpPr>
            <p:cNvPr id="1048981" name="Line 30"/>
            <p:cNvSpPr>
              <a:spLocks noChangeShapeType="1"/>
            </p:cNvSpPr>
            <p:nvPr/>
          </p:nvSpPr>
          <p:spPr bwMode="auto">
            <a:xfrm>
              <a:off x="2759" y="1785"/>
              <a:ext cx="1" cy="8"/>
            </a:xfrm>
            <a:prstGeom prst="line"/>
            <a:noFill/>
            <a:ln w="0">
              <a:solidFill>
                <a:srgbClr val="000000"/>
              </a:solidFill>
              <a:round/>
              <a:headEnd/>
              <a:tailEnd/>
            </a:ln>
          </p:spPr>
          <p:txBody>
            <a:bodyPr/>
            <a:p>
              <a:endParaRPr altLang="en-US" lang="zh-CN"/>
            </a:p>
          </p:txBody>
        </p:sp>
        <p:sp>
          <p:nvSpPr>
            <p:cNvPr id="1048982" name="Rectangle 31"/>
            <p:cNvSpPr>
              <a:spLocks noChangeArrowheads="1"/>
            </p:cNvSpPr>
            <p:nvPr/>
          </p:nvSpPr>
          <p:spPr bwMode="auto">
            <a:xfrm>
              <a:off x="2307" y="1793"/>
              <a:ext cx="9" cy="272"/>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983" name="Line 32"/>
            <p:cNvSpPr>
              <a:spLocks noChangeShapeType="1"/>
            </p:cNvSpPr>
            <p:nvPr/>
          </p:nvSpPr>
          <p:spPr bwMode="auto">
            <a:xfrm>
              <a:off x="2307" y="1793"/>
              <a:ext cx="1" cy="272"/>
            </a:xfrm>
            <a:prstGeom prst="line"/>
            <a:noFill/>
            <a:ln w="0">
              <a:solidFill>
                <a:srgbClr val="000000"/>
              </a:solidFill>
              <a:round/>
              <a:headEnd/>
              <a:tailEnd/>
            </a:ln>
          </p:spPr>
          <p:txBody>
            <a:bodyPr/>
            <a:p>
              <a:endParaRPr altLang="en-US" lang="zh-CN"/>
            </a:p>
          </p:txBody>
        </p:sp>
        <p:sp>
          <p:nvSpPr>
            <p:cNvPr id="1048984" name="Rectangle 33"/>
            <p:cNvSpPr>
              <a:spLocks noChangeArrowheads="1"/>
            </p:cNvSpPr>
            <p:nvPr/>
          </p:nvSpPr>
          <p:spPr bwMode="auto">
            <a:xfrm>
              <a:off x="2759" y="1793"/>
              <a:ext cx="9" cy="272"/>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985" name="Line 34"/>
            <p:cNvSpPr>
              <a:spLocks noChangeShapeType="1"/>
            </p:cNvSpPr>
            <p:nvPr/>
          </p:nvSpPr>
          <p:spPr bwMode="auto">
            <a:xfrm>
              <a:off x="2759" y="1793"/>
              <a:ext cx="1" cy="272"/>
            </a:xfrm>
            <a:prstGeom prst="line"/>
            <a:noFill/>
            <a:ln w="0">
              <a:solidFill>
                <a:srgbClr val="000000"/>
              </a:solidFill>
              <a:round/>
              <a:headEnd/>
              <a:tailEnd/>
            </a:ln>
          </p:spPr>
          <p:txBody>
            <a:bodyPr/>
            <a:p>
              <a:endParaRPr altLang="en-US" lang="zh-CN"/>
            </a:p>
          </p:txBody>
        </p:sp>
        <p:sp>
          <p:nvSpPr>
            <p:cNvPr id="1048986" name="Rectangle 35"/>
            <p:cNvSpPr>
              <a:spLocks noChangeArrowheads="1"/>
            </p:cNvSpPr>
            <p:nvPr/>
          </p:nvSpPr>
          <p:spPr bwMode="auto">
            <a:xfrm>
              <a:off x="2188" y="2160"/>
              <a:ext cx="8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1</a:t>
              </a:r>
              <a:endParaRPr altLang="zh-CN" b="1" sz="1800" lang="en-US">
                <a:latin typeface="Courier New" panose="02070309020205020404" pitchFamily="49" charset="0"/>
              </a:endParaRPr>
            </a:p>
          </p:txBody>
        </p:sp>
        <p:sp>
          <p:nvSpPr>
            <p:cNvPr id="1048987" name="Rectangle 36"/>
            <p:cNvSpPr>
              <a:spLocks noChangeArrowheads="1"/>
            </p:cNvSpPr>
            <p:nvPr/>
          </p:nvSpPr>
          <p:spPr bwMode="auto">
            <a:xfrm>
              <a:off x="2272" y="2160"/>
              <a:ext cx="4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8988" name="Rectangle 37"/>
            <p:cNvSpPr>
              <a:spLocks noChangeArrowheads="1"/>
            </p:cNvSpPr>
            <p:nvPr/>
          </p:nvSpPr>
          <p:spPr bwMode="auto">
            <a:xfrm>
              <a:off x="2488" y="2130"/>
              <a:ext cx="97"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3</a:t>
              </a:r>
              <a:endParaRPr altLang="zh-CN" b="1" sz="1800" lang="en-US">
                <a:latin typeface="Courier New" panose="02070309020205020404" pitchFamily="49" charset="0"/>
              </a:endParaRPr>
            </a:p>
          </p:txBody>
        </p:sp>
        <p:sp>
          <p:nvSpPr>
            <p:cNvPr id="1048989" name="Rectangle 38"/>
            <p:cNvSpPr>
              <a:spLocks noChangeArrowheads="1"/>
            </p:cNvSpPr>
            <p:nvPr/>
          </p:nvSpPr>
          <p:spPr bwMode="auto">
            <a:xfrm>
              <a:off x="2587" y="2130"/>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8990" name="Rectangle 39"/>
            <p:cNvSpPr>
              <a:spLocks noChangeArrowheads="1"/>
            </p:cNvSpPr>
            <p:nvPr/>
          </p:nvSpPr>
          <p:spPr bwMode="auto">
            <a:xfrm>
              <a:off x="2307" y="2065"/>
              <a:ext cx="9"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991" name="Line 40"/>
            <p:cNvSpPr>
              <a:spLocks noChangeShapeType="1"/>
            </p:cNvSpPr>
            <p:nvPr/>
          </p:nvSpPr>
          <p:spPr bwMode="auto">
            <a:xfrm>
              <a:off x="2307" y="2065"/>
              <a:ext cx="9" cy="1"/>
            </a:xfrm>
            <a:prstGeom prst="line"/>
            <a:noFill/>
            <a:ln w="0">
              <a:solidFill>
                <a:srgbClr val="000000"/>
              </a:solidFill>
              <a:round/>
              <a:headEnd/>
              <a:tailEnd/>
            </a:ln>
          </p:spPr>
          <p:txBody>
            <a:bodyPr/>
            <a:p>
              <a:endParaRPr altLang="en-US" lang="zh-CN"/>
            </a:p>
          </p:txBody>
        </p:sp>
        <p:sp>
          <p:nvSpPr>
            <p:cNvPr id="1048992" name="Line 41"/>
            <p:cNvSpPr>
              <a:spLocks noChangeShapeType="1"/>
            </p:cNvSpPr>
            <p:nvPr/>
          </p:nvSpPr>
          <p:spPr bwMode="auto">
            <a:xfrm>
              <a:off x="2307" y="2065"/>
              <a:ext cx="1" cy="8"/>
            </a:xfrm>
            <a:prstGeom prst="line"/>
            <a:noFill/>
            <a:ln w="0">
              <a:solidFill>
                <a:srgbClr val="000000"/>
              </a:solidFill>
              <a:round/>
              <a:headEnd/>
              <a:tailEnd/>
            </a:ln>
          </p:spPr>
          <p:txBody>
            <a:bodyPr/>
            <a:p>
              <a:endParaRPr altLang="en-US" lang="zh-CN"/>
            </a:p>
          </p:txBody>
        </p:sp>
        <p:sp>
          <p:nvSpPr>
            <p:cNvPr id="1048993" name="Rectangle 42"/>
            <p:cNvSpPr>
              <a:spLocks noChangeArrowheads="1"/>
            </p:cNvSpPr>
            <p:nvPr/>
          </p:nvSpPr>
          <p:spPr bwMode="auto">
            <a:xfrm>
              <a:off x="2316" y="2065"/>
              <a:ext cx="443"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994" name="Line 43"/>
            <p:cNvSpPr>
              <a:spLocks noChangeShapeType="1"/>
            </p:cNvSpPr>
            <p:nvPr/>
          </p:nvSpPr>
          <p:spPr bwMode="auto">
            <a:xfrm>
              <a:off x="2316" y="2065"/>
              <a:ext cx="443" cy="1"/>
            </a:xfrm>
            <a:prstGeom prst="line"/>
            <a:noFill/>
            <a:ln w="0">
              <a:solidFill>
                <a:srgbClr val="000000"/>
              </a:solidFill>
              <a:round/>
              <a:headEnd/>
              <a:tailEnd/>
            </a:ln>
          </p:spPr>
          <p:txBody>
            <a:bodyPr/>
            <a:p>
              <a:endParaRPr altLang="en-US" lang="zh-CN"/>
            </a:p>
          </p:txBody>
        </p:sp>
        <p:sp>
          <p:nvSpPr>
            <p:cNvPr id="1048995" name="Rectangle 44"/>
            <p:cNvSpPr>
              <a:spLocks noChangeArrowheads="1"/>
            </p:cNvSpPr>
            <p:nvPr/>
          </p:nvSpPr>
          <p:spPr bwMode="auto">
            <a:xfrm>
              <a:off x="2759" y="2065"/>
              <a:ext cx="9"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996" name="Line 45"/>
            <p:cNvSpPr>
              <a:spLocks noChangeShapeType="1"/>
            </p:cNvSpPr>
            <p:nvPr/>
          </p:nvSpPr>
          <p:spPr bwMode="auto">
            <a:xfrm>
              <a:off x="2759" y="2065"/>
              <a:ext cx="9" cy="1"/>
            </a:xfrm>
            <a:prstGeom prst="line"/>
            <a:noFill/>
            <a:ln w="0">
              <a:solidFill>
                <a:srgbClr val="000000"/>
              </a:solidFill>
              <a:round/>
              <a:headEnd/>
              <a:tailEnd/>
            </a:ln>
          </p:spPr>
          <p:txBody>
            <a:bodyPr/>
            <a:p>
              <a:endParaRPr altLang="en-US" lang="zh-CN"/>
            </a:p>
          </p:txBody>
        </p:sp>
        <p:sp>
          <p:nvSpPr>
            <p:cNvPr id="1048997" name="Line 46"/>
            <p:cNvSpPr>
              <a:spLocks noChangeShapeType="1"/>
            </p:cNvSpPr>
            <p:nvPr/>
          </p:nvSpPr>
          <p:spPr bwMode="auto">
            <a:xfrm>
              <a:off x="2759" y="2065"/>
              <a:ext cx="1" cy="8"/>
            </a:xfrm>
            <a:prstGeom prst="line"/>
            <a:noFill/>
            <a:ln w="0">
              <a:solidFill>
                <a:srgbClr val="000000"/>
              </a:solidFill>
              <a:round/>
              <a:headEnd/>
              <a:tailEnd/>
            </a:ln>
          </p:spPr>
          <p:txBody>
            <a:bodyPr/>
            <a:p>
              <a:endParaRPr altLang="en-US" lang="zh-CN"/>
            </a:p>
          </p:txBody>
        </p:sp>
        <p:sp>
          <p:nvSpPr>
            <p:cNvPr id="1048998" name="Rectangle 47"/>
            <p:cNvSpPr>
              <a:spLocks noChangeArrowheads="1"/>
            </p:cNvSpPr>
            <p:nvPr/>
          </p:nvSpPr>
          <p:spPr bwMode="auto">
            <a:xfrm>
              <a:off x="2307" y="2073"/>
              <a:ext cx="9" cy="272"/>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999" name="Line 48"/>
            <p:cNvSpPr>
              <a:spLocks noChangeShapeType="1"/>
            </p:cNvSpPr>
            <p:nvPr/>
          </p:nvSpPr>
          <p:spPr bwMode="auto">
            <a:xfrm>
              <a:off x="2307" y="2073"/>
              <a:ext cx="1" cy="272"/>
            </a:xfrm>
            <a:prstGeom prst="line"/>
            <a:noFill/>
            <a:ln w="0">
              <a:solidFill>
                <a:srgbClr val="000000"/>
              </a:solidFill>
              <a:round/>
              <a:headEnd/>
              <a:tailEnd/>
            </a:ln>
          </p:spPr>
          <p:txBody>
            <a:bodyPr/>
            <a:p>
              <a:endParaRPr altLang="en-US" lang="zh-CN"/>
            </a:p>
          </p:txBody>
        </p:sp>
        <p:sp>
          <p:nvSpPr>
            <p:cNvPr id="1049000" name="Rectangle 49"/>
            <p:cNvSpPr>
              <a:spLocks noChangeArrowheads="1"/>
            </p:cNvSpPr>
            <p:nvPr/>
          </p:nvSpPr>
          <p:spPr bwMode="auto">
            <a:xfrm>
              <a:off x="2759" y="2073"/>
              <a:ext cx="9" cy="272"/>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01" name="Line 50"/>
            <p:cNvSpPr>
              <a:spLocks noChangeShapeType="1"/>
            </p:cNvSpPr>
            <p:nvPr/>
          </p:nvSpPr>
          <p:spPr bwMode="auto">
            <a:xfrm>
              <a:off x="2759" y="2073"/>
              <a:ext cx="1" cy="272"/>
            </a:xfrm>
            <a:prstGeom prst="line"/>
            <a:noFill/>
            <a:ln w="0">
              <a:solidFill>
                <a:srgbClr val="000000"/>
              </a:solidFill>
              <a:round/>
              <a:headEnd/>
              <a:tailEnd/>
            </a:ln>
          </p:spPr>
          <p:txBody>
            <a:bodyPr/>
            <a:p>
              <a:endParaRPr altLang="en-US" lang="zh-CN"/>
            </a:p>
          </p:txBody>
        </p:sp>
        <p:sp>
          <p:nvSpPr>
            <p:cNvPr id="1049002" name="Rectangle 51"/>
            <p:cNvSpPr>
              <a:spLocks noChangeArrowheads="1"/>
            </p:cNvSpPr>
            <p:nvPr/>
          </p:nvSpPr>
          <p:spPr bwMode="auto">
            <a:xfrm>
              <a:off x="2188" y="2440"/>
              <a:ext cx="8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2</a:t>
              </a:r>
              <a:endParaRPr altLang="zh-CN" b="1" sz="1800" lang="en-US">
                <a:latin typeface="Courier New" panose="02070309020205020404" pitchFamily="49" charset="0"/>
              </a:endParaRPr>
            </a:p>
          </p:txBody>
        </p:sp>
        <p:sp>
          <p:nvSpPr>
            <p:cNvPr id="1049003" name="Rectangle 52"/>
            <p:cNvSpPr>
              <a:spLocks noChangeArrowheads="1"/>
            </p:cNvSpPr>
            <p:nvPr/>
          </p:nvSpPr>
          <p:spPr bwMode="auto">
            <a:xfrm>
              <a:off x="2272" y="2440"/>
              <a:ext cx="4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004" name="Rectangle 53"/>
            <p:cNvSpPr>
              <a:spLocks noChangeArrowheads="1"/>
            </p:cNvSpPr>
            <p:nvPr/>
          </p:nvSpPr>
          <p:spPr bwMode="auto">
            <a:xfrm>
              <a:off x="2488" y="2410"/>
              <a:ext cx="97"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4</a:t>
              </a:r>
              <a:endParaRPr altLang="zh-CN" b="1" sz="1800" lang="en-US">
                <a:latin typeface="Courier New" panose="02070309020205020404" pitchFamily="49" charset="0"/>
              </a:endParaRPr>
            </a:p>
          </p:txBody>
        </p:sp>
        <p:sp>
          <p:nvSpPr>
            <p:cNvPr id="1049005" name="Rectangle 54"/>
            <p:cNvSpPr>
              <a:spLocks noChangeArrowheads="1"/>
            </p:cNvSpPr>
            <p:nvPr/>
          </p:nvSpPr>
          <p:spPr bwMode="auto">
            <a:xfrm>
              <a:off x="2587" y="2410"/>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006" name="Rectangle 55"/>
            <p:cNvSpPr>
              <a:spLocks noChangeArrowheads="1"/>
            </p:cNvSpPr>
            <p:nvPr/>
          </p:nvSpPr>
          <p:spPr bwMode="auto">
            <a:xfrm>
              <a:off x="2307" y="2345"/>
              <a:ext cx="9"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07" name="Line 56"/>
            <p:cNvSpPr>
              <a:spLocks noChangeShapeType="1"/>
            </p:cNvSpPr>
            <p:nvPr/>
          </p:nvSpPr>
          <p:spPr bwMode="auto">
            <a:xfrm>
              <a:off x="2307" y="2345"/>
              <a:ext cx="9" cy="1"/>
            </a:xfrm>
            <a:prstGeom prst="line"/>
            <a:noFill/>
            <a:ln w="0">
              <a:solidFill>
                <a:srgbClr val="000000"/>
              </a:solidFill>
              <a:round/>
              <a:headEnd/>
              <a:tailEnd/>
            </a:ln>
          </p:spPr>
          <p:txBody>
            <a:bodyPr/>
            <a:p>
              <a:endParaRPr altLang="en-US" lang="zh-CN"/>
            </a:p>
          </p:txBody>
        </p:sp>
        <p:sp>
          <p:nvSpPr>
            <p:cNvPr id="1049008" name="Line 57"/>
            <p:cNvSpPr>
              <a:spLocks noChangeShapeType="1"/>
            </p:cNvSpPr>
            <p:nvPr/>
          </p:nvSpPr>
          <p:spPr bwMode="auto">
            <a:xfrm>
              <a:off x="2307" y="2345"/>
              <a:ext cx="1" cy="8"/>
            </a:xfrm>
            <a:prstGeom prst="line"/>
            <a:noFill/>
            <a:ln w="0">
              <a:solidFill>
                <a:srgbClr val="000000"/>
              </a:solidFill>
              <a:round/>
              <a:headEnd/>
              <a:tailEnd/>
            </a:ln>
          </p:spPr>
          <p:txBody>
            <a:bodyPr/>
            <a:p>
              <a:endParaRPr altLang="en-US" lang="zh-CN"/>
            </a:p>
          </p:txBody>
        </p:sp>
        <p:sp>
          <p:nvSpPr>
            <p:cNvPr id="1049009" name="Rectangle 58"/>
            <p:cNvSpPr>
              <a:spLocks noChangeArrowheads="1"/>
            </p:cNvSpPr>
            <p:nvPr/>
          </p:nvSpPr>
          <p:spPr bwMode="auto">
            <a:xfrm>
              <a:off x="2316" y="2345"/>
              <a:ext cx="443"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10" name="Line 59"/>
            <p:cNvSpPr>
              <a:spLocks noChangeShapeType="1"/>
            </p:cNvSpPr>
            <p:nvPr/>
          </p:nvSpPr>
          <p:spPr bwMode="auto">
            <a:xfrm>
              <a:off x="2316" y="2345"/>
              <a:ext cx="443" cy="1"/>
            </a:xfrm>
            <a:prstGeom prst="line"/>
            <a:noFill/>
            <a:ln w="0">
              <a:solidFill>
                <a:srgbClr val="000000"/>
              </a:solidFill>
              <a:round/>
              <a:headEnd/>
              <a:tailEnd/>
            </a:ln>
          </p:spPr>
          <p:txBody>
            <a:bodyPr/>
            <a:p>
              <a:endParaRPr altLang="en-US" lang="zh-CN"/>
            </a:p>
          </p:txBody>
        </p:sp>
        <p:sp>
          <p:nvSpPr>
            <p:cNvPr id="1049011" name="Rectangle 60"/>
            <p:cNvSpPr>
              <a:spLocks noChangeArrowheads="1"/>
            </p:cNvSpPr>
            <p:nvPr/>
          </p:nvSpPr>
          <p:spPr bwMode="auto">
            <a:xfrm>
              <a:off x="2759" y="2345"/>
              <a:ext cx="9"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12" name="Line 61"/>
            <p:cNvSpPr>
              <a:spLocks noChangeShapeType="1"/>
            </p:cNvSpPr>
            <p:nvPr/>
          </p:nvSpPr>
          <p:spPr bwMode="auto">
            <a:xfrm>
              <a:off x="2759" y="2345"/>
              <a:ext cx="9" cy="1"/>
            </a:xfrm>
            <a:prstGeom prst="line"/>
            <a:noFill/>
            <a:ln w="0">
              <a:solidFill>
                <a:srgbClr val="000000"/>
              </a:solidFill>
              <a:round/>
              <a:headEnd/>
              <a:tailEnd/>
            </a:ln>
          </p:spPr>
          <p:txBody>
            <a:bodyPr/>
            <a:p>
              <a:endParaRPr altLang="en-US" lang="zh-CN"/>
            </a:p>
          </p:txBody>
        </p:sp>
        <p:sp>
          <p:nvSpPr>
            <p:cNvPr id="1049013" name="Line 62"/>
            <p:cNvSpPr>
              <a:spLocks noChangeShapeType="1"/>
            </p:cNvSpPr>
            <p:nvPr/>
          </p:nvSpPr>
          <p:spPr bwMode="auto">
            <a:xfrm>
              <a:off x="2759" y="2345"/>
              <a:ext cx="1" cy="8"/>
            </a:xfrm>
            <a:prstGeom prst="line"/>
            <a:noFill/>
            <a:ln w="0">
              <a:solidFill>
                <a:srgbClr val="000000"/>
              </a:solidFill>
              <a:round/>
              <a:headEnd/>
              <a:tailEnd/>
            </a:ln>
          </p:spPr>
          <p:txBody>
            <a:bodyPr/>
            <a:p>
              <a:endParaRPr altLang="en-US" lang="zh-CN"/>
            </a:p>
          </p:txBody>
        </p:sp>
        <p:sp>
          <p:nvSpPr>
            <p:cNvPr id="1049014" name="Rectangle 63"/>
            <p:cNvSpPr>
              <a:spLocks noChangeArrowheads="1"/>
            </p:cNvSpPr>
            <p:nvPr/>
          </p:nvSpPr>
          <p:spPr bwMode="auto">
            <a:xfrm>
              <a:off x="2307" y="2353"/>
              <a:ext cx="9" cy="272"/>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15" name="Line 64"/>
            <p:cNvSpPr>
              <a:spLocks noChangeShapeType="1"/>
            </p:cNvSpPr>
            <p:nvPr/>
          </p:nvSpPr>
          <p:spPr bwMode="auto">
            <a:xfrm>
              <a:off x="2307" y="2353"/>
              <a:ext cx="1" cy="272"/>
            </a:xfrm>
            <a:prstGeom prst="line"/>
            <a:noFill/>
            <a:ln w="0">
              <a:solidFill>
                <a:srgbClr val="000000"/>
              </a:solidFill>
              <a:round/>
              <a:headEnd/>
              <a:tailEnd/>
            </a:ln>
          </p:spPr>
          <p:txBody>
            <a:bodyPr/>
            <a:p>
              <a:endParaRPr altLang="en-US" lang="zh-CN"/>
            </a:p>
          </p:txBody>
        </p:sp>
        <p:sp>
          <p:nvSpPr>
            <p:cNvPr id="1049016" name="Rectangle 65"/>
            <p:cNvSpPr>
              <a:spLocks noChangeArrowheads="1"/>
            </p:cNvSpPr>
            <p:nvPr/>
          </p:nvSpPr>
          <p:spPr bwMode="auto">
            <a:xfrm>
              <a:off x="2759" y="2353"/>
              <a:ext cx="9" cy="272"/>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17" name="Line 66"/>
            <p:cNvSpPr>
              <a:spLocks noChangeShapeType="1"/>
            </p:cNvSpPr>
            <p:nvPr/>
          </p:nvSpPr>
          <p:spPr bwMode="auto">
            <a:xfrm>
              <a:off x="2759" y="2353"/>
              <a:ext cx="1" cy="272"/>
            </a:xfrm>
            <a:prstGeom prst="line"/>
            <a:noFill/>
            <a:ln w="0">
              <a:solidFill>
                <a:srgbClr val="000000"/>
              </a:solidFill>
              <a:round/>
              <a:headEnd/>
              <a:tailEnd/>
            </a:ln>
          </p:spPr>
          <p:txBody>
            <a:bodyPr/>
            <a:p>
              <a:endParaRPr altLang="en-US" lang="zh-CN"/>
            </a:p>
          </p:txBody>
        </p:sp>
        <p:sp>
          <p:nvSpPr>
            <p:cNvPr id="1049018" name="Rectangle 67"/>
            <p:cNvSpPr>
              <a:spLocks noChangeArrowheads="1"/>
            </p:cNvSpPr>
            <p:nvPr/>
          </p:nvSpPr>
          <p:spPr bwMode="auto">
            <a:xfrm>
              <a:off x="2188" y="2721"/>
              <a:ext cx="8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3</a:t>
              </a:r>
              <a:endParaRPr altLang="zh-CN" b="1" sz="1800" lang="en-US">
                <a:latin typeface="Courier New" panose="02070309020205020404" pitchFamily="49" charset="0"/>
              </a:endParaRPr>
            </a:p>
          </p:txBody>
        </p:sp>
        <p:sp>
          <p:nvSpPr>
            <p:cNvPr id="1049019" name="Rectangle 68"/>
            <p:cNvSpPr>
              <a:spLocks noChangeArrowheads="1"/>
            </p:cNvSpPr>
            <p:nvPr/>
          </p:nvSpPr>
          <p:spPr bwMode="auto">
            <a:xfrm>
              <a:off x="2272" y="2721"/>
              <a:ext cx="4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020" name="Rectangle 69"/>
            <p:cNvSpPr>
              <a:spLocks noChangeArrowheads="1"/>
            </p:cNvSpPr>
            <p:nvPr/>
          </p:nvSpPr>
          <p:spPr bwMode="auto">
            <a:xfrm>
              <a:off x="2488" y="2692"/>
              <a:ext cx="97"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6</a:t>
              </a:r>
              <a:endParaRPr altLang="zh-CN" b="1" sz="1800" lang="en-US">
                <a:latin typeface="Courier New" panose="02070309020205020404" pitchFamily="49" charset="0"/>
              </a:endParaRPr>
            </a:p>
          </p:txBody>
        </p:sp>
        <p:sp>
          <p:nvSpPr>
            <p:cNvPr id="1049021" name="Rectangle 70"/>
            <p:cNvSpPr>
              <a:spLocks noChangeArrowheads="1"/>
            </p:cNvSpPr>
            <p:nvPr/>
          </p:nvSpPr>
          <p:spPr bwMode="auto">
            <a:xfrm>
              <a:off x="2587" y="2692"/>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022" name="Rectangle 71"/>
            <p:cNvSpPr>
              <a:spLocks noChangeArrowheads="1"/>
            </p:cNvSpPr>
            <p:nvPr/>
          </p:nvSpPr>
          <p:spPr bwMode="auto">
            <a:xfrm>
              <a:off x="2307" y="2626"/>
              <a:ext cx="9"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23" name="Line 72"/>
            <p:cNvSpPr>
              <a:spLocks noChangeShapeType="1"/>
            </p:cNvSpPr>
            <p:nvPr/>
          </p:nvSpPr>
          <p:spPr bwMode="auto">
            <a:xfrm>
              <a:off x="2307" y="2626"/>
              <a:ext cx="9" cy="1"/>
            </a:xfrm>
            <a:prstGeom prst="line"/>
            <a:noFill/>
            <a:ln w="0">
              <a:solidFill>
                <a:srgbClr val="000000"/>
              </a:solidFill>
              <a:round/>
              <a:headEnd/>
              <a:tailEnd/>
            </a:ln>
          </p:spPr>
          <p:txBody>
            <a:bodyPr/>
            <a:p>
              <a:endParaRPr altLang="en-US" lang="zh-CN"/>
            </a:p>
          </p:txBody>
        </p:sp>
        <p:sp>
          <p:nvSpPr>
            <p:cNvPr id="1049024" name="Line 73"/>
            <p:cNvSpPr>
              <a:spLocks noChangeShapeType="1"/>
            </p:cNvSpPr>
            <p:nvPr/>
          </p:nvSpPr>
          <p:spPr bwMode="auto">
            <a:xfrm>
              <a:off x="2307" y="2626"/>
              <a:ext cx="1" cy="8"/>
            </a:xfrm>
            <a:prstGeom prst="line"/>
            <a:noFill/>
            <a:ln w="0">
              <a:solidFill>
                <a:srgbClr val="000000"/>
              </a:solidFill>
              <a:round/>
              <a:headEnd/>
              <a:tailEnd/>
            </a:ln>
          </p:spPr>
          <p:txBody>
            <a:bodyPr/>
            <a:p>
              <a:endParaRPr altLang="en-US" lang="zh-CN"/>
            </a:p>
          </p:txBody>
        </p:sp>
        <p:sp>
          <p:nvSpPr>
            <p:cNvPr id="1049025" name="Rectangle 74"/>
            <p:cNvSpPr>
              <a:spLocks noChangeArrowheads="1"/>
            </p:cNvSpPr>
            <p:nvPr/>
          </p:nvSpPr>
          <p:spPr bwMode="auto">
            <a:xfrm>
              <a:off x="2316" y="2626"/>
              <a:ext cx="443"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26" name="Line 75"/>
            <p:cNvSpPr>
              <a:spLocks noChangeShapeType="1"/>
            </p:cNvSpPr>
            <p:nvPr/>
          </p:nvSpPr>
          <p:spPr bwMode="auto">
            <a:xfrm>
              <a:off x="2316" y="2626"/>
              <a:ext cx="443" cy="1"/>
            </a:xfrm>
            <a:prstGeom prst="line"/>
            <a:noFill/>
            <a:ln w="0">
              <a:solidFill>
                <a:srgbClr val="000000"/>
              </a:solidFill>
              <a:round/>
              <a:headEnd/>
              <a:tailEnd/>
            </a:ln>
          </p:spPr>
          <p:txBody>
            <a:bodyPr/>
            <a:p>
              <a:endParaRPr altLang="en-US" lang="zh-CN"/>
            </a:p>
          </p:txBody>
        </p:sp>
        <p:sp>
          <p:nvSpPr>
            <p:cNvPr id="1049027" name="Rectangle 76"/>
            <p:cNvSpPr>
              <a:spLocks noChangeArrowheads="1"/>
            </p:cNvSpPr>
            <p:nvPr/>
          </p:nvSpPr>
          <p:spPr bwMode="auto">
            <a:xfrm>
              <a:off x="2759" y="2626"/>
              <a:ext cx="9"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28" name="Line 77"/>
            <p:cNvSpPr>
              <a:spLocks noChangeShapeType="1"/>
            </p:cNvSpPr>
            <p:nvPr/>
          </p:nvSpPr>
          <p:spPr bwMode="auto">
            <a:xfrm>
              <a:off x="2759" y="2626"/>
              <a:ext cx="9" cy="1"/>
            </a:xfrm>
            <a:prstGeom prst="line"/>
            <a:noFill/>
            <a:ln w="0">
              <a:solidFill>
                <a:srgbClr val="000000"/>
              </a:solidFill>
              <a:round/>
              <a:headEnd/>
              <a:tailEnd/>
            </a:ln>
          </p:spPr>
          <p:txBody>
            <a:bodyPr/>
            <a:p>
              <a:endParaRPr altLang="en-US" lang="zh-CN"/>
            </a:p>
          </p:txBody>
        </p:sp>
        <p:sp>
          <p:nvSpPr>
            <p:cNvPr id="1049029" name="Line 78"/>
            <p:cNvSpPr>
              <a:spLocks noChangeShapeType="1"/>
            </p:cNvSpPr>
            <p:nvPr/>
          </p:nvSpPr>
          <p:spPr bwMode="auto">
            <a:xfrm>
              <a:off x="2759" y="2626"/>
              <a:ext cx="1" cy="8"/>
            </a:xfrm>
            <a:prstGeom prst="line"/>
            <a:noFill/>
            <a:ln w="0">
              <a:solidFill>
                <a:srgbClr val="000000"/>
              </a:solidFill>
              <a:round/>
              <a:headEnd/>
              <a:tailEnd/>
            </a:ln>
          </p:spPr>
          <p:txBody>
            <a:bodyPr/>
            <a:p>
              <a:endParaRPr altLang="en-US" lang="zh-CN"/>
            </a:p>
          </p:txBody>
        </p:sp>
        <p:sp>
          <p:nvSpPr>
            <p:cNvPr id="1049030" name="Rectangle 79"/>
            <p:cNvSpPr>
              <a:spLocks noChangeArrowheads="1"/>
            </p:cNvSpPr>
            <p:nvPr/>
          </p:nvSpPr>
          <p:spPr bwMode="auto">
            <a:xfrm>
              <a:off x="2307" y="2634"/>
              <a:ext cx="9" cy="272"/>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31" name="Line 80"/>
            <p:cNvSpPr>
              <a:spLocks noChangeShapeType="1"/>
            </p:cNvSpPr>
            <p:nvPr/>
          </p:nvSpPr>
          <p:spPr bwMode="auto">
            <a:xfrm>
              <a:off x="2307" y="2634"/>
              <a:ext cx="1" cy="272"/>
            </a:xfrm>
            <a:prstGeom prst="line"/>
            <a:noFill/>
            <a:ln w="0">
              <a:solidFill>
                <a:srgbClr val="000000"/>
              </a:solidFill>
              <a:round/>
              <a:headEnd/>
              <a:tailEnd/>
            </a:ln>
          </p:spPr>
          <p:txBody>
            <a:bodyPr/>
            <a:p>
              <a:endParaRPr altLang="en-US" lang="zh-CN"/>
            </a:p>
          </p:txBody>
        </p:sp>
        <p:sp>
          <p:nvSpPr>
            <p:cNvPr id="1049032" name="Rectangle 81"/>
            <p:cNvSpPr>
              <a:spLocks noChangeArrowheads="1"/>
            </p:cNvSpPr>
            <p:nvPr/>
          </p:nvSpPr>
          <p:spPr bwMode="auto">
            <a:xfrm>
              <a:off x="2759" y="2634"/>
              <a:ext cx="9" cy="272"/>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33" name="Line 82"/>
            <p:cNvSpPr>
              <a:spLocks noChangeShapeType="1"/>
            </p:cNvSpPr>
            <p:nvPr/>
          </p:nvSpPr>
          <p:spPr bwMode="auto">
            <a:xfrm>
              <a:off x="2759" y="2634"/>
              <a:ext cx="1" cy="272"/>
            </a:xfrm>
            <a:prstGeom prst="line"/>
            <a:noFill/>
            <a:ln w="0">
              <a:solidFill>
                <a:srgbClr val="000000"/>
              </a:solidFill>
              <a:round/>
              <a:headEnd/>
              <a:tailEnd/>
            </a:ln>
          </p:spPr>
          <p:txBody>
            <a:bodyPr/>
            <a:p>
              <a:endParaRPr altLang="en-US" lang="zh-CN"/>
            </a:p>
          </p:txBody>
        </p:sp>
        <p:sp>
          <p:nvSpPr>
            <p:cNvPr id="1049034" name="Rectangle 83"/>
            <p:cNvSpPr>
              <a:spLocks noChangeArrowheads="1"/>
            </p:cNvSpPr>
            <p:nvPr/>
          </p:nvSpPr>
          <p:spPr bwMode="auto">
            <a:xfrm>
              <a:off x="2188" y="3001"/>
              <a:ext cx="8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4</a:t>
              </a:r>
              <a:endParaRPr altLang="zh-CN" b="1" sz="1800" lang="en-US">
                <a:latin typeface="Courier New" panose="02070309020205020404" pitchFamily="49" charset="0"/>
              </a:endParaRPr>
            </a:p>
          </p:txBody>
        </p:sp>
        <p:sp>
          <p:nvSpPr>
            <p:cNvPr id="1049035" name="Rectangle 84"/>
            <p:cNvSpPr>
              <a:spLocks noChangeArrowheads="1"/>
            </p:cNvSpPr>
            <p:nvPr/>
          </p:nvSpPr>
          <p:spPr bwMode="auto">
            <a:xfrm>
              <a:off x="2272" y="3001"/>
              <a:ext cx="4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036" name="Rectangle 85"/>
            <p:cNvSpPr>
              <a:spLocks noChangeArrowheads="1"/>
            </p:cNvSpPr>
            <p:nvPr/>
          </p:nvSpPr>
          <p:spPr bwMode="auto">
            <a:xfrm>
              <a:off x="2488" y="2972"/>
              <a:ext cx="97"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7</a:t>
              </a:r>
              <a:endParaRPr altLang="zh-CN" b="1" sz="1800" lang="en-US">
                <a:latin typeface="Courier New" panose="02070309020205020404" pitchFamily="49" charset="0"/>
              </a:endParaRPr>
            </a:p>
          </p:txBody>
        </p:sp>
        <p:sp>
          <p:nvSpPr>
            <p:cNvPr id="1049037" name="Rectangle 86"/>
            <p:cNvSpPr>
              <a:spLocks noChangeArrowheads="1"/>
            </p:cNvSpPr>
            <p:nvPr/>
          </p:nvSpPr>
          <p:spPr bwMode="auto">
            <a:xfrm>
              <a:off x="2587" y="2972"/>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038" name="Rectangle 87"/>
            <p:cNvSpPr>
              <a:spLocks noChangeArrowheads="1"/>
            </p:cNvSpPr>
            <p:nvPr/>
          </p:nvSpPr>
          <p:spPr bwMode="auto">
            <a:xfrm>
              <a:off x="2307" y="2906"/>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39" name="Line 88"/>
            <p:cNvSpPr>
              <a:spLocks noChangeShapeType="1"/>
            </p:cNvSpPr>
            <p:nvPr/>
          </p:nvSpPr>
          <p:spPr bwMode="auto">
            <a:xfrm>
              <a:off x="2307" y="2906"/>
              <a:ext cx="9" cy="1"/>
            </a:xfrm>
            <a:prstGeom prst="line"/>
            <a:noFill/>
            <a:ln w="0">
              <a:solidFill>
                <a:srgbClr val="000000"/>
              </a:solidFill>
              <a:round/>
              <a:headEnd/>
              <a:tailEnd/>
            </a:ln>
          </p:spPr>
          <p:txBody>
            <a:bodyPr/>
            <a:p>
              <a:endParaRPr altLang="en-US" lang="zh-CN"/>
            </a:p>
          </p:txBody>
        </p:sp>
        <p:sp>
          <p:nvSpPr>
            <p:cNvPr id="1049040" name="Line 89"/>
            <p:cNvSpPr>
              <a:spLocks noChangeShapeType="1"/>
            </p:cNvSpPr>
            <p:nvPr/>
          </p:nvSpPr>
          <p:spPr bwMode="auto">
            <a:xfrm>
              <a:off x="2307" y="2906"/>
              <a:ext cx="1" cy="9"/>
            </a:xfrm>
            <a:prstGeom prst="line"/>
            <a:noFill/>
            <a:ln w="0">
              <a:solidFill>
                <a:srgbClr val="000000"/>
              </a:solidFill>
              <a:round/>
              <a:headEnd/>
              <a:tailEnd/>
            </a:ln>
          </p:spPr>
          <p:txBody>
            <a:bodyPr/>
            <a:p>
              <a:endParaRPr altLang="en-US" lang="zh-CN"/>
            </a:p>
          </p:txBody>
        </p:sp>
        <p:sp>
          <p:nvSpPr>
            <p:cNvPr id="1049041" name="Rectangle 90"/>
            <p:cNvSpPr>
              <a:spLocks noChangeArrowheads="1"/>
            </p:cNvSpPr>
            <p:nvPr/>
          </p:nvSpPr>
          <p:spPr bwMode="auto">
            <a:xfrm>
              <a:off x="2316" y="2906"/>
              <a:ext cx="443"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42" name="Line 91"/>
            <p:cNvSpPr>
              <a:spLocks noChangeShapeType="1"/>
            </p:cNvSpPr>
            <p:nvPr/>
          </p:nvSpPr>
          <p:spPr bwMode="auto">
            <a:xfrm>
              <a:off x="2316" y="2906"/>
              <a:ext cx="443" cy="1"/>
            </a:xfrm>
            <a:prstGeom prst="line"/>
            <a:noFill/>
            <a:ln w="0">
              <a:solidFill>
                <a:srgbClr val="000000"/>
              </a:solidFill>
              <a:round/>
              <a:headEnd/>
              <a:tailEnd/>
            </a:ln>
          </p:spPr>
          <p:txBody>
            <a:bodyPr/>
            <a:p>
              <a:endParaRPr altLang="en-US" lang="zh-CN"/>
            </a:p>
          </p:txBody>
        </p:sp>
        <p:sp>
          <p:nvSpPr>
            <p:cNvPr id="1049043" name="Rectangle 92"/>
            <p:cNvSpPr>
              <a:spLocks noChangeArrowheads="1"/>
            </p:cNvSpPr>
            <p:nvPr/>
          </p:nvSpPr>
          <p:spPr bwMode="auto">
            <a:xfrm>
              <a:off x="2759" y="2906"/>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44" name="Line 93"/>
            <p:cNvSpPr>
              <a:spLocks noChangeShapeType="1"/>
            </p:cNvSpPr>
            <p:nvPr/>
          </p:nvSpPr>
          <p:spPr bwMode="auto">
            <a:xfrm>
              <a:off x="2759" y="2906"/>
              <a:ext cx="9" cy="1"/>
            </a:xfrm>
            <a:prstGeom prst="line"/>
            <a:noFill/>
            <a:ln w="0">
              <a:solidFill>
                <a:srgbClr val="000000"/>
              </a:solidFill>
              <a:round/>
              <a:headEnd/>
              <a:tailEnd/>
            </a:ln>
          </p:spPr>
          <p:txBody>
            <a:bodyPr/>
            <a:p>
              <a:endParaRPr altLang="en-US" lang="zh-CN"/>
            </a:p>
          </p:txBody>
        </p:sp>
        <p:sp>
          <p:nvSpPr>
            <p:cNvPr id="1049045" name="Line 94"/>
            <p:cNvSpPr>
              <a:spLocks noChangeShapeType="1"/>
            </p:cNvSpPr>
            <p:nvPr/>
          </p:nvSpPr>
          <p:spPr bwMode="auto">
            <a:xfrm>
              <a:off x="2759" y="2906"/>
              <a:ext cx="1" cy="9"/>
            </a:xfrm>
            <a:prstGeom prst="line"/>
            <a:noFill/>
            <a:ln w="0">
              <a:solidFill>
                <a:srgbClr val="000000"/>
              </a:solidFill>
              <a:round/>
              <a:headEnd/>
              <a:tailEnd/>
            </a:ln>
          </p:spPr>
          <p:txBody>
            <a:bodyPr/>
            <a:p>
              <a:endParaRPr altLang="en-US" lang="zh-CN"/>
            </a:p>
          </p:txBody>
        </p:sp>
        <p:sp>
          <p:nvSpPr>
            <p:cNvPr id="1049046" name="Rectangle 95"/>
            <p:cNvSpPr>
              <a:spLocks noChangeArrowheads="1"/>
            </p:cNvSpPr>
            <p:nvPr/>
          </p:nvSpPr>
          <p:spPr bwMode="auto">
            <a:xfrm>
              <a:off x="2307" y="2915"/>
              <a:ext cx="9" cy="271"/>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47" name="Line 96"/>
            <p:cNvSpPr>
              <a:spLocks noChangeShapeType="1"/>
            </p:cNvSpPr>
            <p:nvPr/>
          </p:nvSpPr>
          <p:spPr bwMode="auto">
            <a:xfrm>
              <a:off x="2307" y="2915"/>
              <a:ext cx="1" cy="271"/>
            </a:xfrm>
            <a:prstGeom prst="line"/>
            <a:noFill/>
            <a:ln w="0">
              <a:solidFill>
                <a:srgbClr val="000000"/>
              </a:solidFill>
              <a:round/>
              <a:headEnd/>
              <a:tailEnd/>
            </a:ln>
          </p:spPr>
          <p:txBody>
            <a:bodyPr/>
            <a:p>
              <a:endParaRPr altLang="en-US" lang="zh-CN"/>
            </a:p>
          </p:txBody>
        </p:sp>
        <p:sp>
          <p:nvSpPr>
            <p:cNvPr id="1049048" name="Rectangle 97"/>
            <p:cNvSpPr>
              <a:spLocks noChangeArrowheads="1"/>
            </p:cNvSpPr>
            <p:nvPr/>
          </p:nvSpPr>
          <p:spPr bwMode="auto">
            <a:xfrm>
              <a:off x="2759" y="2915"/>
              <a:ext cx="9" cy="271"/>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49" name="Line 98"/>
            <p:cNvSpPr>
              <a:spLocks noChangeShapeType="1"/>
            </p:cNvSpPr>
            <p:nvPr/>
          </p:nvSpPr>
          <p:spPr bwMode="auto">
            <a:xfrm>
              <a:off x="2759" y="2915"/>
              <a:ext cx="1" cy="271"/>
            </a:xfrm>
            <a:prstGeom prst="line"/>
            <a:noFill/>
            <a:ln w="0">
              <a:solidFill>
                <a:srgbClr val="000000"/>
              </a:solidFill>
              <a:round/>
              <a:headEnd/>
              <a:tailEnd/>
            </a:ln>
          </p:spPr>
          <p:txBody>
            <a:bodyPr/>
            <a:p>
              <a:endParaRPr altLang="en-US" lang="zh-CN"/>
            </a:p>
          </p:txBody>
        </p:sp>
        <p:sp>
          <p:nvSpPr>
            <p:cNvPr id="1049050" name="Rectangle 99"/>
            <p:cNvSpPr>
              <a:spLocks noChangeArrowheads="1"/>
            </p:cNvSpPr>
            <p:nvPr/>
          </p:nvSpPr>
          <p:spPr bwMode="auto">
            <a:xfrm>
              <a:off x="2188" y="3281"/>
              <a:ext cx="8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5</a:t>
              </a:r>
              <a:endParaRPr altLang="zh-CN" b="1" sz="1800" lang="en-US">
                <a:latin typeface="Courier New" panose="02070309020205020404" pitchFamily="49" charset="0"/>
              </a:endParaRPr>
            </a:p>
          </p:txBody>
        </p:sp>
        <p:sp>
          <p:nvSpPr>
            <p:cNvPr id="1049051" name="Rectangle 100"/>
            <p:cNvSpPr>
              <a:spLocks noChangeArrowheads="1"/>
            </p:cNvSpPr>
            <p:nvPr/>
          </p:nvSpPr>
          <p:spPr bwMode="auto">
            <a:xfrm>
              <a:off x="2272" y="3281"/>
              <a:ext cx="4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052" name="Rectangle 101"/>
            <p:cNvSpPr>
              <a:spLocks noChangeArrowheads="1"/>
            </p:cNvSpPr>
            <p:nvPr/>
          </p:nvSpPr>
          <p:spPr bwMode="auto">
            <a:xfrm>
              <a:off x="2488" y="3252"/>
              <a:ext cx="97"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7</a:t>
              </a:r>
              <a:endParaRPr altLang="zh-CN" b="1" sz="1800" lang="en-US">
                <a:latin typeface="Courier New" panose="02070309020205020404" pitchFamily="49" charset="0"/>
              </a:endParaRPr>
            </a:p>
          </p:txBody>
        </p:sp>
        <p:sp>
          <p:nvSpPr>
            <p:cNvPr id="1049053" name="Rectangle 102"/>
            <p:cNvSpPr>
              <a:spLocks noChangeArrowheads="1"/>
            </p:cNvSpPr>
            <p:nvPr/>
          </p:nvSpPr>
          <p:spPr bwMode="auto">
            <a:xfrm>
              <a:off x="2587" y="3252"/>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054" name="Rectangle 103"/>
            <p:cNvSpPr>
              <a:spLocks noChangeArrowheads="1"/>
            </p:cNvSpPr>
            <p:nvPr/>
          </p:nvSpPr>
          <p:spPr bwMode="auto">
            <a:xfrm>
              <a:off x="2307" y="3186"/>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55" name="Line 104"/>
            <p:cNvSpPr>
              <a:spLocks noChangeShapeType="1"/>
            </p:cNvSpPr>
            <p:nvPr/>
          </p:nvSpPr>
          <p:spPr bwMode="auto">
            <a:xfrm>
              <a:off x="2307" y="3186"/>
              <a:ext cx="9" cy="1"/>
            </a:xfrm>
            <a:prstGeom prst="line"/>
            <a:noFill/>
            <a:ln w="0">
              <a:solidFill>
                <a:srgbClr val="000000"/>
              </a:solidFill>
              <a:round/>
              <a:headEnd/>
              <a:tailEnd/>
            </a:ln>
          </p:spPr>
          <p:txBody>
            <a:bodyPr/>
            <a:p>
              <a:endParaRPr altLang="en-US" lang="zh-CN"/>
            </a:p>
          </p:txBody>
        </p:sp>
        <p:sp>
          <p:nvSpPr>
            <p:cNvPr id="1049056" name="Line 105"/>
            <p:cNvSpPr>
              <a:spLocks noChangeShapeType="1"/>
            </p:cNvSpPr>
            <p:nvPr/>
          </p:nvSpPr>
          <p:spPr bwMode="auto">
            <a:xfrm>
              <a:off x="2307" y="3186"/>
              <a:ext cx="1" cy="9"/>
            </a:xfrm>
            <a:prstGeom prst="line"/>
            <a:noFill/>
            <a:ln w="0">
              <a:solidFill>
                <a:srgbClr val="000000"/>
              </a:solidFill>
              <a:round/>
              <a:headEnd/>
              <a:tailEnd/>
            </a:ln>
          </p:spPr>
          <p:txBody>
            <a:bodyPr/>
            <a:p>
              <a:endParaRPr altLang="en-US" lang="zh-CN"/>
            </a:p>
          </p:txBody>
        </p:sp>
        <p:sp>
          <p:nvSpPr>
            <p:cNvPr id="1049057" name="Rectangle 106"/>
            <p:cNvSpPr>
              <a:spLocks noChangeArrowheads="1"/>
            </p:cNvSpPr>
            <p:nvPr/>
          </p:nvSpPr>
          <p:spPr bwMode="auto">
            <a:xfrm>
              <a:off x="2316" y="3186"/>
              <a:ext cx="443"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58" name="Line 107"/>
            <p:cNvSpPr>
              <a:spLocks noChangeShapeType="1"/>
            </p:cNvSpPr>
            <p:nvPr/>
          </p:nvSpPr>
          <p:spPr bwMode="auto">
            <a:xfrm>
              <a:off x="2316" y="3186"/>
              <a:ext cx="443" cy="1"/>
            </a:xfrm>
            <a:prstGeom prst="line"/>
            <a:noFill/>
            <a:ln w="0">
              <a:solidFill>
                <a:srgbClr val="000000"/>
              </a:solidFill>
              <a:round/>
              <a:headEnd/>
              <a:tailEnd/>
            </a:ln>
          </p:spPr>
          <p:txBody>
            <a:bodyPr/>
            <a:p>
              <a:endParaRPr altLang="en-US" lang="zh-CN"/>
            </a:p>
          </p:txBody>
        </p:sp>
        <p:sp>
          <p:nvSpPr>
            <p:cNvPr id="1049059" name="Rectangle 108"/>
            <p:cNvSpPr>
              <a:spLocks noChangeArrowheads="1"/>
            </p:cNvSpPr>
            <p:nvPr/>
          </p:nvSpPr>
          <p:spPr bwMode="auto">
            <a:xfrm>
              <a:off x="2759" y="3186"/>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60" name="Line 109"/>
            <p:cNvSpPr>
              <a:spLocks noChangeShapeType="1"/>
            </p:cNvSpPr>
            <p:nvPr/>
          </p:nvSpPr>
          <p:spPr bwMode="auto">
            <a:xfrm>
              <a:off x="2759" y="3186"/>
              <a:ext cx="9" cy="1"/>
            </a:xfrm>
            <a:prstGeom prst="line"/>
            <a:noFill/>
            <a:ln w="0">
              <a:solidFill>
                <a:srgbClr val="000000"/>
              </a:solidFill>
              <a:round/>
              <a:headEnd/>
              <a:tailEnd/>
            </a:ln>
          </p:spPr>
          <p:txBody>
            <a:bodyPr/>
            <a:p>
              <a:endParaRPr altLang="en-US" lang="zh-CN"/>
            </a:p>
          </p:txBody>
        </p:sp>
        <p:sp>
          <p:nvSpPr>
            <p:cNvPr id="1049061" name="Line 110"/>
            <p:cNvSpPr>
              <a:spLocks noChangeShapeType="1"/>
            </p:cNvSpPr>
            <p:nvPr/>
          </p:nvSpPr>
          <p:spPr bwMode="auto">
            <a:xfrm>
              <a:off x="2759" y="3186"/>
              <a:ext cx="1" cy="9"/>
            </a:xfrm>
            <a:prstGeom prst="line"/>
            <a:noFill/>
            <a:ln w="0">
              <a:solidFill>
                <a:srgbClr val="000000"/>
              </a:solidFill>
              <a:round/>
              <a:headEnd/>
              <a:tailEnd/>
            </a:ln>
          </p:spPr>
          <p:txBody>
            <a:bodyPr/>
            <a:p>
              <a:endParaRPr altLang="en-US" lang="zh-CN"/>
            </a:p>
          </p:txBody>
        </p:sp>
        <p:sp>
          <p:nvSpPr>
            <p:cNvPr id="1049062" name="Rectangle 111"/>
            <p:cNvSpPr>
              <a:spLocks noChangeArrowheads="1"/>
            </p:cNvSpPr>
            <p:nvPr/>
          </p:nvSpPr>
          <p:spPr bwMode="auto">
            <a:xfrm>
              <a:off x="2307" y="3195"/>
              <a:ext cx="9" cy="271"/>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63" name="Line 112"/>
            <p:cNvSpPr>
              <a:spLocks noChangeShapeType="1"/>
            </p:cNvSpPr>
            <p:nvPr/>
          </p:nvSpPr>
          <p:spPr bwMode="auto">
            <a:xfrm>
              <a:off x="2307" y="3195"/>
              <a:ext cx="1" cy="271"/>
            </a:xfrm>
            <a:prstGeom prst="line"/>
            <a:noFill/>
            <a:ln w="0">
              <a:solidFill>
                <a:srgbClr val="000000"/>
              </a:solidFill>
              <a:round/>
              <a:headEnd/>
              <a:tailEnd/>
            </a:ln>
          </p:spPr>
          <p:txBody>
            <a:bodyPr/>
            <a:p>
              <a:endParaRPr altLang="en-US" lang="zh-CN"/>
            </a:p>
          </p:txBody>
        </p:sp>
        <p:sp>
          <p:nvSpPr>
            <p:cNvPr id="1049064" name="Rectangle 113"/>
            <p:cNvSpPr>
              <a:spLocks noChangeArrowheads="1"/>
            </p:cNvSpPr>
            <p:nvPr/>
          </p:nvSpPr>
          <p:spPr bwMode="auto">
            <a:xfrm>
              <a:off x="2307" y="3466"/>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65" name="Line 114"/>
            <p:cNvSpPr>
              <a:spLocks noChangeShapeType="1"/>
            </p:cNvSpPr>
            <p:nvPr/>
          </p:nvSpPr>
          <p:spPr bwMode="auto">
            <a:xfrm>
              <a:off x="2307" y="3466"/>
              <a:ext cx="9" cy="1"/>
            </a:xfrm>
            <a:prstGeom prst="line"/>
            <a:noFill/>
            <a:ln w="0">
              <a:solidFill>
                <a:srgbClr val="000000"/>
              </a:solidFill>
              <a:round/>
              <a:headEnd/>
              <a:tailEnd/>
            </a:ln>
          </p:spPr>
          <p:txBody>
            <a:bodyPr/>
            <a:p>
              <a:endParaRPr altLang="en-US" lang="zh-CN"/>
            </a:p>
          </p:txBody>
        </p:sp>
        <p:sp>
          <p:nvSpPr>
            <p:cNvPr id="1049066" name="Line 115"/>
            <p:cNvSpPr>
              <a:spLocks noChangeShapeType="1"/>
            </p:cNvSpPr>
            <p:nvPr/>
          </p:nvSpPr>
          <p:spPr bwMode="auto">
            <a:xfrm>
              <a:off x="2307" y="3466"/>
              <a:ext cx="1" cy="9"/>
            </a:xfrm>
            <a:prstGeom prst="line"/>
            <a:noFill/>
            <a:ln w="0">
              <a:solidFill>
                <a:srgbClr val="000000"/>
              </a:solidFill>
              <a:round/>
              <a:headEnd/>
              <a:tailEnd/>
            </a:ln>
          </p:spPr>
          <p:txBody>
            <a:bodyPr/>
            <a:p>
              <a:endParaRPr altLang="en-US" lang="zh-CN"/>
            </a:p>
          </p:txBody>
        </p:sp>
        <p:sp>
          <p:nvSpPr>
            <p:cNvPr id="1049067" name="Rectangle 116"/>
            <p:cNvSpPr>
              <a:spLocks noChangeArrowheads="1"/>
            </p:cNvSpPr>
            <p:nvPr/>
          </p:nvSpPr>
          <p:spPr bwMode="auto">
            <a:xfrm>
              <a:off x="2307" y="3466"/>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68" name="Line 117"/>
            <p:cNvSpPr>
              <a:spLocks noChangeShapeType="1"/>
            </p:cNvSpPr>
            <p:nvPr/>
          </p:nvSpPr>
          <p:spPr bwMode="auto">
            <a:xfrm>
              <a:off x="2307" y="3466"/>
              <a:ext cx="9" cy="1"/>
            </a:xfrm>
            <a:prstGeom prst="line"/>
            <a:noFill/>
            <a:ln w="0">
              <a:solidFill>
                <a:srgbClr val="000000"/>
              </a:solidFill>
              <a:round/>
              <a:headEnd/>
              <a:tailEnd/>
            </a:ln>
          </p:spPr>
          <p:txBody>
            <a:bodyPr/>
            <a:p>
              <a:endParaRPr altLang="en-US" lang="zh-CN"/>
            </a:p>
          </p:txBody>
        </p:sp>
        <p:sp>
          <p:nvSpPr>
            <p:cNvPr id="1049069" name="Line 118"/>
            <p:cNvSpPr>
              <a:spLocks noChangeShapeType="1"/>
            </p:cNvSpPr>
            <p:nvPr/>
          </p:nvSpPr>
          <p:spPr bwMode="auto">
            <a:xfrm>
              <a:off x="2307" y="3466"/>
              <a:ext cx="1" cy="9"/>
            </a:xfrm>
            <a:prstGeom prst="line"/>
            <a:noFill/>
            <a:ln w="0">
              <a:solidFill>
                <a:srgbClr val="000000"/>
              </a:solidFill>
              <a:round/>
              <a:headEnd/>
              <a:tailEnd/>
            </a:ln>
          </p:spPr>
          <p:txBody>
            <a:bodyPr/>
            <a:p>
              <a:endParaRPr altLang="en-US" lang="zh-CN"/>
            </a:p>
          </p:txBody>
        </p:sp>
        <p:sp>
          <p:nvSpPr>
            <p:cNvPr id="1049070" name="Rectangle 119"/>
            <p:cNvSpPr>
              <a:spLocks noChangeArrowheads="1"/>
            </p:cNvSpPr>
            <p:nvPr/>
          </p:nvSpPr>
          <p:spPr bwMode="auto">
            <a:xfrm>
              <a:off x="2316" y="3466"/>
              <a:ext cx="443"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71" name="Line 120"/>
            <p:cNvSpPr>
              <a:spLocks noChangeShapeType="1"/>
            </p:cNvSpPr>
            <p:nvPr/>
          </p:nvSpPr>
          <p:spPr bwMode="auto">
            <a:xfrm>
              <a:off x="2316" y="3466"/>
              <a:ext cx="443" cy="1"/>
            </a:xfrm>
            <a:prstGeom prst="line"/>
            <a:noFill/>
            <a:ln w="0">
              <a:solidFill>
                <a:srgbClr val="000000"/>
              </a:solidFill>
              <a:round/>
              <a:headEnd/>
              <a:tailEnd/>
            </a:ln>
          </p:spPr>
          <p:txBody>
            <a:bodyPr/>
            <a:p>
              <a:endParaRPr altLang="en-US" lang="zh-CN"/>
            </a:p>
          </p:txBody>
        </p:sp>
        <p:sp>
          <p:nvSpPr>
            <p:cNvPr id="1049072" name="Rectangle 121"/>
            <p:cNvSpPr>
              <a:spLocks noChangeArrowheads="1"/>
            </p:cNvSpPr>
            <p:nvPr/>
          </p:nvSpPr>
          <p:spPr bwMode="auto">
            <a:xfrm>
              <a:off x="2759" y="3195"/>
              <a:ext cx="9" cy="271"/>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73" name="Line 122"/>
            <p:cNvSpPr>
              <a:spLocks noChangeShapeType="1"/>
            </p:cNvSpPr>
            <p:nvPr/>
          </p:nvSpPr>
          <p:spPr bwMode="auto">
            <a:xfrm>
              <a:off x="2759" y="3195"/>
              <a:ext cx="1" cy="271"/>
            </a:xfrm>
            <a:prstGeom prst="line"/>
            <a:noFill/>
            <a:ln w="0">
              <a:solidFill>
                <a:srgbClr val="000000"/>
              </a:solidFill>
              <a:round/>
              <a:headEnd/>
              <a:tailEnd/>
            </a:ln>
          </p:spPr>
          <p:txBody>
            <a:bodyPr/>
            <a:p>
              <a:endParaRPr altLang="en-US" lang="zh-CN"/>
            </a:p>
          </p:txBody>
        </p:sp>
        <p:sp>
          <p:nvSpPr>
            <p:cNvPr id="1049074" name="Rectangle 123"/>
            <p:cNvSpPr>
              <a:spLocks noChangeArrowheads="1"/>
            </p:cNvSpPr>
            <p:nvPr/>
          </p:nvSpPr>
          <p:spPr bwMode="auto">
            <a:xfrm>
              <a:off x="2759" y="3466"/>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75" name="Line 124"/>
            <p:cNvSpPr>
              <a:spLocks noChangeShapeType="1"/>
            </p:cNvSpPr>
            <p:nvPr/>
          </p:nvSpPr>
          <p:spPr bwMode="auto">
            <a:xfrm>
              <a:off x="2759" y="3466"/>
              <a:ext cx="9" cy="1"/>
            </a:xfrm>
            <a:prstGeom prst="line"/>
            <a:noFill/>
            <a:ln w="0">
              <a:solidFill>
                <a:srgbClr val="000000"/>
              </a:solidFill>
              <a:round/>
              <a:headEnd/>
              <a:tailEnd/>
            </a:ln>
          </p:spPr>
          <p:txBody>
            <a:bodyPr/>
            <a:p>
              <a:endParaRPr altLang="en-US" lang="zh-CN"/>
            </a:p>
          </p:txBody>
        </p:sp>
        <p:sp>
          <p:nvSpPr>
            <p:cNvPr id="1049076" name="Line 125"/>
            <p:cNvSpPr>
              <a:spLocks noChangeShapeType="1"/>
            </p:cNvSpPr>
            <p:nvPr/>
          </p:nvSpPr>
          <p:spPr bwMode="auto">
            <a:xfrm>
              <a:off x="2759" y="3466"/>
              <a:ext cx="1" cy="9"/>
            </a:xfrm>
            <a:prstGeom prst="line"/>
            <a:noFill/>
            <a:ln w="0">
              <a:solidFill>
                <a:srgbClr val="000000"/>
              </a:solidFill>
              <a:round/>
              <a:headEnd/>
              <a:tailEnd/>
            </a:ln>
          </p:spPr>
          <p:txBody>
            <a:bodyPr/>
            <a:p>
              <a:endParaRPr altLang="en-US" lang="zh-CN"/>
            </a:p>
          </p:txBody>
        </p:sp>
        <p:sp>
          <p:nvSpPr>
            <p:cNvPr id="1049077" name="Rectangle 126"/>
            <p:cNvSpPr>
              <a:spLocks noChangeArrowheads="1"/>
            </p:cNvSpPr>
            <p:nvPr/>
          </p:nvSpPr>
          <p:spPr bwMode="auto">
            <a:xfrm>
              <a:off x="2759" y="3466"/>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78" name="Line 127"/>
            <p:cNvSpPr>
              <a:spLocks noChangeShapeType="1"/>
            </p:cNvSpPr>
            <p:nvPr/>
          </p:nvSpPr>
          <p:spPr bwMode="auto">
            <a:xfrm>
              <a:off x="2759" y="3466"/>
              <a:ext cx="9" cy="1"/>
            </a:xfrm>
            <a:prstGeom prst="line"/>
            <a:noFill/>
            <a:ln w="0">
              <a:solidFill>
                <a:srgbClr val="000000"/>
              </a:solidFill>
              <a:round/>
              <a:headEnd/>
              <a:tailEnd/>
            </a:ln>
          </p:spPr>
          <p:txBody>
            <a:bodyPr/>
            <a:p>
              <a:endParaRPr altLang="en-US" lang="zh-CN"/>
            </a:p>
          </p:txBody>
        </p:sp>
        <p:sp>
          <p:nvSpPr>
            <p:cNvPr id="1049079" name="Line 128"/>
            <p:cNvSpPr>
              <a:spLocks noChangeShapeType="1"/>
            </p:cNvSpPr>
            <p:nvPr/>
          </p:nvSpPr>
          <p:spPr bwMode="auto">
            <a:xfrm>
              <a:off x="2759" y="3466"/>
              <a:ext cx="1" cy="9"/>
            </a:xfrm>
            <a:prstGeom prst="line"/>
            <a:noFill/>
            <a:ln w="0">
              <a:solidFill>
                <a:srgbClr val="000000"/>
              </a:solidFill>
              <a:round/>
              <a:headEnd/>
              <a:tailEnd/>
            </a:ln>
          </p:spPr>
          <p:txBody>
            <a:bodyPr/>
            <a:p>
              <a:endParaRPr altLang="en-US" lang="zh-CN"/>
            </a:p>
          </p:txBody>
        </p:sp>
        <p:sp>
          <p:nvSpPr>
            <p:cNvPr id="1049080" name="Rectangle 129"/>
            <p:cNvSpPr>
              <a:spLocks noChangeArrowheads="1"/>
            </p:cNvSpPr>
            <p:nvPr/>
          </p:nvSpPr>
          <p:spPr bwMode="auto">
            <a:xfrm>
              <a:off x="2086" y="3526"/>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sz="2400" lang="en-US">
                  <a:solidFill>
                    <a:srgbClr val="000000"/>
                  </a:solidFill>
                  <a:latin typeface="Times New Roman" panose="02020603050405020304" pitchFamily="18" charset="0"/>
                </a:rPr>
                <a:t> </a:t>
              </a:r>
              <a:endParaRPr altLang="zh-CN" b="1" sz="1800" lang="en-US">
                <a:latin typeface="Courier New" panose="02070309020205020404" pitchFamily="49" charset="0"/>
              </a:endParaRPr>
            </a:p>
          </p:txBody>
        </p:sp>
        <p:grpSp>
          <p:nvGrpSpPr>
            <p:cNvPr id="236" name="Group 130"/>
            <p:cNvGrpSpPr/>
            <p:nvPr/>
          </p:nvGrpSpPr>
          <p:grpSpPr bwMode="auto">
            <a:xfrm>
              <a:off x="3743" y="1248"/>
              <a:ext cx="1474" cy="2341"/>
              <a:chOff x="3743" y="1248"/>
              <a:chExt cx="1474" cy="2341"/>
            </a:xfrm>
          </p:grpSpPr>
          <p:sp>
            <p:nvSpPr>
              <p:cNvPr id="1049081" name="Rectangle 131"/>
              <p:cNvSpPr>
                <a:spLocks noChangeArrowheads="1"/>
              </p:cNvSpPr>
              <p:nvPr/>
            </p:nvSpPr>
            <p:spPr bwMode="auto">
              <a:xfrm>
                <a:off x="3743" y="1274"/>
                <a:ext cx="4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sz="2000" lang="en-US">
                    <a:solidFill>
                      <a:srgbClr val="000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082" name="Rectangle 132"/>
              <p:cNvSpPr>
                <a:spLocks noChangeArrowheads="1"/>
              </p:cNvSpPr>
              <p:nvPr/>
            </p:nvSpPr>
            <p:spPr bwMode="auto">
              <a:xfrm>
                <a:off x="3827" y="1258"/>
                <a:ext cx="775"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en-US" b="1" sz="2400" lang="zh-CN">
                    <a:solidFill>
                      <a:srgbClr val="FF0000"/>
                    </a:solidFill>
                    <a:latin typeface="仿宋_GB2312" pitchFamily="49" charset="-122"/>
                    <a:ea typeface="仿宋_GB2312" pitchFamily="49" charset="-122"/>
                  </a:rPr>
                  <a:t>二元组表</a:t>
                </a:r>
                <a:endParaRPr altLang="en-US" b="1" sz="1800" lang="zh-CN">
                  <a:latin typeface="Courier New" panose="02070309020205020404" pitchFamily="49" charset="0"/>
                </a:endParaRPr>
              </a:p>
            </p:txBody>
          </p:sp>
          <p:sp>
            <p:nvSpPr>
              <p:cNvPr id="1049083" name="Rectangle 133"/>
              <p:cNvSpPr>
                <a:spLocks noChangeArrowheads="1"/>
              </p:cNvSpPr>
              <p:nvPr/>
            </p:nvSpPr>
            <p:spPr bwMode="auto">
              <a:xfrm>
                <a:off x="4671" y="1248"/>
                <a:ext cx="400" cy="225"/>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data</a:t>
                </a:r>
                <a:endParaRPr altLang="zh-CN" b="1" sz="1800" lang="en-US">
                  <a:latin typeface="Courier New" panose="02070309020205020404" pitchFamily="49" charset="0"/>
                </a:endParaRPr>
              </a:p>
            </p:txBody>
          </p:sp>
          <p:sp>
            <p:nvSpPr>
              <p:cNvPr id="1049084" name="Rectangle 134"/>
              <p:cNvSpPr>
                <a:spLocks noChangeArrowheads="1"/>
              </p:cNvSpPr>
              <p:nvPr/>
            </p:nvSpPr>
            <p:spPr bwMode="auto">
              <a:xfrm>
                <a:off x="5043" y="1252"/>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sz="2400" lang="en-US">
                    <a:solidFill>
                      <a:srgbClr val="FF0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085" name="Rectangle 135"/>
              <p:cNvSpPr>
                <a:spLocks noChangeArrowheads="1"/>
              </p:cNvSpPr>
              <p:nvPr/>
            </p:nvSpPr>
            <p:spPr bwMode="auto">
              <a:xfrm>
                <a:off x="3845" y="1506"/>
                <a:ext cx="4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sz="2000" lang="en-US">
                    <a:solidFill>
                      <a:srgbClr val="000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086" name="Rectangle 136"/>
              <p:cNvSpPr>
                <a:spLocks noChangeArrowheads="1"/>
              </p:cNvSpPr>
              <p:nvPr/>
            </p:nvSpPr>
            <p:spPr bwMode="auto">
              <a:xfrm>
                <a:off x="4130" y="1510"/>
                <a:ext cx="256" cy="225"/>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Times New Roman" panose="02020603050405020304" pitchFamily="18" charset="0"/>
                  </a:rPr>
                  <a:t>col</a:t>
                </a:r>
                <a:endParaRPr altLang="zh-CN" b="1" sz="1800" lang="en-US">
                  <a:latin typeface="Courier New" panose="02070309020205020404" pitchFamily="49" charset="0"/>
                </a:endParaRPr>
              </a:p>
            </p:txBody>
          </p:sp>
          <p:sp>
            <p:nvSpPr>
              <p:cNvPr id="1049087" name="Rectangle 137"/>
              <p:cNvSpPr>
                <a:spLocks noChangeArrowheads="1"/>
              </p:cNvSpPr>
              <p:nvPr/>
            </p:nvSpPr>
            <p:spPr bwMode="auto">
              <a:xfrm>
                <a:off x="4373" y="1510"/>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Times New Roman" panose="02020603050405020304" pitchFamily="18" charset="0"/>
                  </a:rPr>
                  <a:t> </a:t>
                </a:r>
                <a:endParaRPr altLang="zh-CN" b="1" sz="1800" lang="en-US">
                  <a:latin typeface="Courier New" panose="02070309020205020404" pitchFamily="49" charset="0"/>
                </a:endParaRPr>
              </a:p>
            </p:txBody>
          </p:sp>
          <p:sp>
            <p:nvSpPr>
              <p:cNvPr id="1049088" name="Rectangle 138"/>
              <p:cNvSpPr>
                <a:spLocks noChangeArrowheads="1"/>
              </p:cNvSpPr>
              <p:nvPr/>
            </p:nvSpPr>
            <p:spPr bwMode="auto">
              <a:xfrm>
                <a:off x="4647" y="1510"/>
                <a:ext cx="460" cy="225"/>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Times New Roman" panose="02020603050405020304" pitchFamily="18" charset="0"/>
                  </a:rPr>
                  <a:t>value</a:t>
                </a:r>
                <a:endParaRPr altLang="zh-CN" b="1" sz="1800" lang="en-US">
                  <a:latin typeface="Courier New" panose="02070309020205020404" pitchFamily="49" charset="0"/>
                </a:endParaRPr>
              </a:p>
            </p:txBody>
          </p:sp>
          <p:sp>
            <p:nvSpPr>
              <p:cNvPr id="1049089" name="Rectangle 139"/>
              <p:cNvSpPr>
                <a:spLocks noChangeArrowheads="1"/>
              </p:cNvSpPr>
              <p:nvPr/>
            </p:nvSpPr>
            <p:spPr bwMode="auto">
              <a:xfrm>
                <a:off x="5099" y="1510"/>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Times New Roman" panose="02020603050405020304" pitchFamily="18" charset="0"/>
                  </a:rPr>
                  <a:t> </a:t>
                </a:r>
                <a:endParaRPr altLang="zh-CN" b="1" sz="1800" lang="en-US">
                  <a:latin typeface="Courier New" panose="02070309020205020404" pitchFamily="49" charset="0"/>
                </a:endParaRPr>
              </a:p>
            </p:txBody>
          </p:sp>
          <p:sp>
            <p:nvSpPr>
              <p:cNvPr id="1049090" name="Rectangle 140"/>
              <p:cNvSpPr>
                <a:spLocks noChangeArrowheads="1"/>
              </p:cNvSpPr>
              <p:nvPr/>
            </p:nvSpPr>
            <p:spPr bwMode="auto">
              <a:xfrm>
                <a:off x="3845" y="1734"/>
                <a:ext cx="8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0</a:t>
                </a:r>
                <a:endParaRPr altLang="zh-CN" b="1" sz="1800" lang="en-US">
                  <a:latin typeface="Courier New" panose="02070309020205020404" pitchFamily="49" charset="0"/>
                </a:endParaRPr>
              </a:p>
            </p:txBody>
          </p:sp>
          <p:sp>
            <p:nvSpPr>
              <p:cNvPr id="1049091" name="Rectangle 141"/>
              <p:cNvSpPr>
                <a:spLocks noChangeArrowheads="1"/>
              </p:cNvSpPr>
              <p:nvPr/>
            </p:nvSpPr>
            <p:spPr bwMode="auto">
              <a:xfrm>
                <a:off x="3930" y="1734"/>
                <a:ext cx="4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092" name="Rectangle 142"/>
              <p:cNvSpPr>
                <a:spLocks noChangeArrowheads="1"/>
              </p:cNvSpPr>
              <p:nvPr/>
            </p:nvSpPr>
            <p:spPr bwMode="auto">
              <a:xfrm>
                <a:off x="4202" y="1736"/>
                <a:ext cx="97"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0</a:t>
                </a:r>
                <a:endParaRPr altLang="zh-CN" b="1" sz="1800" lang="en-US">
                  <a:latin typeface="Courier New" panose="02070309020205020404" pitchFamily="49" charset="0"/>
                </a:endParaRPr>
              </a:p>
            </p:txBody>
          </p:sp>
          <p:sp>
            <p:nvSpPr>
              <p:cNvPr id="1049093" name="Rectangle 143"/>
              <p:cNvSpPr>
                <a:spLocks noChangeArrowheads="1"/>
              </p:cNvSpPr>
              <p:nvPr/>
            </p:nvSpPr>
            <p:spPr bwMode="auto">
              <a:xfrm>
                <a:off x="4301" y="1736"/>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094" name="Rectangle 144"/>
              <p:cNvSpPr>
                <a:spLocks noChangeArrowheads="1"/>
              </p:cNvSpPr>
              <p:nvPr/>
            </p:nvSpPr>
            <p:spPr bwMode="auto">
              <a:xfrm>
                <a:off x="4774" y="1736"/>
                <a:ext cx="224" cy="225"/>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Times New Roman" panose="02020603050405020304" pitchFamily="18" charset="0"/>
                  </a:rPr>
                  <a:t>12</a:t>
                </a:r>
                <a:endParaRPr altLang="zh-CN" b="1" sz="1800" lang="en-US">
                  <a:latin typeface="Courier New" panose="02070309020205020404" pitchFamily="49" charset="0"/>
                </a:endParaRPr>
              </a:p>
            </p:txBody>
          </p:sp>
          <p:sp>
            <p:nvSpPr>
              <p:cNvPr id="1049095" name="Rectangle 145"/>
              <p:cNvSpPr>
                <a:spLocks noChangeArrowheads="1"/>
              </p:cNvSpPr>
              <p:nvPr/>
            </p:nvSpPr>
            <p:spPr bwMode="auto">
              <a:xfrm>
                <a:off x="4972" y="1736"/>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Times New Roman" panose="02020603050405020304" pitchFamily="18" charset="0"/>
                  </a:rPr>
                  <a:t> </a:t>
                </a:r>
                <a:endParaRPr altLang="zh-CN" b="1" sz="1800" lang="en-US">
                  <a:latin typeface="Courier New" panose="02070309020205020404" pitchFamily="49" charset="0"/>
                </a:endParaRPr>
              </a:p>
            </p:txBody>
          </p:sp>
          <p:sp>
            <p:nvSpPr>
              <p:cNvPr id="1049096" name="Rectangle 146"/>
              <p:cNvSpPr>
                <a:spLocks noChangeArrowheads="1"/>
              </p:cNvSpPr>
              <p:nvPr/>
            </p:nvSpPr>
            <p:spPr bwMode="auto">
              <a:xfrm>
                <a:off x="3962" y="1724"/>
                <a:ext cx="3"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97" name="Line 147"/>
              <p:cNvSpPr>
                <a:spLocks noChangeShapeType="1"/>
              </p:cNvSpPr>
              <p:nvPr/>
            </p:nvSpPr>
            <p:spPr bwMode="auto">
              <a:xfrm>
                <a:off x="3962" y="1724"/>
                <a:ext cx="1" cy="9"/>
              </a:xfrm>
              <a:prstGeom prst="line"/>
              <a:noFill/>
              <a:ln w="0">
                <a:solidFill>
                  <a:srgbClr val="000000"/>
                </a:solidFill>
                <a:round/>
                <a:headEnd/>
                <a:tailEnd/>
              </a:ln>
            </p:spPr>
            <p:txBody>
              <a:bodyPr/>
              <a:p>
                <a:endParaRPr altLang="en-US" lang="zh-CN"/>
              </a:p>
            </p:txBody>
          </p:sp>
          <p:sp>
            <p:nvSpPr>
              <p:cNvPr id="1049098" name="Rectangle 148"/>
              <p:cNvSpPr>
                <a:spLocks noChangeArrowheads="1"/>
              </p:cNvSpPr>
              <p:nvPr/>
            </p:nvSpPr>
            <p:spPr bwMode="auto">
              <a:xfrm>
                <a:off x="3965" y="1724"/>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099" name="Line 149"/>
              <p:cNvSpPr>
                <a:spLocks noChangeShapeType="1"/>
              </p:cNvSpPr>
              <p:nvPr/>
            </p:nvSpPr>
            <p:spPr bwMode="auto">
              <a:xfrm>
                <a:off x="3965" y="1724"/>
                <a:ext cx="9" cy="1"/>
              </a:xfrm>
              <a:prstGeom prst="line"/>
              <a:noFill/>
              <a:ln w="0">
                <a:solidFill>
                  <a:srgbClr val="000000"/>
                </a:solidFill>
                <a:round/>
                <a:headEnd/>
                <a:tailEnd/>
              </a:ln>
            </p:spPr>
            <p:txBody>
              <a:bodyPr/>
              <a:p>
                <a:endParaRPr altLang="en-US" lang="zh-CN"/>
              </a:p>
            </p:txBody>
          </p:sp>
          <p:sp>
            <p:nvSpPr>
              <p:cNvPr id="1049100" name="Line 150"/>
              <p:cNvSpPr>
                <a:spLocks noChangeShapeType="1"/>
              </p:cNvSpPr>
              <p:nvPr/>
            </p:nvSpPr>
            <p:spPr bwMode="auto">
              <a:xfrm>
                <a:off x="3965" y="1724"/>
                <a:ext cx="1" cy="9"/>
              </a:xfrm>
              <a:prstGeom prst="line"/>
              <a:noFill/>
              <a:ln w="0">
                <a:solidFill>
                  <a:srgbClr val="000000"/>
                </a:solidFill>
                <a:round/>
                <a:headEnd/>
                <a:tailEnd/>
              </a:ln>
            </p:spPr>
            <p:txBody>
              <a:bodyPr/>
              <a:p>
                <a:endParaRPr altLang="en-US" lang="zh-CN"/>
              </a:p>
            </p:txBody>
          </p:sp>
          <p:sp>
            <p:nvSpPr>
              <p:cNvPr id="1049101" name="Rectangle 151"/>
              <p:cNvSpPr>
                <a:spLocks noChangeArrowheads="1"/>
              </p:cNvSpPr>
              <p:nvPr/>
            </p:nvSpPr>
            <p:spPr bwMode="auto">
              <a:xfrm>
                <a:off x="3974" y="1724"/>
                <a:ext cx="553"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02" name="Line 152"/>
              <p:cNvSpPr>
                <a:spLocks noChangeShapeType="1"/>
              </p:cNvSpPr>
              <p:nvPr/>
            </p:nvSpPr>
            <p:spPr bwMode="auto">
              <a:xfrm>
                <a:off x="3974" y="1724"/>
                <a:ext cx="553" cy="1"/>
              </a:xfrm>
              <a:prstGeom prst="line"/>
              <a:noFill/>
              <a:ln w="0">
                <a:solidFill>
                  <a:srgbClr val="000000"/>
                </a:solidFill>
                <a:round/>
                <a:headEnd/>
                <a:tailEnd/>
              </a:ln>
            </p:spPr>
            <p:txBody>
              <a:bodyPr/>
              <a:p>
                <a:endParaRPr altLang="en-US" lang="zh-CN"/>
              </a:p>
            </p:txBody>
          </p:sp>
          <p:sp>
            <p:nvSpPr>
              <p:cNvPr id="1049103" name="Rectangle 153"/>
              <p:cNvSpPr>
                <a:spLocks noChangeArrowheads="1"/>
              </p:cNvSpPr>
              <p:nvPr/>
            </p:nvSpPr>
            <p:spPr bwMode="auto">
              <a:xfrm>
                <a:off x="4527" y="1724"/>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04" name="Line 154"/>
              <p:cNvSpPr>
                <a:spLocks noChangeShapeType="1"/>
              </p:cNvSpPr>
              <p:nvPr/>
            </p:nvSpPr>
            <p:spPr bwMode="auto">
              <a:xfrm>
                <a:off x="4527" y="1724"/>
                <a:ext cx="9" cy="1"/>
              </a:xfrm>
              <a:prstGeom prst="line"/>
              <a:noFill/>
              <a:ln w="0">
                <a:solidFill>
                  <a:srgbClr val="000000"/>
                </a:solidFill>
                <a:round/>
                <a:headEnd/>
                <a:tailEnd/>
              </a:ln>
            </p:spPr>
            <p:txBody>
              <a:bodyPr/>
              <a:p>
                <a:endParaRPr altLang="en-US" lang="zh-CN"/>
              </a:p>
            </p:txBody>
          </p:sp>
          <p:sp>
            <p:nvSpPr>
              <p:cNvPr id="1049105" name="Line 155"/>
              <p:cNvSpPr>
                <a:spLocks noChangeShapeType="1"/>
              </p:cNvSpPr>
              <p:nvPr/>
            </p:nvSpPr>
            <p:spPr bwMode="auto">
              <a:xfrm>
                <a:off x="4527" y="1724"/>
                <a:ext cx="1" cy="9"/>
              </a:xfrm>
              <a:prstGeom prst="line"/>
              <a:noFill/>
              <a:ln w="0">
                <a:solidFill>
                  <a:srgbClr val="000000"/>
                </a:solidFill>
                <a:round/>
                <a:headEnd/>
                <a:tailEnd/>
              </a:ln>
            </p:spPr>
            <p:txBody>
              <a:bodyPr/>
              <a:p>
                <a:endParaRPr altLang="en-US" lang="zh-CN"/>
              </a:p>
            </p:txBody>
          </p:sp>
          <p:sp>
            <p:nvSpPr>
              <p:cNvPr id="1049106" name="Rectangle 156"/>
              <p:cNvSpPr>
                <a:spLocks noChangeArrowheads="1"/>
              </p:cNvSpPr>
              <p:nvPr/>
            </p:nvSpPr>
            <p:spPr bwMode="auto">
              <a:xfrm>
                <a:off x="4530" y="1724"/>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07" name="Line 157"/>
              <p:cNvSpPr>
                <a:spLocks noChangeShapeType="1"/>
              </p:cNvSpPr>
              <p:nvPr/>
            </p:nvSpPr>
            <p:spPr bwMode="auto">
              <a:xfrm>
                <a:off x="4530" y="1724"/>
                <a:ext cx="9" cy="1"/>
              </a:xfrm>
              <a:prstGeom prst="line"/>
              <a:noFill/>
              <a:ln w="0">
                <a:solidFill>
                  <a:srgbClr val="000000"/>
                </a:solidFill>
                <a:round/>
                <a:headEnd/>
                <a:tailEnd/>
              </a:ln>
            </p:spPr>
            <p:txBody>
              <a:bodyPr/>
              <a:p>
                <a:endParaRPr altLang="en-US" lang="zh-CN"/>
              </a:p>
            </p:txBody>
          </p:sp>
          <p:sp>
            <p:nvSpPr>
              <p:cNvPr id="1049108" name="Line 158"/>
              <p:cNvSpPr>
                <a:spLocks noChangeShapeType="1"/>
              </p:cNvSpPr>
              <p:nvPr/>
            </p:nvSpPr>
            <p:spPr bwMode="auto">
              <a:xfrm>
                <a:off x="4530" y="1724"/>
                <a:ext cx="1" cy="9"/>
              </a:xfrm>
              <a:prstGeom prst="line"/>
              <a:noFill/>
              <a:ln w="0">
                <a:solidFill>
                  <a:srgbClr val="000000"/>
                </a:solidFill>
                <a:round/>
                <a:headEnd/>
                <a:tailEnd/>
              </a:ln>
            </p:spPr>
            <p:txBody>
              <a:bodyPr/>
              <a:p>
                <a:endParaRPr altLang="en-US" lang="zh-CN"/>
              </a:p>
            </p:txBody>
          </p:sp>
          <p:sp>
            <p:nvSpPr>
              <p:cNvPr id="1049109" name="Rectangle 159"/>
              <p:cNvSpPr>
                <a:spLocks noChangeArrowheads="1"/>
              </p:cNvSpPr>
              <p:nvPr/>
            </p:nvSpPr>
            <p:spPr bwMode="auto">
              <a:xfrm>
                <a:off x="4539" y="1724"/>
                <a:ext cx="666"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10" name="Line 160"/>
              <p:cNvSpPr>
                <a:spLocks noChangeShapeType="1"/>
              </p:cNvSpPr>
              <p:nvPr/>
            </p:nvSpPr>
            <p:spPr bwMode="auto">
              <a:xfrm>
                <a:off x="4539" y="1724"/>
                <a:ext cx="666" cy="1"/>
              </a:xfrm>
              <a:prstGeom prst="line"/>
              <a:noFill/>
              <a:ln w="0">
                <a:solidFill>
                  <a:srgbClr val="000000"/>
                </a:solidFill>
                <a:round/>
                <a:headEnd/>
                <a:tailEnd/>
              </a:ln>
            </p:spPr>
            <p:txBody>
              <a:bodyPr/>
              <a:p>
                <a:endParaRPr altLang="en-US" lang="zh-CN"/>
              </a:p>
            </p:txBody>
          </p:sp>
          <p:sp>
            <p:nvSpPr>
              <p:cNvPr id="1049111" name="Rectangle 161"/>
              <p:cNvSpPr>
                <a:spLocks noChangeArrowheads="1"/>
              </p:cNvSpPr>
              <p:nvPr/>
            </p:nvSpPr>
            <p:spPr bwMode="auto">
              <a:xfrm>
                <a:off x="5205" y="1724"/>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12" name="Line 162"/>
              <p:cNvSpPr>
                <a:spLocks noChangeShapeType="1"/>
              </p:cNvSpPr>
              <p:nvPr/>
            </p:nvSpPr>
            <p:spPr bwMode="auto">
              <a:xfrm>
                <a:off x="5205" y="1724"/>
                <a:ext cx="9" cy="1"/>
              </a:xfrm>
              <a:prstGeom prst="line"/>
              <a:noFill/>
              <a:ln w="0">
                <a:solidFill>
                  <a:srgbClr val="000000"/>
                </a:solidFill>
                <a:round/>
                <a:headEnd/>
                <a:tailEnd/>
              </a:ln>
            </p:spPr>
            <p:txBody>
              <a:bodyPr/>
              <a:p>
                <a:endParaRPr altLang="en-US" lang="zh-CN"/>
              </a:p>
            </p:txBody>
          </p:sp>
          <p:sp>
            <p:nvSpPr>
              <p:cNvPr id="1049113" name="Line 163"/>
              <p:cNvSpPr>
                <a:spLocks noChangeShapeType="1"/>
              </p:cNvSpPr>
              <p:nvPr/>
            </p:nvSpPr>
            <p:spPr bwMode="auto">
              <a:xfrm>
                <a:off x="5205" y="1724"/>
                <a:ext cx="1" cy="9"/>
              </a:xfrm>
              <a:prstGeom prst="line"/>
              <a:noFill/>
              <a:ln w="0">
                <a:solidFill>
                  <a:srgbClr val="000000"/>
                </a:solidFill>
                <a:round/>
                <a:headEnd/>
                <a:tailEnd/>
              </a:ln>
            </p:spPr>
            <p:txBody>
              <a:bodyPr/>
              <a:p>
                <a:endParaRPr altLang="en-US" lang="zh-CN"/>
              </a:p>
            </p:txBody>
          </p:sp>
          <p:sp>
            <p:nvSpPr>
              <p:cNvPr id="1049114" name="Rectangle 164"/>
              <p:cNvSpPr>
                <a:spLocks noChangeArrowheads="1"/>
              </p:cNvSpPr>
              <p:nvPr/>
            </p:nvSpPr>
            <p:spPr bwMode="auto">
              <a:xfrm>
                <a:off x="5207" y="1724"/>
                <a:ext cx="10"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15" name="Line 165"/>
              <p:cNvSpPr>
                <a:spLocks noChangeShapeType="1"/>
              </p:cNvSpPr>
              <p:nvPr/>
            </p:nvSpPr>
            <p:spPr bwMode="auto">
              <a:xfrm>
                <a:off x="5207" y="1724"/>
                <a:ext cx="10" cy="1"/>
              </a:xfrm>
              <a:prstGeom prst="line"/>
              <a:noFill/>
              <a:ln w="0">
                <a:solidFill>
                  <a:srgbClr val="000000"/>
                </a:solidFill>
                <a:round/>
                <a:headEnd/>
                <a:tailEnd/>
              </a:ln>
            </p:spPr>
            <p:txBody>
              <a:bodyPr/>
              <a:p>
                <a:endParaRPr altLang="en-US" lang="zh-CN"/>
              </a:p>
            </p:txBody>
          </p:sp>
          <p:sp>
            <p:nvSpPr>
              <p:cNvPr id="1049116" name="Line 166"/>
              <p:cNvSpPr>
                <a:spLocks noChangeShapeType="1"/>
              </p:cNvSpPr>
              <p:nvPr/>
            </p:nvSpPr>
            <p:spPr bwMode="auto">
              <a:xfrm>
                <a:off x="5207" y="1724"/>
                <a:ext cx="1" cy="9"/>
              </a:xfrm>
              <a:prstGeom prst="line"/>
              <a:noFill/>
              <a:ln w="0">
                <a:solidFill>
                  <a:srgbClr val="000000"/>
                </a:solidFill>
                <a:round/>
                <a:headEnd/>
                <a:tailEnd/>
              </a:ln>
            </p:spPr>
            <p:txBody>
              <a:bodyPr/>
              <a:p>
                <a:endParaRPr altLang="en-US" lang="zh-CN"/>
              </a:p>
            </p:txBody>
          </p:sp>
          <p:sp>
            <p:nvSpPr>
              <p:cNvPr id="1049117" name="Rectangle 167"/>
              <p:cNvSpPr>
                <a:spLocks noChangeArrowheads="1"/>
              </p:cNvSpPr>
              <p:nvPr/>
            </p:nvSpPr>
            <p:spPr bwMode="auto">
              <a:xfrm>
                <a:off x="5207" y="1724"/>
                <a:ext cx="10"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18" name="Line 168"/>
              <p:cNvSpPr>
                <a:spLocks noChangeShapeType="1"/>
              </p:cNvSpPr>
              <p:nvPr/>
            </p:nvSpPr>
            <p:spPr bwMode="auto">
              <a:xfrm>
                <a:off x="5207" y="1724"/>
                <a:ext cx="10" cy="1"/>
              </a:xfrm>
              <a:prstGeom prst="line"/>
              <a:noFill/>
              <a:ln w="0">
                <a:solidFill>
                  <a:srgbClr val="000000"/>
                </a:solidFill>
                <a:round/>
                <a:headEnd/>
                <a:tailEnd/>
              </a:ln>
            </p:spPr>
            <p:txBody>
              <a:bodyPr/>
              <a:p>
                <a:endParaRPr altLang="en-US" lang="zh-CN"/>
              </a:p>
            </p:txBody>
          </p:sp>
          <p:sp>
            <p:nvSpPr>
              <p:cNvPr id="1049119" name="Line 169"/>
              <p:cNvSpPr>
                <a:spLocks noChangeShapeType="1"/>
              </p:cNvSpPr>
              <p:nvPr/>
            </p:nvSpPr>
            <p:spPr bwMode="auto">
              <a:xfrm>
                <a:off x="5207" y="1724"/>
                <a:ext cx="1" cy="9"/>
              </a:xfrm>
              <a:prstGeom prst="line"/>
              <a:noFill/>
              <a:ln w="0">
                <a:solidFill>
                  <a:srgbClr val="000000"/>
                </a:solidFill>
                <a:round/>
                <a:headEnd/>
                <a:tailEnd/>
              </a:ln>
            </p:spPr>
            <p:txBody>
              <a:bodyPr/>
              <a:p>
                <a:endParaRPr altLang="en-US" lang="zh-CN"/>
              </a:p>
            </p:txBody>
          </p:sp>
          <p:sp>
            <p:nvSpPr>
              <p:cNvPr id="1049120" name="Rectangle 170"/>
              <p:cNvSpPr>
                <a:spLocks noChangeArrowheads="1"/>
              </p:cNvSpPr>
              <p:nvPr/>
            </p:nvSpPr>
            <p:spPr bwMode="auto">
              <a:xfrm>
                <a:off x="3965" y="1733"/>
                <a:ext cx="9" cy="21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21" name="Line 171"/>
              <p:cNvSpPr>
                <a:spLocks noChangeShapeType="1"/>
              </p:cNvSpPr>
              <p:nvPr/>
            </p:nvSpPr>
            <p:spPr bwMode="auto">
              <a:xfrm>
                <a:off x="3965" y="1733"/>
                <a:ext cx="1" cy="218"/>
              </a:xfrm>
              <a:prstGeom prst="line"/>
              <a:noFill/>
              <a:ln w="0">
                <a:solidFill>
                  <a:srgbClr val="000000"/>
                </a:solidFill>
                <a:round/>
                <a:headEnd/>
                <a:tailEnd/>
              </a:ln>
            </p:spPr>
            <p:txBody>
              <a:bodyPr/>
              <a:p>
                <a:endParaRPr altLang="en-US" lang="zh-CN"/>
              </a:p>
            </p:txBody>
          </p:sp>
          <p:sp>
            <p:nvSpPr>
              <p:cNvPr id="1049122" name="Rectangle 172"/>
              <p:cNvSpPr>
                <a:spLocks noChangeArrowheads="1"/>
              </p:cNvSpPr>
              <p:nvPr/>
            </p:nvSpPr>
            <p:spPr bwMode="auto">
              <a:xfrm>
                <a:off x="4530" y="1733"/>
                <a:ext cx="9" cy="21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23" name="Line 173"/>
              <p:cNvSpPr>
                <a:spLocks noChangeShapeType="1"/>
              </p:cNvSpPr>
              <p:nvPr/>
            </p:nvSpPr>
            <p:spPr bwMode="auto">
              <a:xfrm>
                <a:off x="4530" y="1733"/>
                <a:ext cx="1" cy="218"/>
              </a:xfrm>
              <a:prstGeom prst="line"/>
              <a:noFill/>
              <a:ln w="0">
                <a:solidFill>
                  <a:srgbClr val="000000"/>
                </a:solidFill>
                <a:round/>
                <a:headEnd/>
                <a:tailEnd/>
              </a:ln>
            </p:spPr>
            <p:txBody>
              <a:bodyPr/>
              <a:p>
                <a:endParaRPr altLang="en-US" lang="zh-CN"/>
              </a:p>
            </p:txBody>
          </p:sp>
          <p:sp>
            <p:nvSpPr>
              <p:cNvPr id="1049124" name="Rectangle 174"/>
              <p:cNvSpPr>
                <a:spLocks noChangeArrowheads="1"/>
              </p:cNvSpPr>
              <p:nvPr/>
            </p:nvSpPr>
            <p:spPr bwMode="auto">
              <a:xfrm>
                <a:off x="5207" y="1733"/>
                <a:ext cx="10" cy="21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25" name="Line 175"/>
              <p:cNvSpPr>
                <a:spLocks noChangeShapeType="1"/>
              </p:cNvSpPr>
              <p:nvPr/>
            </p:nvSpPr>
            <p:spPr bwMode="auto">
              <a:xfrm>
                <a:off x="5207" y="1733"/>
                <a:ext cx="1" cy="218"/>
              </a:xfrm>
              <a:prstGeom prst="line"/>
              <a:noFill/>
              <a:ln w="0">
                <a:solidFill>
                  <a:srgbClr val="000000"/>
                </a:solidFill>
                <a:round/>
                <a:headEnd/>
                <a:tailEnd/>
              </a:ln>
            </p:spPr>
            <p:txBody>
              <a:bodyPr/>
              <a:p>
                <a:endParaRPr altLang="en-US" lang="zh-CN"/>
              </a:p>
            </p:txBody>
          </p:sp>
          <p:sp>
            <p:nvSpPr>
              <p:cNvPr id="1049126" name="Rectangle 176"/>
              <p:cNvSpPr>
                <a:spLocks noChangeArrowheads="1"/>
              </p:cNvSpPr>
              <p:nvPr/>
            </p:nvSpPr>
            <p:spPr bwMode="auto">
              <a:xfrm>
                <a:off x="3845" y="1961"/>
                <a:ext cx="8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1</a:t>
                </a:r>
                <a:endParaRPr altLang="zh-CN" b="1" sz="1800" lang="en-US">
                  <a:latin typeface="Courier New" panose="02070309020205020404" pitchFamily="49" charset="0"/>
                </a:endParaRPr>
              </a:p>
            </p:txBody>
          </p:sp>
          <p:sp>
            <p:nvSpPr>
              <p:cNvPr id="1049127" name="Rectangle 177"/>
              <p:cNvSpPr>
                <a:spLocks noChangeArrowheads="1"/>
              </p:cNvSpPr>
              <p:nvPr/>
            </p:nvSpPr>
            <p:spPr bwMode="auto">
              <a:xfrm>
                <a:off x="3930" y="1961"/>
                <a:ext cx="4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128" name="Rectangle 178"/>
              <p:cNvSpPr>
                <a:spLocks noChangeArrowheads="1"/>
              </p:cNvSpPr>
              <p:nvPr/>
            </p:nvSpPr>
            <p:spPr bwMode="auto">
              <a:xfrm>
                <a:off x="4202" y="1963"/>
                <a:ext cx="97"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2</a:t>
                </a:r>
                <a:endParaRPr altLang="zh-CN" b="1" sz="1800" lang="en-US">
                  <a:latin typeface="Courier New" panose="02070309020205020404" pitchFamily="49" charset="0"/>
                </a:endParaRPr>
              </a:p>
            </p:txBody>
          </p:sp>
          <p:sp>
            <p:nvSpPr>
              <p:cNvPr id="1049129" name="Rectangle 179"/>
              <p:cNvSpPr>
                <a:spLocks noChangeArrowheads="1"/>
              </p:cNvSpPr>
              <p:nvPr/>
            </p:nvSpPr>
            <p:spPr bwMode="auto">
              <a:xfrm>
                <a:off x="4301" y="1963"/>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130" name="Rectangle 180"/>
              <p:cNvSpPr>
                <a:spLocks noChangeArrowheads="1"/>
              </p:cNvSpPr>
              <p:nvPr/>
            </p:nvSpPr>
            <p:spPr bwMode="auto">
              <a:xfrm>
                <a:off x="4779" y="1963"/>
                <a:ext cx="224" cy="225"/>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Times New Roman" panose="02020603050405020304" pitchFamily="18" charset="0"/>
                  </a:rPr>
                  <a:t>11</a:t>
                </a:r>
                <a:endParaRPr altLang="zh-CN" b="1" sz="1800" lang="en-US">
                  <a:latin typeface="Courier New" panose="02070309020205020404" pitchFamily="49" charset="0"/>
                </a:endParaRPr>
              </a:p>
            </p:txBody>
          </p:sp>
          <p:sp>
            <p:nvSpPr>
              <p:cNvPr id="1049131" name="Rectangle 181"/>
              <p:cNvSpPr>
                <a:spLocks noChangeArrowheads="1"/>
              </p:cNvSpPr>
              <p:nvPr/>
            </p:nvSpPr>
            <p:spPr bwMode="auto">
              <a:xfrm>
                <a:off x="4967" y="1963"/>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Times New Roman" panose="02020603050405020304" pitchFamily="18" charset="0"/>
                  </a:rPr>
                  <a:t> </a:t>
                </a:r>
                <a:endParaRPr altLang="zh-CN" b="1" sz="1800" lang="en-US">
                  <a:latin typeface="Courier New" panose="02070309020205020404" pitchFamily="49" charset="0"/>
                </a:endParaRPr>
              </a:p>
            </p:txBody>
          </p:sp>
          <p:sp>
            <p:nvSpPr>
              <p:cNvPr id="1049132" name="Rectangle 182"/>
              <p:cNvSpPr>
                <a:spLocks noChangeArrowheads="1"/>
              </p:cNvSpPr>
              <p:nvPr/>
            </p:nvSpPr>
            <p:spPr bwMode="auto">
              <a:xfrm>
                <a:off x="3965" y="1951"/>
                <a:ext cx="9"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33" name="Line 183"/>
              <p:cNvSpPr>
                <a:spLocks noChangeShapeType="1"/>
              </p:cNvSpPr>
              <p:nvPr/>
            </p:nvSpPr>
            <p:spPr bwMode="auto">
              <a:xfrm>
                <a:off x="3965" y="1951"/>
                <a:ext cx="9" cy="1"/>
              </a:xfrm>
              <a:prstGeom prst="line"/>
              <a:noFill/>
              <a:ln w="0">
                <a:solidFill>
                  <a:srgbClr val="000000"/>
                </a:solidFill>
                <a:round/>
                <a:headEnd/>
                <a:tailEnd/>
              </a:ln>
            </p:spPr>
            <p:txBody>
              <a:bodyPr/>
              <a:p>
                <a:endParaRPr altLang="en-US" lang="zh-CN"/>
              </a:p>
            </p:txBody>
          </p:sp>
          <p:sp>
            <p:nvSpPr>
              <p:cNvPr id="1049134" name="Line 184"/>
              <p:cNvSpPr>
                <a:spLocks noChangeShapeType="1"/>
              </p:cNvSpPr>
              <p:nvPr/>
            </p:nvSpPr>
            <p:spPr bwMode="auto">
              <a:xfrm>
                <a:off x="3965" y="1951"/>
                <a:ext cx="1" cy="8"/>
              </a:xfrm>
              <a:prstGeom prst="line"/>
              <a:noFill/>
              <a:ln w="0">
                <a:solidFill>
                  <a:srgbClr val="000000"/>
                </a:solidFill>
                <a:round/>
                <a:headEnd/>
                <a:tailEnd/>
              </a:ln>
            </p:spPr>
            <p:txBody>
              <a:bodyPr/>
              <a:p>
                <a:endParaRPr altLang="en-US" lang="zh-CN"/>
              </a:p>
            </p:txBody>
          </p:sp>
          <p:sp>
            <p:nvSpPr>
              <p:cNvPr id="1049135" name="Rectangle 185"/>
              <p:cNvSpPr>
                <a:spLocks noChangeArrowheads="1"/>
              </p:cNvSpPr>
              <p:nvPr/>
            </p:nvSpPr>
            <p:spPr bwMode="auto">
              <a:xfrm>
                <a:off x="3974" y="1951"/>
                <a:ext cx="556"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36" name="Line 186"/>
              <p:cNvSpPr>
                <a:spLocks noChangeShapeType="1"/>
              </p:cNvSpPr>
              <p:nvPr/>
            </p:nvSpPr>
            <p:spPr bwMode="auto">
              <a:xfrm>
                <a:off x="3974" y="1951"/>
                <a:ext cx="556" cy="1"/>
              </a:xfrm>
              <a:prstGeom prst="line"/>
              <a:noFill/>
              <a:ln w="0">
                <a:solidFill>
                  <a:srgbClr val="000000"/>
                </a:solidFill>
                <a:round/>
                <a:headEnd/>
                <a:tailEnd/>
              </a:ln>
            </p:spPr>
            <p:txBody>
              <a:bodyPr/>
              <a:p>
                <a:endParaRPr altLang="en-US" lang="zh-CN"/>
              </a:p>
            </p:txBody>
          </p:sp>
          <p:sp>
            <p:nvSpPr>
              <p:cNvPr id="1049137" name="Rectangle 187"/>
              <p:cNvSpPr>
                <a:spLocks noChangeArrowheads="1"/>
              </p:cNvSpPr>
              <p:nvPr/>
            </p:nvSpPr>
            <p:spPr bwMode="auto">
              <a:xfrm>
                <a:off x="4530" y="1951"/>
                <a:ext cx="9"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38" name="Line 188"/>
              <p:cNvSpPr>
                <a:spLocks noChangeShapeType="1"/>
              </p:cNvSpPr>
              <p:nvPr/>
            </p:nvSpPr>
            <p:spPr bwMode="auto">
              <a:xfrm>
                <a:off x="4530" y="1951"/>
                <a:ext cx="9" cy="1"/>
              </a:xfrm>
              <a:prstGeom prst="line"/>
              <a:noFill/>
              <a:ln w="0">
                <a:solidFill>
                  <a:srgbClr val="000000"/>
                </a:solidFill>
                <a:round/>
                <a:headEnd/>
                <a:tailEnd/>
              </a:ln>
            </p:spPr>
            <p:txBody>
              <a:bodyPr/>
              <a:p>
                <a:endParaRPr altLang="en-US" lang="zh-CN"/>
              </a:p>
            </p:txBody>
          </p:sp>
          <p:sp>
            <p:nvSpPr>
              <p:cNvPr id="1049139" name="Line 189"/>
              <p:cNvSpPr>
                <a:spLocks noChangeShapeType="1"/>
              </p:cNvSpPr>
              <p:nvPr/>
            </p:nvSpPr>
            <p:spPr bwMode="auto">
              <a:xfrm>
                <a:off x="4530" y="1951"/>
                <a:ext cx="1" cy="8"/>
              </a:xfrm>
              <a:prstGeom prst="line"/>
              <a:noFill/>
              <a:ln w="0">
                <a:solidFill>
                  <a:srgbClr val="000000"/>
                </a:solidFill>
                <a:round/>
                <a:headEnd/>
                <a:tailEnd/>
              </a:ln>
            </p:spPr>
            <p:txBody>
              <a:bodyPr/>
              <a:p>
                <a:endParaRPr altLang="en-US" lang="zh-CN"/>
              </a:p>
            </p:txBody>
          </p:sp>
          <p:sp>
            <p:nvSpPr>
              <p:cNvPr id="1049140" name="Rectangle 190"/>
              <p:cNvSpPr>
                <a:spLocks noChangeArrowheads="1"/>
              </p:cNvSpPr>
              <p:nvPr/>
            </p:nvSpPr>
            <p:spPr bwMode="auto">
              <a:xfrm>
                <a:off x="4539" y="1951"/>
                <a:ext cx="668"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41" name="Line 191"/>
              <p:cNvSpPr>
                <a:spLocks noChangeShapeType="1"/>
              </p:cNvSpPr>
              <p:nvPr/>
            </p:nvSpPr>
            <p:spPr bwMode="auto">
              <a:xfrm>
                <a:off x="4539" y="1951"/>
                <a:ext cx="668" cy="1"/>
              </a:xfrm>
              <a:prstGeom prst="line"/>
              <a:noFill/>
              <a:ln w="0">
                <a:solidFill>
                  <a:srgbClr val="000000"/>
                </a:solidFill>
                <a:round/>
                <a:headEnd/>
                <a:tailEnd/>
              </a:ln>
            </p:spPr>
            <p:txBody>
              <a:bodyPr/>
              <a:p>
                <a:endParaRPr altLang="en-US" lang="zh-CN"/>
              </a:p>
            </p:txBody>
          </p:sp>
          <p:sp>
            <p:nvSpPr>
              <p:cNvPr id="1049142" name="Rectangle 192"/>
              <p:cNvSpPr>
                <a:spLocks noChangeArrowheads="1"/>
              </p:cNvSpPr>
              <p:nvPr/>
            </p:nvSpPr>
            <p:spPr bwMode="auto">
              <a:xfrm>
                <a:off x="5207" y="1951"/>
                <a:ext cx="10"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43" name="Line 193"/>
              <p:cNvSpPr>
                <a:spLocks noChangeShapeType="1"/>
              </p:cNvSpPr>
              <p:nvPr/>
            </p:nvSpPr>
            <p:spPr bwMode="auto">
              <a:xfrm>
                <a:off x="5207" y="1951"/>
                <a:ext cx="10" cy="1"/>
              </a:xfrm>
              <a:prstGeom prst="line"/>
              <a:noFill/>
              <a:ln w="0">
                <a:solidFill>
                  <a:srgbClr val="000000"/>
                </a:solidFill>
                <a:round/>
                <a:headEnd/>
                <a:tailEnd/>
              </a:ln>
            </p:spPr>
            <p:txBody>
              <a:bodyPr/>
              <a:p>
                <a:endParaRPr altLang="en-US" lang="zh-CN"/>
              </a:p>
            </p:txBody>
          </p:sp>
          <p:sp>
            <p:nvSpPr>
              <p:cNvPr id="1049144" name="Line 194"/>
              <p:cNvSpPr>
                <a:spLocks noChangeShapeType="1"/>
              </p:cNvSpPr>
              <p:nvPr/>
            </p:nvSpPr>
            <p:spPr bwMode="auto">
              <a:xfrm>
                <a:off x="5207" y="1951"/>
                <a:ext cx="1" cy="8"/>
              </a:xfrm>
              <a:prstGeom prst="line"/>
              <a:noFill/>
              <a:ln w="0">
                <a:solidFill>
                  <a:srgbClr val="000000"/>
                </a:solidFill>
                <a:round/>
                <a:headEnd/>
                <a:tailEnd/>
              </a:ln>
            </p:spPr>
            <p:txBody>
              <a:bodyPr/>
              <a:p>
                <a:endParaRPr altLang="en-US" lang="zh-CN"/>
              </a:p>
            </p:txBody>
          </p:sp>
          <p:sp>
            <p:nvSpPr>
              <p:cNvPr id="1049145" name="Rectangle 195"/>
              <p:cNvSpPr>
                <a:spLocks noChangeArrowheads="1"/>
              </p:cNvSpPr>
              <p:nvPr/>
            </p:nvSpPr>
            <p:spPr bwMode="auto">
              <a:xfrm>
                <a:off x="3965" y="1959"/>
                <a:ext cx="9" cy="220"/>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46" name="Line 196"/>
              <p:cNvSpPr>
                <a:spLocks noChangeShapeType="1"/>
              </p:cNvSpPr>
              <p:nvPr/>
            </p:nvSpPr>
            <p:spPr bwMode="auto">
              <a:xfrm>
                <a:off x="3965" y="1959"/>
                <a:ext cx="1" cy="220"/>
              </a:xfrm>
              <a:prstGeom prst="line"/>
              <a:noFill/>
              <a:ln w="0">
                <a:solidFill>
                  <a:srgbClr val="000000"/>
                </a:solidFill>
                <a:round/>
                <a:headEnd/>
                <a:tailEnd/>
              </a:ln>
            </p:spPr>
            <p:txBody>
              <a:bodyPr/>
              <a:p>
                <a:endParaRPr altLang="en-US" lang="zh-CN"/>
              </a:p>
            </p:txBody>
          </p:sp>
          <p:sp>
            <p:nvSpPr>
              <p:cNvPr id="1049147" name="Rectangle 197"/>
              <p:cNvSpPr>
                <a:spLocks noChangeArrowheads="1"/>
              </p:cNvSpPr>
              <p:nvPr/>
            </p:nvSpPr>
            <p:spPr bwMode="auto">
              <a:xfrm>
                <a:off x="4530" y="1959"/>
                <a:ext cx="9" cy="220"/>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48" name="Line 198"/>
              <p:cNvSpPr>
                <a:spLocks noChangeShapeType="1"/>
              </p:cNvSpPr>
              <p:nvPr/>
            </p:nvSpPr>
            <p:spPr bwMode="auto">
              <a:xfrm>
                <a:off x="4530" y="1959"/>
                <a:ext cx="1" cy="220"/>
              </a:xfrm>
              <a:prstGeom prst="line"/>
              <a:noFill/>
              <a:ln w="0">
                <a:solidFill>
                  <a:srgbClr val="000000"/>
                </a:solidFill>
                <a:round/>
                <a:headEnd/>
                <a:tailEnd/>
              </a:ln>
            </p:spPr>
            <p:txBody>
              <a:bodyPr/>
              <a:p>
                <a:endParaRPr altLang="en-US" lang="zh-CN"/>
              </a:p>
            </p:txBody>
          </p:sp>
          <p:sp>
            <p:nvSpPr>
              <p:cNvPr id="1049149" name="Rectangle 199"/>
              <p:cNvSpPr>
                <a:spLocks noChangeArrowheads="1"/>
              </p:cNvSpPr>
              <p:nvPr/>
            </p:nvSpPr>
            <p:spPr bwMode="auto">
              <a:xfrm>
                <a:off x="5207" y="1959"/>
                <a:ext cx="10" cy="220"/>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50" name="Line 200"/>
              <p:cNvSpPr>
                <a:spLocks noChangeShapeType="1"/>
              </p:cNvSpPr>
              <p:nvPr/>
            </p:nvSpPr>
            <p:spPr bwMode="auto">
              <a:xfrm>
                <a:off x="5207" y="1959"/>
                <a:ext cx="1" cy="220"/>
              </a:xfrm>
              <a:prstGeom prst="line"/>
              <a:noFill/>
              <a:ln w="0">
                <a:solidFill>
                  <a:srgbClr val="000000"/>
                </a:solidFill>
                <a:round/>
                <a:headEnd/>
                <a:tailEnd/>
              </a:ln>
            </p:spPr>
            <p:txBody>
              <a:bodyPr/>
              <a:p>
                <a:endParaRPr altLang="en-US" lang="zh-CN"/>
              </a:p>
            </p:txBody>
          </p:sp>
          <p:sp>
            <p:nvSpPr>
              <p:cNvPr id="1049151" name="Rectangle 201"/>
              <p:cNvSpPr>
                <a:spLocks noChangeArrowheads="1"/>
              </p:cNvSpPr>
              <p:nvPr/>
            </p:nvSpPr>
            <p:spPr bwMode="auto">
              <a:xfrm>
                <a:off x="3845" y="2189"/>
                <a:ext cx="8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2</a:t>
                </a:r>
                <a:endParaRPr altLang="zh-CN" b="1" sz="1800" lang="en-US">
                  <a:latin typeface="Courier New" panose="02070309020205020404" pitchFamily="49" charset="0"/>
                </a:endParaRPr>
              </a:p>
            </p:txBody>
          </p:sp>
          <p:sp>
            <p:nvSpPr>
              <p:cNvPr id="1049152" name="Rectangle 202"/>
              <p:cNvSpPr>
                <a:spLocks noChangeArrowheads="1"/>
              </p:cNvSpPr>
              <p:nvPr/>
            </p:nvSpPr>
            <p:spPr bwMode="auto">
              <a:xfrm>
                <a:off x="3930" y="2189"/>
                <a:ext cx="4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153" name="Rectangle 203"/>
              <p:cNvSpPr>
                <a:spLocks noChangeArrowheads="1"/>
              </p:cNvSpPr>
              <p:nvPr/>
            </p:nvSpPr>
            <p:spPr bwMode="auto">
              <a:xfrm>
                <a:off x="4202" y="2191"/>
                <a:ext cx="97"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5</a:t>
                </a:r>
                <a:endParaRPr altLang="zh-CN" b="1" sz="1800" lang="en-US">
                  <a:latin typeface="Courier New" panose="02070309020205020404" pitchFamily="49" charset="0"/>
                </a:endParaRPr>
              </a:p>
            </p:txBody>
          </p:sp>
          <p:sp>
            <p:nvSpPr>
              <p:cNvPr id="1049154" name="Rectangle 204"/>
              <p:cNvSpPr>
                <a:spLocks noChangeArrowheads="1"/>
              </p:cNvSpPr>
              <p:nvPr/>
            </p:nvSpPr>
            <p:spPr bwMode="auto">
              <a:xfrm>
                <a:off x="4301" y="2191"/>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155" name="Rectangle 205"/>
              <p:cNvSpPr>
                <a:spLocks noChangeArrowheads="1"/>
              </p:cNvSpPr>
              <p:nvPr/>
            </p:nvSpPr>
            <p:spPr bwMode="auto">
              <a:xfrm>
                <a:off x="4774" y="2191"/>
                <a:ext cx="224" cy="225"/>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Times New Roman" panose="02020603050405020304" pitchFamily="18" charset="0"/>
                  </a:rPr>
                  <a:t>13</a:t>
                </a:r>
                <a:endParaRPr altLang="zh-CN" b="1" sz="1800" lang="en-US">
                  <a:latin typeface="Courier New" panose="02070309020205020404" pitchFamily="49" charset="0"/>
                </a:endParaRPr>
              </a:p>
            </p:txBody>
          </p:sp>
          <p:sp>
            <p:nvSpPr>
              <p:cNvPr id="1049156" name="Rectangle 206"/>
              <p:cNvSpPr>
                <a:spLocks noChangeArrowheads="1"/>
              </p:cNvSpPr>
              <p:nvPr/>
            </p:nvSpPr>
            <p:spPr bwMode="auto">
              <a:xfrm>
                <a:off x="4972" y="2191"/>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Times New Roman" panose="02020603050405020304" pitchFamily="18" charset="0"/>
                  </a:rPr>
                  <a:t> </a:t>
                </a:r>
                <a:endParaRPr altLang="zh-CN" b="1" sz="1800" lang="en-US">
                  <a:latin typeface="Courier New" panose="02070309020205020404" pitchFamily="49" charset="0"/>
                </a:endParaRPr>
              </a:p>
            </p:txBody>
          </p:sp>
          <p:sp>
            <p:nvSpPr>
              <p:cNvPr id="1049157" name="Rectangle 207"/>
              <p:cNvSpPr>
                <a:spLocks noChangeArrowheads="1"/>
              </p:cNvSpPr>
              <p:nvPr/>
            </p:nvSpPr>
            <p:spPr bwMode="auto">
              <a:xfrm>
                <a:off x="3965" y="2179"/>
                <a:ext cx="9"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58" name="Line 208"/>
              <p:cNvSpPr>
                <a:spLocks noChangeShapeType="1"/>
              </p:cNvSpPr>
              <p:nvPr/>
            </p:nvSpPr>
            <p:spPr bwMode="auto">
              <a:xfrm>
                <a:off x="3965" y="2179"/>
                <a:ext cx="9" cy="1"/>
              </a:xfrm>
              <a:prstGeom prst="line"/>
              <a:noFill/>
              <a:ln w="0">
                <a:solidFill>
                  <a:srgbClr val="000000"/>
                </a:solidFill>
                <a:round/>
                <a:headEnd/>
                <a:tailEnd/>
              </a:ln>
            </p:spPr>
            <p:txBody>
              <a:bodyPr/>
              <a:p>
                <a:endParaRPr altLang="en-US" lang="zh-CN"/>
              </a:p>
            </p:txBody>
          </p:sp>
          <p:sp>
            <p:nvSpPr>
              <p:cNvPr id="1049159" name="Line 209"/>
              <p:cNvSpPr>
                <a:spLocks noChangeShapeType="1"/>
              </p:cNvSpPr>
              <p:nvPr/>
            </p:nvSpPr>
            <p:spPr bwMode="auto">
              <a:xfrm>
                <a:off x="3965" y="2179"/>
                <a:ext cx="1" cy="8"/>
              </a:xfrm>
              <a:prstGeom prst="line"/>
              <a:noFill/>
              <a:ln w="0">
                <a:solidFill>
                  <a:srgbClr val="000000"/>
                </a:solidFill>
                <a:round/>
                <a:headEnd/>
                <a:tailEnd/>
              </a:ln>
            </p:spPr>
            <p:txBody>
              <a:bodyPr/>
              <a:p>
                <a:endParaRPr altLang="en-US" lang="zh-CN"/>
              </a:p>
            </p:txBody>
          </p:sp>
          <p:sp>
            <p:nvSpPr>
              <p:cNvPr id="1049160" name="Rectangle 210"/>
              <p:cNvSpPr>
                <a:spLocks noChangeArrowheads="1"/>
              </p:cNvSpPr>
              <p:nvPr/>
            </p:nvSpPr>
            <p:spPr bwMode="auto">
              <a:xfrm>
                <a:off x="3974" y="2179"/>
                <a:ext cx="556"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61" name="Line 211"/>
              <p:cNvSpPr>
                <a:spLocks noChangeShapeType="1"/>
              </p:cNvSpPr>
              <p:nvPr/>
            </p:nvSpPr>
            <p:spPr bwMode="auto">
              <a:xfrm>
                <a:off x="3974" y="2179"/>
                <a:ext cx="556" cy="1"/>
              </a:xfrm>
              <a:prstGeom prst="line"/>
              <a:noFill/>
              <a:ln w="0">
                <a:solidFill>
                  <a:srgbClr val="000000"/>
                </a:solidFill>
                <a:round/>
                <a:headEnd/>
                <a:tailEnd/>
              </a:ln>
            </p:spPr>
            <p:txBody>
              <a:bodyPr/>
              <a:p>
                <a:endParaRPr altLang="en-US" lang="zh-CN"/>
              </a:p>
            </p:txBody>
          </p:sp>
          <p:sp>
            <p:nvSpPr>
              <p:cNvPr id="1049162" name="Rectangle 212"/>
              <p:cNvSpPr>
                <a:spLocks noChangeArrowheads="1"/>
              </p:cNvSpPr>
              <p:nvPr/>
            </p:nvSpPr>
            <p:spPr bwMode="auto">
              <a:xfrm>
                <a:off x="4530" y="2179"/>
                <a:ext cx="9"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63" name="Line 213"/>
              <p:cNvSpPr>
                <a:spLocks noChangeShapeType="1"/>
              </p:cNvSpPr>
              <p:nvPr/>
            </p:nvSpPr>
            <p:spPr bwMode="auto">
              <a:xfrm>
                <a:off x="4530" y="2179"/>
                <a:ext cx="9" cy="1"/>
              </a:xfrm>
              <a:prstGeom prst="line"/>
              <a:noFill/>
              <a:ln w="0">
                <a:solidFill>
                  <a:srgbClr val="000000"/>
                </a:solidFill>
                <a:round/>
                <a:headEnd/>
                <a:tailEnd/>
              </a:ln>
            </p:spPr>
            <p:txBody>
              <a:bodyPr/>
              <a:p>
                <a:endParaRPr altLang="en-US" lang="zh-CN"/>
              </a:p>
            </p:txBody>
          </p:sp>
          <p:sp>
            <p:nvSpPr>
              <p:cNvPr id="1049164" name="Line 214"/>
              <p:cNvSpPr>
                <a:spLocks noChangeShapeType="1"/>
              </p:cNvSpPr>
              <p:nvPr/>
            </p:nvSpPr>
            <p:spPr bwMode="auto">
              <a:xfrm>
                <a:off x="4530" y="2179"/>
                <a:ext cx="1" cy="8"/>
              </a:xfrm>
              <a:prstGeom prst="line"/>
              <a:noFill/>
              <a:ln w="0">
                <a:solidFill>
                  <a:srgbClr val="000000"/>
                </a:solidFill>
                <a:round/>
                <a:headEnd/>
                <a:tailEnd/>
              </a:ln>
            </p:spPr>
            <p:txBody>
              <a:bodyPr/>
              <a:p>
                <a:endParaRPr altLang="en-US" lang="zh-CN"/>
              </a:p>
            </p:txBody>
          </p:sp>
          <p:sp>
            <p:nvSpPr>
              <p:cNvPr id="1049165" name="Rectangle 215"/>
              <p:cNvSpPr>
                <a:spLocks noChangeArrowheads="1"/>
              </p:cNvSpPr>
              <p:nvPr/>
            </p:nvSpPr>
            <p:spPr bwMode="auto">
              <a:xfrm>
                <a:off x="4539" y="2179"/>
                <a:ext cx="668"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66" name="Line 216"/>
              <p:cNvSpPr>
                <a:spLocks noChangeShapeType="1"/>
              </p:cNvSpPr>
              <p:nvPr/>
            </p:nvSpPr>
            <p:spPr bwMode="auto">
              <a:xfrm>
                <a:off x="4539" y="2179"/>
                <a:ext cx="668" cy="1"/>
              </a:xfrm>
              <a:prstGeom prst="line"/>
              <a:noFill/>
              <a:ln w="0">
                <a:solidFill>
                  <a:srgbClr val="000000"/>
                </a:solidFill>
                <a:round/>
                <a:headEnd/>
                <a:tailEnd/>
              </a:ln>
            </p:spPr>
            <p:txBody>
              <a:bodyPr/>
              <a:p>
                <a:endParaRPr altLang="en-US" lang="zh-CN"/>
              </a:p>
            </p:txBody>
          </p:sp>
          <p:sp>
            <p:nvSpPr>
              <p:cNvPr id="1049167" name="Rectangle 217"/>
              <p:cNvSpPr>
                <a:spLocks noChangeArrowheads="1"/>
              </p:cNvSpPr>
              <p:nvPr/>
            </p:nvSpPr>
            <p:spPr bwMode="auto">
              <a:xfrm>
                <a:off x="5207" y="2179"/>
                <a:ext cx="10"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68" name="Line 218"/>
              <p:cNvSpPr>
                <a:spLocks noChangeShapeType="1"/>
              </p:cNvSpPr>
              <p:nvPr/>
            </p:nvSpPr>
            <p:spPr bwMode="auto">
              <a:xfrm>
                <a:off x="5207" y="2179"/>
                <a:ext cx="10" cy="1"/>
              </a:xfrm>
              <a:prstGeom prst="line"/>
              <a:noFill/>
              <a:ln w="0">
                <a:solidFill>
                  <a:srgbClr val="000000"/>
                </a:solidFill>
                <a:round/>
                <a:headEnd/>
                <a:tailEnd/>
              </a:ln>
            </p:spPr>
            <p:txBody>
              <a:bodyPr/>
              <a:p>
                <a:endParaRPr altLang="en-US" lang="zh-CN"/>
              </a:p>
            </p:txBody>
          </p:sp>
          <p:sp>
            <p:nvSpPr>
              <p:cNvPr id="1049169" name="Line 219"/>
              <p:cNvSpPr>
                <a:spLocks noChangeShapeType="1"/>
              </p:cNvSpPr>
              <p:nvPr/>
            </p:nvSpPr>
            <p:spPr bwMode="auto">
              <a:xfrm>
                <a:off x="5207" y="2179"/>
                <a:ext cx="1" cy="8"/>
              </a:xfrm>
              <a:prstGeom prst="line"/>
              <a:noFill/>
              <a:ln w="0">
                <a:solidFill>
                  <a:srgbClr val="000000"/>
                </a:solidFill>
                <a:round/>
                <a:headEnd/>
                <a:tailEnd/>
              </a:ln>
            </p:spPr>
            <p:txBody>
              <a:bodyPr/>
              <a:p>
                <a:endParaRPr altLang="en-US" lang="zh-CN"/>
              </a:p>
            </p:txBody>
          </p:sp>
          <p:sp>
            <p:nvSpPr>
              <p:cNvPr id="1049170" name="Rectangle 220"/>
              <p:cNvSpPr>
                <a:spLocks noChangeArrowheads="1"/>
              </p:cNvSpPr>
              <p:nvPr/>
            </p:nvSpPr>
            <p:spPr bwMode="auto">
              <a:xfrm>
                <a:off x="3965" y="2187"/>
                <a:ext cx="9" cy="21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71" name="Line 221"/>
              <p:cNvSpPr>
                <a:spLocks noChangeShapeType="1"/>
              </p:cNvSpPr>
              <p:nvPr/>
            </p:nvSpPr>
            <p:spPr bwMode="auto">
              <a:xfrm>
                <a:off x="3965" y="2187"/>
                <a:ext cx="1" cy="218"/>
              </a:xfrm>
              <a:prstGeom prst="line"/>
              <a:noFill/>
              <a:ln w="0">
                <a:solidFill>
                  <a:srgbClr val="000000"/>
                </a:solidFill>
                <a:round/>
                <a:headEnd/>
                <a:tailEnd/>
              </a:ln>
            </p:spPr>
            <p:txBody>
              <a:bodyPr/>
              <a:p>
                <a:endParaRPr altLang="en-US" lang="zh-CN"/>
              </a:p>
            </p:txBody>
          </p:sp>
          <p:sp>
            <p:nvSpPr>
              <p:cNvPr id="1049172" name="Rectangle 222"/>
              <p:cNvSpPr>
                <a:spLocks noChangeArrowheads="1"/>
              </p:cNvSpPr>
              <p:nvPr/>
            </p:nvSpPr>
            <p:spPr bwMode="auto">
              <a:xfrm>
                <a:off x="4530" y="2187"/>
                <a:ext cx="9" cy="21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73" name="Line 223"/>
              <p:cNvSpPr>
                <a:spLocks noChangeShapeType="1"/>
              </p:cNvSpPr>
              <p:nvPr/>
            </p:nvSpPr>
            <p:spPr bwMode="auto">
              <a:xfrm>
                <a:off x="4530" y="2187"/>
                <a:ext cx="1" cy="218"/>
              </a:xfrm>
              <a:prstGeom prst="line"/>
              <a:noFill/>
              <a:ln w="0">
                <a:solidFill>
                  <a:srgbClr val="000000"/>
                </a:solidFill>
                <a:round/>
                <a:headEnd/>
                <a:tailEnd/>
              </a:ln>
            </p:spPr>
            <p:txBody>
              <a:bodyPr/>
              <a:p>
                <a:endParaRPr altLang="en-US" lang="zh-CN"/>
              </a:p>
            </p:txBody>
          </p:sp>
          <p:sp>
            <p:nvSpPr>
              <p:cNvPr id="1049174" name="Rectangle 224"/>
              <p:cNvSpPr>
                <a:spLocks noChangeArrowheads="1"/>
              </p:cNvSpPr>
              <p:nvPr/>
            </p:nvSpPr>
            <p:spPr bwMode="auto">
              <a:xfrm>
                <a:off x="5207" y="2187"/>
                <a:ext cx="10" cy="21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75" name="Line 225"/>
              <p:cNvSpPr>
                <a:spLocks noChangeShapeType="1"/>
              </p:cNvSpPr>
              <p:nvPr/>
            </p:nvSpPr>
            <p:spPr bwMode="auto">
              <a:xfrm>
                <a:off x="5207" y="2187"/>
                <a:ext cx="1" cy="218"/>
              </a:xfrm>
              <a:prstGeom prst="line"/>
              <a:noFill/>
              <a:ln w="0">
                <a:solidFill>
                  <a:srgbClr val="000000"/>
                </a:solidFill>
                <a:round/>
                <a:headEnd/>
                <a:tailEnd/>
              </a:ln>
            </p:spPr>
            <p:txBody>
              <a:bodyPr/>
              <a:p>
                <a:endParaRPr altLang="en-US" lang="zh-CN"/>
              </a:p>
            </p:txBody>
          </p:sp>
          <p:sp>
            <p:nvSpPr>
              <p:cNvPr id="1049176" name="Rectangle 226"/>
              <p:cNvSpPr>
                <a:spLocks noChangeArrowheads="1"/>
              </p:cNvSpPr>
              <p:nvPr/>
            </p:nvSpPr>
            <p:spPr bwMode="auto">
              <a:xfrm>
                <a:off x="3845" y="2416"/>
                <a:ext cx="8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3</a:t>
                </a:r>
                <a:endParaRPr altLang="zh-CN" b="1" sz="1800" lang="en-US">
                  <a:latin typeface="Courier New" panose="02070309020205020404" pitchFamily="49" charset="0"/>
                </a:endParaRPr>
              </a:p>
            </p:txBody>
          </p:sp>
          <p:sp>
            <p:nvSpPr>
              <p:cNvPr id="1049177" name="Rectangle 227"/>
              <p:cNvSpPr>
                <a:spLocks noChangeArrowheads="1"/>
              </p:cNvSpPr>
              <p:nvPr/>
            </p:nvSpPr>
            <p:spPr bwMode="auto">
              <a:xfrm>
                <a:off x="3930" y="2416"/>
                <a:ext cx="4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178" name="Rectangle 228"/>
              <p:cNvSpPr>
                <a:spLocks noChangeArrowheads="1"/>
              </p:cNvSpPr>
              <p:nvPr/>
            </p:nvSpPr>
            <p:spPr bwMode="auto">
              <a:xfrm>
                <a:off x="4202" y="2418"/>
                <a:ext cx="97"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6</a:t>
                </a:r>
                <a:endParaRPr altLang="zh-CN" b="1" sz="1800" lang="en-US">
                  <a:latin typeface="Courier New" panose="02070309020205020404" pitchFamily="49" charset="0"/>
                </a:endParaRPr>
              </a:p>
            </p:txBody>
          </p:sp>
          <p:sp>
            <p:nvSpPr>
              <p:cNvPr id="1049179" name="Rectangle 229"/>
              <p:cNvSpPr>
                <a:spLocks noChangeArrowheads="1"/>
              </p:cNvSpPr>
              <p:nvPr/>
            </p:nvSpPr>
            <p:spPr bwMode="auto">
              <a:xfrm>
                <a:off x="4301" y="2418"/>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180" name="Rectangle 230"/>
              <p:cNvSpPr>
                <a:spLocks noChangeArrowheads="1"/>
              </p:cNvSpPr>
              <p:nvPr/>
            </p:nvSpPr>
            <p:spPr bwMode="auto">
              <a:xfrm>
                <a:off x="4774" y="2418"/>
                <a:ext cx="224" cy="225"/>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Times New Roman" panose="02020603050405020304" pitchFamily="18" charset="0"/>
                  </a:rPr>
                  <a:t>14</a:t>
                </a:r>
                <a:endParaRPr altLang="zh-CN" b="1" sz="1800" lang="en-US">
                  <a:latin typeface="Courier New" panose="02070309020205020404" pitchFamily="49" charset="0"/>
                </a:endParaRPr>
              </a:p>
            </p:txBody>
          </p:sp>
          <p:sp>
            <p:nvSpPr>
              <p:cNvPr id="1049181" name="Rectangle 231"/>
              <p:cNvSpPr>
                <a:spLocks noChangeArrowheads="1"/>
              </p:cNvSpPr>
              <p:nvPr/>
            </p:nvSpPr>
            <p:spPr bwMode="auto">
              <a:xfrm>
                <a:off x="4972" y="2418"/>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Times New Roman" panose="02020603050405020304" pitchFamily="18" charset="0"/>
                  </a:rPr>
                  <a:t> </a:t>
                </a:r>
                <a:endParaRPr altLang="zh-CN" b="1" sz="1800" lang="en-US">
                  <a:latin typeface="Courier New" panose="02070309020205020404" pitchFamily="49" charset="0"/>
                </a:endParaRPr>
              </a:p>
            </p:txBody>
          </p:sp>
          <p:sp>
            <p:nvSpPr>
              <p:cNvPr id="1049182" name="Rectangle 232"/>
              <p:cNvSpPr>
                <a:spLocks noChangeArrowheads="1"/>
              </p:cNvSpPr>
              <p:nvPr/>
            </p:nvSpPr>
            <p:spPr bwMode="auto">
              <a:xfrm>
                <a:off x="3965" y="2405"/>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83" name="Line 233"/>
              <p:cNvSpPr>
                <a:spLocks noChangeShapeType="1"/>
              </p:cNvSpPr>
              <p:nvPr/>
            </p:nvSpPr>
            <p:spPr bwMode="auto">
              <a:xfrm>
                <a:off x="3965" y="2405"/>
                <a:ext cx="9" cy="1"/>
              </a:xfrm>
              <a:prstGeom prst="line"/>
              <a:noFill/>
              <a:ln w="0">
                <a:solidFill>
                  <a:srgbClr val="000000"/>
                </a:solidFill>
                <a:round/>
                <a:headEnd/>
                <a:tailEnd/>
              </a:ln>
            </p:spPr>
            <p:txBody>
              <a:bodyPr/>
              <a:p>
                <a:endParaRPr altLang="en-US" lang="zh-CN"/>
              </a:p>
            </p:txBody>
          </p:sp>
          <p:sp>
            <p:nvSpPr>
              <p:cNvPr id="1049184" name="Line 234"/>
              <p:cNvSpPr>
                <a:spLocks noChangeShapeType="1"/>
              </p:cNvSpPr>
              <p:nvPr/>
            </p:nvSpPr>
            <p:spPr bwMode="auto">
              <a:xfrm>
                <a:off x="3965" y="2405"/>
                <a:ext cx="1" cy="9"/>
              </a:xfrm>
              <a:prstGeom prst="line"/>
              <a:noFill/>
              <a:ln w="0">
                <a:solidFill>
                  <a:srgbClr val="000000"/>
                </a:solidFill>
                <a:round/>
                <a:headEnd/>
                <a:tailEnd/>
              </a:ln>
            </p:spPr>
            <p:txBody>
              <a:bodyPr/>
              <a:p>
                <a:endParaRPr altLang="en-US" lang="zh-CN"/>
              </a:p>
            </p:txBody>
          </p:sp>
          <p:sp>
            <p:nvSpPr>
              <p:cNvPr id="1049185" name="Rectangle 235"/>
              <p:cNvSpPr>
                <a:spLocks noChangeArrowheads="1"/>
              </p:cNvSpPr>
              <p:nvPr/>
            </p:nvSpPr>
            <p:spPr bwMode="auto">
              <a:xfrm>
                <a:off x="3974" y="2405"/>
                <a:ext cx="556"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86" name="Line 236"/>
              <p:cNvSpPr>
                <a:spLocks noChangeShapeType="1"/>
              </p:cNvSpPr>
              <p:nvPr/>
            </p:nvSpPr>
            <p:spPr bwMode="auto">
              <a:xfrm>
                <a:off x="3974" y="2405"/>
                <a:ext cx="556" cy="1"/>
              </a:xfrm>
              <a:prstGeom prst="line"/>
              <a:noFill/>
              <a:ln w="0">
                <a:solidFill>
                  <a:srgbClr val="000000"/>
                </a:solidFill>
                <a:round/>
                <a:headEnd/>
                <a:tailEnd/>
              </a:ln>
            </p:spPr>
            <p:txBody>
              <a:bodyPr/>
              <a:p>
                <a:endParaRPr altLang="en-US" lang="zh-CN"/>
              </a:p>
            </p:txBody>
          </p:sp>
          <p:sp>
            <p:nvSpPr>
              <p:cNvPr id="1049187" name="Rectangle 237"/>
              <p:cNvSpPr>
                <a:spLocks noChangeArrowheads="1"/>
              </p:cNvSpPr>
              <p:nvPr/>
            </p:nvSpPr>
            <p:spPr bwMode="auto">
              <a:xfrm>
                <a:off x="4530" y="2405"/>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88" name="Line 238"/>
              <p:cNvSpPr>
                <a:spLocks noChangeShapeType="1"/>
              </p:cNvSpPr>
              <p:nvPr/>
            </p:nvSpPr>
            <p:spPr bwMode="auto">
              <a:xfrm>
                <a:off x="4530" y="2405"/>
                <a:ext cx="9" cy="1"/>
              </a:xfrm>
              <a:prstGeom prst="line"/>
              <a:noFill/>
              <a:ln w="0">
                <a:solidFill>
                  <a:srgbClr val="000000"/>
                </a:solidFill>
                <a:round/>
                <a:headEnd/>
                <a:tailEnd/>
              </a:ln>
            </p:spPr>
            <p:txBody>
              <a:bodyPr/>
              <a:p>
                <a:endParaRPr altLang="en-US" lang="zh-CN"/>
              </a:p>
            </p:txBody>
          </p:sp>
          <p:sp>
            <p:nvSpPr>
              <p:cNvPr id="1049189" name="Line 239"/>
              <p:cNvSpPr>
                <a:spLocks noChangeShapeType="1"/>
              </p:cNvSpPr>
              <p:nvPr/>
            </p:nvSpPr>
            <p:spPr bwMode="auto">
              <a:xfrm>
                <a:off x="4530" y="2405"/>
                <a:ext cx="1" cy="9"/>
              </a:xfrm>
              <a:prstGeom prst="line"/>
              <a:noFill/>
              <a:ln w="0">
                <a:solidFill>
                  <a:srgbClr val="000000"/>
                </a:solidFill>
                <a:round/>
                <a:headEnd/>
                <a:tailEnd/>
              </a:ln>
            </p:spPr>
            <p:txBody>
              <a:bodyPr/>
              <a:p>
                <a:endParaRPr altLang="en-US" lang="zh-CN"/>
              </a:p>
            </p:txBody>
          </p:sp>
          <p:sp>
            <p:nvSpPr>
              <p:cNvPr id="1049190" name="Rectangle 240"/>
              <p:cNvSpPr>
                <a:spLocks noChangeArrowheads="1"/>
              </p:cNvSpPr>
              <p:nvPr/>
            </p:nvSpPr>
            <p:spPr bwMode="auto">
              <a:xfrm>
                <a:off x="4539" y="2405"/>
                <a:ext cx="668"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91" name="Line 241"/>
              <p:cNvSpPr>
                <a:spLocks noChangeShapeType="1"/>
              </p:cNvSpPr>
              <p:nvPr/>
            </p:nvSpPr>
            <p:spPr bwMode="auto">
              <a:xfrm>
                <a:off x="4539" y="2405"/>
                <a:ext cx="668" cy="1"/>
              </a:xfrm>
              <a:prstGeom prst="line"/>
              <a:noFill/>
              <a:ln w="0">
                <a:solidFill>
                  <a:srgbClr val="000000"/>
                </a:solidFill>
                <a:round/>
                <a:headEnd/>
                <a:tailEnd/>
              </a:ln>
            </p:spPr>
            <p:txBody>
              <a:bodyPr/>
              <a:p>
                <a:endParaRPr altLang="en-US" lang="zh-CN"/>
              </a:p>
            </p:txBody>
          </p:sp>
          <p:sp>
            <p:nvSpPr>
              <p:cNvPr id="1049192" name="Rectangle 242"/>
              <p:cNvSpPr>
                <a:spLocks noChangeArrowheads="1"/>
              </p:cNvSpPr>
              <p:nvPr/>
            </p:nvSpPr>
            <p:spPr bwMode="auto">
              <a:xfrm>
                <a:off x="5207" y="2405"/>
                <a:ext cx="10"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93" name="Line 243"/>
              <p:cNvSpPr>
                <a:spLocks noChangeShapeType="1"/>
              </p:cNvSpPr>
              <p:nvPr/>
            </p:nvSpPr>
            <p:spPr bwMode="auto">
              <a:xfrm>
                <a:off x="5207" y="2405"/>
                <a:ext cx="10" cy="1"/>
              </a:xfrm>
              <a:prstGeom prst="line"/>
              <a:noFill/>
              <a:ln w="0">
                <a:solidFill>
                  <a:srgbClr val="000000"/>
                </a:solidFill>
                <a:round/>
                <a:headEnd/>
                <a:tailEnd/>
              </a:ln>
            </p:spPr>
            <p:txBody>
              <a:bodyPr/>
              <a:p>
                <a:endParaRPr altLang="en-US" lang="zh-CN"/>
              </a:p>
            </p:txBody>
          </p:sp>
          <p:sp>
            <p:nvSpPr>
              <p:cNvPr id="1049194" name="Line 244"/>
              <p:cNvSpPr>
                <a:spLocks noChangeShapeType="1"/>
              </p:cNvSpPr>
              <p:nvPr/>
            </p:nvSpPr>
            <p:spPr bwMode="auto">
              <a:xfrm>
                <a:off x="5207" y="2405"/>
                <a:ext cx="1" cy="9"/>
              </a:xfrm>
              <a:prstGeom prst="line"/>
              <a:noFill/>
              <a:ln w="0">
                <a:solidFill>
                  <a:srgbClr val="000000"/>
                </a:solidFill>
                <a:round/>
                <a:headEnd/>
                <a:tailEnd/>
              </a:ln>
            </p:spPr>
            <p:txBody>
              <a:bodyPr/>
              <a:p>
                <a:endParaRPr altLang="en-US" lang="zh-CN"/>
              </a:p>
            </p:txBody>
          </p:sp>
          <p:sp>
            <p:nvSpPr>
              <p:cNvPr id="1049195" name="Rectangle 245"/>
              <p:cNvSpPr>
                <a:spLocks noChangeArrowheads="1"/>
              </p:cNvSpPr>
              <p:nvPr/>
            </p:nvSpPr>
            <p:spPr bwMode="auto">
              <a:xfrm>
                <a:off x="3965" y="2414"/>
                <a:ext cx="9" cy="21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96" name="Line 246"/>
              <p:cNvSpPr>
                <a:spLocks noChangeShapeType="1"/>
              </p:cNvSpPr>
              <p:nvPr/>
            </p:nvSpPr>
            <p:spPr bwMode="auto">
              <a:xfrm>
                <a:off x="3965" y="2414"/>
                <a:ext cx="1" cy="218"/>
              </a:xfrm>
              <a:prstGeom prst="line"/>
              <a:noFill/>
              <a:ln w="0">
                <a:solidFill>
                  <a:srgbClr val="000000"/>
                </a:solidFill>
                <a:round/>
                <a:headEnd/>
                <a:tailEnd/>
              </a:ln>
            </p:spPr>
            <p:txBody>
              <a:bodyPr/>
              <a:p>
                <a:endParaRPr altLang="en-US" lang="zh-CN"/>
              </a:p>
            </p:txBody>
          </p:sp>
          <p:sp>
            <p:nvSpPr>
              <p:cNvPr id="1049197" name="Rectangle 247"/>
              <p:cNvSpPr>
                <a:spLocks noChangeArrowheads="1"/>
              </p:cNvSpPr>
              <p:nvPr/>
            </p:nvSpPr>
            <p:spPr bwMode="auto">
              <a:xfrm>
                <a:off x="4530" y="2414"/>
                <a:ext cx="9" cy="21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198" name="Line 248"/>
              <p:cNvSpPr>
                <a:spLocks noChangeShapeType="1"/>
              </p:cNvSpPr>
              <p:nvPr/>
            </p:nvSpPr>
            <p:spPr bwMode="auto">
              <a:xfrm>
                <a:off x="4530" y="2414"/>
                <a:ext cx="1" cy="218"/>
              </a:xfrm>
              <a:prstGeom prst="line"/>
              <a:noFill/>
              <a:ln w="0">
                <a:solidFill>
                  <a:srgbClr val="000000"/>
                </a:solidFill>
                <a:round/>
                <a:headEnd/>
                <a:tailEnd/>
              </a:ln>
            </p:spPr>
            <p:txBody>
              <a:bodyPr/>
              <a:p>
                <a:endParaRPr altLang="en-US" lang="zh-CN"/>
              </a:p>
            </p:txBody>
          </p:sp>
          <p:sp>
            <p:nvSpPr>
              <p:cNvPr id="1049199" name="Rectangle 249"/>
              <p:cNvSpPr>
                <a:spLocks noChangeArrowheads="1"/>
              </p:cNvSpPr>
              <p:nvPr/>
            </p:nvSpPr>
            <p:spPr bwMode="auto">
              <a:xfrm>
                <a:off x="5207" y="2414"/>
                <a:ext cx="10" cy="21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00" name="Line 250"/>
              <p:cNvSpPr>
                <a:spLocks noChangeShapeType="1"/>
              </p:cNvSpPr>
              <p:nvPr/>
            </p:nvSpPr>
            <p:spPr bwMode="auto">
              <a:xfrm>
                <a:off x="5207" y="2414"/>
                <a:ext cx="1" cy="218"/>
              </a:xfrm>
              <a:prstGeom prst="line"/>
              <a:noFill/>
              <a:ln w="0">
                <a:solidFill>
                  <a:srgbClr val="000000"/>
                </a:solidFill>
                <a:round/>
                <a:headEnd/>
                <a:tailEnd/>
              </a:ln>
            </p:spPr>
            <p:txBody>
              <a:bodyPr/>
              <a:p>
                <a:endParaRPr altLang="en-US" lang="zh-CN"/>
              </a:p>
            </p:txBody>
          </p:sp>
          <p:sp>
            <p:nvSpPr>
              <p:cNvPr id="1049201" name="Rectangle 251"/>
              <p:cNvSpPr>
                <a:spLocks noChangeArrowheads="1"/>
              </p:cNvSpPr>
              <p:nvPr/>
            </p:nvSpPr>
            <p:spPr bwMode="auto">
              <a:xfrm>
                <a:off x="3845" y="2644"/>
                <a:ext cx="8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4</a:t>
                </a:r>
                <a:endParaRPr altLang="zh-CN" b="1" sz="1800" lang="en-US">
                  <a:latin typeface="Courier New" panose="02070309020205020404" pitchFamily="49" charset="0"/>
                </a:endParaRPr>
              </a:p>
            </p:txBody>
          </p:sp>
          <p:sp>
            <p:nvSpPr>
              <p:cNvPr id="1049202" name="Rectangle 252"/>
              <p:cNvSpPr>
                <a:spLocks noChangeArrowheads="1"/>
              </p:cNvSpPr>
              <p:nvPr/>
            </p:nvSpPr>
            <p:spPr bwMode="auto">
              <a:xfrm>
                <a:off x="3930" y="2644"/>
                <a:ext cx="4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203" name="Rectangle 253"/>
              <p:cNvSpPr>
                <a:spLocks noChangeArrowheads="1"/>
              </p:cNvSpPr>
              <p:nvPr/>
            </p:nvSpPr>
            <p:spPr bwMode="auto">
              <a:xfrm>
                <a:off x="4202" y="2646"/>
                <a:ext cx="97"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1</a:t>
                </a:r>
                <a:endParaRPr altLang="zh-CN" b="1" sz="1800" lang="en-US">
                  <a:latin typeface="Courier New" panose="02070309020205020404" pitchFamily="49" charset="0"/>
                </a:endParaRPr>
              </a:p>
            </p:txBody>
          </p:sp>
          <p:sp>
            <p:nvSpPr>
              <p:cNvPr id="1049204" name="Rectangle 254"/>
              <p:cNvSpPr>
                <a:spLocks noChangeArrowheads="1"/>
              </p:cNvSpPr>
              <p:nvPr/>
            </p:nvSpPr>
            <p:spPr bwMode="auto">
              <a:xfrm>
                <a:off x="4301" y="2646"/>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205" name="Rectangle 255"/>
              <p:cNvSpPr>
                <a:spLocks noChangeArrowheads="1"/>
              </p:cNvSpPr>
              <p:nvPr/>
            </p:nvSpPr>
            <p:spPr bwMode="auto">
              <a:xfrm>
                <a:off x="4774" y="2670"/>
                <a:ext cx="9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宋体" panose="02010600030101010101" pitchFamily="2" charset="-122"/>
                  </a:rPr>
                  <a:t>-</a:t>
                </a:r>
                <a:endParaRPr altLang="zh-CN" b="1" sz="1800" lang="en-US">
                  <a:latin typeface="Courier New" panose="02070309020205020404" pitchFamily="49" charset="0"/>
                </a:endParaRPr>
              </a:p>
            </p:txBody>
          </p:sp>
          <p:sp>
            <p:nvSpPr>
              <p:cNvPr id="1049206" name="Rectangle 256"/>
              <p:cNvSpPr>
                <a:spLocks noChangeArrowheads="1"/>
              </p:cNvSpPr>
              <p:nvPr/>
            </p:nvSpPr>
            <p:spPr bwMode="auto">
              <a:xfrm>
                <a:off x="4873" y="2660"/>
                <a:ext cx="97"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Times New Roman" panose="02020603050405020304" pitchFamily="18" charset="0"/>
                  </a:rPr>
                  <a:t>4</a:t>
                </a:r>
                <a:endParaRPr altLang="zh-CN" b="1" sz="1800" lang="en-US">
                  <a:latin typeface="Courier New" panose="02070309020205020404" pitchFamily="49" charset="0"/>
                </a:endParaRPr>
              </a:p>
            </p:txBody>
          </p:sp>
          <p:sp>
            <p:nvSpPr>
              <p:cNvPr id="1049207" name="Rectangle 257"/>
              <p:cNvSpPr>
                <a:spLocks noChangeArrowheads="1"/>
              </p:cNvSpPr>
              <p:nvPr/>
            </p:nvSpPr>
            <p:spPr bwMode="auto">
              <a:xfrm>
                <a:off x="4972" y="2660"/>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Times New Roman" panose="02020603050405020304" pitchFamily="18" charset="0"/>
                  </a:rPr>
                  <a:t> </a:t>
                </a:r>
                <a:endParaRPr altLang="zh-CN" b="1" sz="1800" lang="en-US">
                  <a:latin typeface="Courier New" panose="02070309020205020404" pitchFamily="49" charset="0"/>
                </a:endParaRPr>
              </a:p>
            </p:txBody>
          </p:sp>
          <p:sp>
            <p:nvSpPr>
              <p:cNvPr id="1049208" name="Rectangle 258"/>
              <p:cNvSpPr>
                <a:spLocks noChangeArrowheads="1"/>
              </p:cNvSpPr>
              <p:nvPr/>
            </p:nvSpPr>
            <p:spPr bwMode="auto">
              <a:xfrm>
                <a:off x="3965" y="2633"/>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09" name="Line 259"/>
              <p:cNvSpPr>
                <a:spLocks noChangeShapeType="1"/>
              </p:cNvSpPr>
              <p:nvPr/>
            </p:nvSpPr>
            <p:spPr bwMode="auto">
              <a:xfrm>
                <a:off x="3965" y="2633"/>
                <a:ext cx="9" cy="1"/>
              </a:xfrm>
              <a:prstGeom prst="line"/>
              <a:noFill/>
              <a:ln w="0">
                <a:solidFill>
                  <a:srgbClr val="000000"/>
                </a:solidFill>
                <a:round/>
                <a:headEnd/>
                <a:tailEnd/>
              </a:ln>
            </p:spPr>
            <p:txBody>
              <a:bodyPr/>
              <a:p>
                <a:endParaRPr altLang="en-US" lang="zh-CN"/>
              </a:p>
            </p:txBody>
          </p:sp>
          <p:sp>
            <p:nvSpPr>
              <p:cNvPr id="1049210" name="Line 260"/>
              <p:cNvSpPr>
                <a:spLocks noChangeShapeType="1"/>
              </p:cNvSpPr>
              <p:nvPr/>
            </p:nvSpPr>
            <p:spPr bwMode="auto">
              <a:xfrm>
                <a:off x="3965" y="2633"/>
                <a:ext cx="1" cy="9"/>
              </a:xfrm>
              <a:prstGeom prst="line"/>
              <a:noFill/>
              <a:ln w="0">
                <a:solidFill>
                  <a:srgbClr val="000000"/>
                </a:solidFill>
                <a:round/>
                <a:headEnd/>
                <a:tailEnd/>
              </a:ln>
            </p:spPr>
            <p:txBody>
              <a:bodyPr/>
              <a:p>
                <a:endParaRPr altLang="en-US" lang="zh-CN"/>
              </a:p>
            </p:txBody>
          </p:sp>
          <p:sp>
            <p:nvSpPr>
              <p:cNvPr id="1049211" name="Rectangle 261"/>
              <p:cNvSpPr>
                <a:spLocks noChangeArrowheads="1"/>
              </p:cNvSpPr>
              <p:nvPr/>
            </p:nvSpPr>
            <p:spPr bwMode="auto">
              <a:xfrm>
                <a:off x="3974" y="2633"/>
                <a:ext cx="556"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12" name="Line 262"/>
              <p:cNvSpPr>
                <a:spLocks noChangeShapeType="1"/>
              </p:cNvSpPr>
              <p:nvPr/>
            </p:nvSpPr>
            <p:spPr bwMode="auto">
              <a:xfrm>
                <a:off x="3974" y="2633"/>
                <a:ext cx="556" cy="1"/>
              </a:xfrm>
              <a:prstGeom prst="line"/>
              <a:noFill/>
              <a:ln w="0">
                <a:solidFill>
                  <a:srgbClr val="000000"/>
                </a:solidFill>
                <a:round/>
                <a:headEnd/>
                <a:tailEnd/>
              </a:ln>
            </p:spPr>
            <p:txBody>
              <a:bodyPr/>
              <a:p>
                <a:endParaRPr altLang="en-US" lang="zh-CN"/>
              </a:p>
            </p:txBody>
          </p:sp>
          <p:sp>
            <p:nvSpPr>
              <p:cNvPr id="1049213" name="Rectangle 263"/>
              <p:cNvSpPr>
                <a:spLocks noChangeArrowheads="1"/>
              </p:cNvSpPr>
              <p:nvPr/>
            </p:nvSpPr>
            <p:spPr bwMode="auto">
              <a:xfrm>
                <a:off x="4530" y="2633"/>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14" name="Line 264"/>
              <p:cNvSpPr>
                <a:spLocks noChangeShapeType="1"/>
              </p:cNvSpPr>
              <p:nvPr/>
            </p:nvSpPr>
            <p:spPr bwMode="auto">
              <a:xfrm>
                <a:off x="4530" y="2633"/>
                <a:ext cx="9" cy="1"/>
              </a:xfrm>
              <a:prstGeom prst="line"/>
              <a:noFill/>
              <a:ln w="0">
                <a:solidFill>
                  <a:srgbClr val="000000"/>
                </a:solidFill>
                <a:round/>
                <a:headEnd/>
                <a:tailEnd/>
              </a:ln>
            </p:spPr>
            <p:txBody>
              <a:bodyPr/>
              <a:p>
                <a:endParaRPr altLang="en-US" lang="zh-CN"/>
              </a:p>
            </p:txBody>
          </p:sp>
          <p:sp>
            <p:nvSpPr>
              <p:cNvPr id="1049215" name="Line 265"/>
              <p:cNvSpPr>
                <a:spLocks noChangeShapeType="1"/>
              </p:cNvSpPr>
              <p:nvPr/>
            </p:nvSpPr>
            <p:spPr bwMode="auto">
              <a:xfrm>
                <a:off x="4530" y="2633"/>
                <a:ext cx="1" cy="9"/>
              </a:xfrm>
              <a:prstGeom prst="line"/>
              <a:noFill/>
              <a:ln w="0">
                <a:solidFill>
                  <a:srgbClr val="000000"/>
                </a:solidFill>
                <a:round/>
                <a:headEnd/>
                <a:tailEnd/>
              </a:ln>
            </p:spPr>
            <p:txBody>
              <a:bodyPr/>
              <a:p>
                <a:endParaRPr altLang="en-US" lang="zh-CN"/>
              </a:p>
            </p:txBody>
          </p:sp>
          <p:sp>
            <p:nvSpPr>
              <p:cNvPr id="1049216" name="Rectangle 266"/>
              <p:cNvSpPr>
                <a:spLocks noChangeArrowheads="1"/>
              </p:cNvSpPr>
              <p:nvPr/>
            </p:nvSpPr>
            <p:spPr bwMode="auto">
              <a:xfrm>
                <a:off x="4539" y="2633"/>
                <a:ext cx="668"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17" name="Line 267"/>
              <p:cNvSpPr>
                <a:spLocks noChangeShapeType="1"/>
              </p:cNvSpPr>
              <p:nvPr/>
            </p:nvSpPr>
            <p:spPr bwMode="auto">
              <a:xfrm>
                <a:off x="4539" y="2633"/>
                <a:ext cx="668" cy="1"/>
              </a:xfrm>
              <a:prstGeom prst="line"/>
              <a:noFill/>
              <a:ln w="0">
                <a:solidFill>
                  <a:srgbClr val="000000"/>
                </a:solidFill>
                <a:round/>
                <a:headEnd/>
                <a:tailEnd/>
              </a:ln>
            </p:spPr>
            <p:txBody>
              <a:bodyPr/>
              <a:p>
                <a:endParaRPr altLang="en-US" lang="zh-CN"/>
              </a:p>
            </p:txBody>
          </p:sp>
          <p:sp>
            <p:nvSpPr>
              <p:cNvPr id="1049218" name="Rectangle 268"/>
              <p:cNvSpPr>
                <a:spLocks noChangeArrowheads="1"/>
              </p:cNvSpPr>
              <p:nvPr/>
            </p:nvSpPr>
            <p:spPr bwMode="auto">
              <a:xfrm>
                <a:off x="5207" y="2633"/>
                <a:ext cx="10"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19" name="Line 269"/>
              <p:cNvSpPr>
                <a:spLocks noChangeShapeType="1"/>
              </p:cNvSpPr>
              <p:nvPr/>
            </p:nvSpPr>
            <p:spPr bwMode="auto">
              <a:xfrm>
                <a:off x="5207" y="2633"/>
                <a:ext cx="10" cy="1"/>
              </a:xfrm>
              <a:prstGeom prst="line"/>
              <a:noFill/>
              <a:ln w="0">
                <a:solidFill>
                  <a:srgbClr val="000000"/>
                </a:solidFill>
                <a:round/>
                <a:headEnd/>
                <a:tailEnd/>
              </a:ln>
            </p:spPr>
            <p:txBody>
              <a:bodyPr/>
              <a:p>
                <a:endParaRPr altLang="en-US" lang="zh-CN"/>
              </a:p>
            </p:txBody>
          </p:sp>
          <p:sp>
            <p:nvSpPr>
              <p:cNvPr id="1049220" name="Line 270"/>
              <p:cNvSpPr>
                <a:spLocks noChangeShapeType="1"/>
              </p:cNvSpPr>
              <p:nvPr/>
            </p:nvSpPr>
            <p:spPr bwMode="auto">
              <a:xfrm>
                <a:off x="5207" y="2633"/>
                <a:ext cx="1" cy="9"/>
              </a:xfrm>
              <a:prstGeom prst="line"/>
              <a:noFill/>
              <a:ln w="0">
                <a:solidFill>
                  <a:srgbClr val="000000"/>
                </a:solidFill>
                <a:round/>
                <a:headEnd/>
                <a:tailEnd/>
              </a:ln>
            </p:spPr>
            <p:txBody>
              <a:bodyPr/>
              <a:p>
                <a:endParaRPr altLang="en-US" lang="zh-CN"/>
              </a:p>
            </p:txBody>
          </p:sp>
          <p:sp>
            <p:nvSpPr>
              <p:cNvPr id="1049221" name="Rectangle 271"/>
              <p:cNvSpPr>
                <a:spLocks noChangeArrowheads="1"/>
              </p:cNvSpPr>
              <p:nvPr/>
            </p:nvSpPr>
            <p:spPr bwMode="auto">
              <a:xfrm>
                <a:off x="3965" y="2642"/>
                <a:ext cx="9" cy="246"/>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22" name="Line 272"/>
              <p:cNvSpPr>
                <a:spLocks noChangeShapeType="1"/>
              </p:cNvSpPr>
              <p:nvPr/>
            </p:nvSpPr>
            <p:spPr bwMode="auto">
              <a:xfrm>
                <a:off x="3965" y="2642"/>
                <a:ext cx="1" cy="246"/>
              </a:xfrm>
              <a:prstGeom prst="line"/>
              <a:noFill/>
              <a:ln w="0">
                <a:solidFill>
                  <a:srgbClr val="000000"/>
                </a:solidFill>
                <a:round/>
                <a:headEnd/>
                <a:tailEnd/>
              </a:ln>
            </p:spPr>
            <p:txBody>
              <a:bodyPr/>
              <a:p>
                <a:endParaRPr altLang="en-US" lang="zh-CN"/>
              </a:p>
            </p:txBody>
          </p:sp>
          <p:sp>
            <p:nvSpPr>
              <p:cNvPr id="1049223" name="Rectangle 273"/>
              <p:cNvSpPr>
                <a:spLocks noChangeArrowheads="1"/>
              </p:cNvSpPr>
              <p:nvPr/>
            </p:nvSpPr>
            <p:spPr bwMode="auto">
              <a:xfrm>
                <a:off x="4530" y="2642"/>
                <a:ext cx="9" cy="246"/>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24" name="Line 274"/>
              <p:cNvSpPr>
                <a:spLocks noChangeShapeType="1"/>
              </p:cNvSpPr>
              <p:nvPr/>
            </p:nvSpPr>
            <p:spPr bwMode="auto">
              <a:xfrm>
                <a:off x="4530" y="2642"/>
                <a:ext cx="1" cy="246"/>
              </a:xfrm>
              <a:prstGeom prst="line"/>
              <a:noFill/>
              <a:ln w="0">
                <a:solidFill>
                  <a:srgbClr val="000000"/>
                </a:solidFill>
                <a:round/>
                <a:headEnd/>
                <a:tailEnd/>
              </a:ln>
            </p:spPr>
            <p:txBody>
              <a:bodyPr/>
              <a:p>
                <a:endParaRPr altLang="en-US" lang="zh-CN"/>
              </a:p>
            </p:txBody>
          </p:sp>
          <p:sp>
            <p:nvSpPr>
              <p:cNvPr id="1049225" name="Rectangle 275"/>
              <p:cNvSpPr>
                <a:spLocks noChangeArrowheads="1"/>
              </p:cNvSpPr>
              <p:nvPr/>
            </p:nvSpPr>
            <p:spPr bwMode="auto">
              <a:xfrm>
                <a:off x="5207" y="2642"/>
                <a:ext cx="10" cy="246"/>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26" name="Line 276"/>
              <p:cNvSpPr>
                <a:spLocks noChangeShapeType="1"/>
              </p:cNvSpPr>
              <p:nvPr/>
            </p:nvSpPr>
            <p:spPr bwMode="auto">
              <a:xfrm>
                <a:off x="5207" y="2642"/>
                <a:ext cx="1" cy="246"/>
              </a:xfrm>
              <a:prstGeom prst="line"/>
              <a:noFill/>
              <a:ln w="0">
                <a:solidFill>
                  <a:srgbClr val="000000"/>
                </a:solidFill>
                <a:round/>
                <a:headEnd/>
                <a:tailEnd/>
              </a:ln>
            </p:spPr>
            <p:txBody>
              <a:bodyPr/>
              <a:p>
                <a:endParaRPr altLang="en-US" lang="zh-CN"/>
              </a:p>
            </p:txBody>
          </p:sp>
          <p:sp>
            <p:nvSpPr>
              <p:cNvPr id="1049227" name="Rectangle 277"/>
              <p:cNvSpPr>
                <a:spLocks noChangeArrowheads="1"/>
              </p:cNvSpPr>
              <p:nvPr/>
            </p:nvSpPr>
            <p:spPr bwMode="auto">
              <a:xfrm>
                <a:off x="3845" y="2900"/>
                <a:ext cx="8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5</a:t>
                </a:r>
                <a:endParaRPr altLang="zh-CN" b="1" sz="1800" lang="en-US">
                  <a:latin typeface="Courier New" panose="02070309020205020404" pitchFamily="49" charset="0"/>
                </a:endParaRPr>
              </a:p>
            </p:txBody>
          </p:sp>
          <p:sp>
            <p:nvSpPr>
              <p:cNvPr id="1049228" name="Rectangle 278"/>
              <p:cNvSpPr>
                <a:spLocks noChangeArrowheads="1"/>
              </p:cNvSpPr>
              <p:nvPr/>
            </p:nvSpPr>
            <p:spPr bwMode="auto">
              <a:xfrm>
                <a:off x="3930" y="2900"/>
                <a:ext cx="4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229" name="Rectangle 279"/>
              <p:cNvSpPr>
                <a:spLocks noChangeArrowheads="1"/>
              </p:cNvSpPr>
              <p:nvPr/>
            </p:nvSpPr>
            <p:spPr bwMode="auto">
              <a:xfrm>
                <a:off x="4202" y="2902"/>
                <a:ext cx="97"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5</a:t>
                </a:r>
                <a:endParaRPr altLang="zh-CN" b="1" sz="1800" lang="en-US">
                  <a:latin typeface="Courier New" panose="02070309020205020404" pitchFamily="49" charset="0"/>
                </a:endParaRPr>
              </a:p>
            </p:txBody>
          </p:sp>
          <p:sp>
            <p:nvSpPr>
              <p:cNvPr id="1049230" name="Rectangle 280"/>
              <p:cNvSpPr>
                <a:spLocks noChangeArrowheads="1"/>
              </p:cNvSpPr>
              <p:nvPr/>
            </p:nvSpPr>
            <p:spPr bwMode="auto">
              <a:xfrm>
                <a:off x="4301" y="2902"/>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231" name="Rectangle 281"/>
              <p:cNvSpPr>
                <a:spLocks noChangeArrowheads="1"/>
              </p:cNvSpPr>
              <p:nvPr/>
            </p:nvSpPr>
            <p:spPr bwMode="auto">
              <a:xfrm>
                <a:off x="4823" y="2902"/>
                <a:ext cx="97"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Times New Roman" panose="02020603050405020304" pitchFamily="18" charset="0"/>
                  </a:rPr>
                  <a:t>3</a:t>
                </a:r>
                <a:endParaRPr altLang="zh-CN" b="1" sz="1800" lang="en-US">
                  <a:latin typeface="Courier New" panose="02070309020205020404" pitchFamily="49" charset="0"/>
                </a:endParaRPr>
              </a:p>
            </p:txBody>
          </p:sp>
          <p:sp>
            <p:nvSpPr>
              <p:cNvPr id="1049232" name="Rectangle 282"/>
              <p:cNvSpPr>
                <a:spLocks noChangeArrowheads="1"/>
              </p:cNvSpPr>
              <p:nvPr/>
            </p:nvSpPr>
            <p:spPr bwMode="auto">
              <a:xfrm>
                <a:off x="4923" y="2902"/>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Times New Roman" panose="02020603050405020304" pitchFamily="18" charset="0"/>
                  </a:rPr>
                  <a:t> </a:t>
                </a:r>
                <a:endParaRPr altLang="zh-CN" b="1" sz="1800" lang="en-US">
                  <a:latin typeface="Courier New" panose="02070309020205020404" pitchFamily="49" charset="0"/>
                </a:endParaRPr>
              </a:p>
            </p:txBody>
          </p:sp>
          <p:sp>
            <p:nvSpPr>
              <p:cNvPr id="1049233" name="Rectangle 283"/>
              <p:cNvSpPr>
                <a:spLocks noChangeArrowheads="1"/>
              </p:cNvSpPr>
              <p:nvPr/>
            </p:nvSpPr>
            <p:spPr bwMode="auto">
              <a:xfrm>
                <a:off x="3965" y="2890"/>
                <a:ext cx="9"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34" name="Line 284"/>
              <p:cNvSpPr>
                <a:spLocks noChangeShapeType="1"/>
              </p:cNvSpPr>
              <p:nvPr/>
            </p:nvSpPr>
            <p:spPr bwMode="auto">
              <a:xfrm>
                <a:off x="3965" y="2890"/>
                <a:ext cx="9" cy="1"/>
              </a:xfrm>
              <a:prstGeom prst="line"/>
              <a:noFill/>
              <a:ln w="0">
                <a:solidFill>
                  <a:srgbClr val="000000"/>
                </a:solidFill>
                <a:round/>
                <a:headEnd/>
                <a:tailEnd/>
              </a:ln>
            </p:spPr>
            <p:txBody>
              <a:bodyPr/>
              <a:p>
                <a:endParaRPr altLang="en-US" lang="zh-CN"/>
              </a:p>
            </p:txBody>
          </p:sp>
          <p:sp>
            <p:nvSpPr>
              <p:cNvPr id="1049235" name="Line 285"/>
              <p:cNvSpPr>
                <a:spLocks noChangeShapeType="1"/>
              </p:cNvSpPr>
              <p:nvPr/>
            </p:nvSpPr>
            <p:spPr bwMode="auto">
              <a:xfrm>
                <a:off x="3965" y="2890"/>
                <a:ext cx="1" cy="8"/>
              </a:xfrm>
              <a:prstGeom prst="line"/>
              <a:noFill/>
              <a:ln w="0">
                <a:solidFill>
                  <a:srgbClr val="000000"/>
                </a:solidFill>
                <a:round/>
                <a:headEnd/>
                <a:tailEnd/>
              </a:ln>
            </p:spPr>
            <p:txBody>
              <a:bodyPr/>
              <a:p>
                <a:endParaRPr altLang="en-US" lang="zh-CN"/>
              </a:p>
            </p:txBody>
          </p:sp>
          <p:sp>
            <p:nvSpPr>
              <p:cNvPr id="1049236" name="Rectangle 286"/>
              <p:cNvSpPr>
                <a:spLocks noChangeArrowheads="1"/>
              </p:cNvSpPr>
              <p:nvPr/>
            </p:nvSpPr>
            <p:spPr bwMode="auto">
              <a:xfrm>
                <a:off x="3974" y="2890"/>
                <a:ext cx="556"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37" name="Line 287"/>
              <p:cNvSpPr>
                <a:spLocks noChangeShapeType="1"/>
              </p:cNvSpPr>
              <p:nvPr/>
            </p:nvSpPr>
            <p:spPr bwMode="auto">
              <a:xfrm>
                <a:off x="3974" y="2890"/>
                <a:ext cx="556" cy="1"/>
              </a:xfrm>
              <a:prstGeom prst="line"/>
              <a:noFill/>
              <a:ln w="0">
                <a:solidFill>
                  <a:srgbClr val="000000"/>
                </a:solidFill>
                <a:round/>
                <a:headEnd/>
                <a:tailEnd/>
              </a:ln>
            </p:spPr>
            <p:txBody>
              <a:bodyPr/>
              <a:p>
                <a:endParaRPr altLang="en-US" lang="zh-CN"/>
              </a:p>
            </p:txBody>
          </p:sp>
          <p:sp>
            <p:nvSpPr>
              <p:cNvPr id="1049238" name="Rectangle 288"/>
              <p:cNvSpPr>
                <a:spLocks noChangeArrowheads="1"/>
              </p:cNvSpPr>
              <p:nvPr/>
            </p:nvSpPr>
            <p:spPr bwMode="auto">
              <a:xfrm>
                <a:off x="4530" y="2890"/>
                <a:ext cx="9"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39" name="Line 289"/>
              <p:cNvSpPr>
                <a:spLocks noChangeShapeType="1"/>
              </p:cNvSpPr>
              <p:nvPr/>
            </p:nvSpPr>
            <p:spPr bwMode="auto">
              <a:xfrm>
                <a:off x="4530" y="2890"/>
                <a:ext cx="9" cy="1"/>
              </a:xfrm>
              <a:prstGeom prst="line"/>
              <a:noFill/>
              <a:ln w="0">
                <a:solidFill>
                  <a:srgbClr val="000000"/>
                </a:solidFill>
                <a:round/>
                <a:headEnd/>
                <a:tailEnd/>
              </a:ln>
            </p:spPr>
            <p:txBody>
              <a:bodyPr/>
              <a:p>
                <a:endParaRPr altLang="en-US" lang="zh-CN"/>
              </a:p>
            </p:txBody>
          </p:sp>
          <p:sp>
            <p:nvSpPr>
              <p:cNvPr id="1049240" name="Line 290"/>
              <p:cNvSpPr>
                <a:spLocks noChangeShapeType="1"/>
              </p:cNvSpPr>
              <p:nvPr/>
            </p:nvSpPr>
            <p:spPr bwMode="auto">
              <a:xfrm>
                <a:off x="4530" y="2890"/>
                <a:ext cx="1" cy="8"/>
              </a:xfrm>
              <a:prstGeom prst="line"/>
              <a:noFill/>
              <a:ln w="0">
                <a:solidFill>
                  <a:srgbClr val="000000"/>
                </a:solidFill>
                <a:round/>
                <a:headEnd/>
                <a:tailEnd/>
              </a:ln>
            </p:spPr>
            <p:txBody>
              <a:bodyPr/>
              <a:p>
                <a:endParaRPr altLang="en-US" lang="zh-CN"/>
              </a:p>
            </p:txBody>
          </p:sp>
          <p:sp>
            <p:nvSpPr>
              <p:cNvPr id="1049241" name="Rectangle 291"/>
              <p:cNvSpPr>
                <a:spLocks noChangeArrowheads="1"/>
              </p:cNvSpPr>
              <p:nvPr/>
            </p:nvSpPr>
            <p:spPr bwMode="auto">
              <a:xfrm>
                <a:off x="4539" y="2890"/>
                <a:ext cx="668"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42" name="Line 292"/>
              <p:cNvSpPr>
                <a:spLocks noChangeShapeType="1"/>
              </p:cNvSpPr>
              <p:nvPr/>
            </p:nvSpPr>
            <p:spPr bwMode="auto">
              <a:xfrm>
                <a:off x="4539" y="2890"/>
                <a:ext cx="668" cy="1"/>
              </a:xfrm>
              <a:prstGeom prst="line"/>
              <a:noFill/>
              <a:ln w="0">
                <a:solidFill>
                  <a:srgbClr val="000000"/>
                </a:solidFill>
                <a:round/>
                <a:headEnd/>
                <a:tailEnd/>
              </a:ln>
            </p:spPr>
            <p:txBody>
              <a:bodyPr/>
              <a:p>
                <a:endParaRPr altLang="en-US" lang="zh-CN"/>
              </a:p>
            </p:txBody>
          </p:sp>
          <p:sp>
            <p:nvSpPr>
              <p:cNvPr id="1049243" name="Rectangle 293"/>
              <p:cNvSpPr>
                <a:spLocks noChangeArrowheads="1"/>
              </p:cNvSpPr>
              <p:nvPr/>
            </p:nvSpPr>
            <p:spPr bwMode="auto">
              <a:xfrm>
                <a:off x="5207" y="2890"/>
                <a:ext cx="10" cy="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44" name="Line 294"/>
              <p:cNvSpPr>
                <a:spLocks noChangeShapeType="1"/>
              </p:cNvSpPr>
              <p:nvPr/>
            </p:nvSpPr>
            <p:spPr bwMode="auto">
              <a:xfrm>
                <a:off x="5207" y="2890"/>
                <a:ext cx="10" cy="1"/>
              </a:xfrm>
              <a:prstGeom prst="line"/>
              <a:noFill/>
              <a:ln w="0">
                <a:solidFill>
                  <a:srgbClr val="000000"/>
                </a:solidFill>
                <a:round/>
                <a:headEnd/>
                <a:tailEnd/>
              </a:ln>
            </p:spPr>
            <p:txBody>
              <a:bodyPr/>
              <a:p>
                <a:endParaRPr altLang="en-US" lang="zh-CN"/>
              </a:p>
            </p:txBody>
          </p:sp>
          <p:sp>
            <p:nvSpPr>
              <p:cNvPr id="1049245" name="Line 295"/>
              <p:cNvSpPr>
                <a:spLocks noChangeShapeType="1"/>
              </p:cNvSpPr>
              <p:nvPr/>
            </p:nvSpPr>
            <p:spPr bwMode="auto">
              <a:xfrm>
                <a:off x="5207" y="2890"/>
                <a:ext cx="1" cy="8"/>
              </a:xfrm>
              <a:prstGeom prst="line"/>
              <a:noFill/>
              <a:ln w="0">
                <a:solidFill>
                  <a:srgbClr val="000000"/>
                </a:solidFill>
                <a:round/>
                <a:headEnd/>
                <a:tailEnd/>
              </a:ln>
            </p:spPr>
            <p:txBody>
              <a:bodyPr/>
              <a:p>
                <a:endParaRPr altLang="en-US" lang="zh-CN"/>
              </a:p>
            </p:txBody>
          </p:sp>
          <p:sp>
            <p:nvSpPr>
              <p:cNvPr id="1049246" name="Rectangle 296"/>
              <p:cNvSpPr>
                <a:spLocks noChangeArrowheads="1"/>
              </p:cNvSpPr>
              <p:nvPr/>
            </p:nvSpPr>
            <p:spPr bwMode="auto">
              <a:xfrm>
                <a:off x="3965" y="2898"/>
                <a:ext cx="9" cy="21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47" name="Line 297"/>
              <p:cNvSpPr>
                <a:spLocks noChangeShapeType="1"/>
              </p:cNvSpPr>
              <p:nvPr/>
            </p:nvSpPr>
            <p:spPr bwMode="auto">
              <a:xfrm>
                <a:off x="3965" y="2898"/>
                <a:ext cx="1" cy="218"/>
              </a:xfrm>
              <a:prstGeom prst="line"/>
              <a:noFill/>
              <a:ln w="0">
                <a:solidFill>
                  <a:srgbClr val="000000"/>
                </a:solidFill>
                <a:round/>
                <a:headEnd/>
                <a:tailEnd/>
              </a:ln>
            </p:spPr>
            <p:txBody>
              <a:bodyPr/>
              <a:p>
                <a:endParaRPr altLang="en-US" lang="zh-CN"/>
              </a:p>
            </p:txBody>
          </p:sp>
          <p:sp>
            <p:nvSpPr>
              <p:cNvPr id="1049248" name="Rectangle 298"/>
              <p:cNvSpPr>
                <a:spLocks noChangeArrowheads="1"/>
              </p:cNvSpPr>
              <p:nvPr/>
            </p:nvSpPr>
            <p:spPr bwMode="auto">
              <a:xfrm>
                <a:off x="4530" y="2898"/>
                <a:ext cx="9" cy="21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49" name="Line 299"/>
              <p:cNvSpPr>
                <a:spLocks noChangeShapeType="1"/>
              </p:cNvSpPr>
              <p:nvPr/>
            </p:nvSpPr>
            <p:spPr bwMode="auto">
              <a:xfrm>
                <a:off x="4530" y="2898"/>
                <a:ext cx="1" cy="218"/>
              </a:xfrm>
              <a:prstGeom prst="line"/>
              <a:noFill/>
              <a:ln w="0">
                <a:solidFill>
                  <a:srgbClr val="000000"/>
                </a:solidFill>
                <a:round/>
                <a:headEnd/>
                <a:tailEnd/>
              </a:ln>
            </p:spPr>
            <p:txBody>
              <a:bodyPr/>
              <a:p>
                <a:endParaRPr altLang="en-US" lang="zh-CN"/>
              </a:p>
            </p:txBody>
          </p:sp>
          <p:sp>
            <p:nvSpPr>
              <p:cNvPr id="1049250" name="Rectangle 300"/>
              <p:cNvSpPr>
                <a:spLocks noChangeArrowheads="1"/>
              </p:cNvSpPr>
              <p:nvPr/>
            </p:nvSpPr>
            <p:spPr bwMode="auto">
              <a:xfrm>
                <a:off x="5207" y="2898"/>
                <a:ext cx="10" cy="21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51" name="Line 301"/>
              <p:cNvSpPr>
                <a:spLocks noChangeShapeType="1"/>
              </p:cNvSpPr>
              <p:nvPr/>
            </p:nvSpPr>
            <p:spPr bwMode="auto">
              <a:xfrm>
                <a:off x="5207" y="2898"/>
                <a:ext cx="1" cy="218"/>
              </a:xfrm>
              <a:prstGeom prst="line"/>
              <a:noFill/>
              <a:ln w="0">
                <a:solidFill>
                  <a:srgbClr val="000000"/>
                </a:solidFill>
                <a:round/>
                <a:headEnd/>
                <a:tailEnd/>
              </a:ln>
            </p:spPr>
            <p:txBody>
              <a:bodyPr/>
              <a:p>
                <a:endParaRPr altLang="en-US" lang="zh-CN"/>
              </a:p>
            </p:txBody>
          </p:sp>
          <p:sp>
            <p:nvSpPr>
              <p:cNvPr id="1049252" name="Rectangle 302"/>
              <p:cNvSpPr>
                <a:spLocks noChangeArrowheads="1"/>
              </p:cNvSpPr>
              <p:nvPr/>
            </p:nvSpPr>
            <p:spPr bwMode="auto">
              <a:xfrm>
                <a:off x="3845" y="3127"/>
                <a:ext cx="8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6</a:t>
                </a:r>
                <a:endParaRPr altLang="zh-CN" b="1" sz="1800" lang="en-US">
                  <a:latin typeface="Courier New" panose="02070309020205020404" pitchFamily="49" charset="0"/>
                </a:endParaRPr>
              </a:p>
            </p:txBody>
          </p:sp>
          <p:sp>
            <p:nvSpPr>
              <p:cNvPr id="1049253" name="Rectangle 303"/>
              <p:cNvSpPr>
                <a:spLocks noChangeArrowheads="1"/>
              </p:cNvSpPr>
              <p:nvPr/>
            </p:nvSpPr>
            <p:spPr bwMode="auto">
              <a:xfrm>
                <a:off x="3930" y="3127"/>
                <a:ext cx="4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254" name="Rectangle 304"/>
              <p:cNvSpPr>
                <a:spLocks noChangeArrowheads="1"/>
              </p:cNvSpPr>
              <p:nvPr/>
            </p:nvSpPr>
            <p:spPr bwMode="auto">
              <a:xfrm>
                <a:off x="4202" y="3129"/>
                <a:ext cx="97"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3</a:t>
                </a:r>
                <a:endParaRPr altLang="zh-CN" b="1" sz="1800" lang="en-US">
                  <a:latin typeface="Courier New" panose="02070309020205020404" pitchFamily="49" charset="0"/>
                </a:endParaRPr>
              </a:p>
            </p:txBody>
          </p:sp>
          <p:sp>
            <p:nvSpPr>
              <p:cNvPr id="1049255" name="Rectangle 305"/>
              <p:cNvSpPr>
                <a:spLocks noChangeArrowheads="1"/>
              </p:cNvSpPr>
              <p:nvPr/>
            </p:nvSpPr>
            <p:spPr bwMode="auto">
              <a:xfrm>
                <a:off x="4301" y="3129"/>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256" name="Rectangle 306"/>
              <p:cNvSpPr>
                <a:spLocks noChangeArrowheads="1"/>
              </p:cNvSpPr>
              <p:nvPr/>
            </p:nvSpPr>
            <p:spPr bwMode="auto">
              <a:xfrm>
                <a:off x="4823" y="3129"/>
                <a:ext cx="97"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Times New Roman" panose="02020603050405020304" pitchFamily="18" charset="0"/>
                  </a:rPr>
                  <a:t>8</a:t>
                </a:r>
                <a:endParaRPr altLang="zh-CN" b="1" sz="1800" lang="en-US">
                  <a:latin typeface="Courier New" panose="02070309020205020404" pitchFamily="49" charset="0"/>
                </a:endParaRPr>
              </a:p>
            </p:txBody>
          </p:sp>
          <p:sp>
            <p:nvSpPr>
              <p:cNvPr id="1049257" name="Rectangle 307"/>
              <p:cNvSpPr>
                <a:spLocks noChangeArrowheads="1"/>
              </p:cNvSpPr>
              <p:nvPr/>
            </p:nvSpPr>
            <p:spPr bwMode="auto">
              <a:xfrm>
                <a:off x="4923" y="3129"/>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Times New Roman" panose="02020603050405020304" pitchFamily="18" charset="0"/>
                  </a:rPr>
                  <a:t> </a:t>
                </a:r>
                <a:endParaRPr altLang="zh-CN" b="1" sz="1800" lang="en-US">
                  <a:latin typeface="Courier New" panose="02070309020205020404" pitchFamily="49" charset="0"/>
                </a:endParaRPr>
              </a:p>
            </p:txBody>
          </p:sp>
          <p:sp>
            <p:nvSpPr>
              <p:cNvPr id="1049258" name="Rectangle 308"/>
              <p:cNvSpPr>
                <a:spLocks noChangeArrowheads="1"/>
              </p:cNvSpPr>
              <p:nvPr/>
            </p:nvSpPr>
            <p:spPr bwMode="auto">
              <a:xfrm>
                <a:off x="3965" y="3116"/>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59" name="Line 309"/>
              <p:cNvSpPr>
                <a:spLocks noChangeShapeType="1"/>
              </p:cNvSpPr>
              <p:nvPr/>
            </p:nvSpPr>
            <p:spPr bwMode="auto">
              <a:xfrm>
                <a:off x="3965" y="3116"/>
                <a:ext cx="9" cy="1"/>
              </a:xfrm>
              <a:prstGeom prst="line"/>
              <a:noFill/>
              <a:ln w="0">
                <a:solidFill>
                  <a:srgbClr val="000000"/>
                </a:solidFill>
                <a:round/>
                <a:headEnd/>
                <a:tailEnd/>
              </a:ln>
            </p:spPr>
            <p:txBody>
              <a:bodyPr/>
              <a:p>
                <a:endParaRPr altLang="en-US" lang="zh-CN"/>
              </a:p>
            </p:txBody>
          </p:sp>
          <p:sp>
            <p:nvSpPr>
              <p:cNvPr id="1049260" name="Line 310"/>
              <p:cNvSpPr>
                <a:spLocks noChangeShapeType="1"/>
              </p:cNvSpPr>
              <p:nvPr/>
            </p:nvSpPr>
            <p:spPr bwMode="auto">
              <a:xfrm>
                <a:off x="3965" y="3116"/>
                <a:ext cx="1" cy="9"/>
              </a:xfrm>
              <a:prstGeom prst="line"/>
              <a:noFill/>
              <a:ln w="0">
                <a:solidFill>
                  <a:srgbClr val="000000"/>
                </a:solidFill>
                <a:round/>
                <a:headEnd/>
                <a:tailEnd/>
              </a:ln>
            </p:spPr>
            <p:txBody>
              <a:bodyPr/>
              <a:p>
                <a:endParaRPr altLang="en-US" lang="zh-CN"/>
              </a:p>
            </p:txBody>
          </p:sp>
          <p:sp>
            <p:nvSpPr>
              <p:cNvPr id="1049261" name="Rectangle 311"/>
              <p:cNvSpPr>
                <a:spLocks noChangeArrowheads="1"/>
              </p:cNvSpPr>
              <p:nvPr/>
            </p:nvSpPr>
            <p:spPr bwMode="auto">
              <a:xfrm>
                <a:off x="3974" y="3116"/>
                <a:ext cx="556"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62" name="Line 312"/>
              <p:cNvSpPr>
                <a:spLocks noChangeShapeType="1"/>
              </p:cNvSpPr>
              <p:nvPr/>
            </p:nvSpPr>
            <p:spPr bwMode="auto">
              <a:xfrm>
                <a:off x="3974" y="3116"/>
                <a:ext cx="556" cy="1"/>
              </a:xfrm>
              <a:prstGeom prst="line"/>
              <a:noFill/>
              <a:ln w="0">
                <a:solidFill>
                  <a:srgbClr val="000000"/>
                </a:solidFill>
                <a:round/>
                <a:headEnd/>
                <a:tailEnd/>
              </a:ln>
            </p:spPr>
            <p:txBody>
              <a:bodyPr/>
              <a:p>
                <a:endParaRPr altLang="en-US" lang="zh-CN"/>
              </a:p>
            </p:txBody>
          </p:sp>
          <p:sp>
            <p:nvSpPr>
              <p:cNvPr id="1049263" name="Rectangle 313"/>
              <p:cNvSpPr>
                <a:spLocks noChangeArrowheads="1"/>
              </p:cNvSpPr>
              <p:nvPr/>
            </p:nvSpPr>
            <p:spPr bwMode="auto">
              <a:xfrm>
                <a:off x="4530" y="3116"/>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64" name="Line 314"/>
              <p:cNvSpPr>
                <a:spLocks noChangeShapeType="1"/>
              </p:cNvSpPr>
              <p:nvPr/>
            </p:nvSpPr>
            <p:spPr bwMode="auto">
              <a:xfrm>
                <a:off x="4530" y="3116"/>
                <a:ext cx="9" cy="1"/>
              </a:xfrm>
              <a:prstGeom prst="line"/>
              <a:noFill/>
              <a:ln w="0">
                <a:solidFill>
                  <a:srgbClr val="000000"/>
                </a:solidFill>
                <a:round/>
                <a:headEnd/>
                <a:tailEnd/>
              </a:ln>
            </p:spPr>
            <p:txBody>
              <a:bodyPr/>
              <a:p>
                <a:endParaRPr altLang="en-US" lang="zh-CN"/>
              </a:p>
            </p:txBody>
          </p:sp>
          <p:sp>
            <p:nvSpPr>
              <p:cNvPr id="1049265" name="Line 315"/>
              <p:cNvSpPr>
                <a:spLocks noChangeShapeType="1"/>
              </p:cNvSpPr>
              <p:nvPr/>
            </p:nvSpPr>
            <p:spPr bwMode="auto">
              <a:xfrm>
                <a:off x="4530" y="3116"/>
                <a:ext cx="1" cy="9"/>
              </a:xfrm>
              <a:prstGeom prst="line"/>
              <a:noFill/>
              <a:ln w="0">
                <a:solidFill>
                  <a:srgbClr val="000000"/>
                </a:solidFill>
                <a:round/>
                <a:headEnd/>
                <a:tailEnd/>
              </a:ln>
            </p:spPr>
            <p:txBody>
              <a:bodyPr/>
              <a:p>
                <a:endParaRPr altLang="en-US" lang="zh-CN"/>
              </a:p>
            </p:txBody>
          </p:sp>
          <p:sp>
            <p:nvSpPr>
              <p:cNvPr id="1049266" name="Rectangle 316"/>
              <p:cNvSpPr>
                <a:spLocks noChangeArrowheads="1"/>
              </p:cNvSpPr>
              <p:nvPr/>
            </p:nvSpPr>
            <p:spPr bwMode="auto">
              <a:xfrm>
                <a:off x="4539" y="3116"/>
                <a:ext cx="668"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67" name="Line 317"/>
              <p:cNvSpPr>
                <a:spLocks noChangeShapeType="1"/>
              </p:cNvSpPr>
              <p:nvPr/>
            </p:nvSpPr>
            <p:spPr bwMode="auto">
              <a:xfrm>
                <a:off x="4539" y="3116"/>
                <a:ext cx="668" cy="1"/>
              </a:xfrm>
              <a:prstGeom prst="line"/>
              <a:noFill/>
              <a:ln w="0">
                <a:solidFill>
                  <a:srgbClr val="000000"/>
                </a:solidFill>
                <a:round/>
                <a:headEnd/>
                <a:tailEnd/>
              </a:ln>
            </p:spPr>
            <p:txBody>
              <a:bodyPr/>
              <a:p>
                <a:endParaRPr altLang="en-US" lang="zh-CN"/>
              </a:p>
            </p:txBody>
          </p:sp>
          <p:sp>
            <p:nvSpPr>
              <p:cNvPr id="1049268" name="Rectangle 318"/>
              <p:cNvSpPr>
                <a:spLocks noChangeArrowheads="1"/>
              </p:cNvSpPr>
              <p:nvPr/>
            </p:nvSpPr>
            <p:spPr bwMode="auto">
              <a:xfrm>
                <a:off x="5207" y="3116"/>
                <a:ext cx="10"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69" name="Line 319"/>
              <p:cNvSpPr>
                <a:spLocks noChangeShapeType="1"/>
              </p:cNvSpPr>
              <p:nvPr/>
            </p:nvSpPr>
            <p:spPr bwMode="auto">
              <a:xfrm>
                <a:off x="5207" y="3116"/>
                <a:ext cx="10" cy="1"/>
              </a:xfrm>
              <a:prstGeom prst="line"/>
              <a:noFill/>
              <a:ln w="0">
                <a:solidFill>
                  <a:srgbClr val="000000"/>
                </a:solidFill>
                <a:round/>
                <a:headEnd/>
                <a:tailEnd/>
              </a:ln>
            </p:spPr>
            <p:txBody>
              <a:bodyPr/>
              <a:p>
                <a:endParaRPr altLang="en-US" lang="zh-CN"/>
              </a:p>
            </p:txBody>
          </p:sp>
          <p:sp>
            <p:nvSpPr>
              <p:cNvPr id="1049270" name="Line 320"/>
              <p:cNvSpPr>
                <a:spLocks noChangeShapeType="1"/>
              </p:cNvSpPr>
              <p:nvPr/>
            </p:nvSpPr>
            <p:spPr bwMode="auto">
              <a:xfrm>
                <a:off x="5207" y="3116"/>
                <a:ext cx="1" cy="9"/>
              </a:xfrm>
              <a:prstGeom prst="line"/>
              <a:noFill/>
              <a:ln w="0">
                <a:solidFill>
                  <a:srgbClr val="000000"/>
                </a:solidFill>
                <a:round/>
                <a:headEnd/>
                <a:tailEnd/>
              </a:ln>
            </p:spPr>
            <p:txBody>
              <a:bodyPr/>
              <a:p>
                <a:endParaRPr altLang="en-US" lang="zh-CN"/>
              </a:p>
            </p:txBody>
          </p:sp>
          <p:sp>
            <p:nvSpPr>
              <p:cNvPr id="1049271" name="Rectangle 321"/>
              <p:cNvSpPr>
                <a:spLocks noChangeArrowheads="1"/>
              </p:cNvSpPr>
              <p:nvPr/>
            </p:nvSpPr>
            <p:spPr bwMode="auto">
              <a:xfrm>
                <a:off x="3965" y="3125"/>
                <a:ext cx="9" cy="21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72" name="Line 322"/>
              <p:cNvSpPr>
                <a:spLocks noChangeShapeType="1"/>
              </p:cNvSpPr>
              <p:nvPr/>
            </p:nvSpPr>
            <p:spPr bwMode="auto">
              <a:xfrm>
                <a:off x="3965" y="3125"/>
                <a:ext cx="1" cy="218"/>
              </a:xfrm>
              <a:prstGeom prst="line"/>
              <a:noFill/>
              <a:ln w="0">
                <a:solidFill>
                  <a:srgbClr val="000000"/>
                </a:solidFill>
                <a:round/>
                <a:headEnd/>
                <a:tailEnd/>
              </a:ln>
            </p:spPr>
            <p:txBody>
              <a:bodyPr/>
              <a:p>
                <a:endParaRPr altLang="en-US" lang="zh-CN"/>
              </a:p>
            </p:txBody>
          </p:sp>
          <p:sp>
            <p:nvSpPr>
              <p:cNvPr id="1049273" name="Rectangle 323"/>
              <p:cNvSpPr>
                <a:spLocks noChangeArrowheads="1"/>
              </p:cNvSpPr>
              <p:nvPr/>
            </p:nvSpPr>
            <p:spPr bwMode="auto">
              <a:xfrm>
                <a:off x="4530" y="3125"/>
                <a:ext cx="9" cy="21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74" name="Line 324"/>
              <p:cNvSpPr>
                <a:spLocks noChangeShapeType="1"/>
              </p:cNvSpPr>
              <p:nvPr/>
            </p:nvSpPr>
            <p:spPr bwMode="auto">
              <a:xfrm>
                <a:off x="4530" y="3125"/>
                <a:ext cx="1" cy="218"/>
              </a:xfrm>
              <a:prstGeom prst="line"/>
              <a:noFill/>
              <a:ln w="0">
                <a:solidFill>
                  <a:srgbClr val="000000"/>
                </a:solidFill>
                <a:round/>
                <a:headEnd/>
                <a:tailEnd/>
              </a:ln>
            </p:spPr>
            <p:txBody>
              <a:bodyPr/>
              <a:p>
                <a:endParaRPr altLang="en-US" lang="zh-CN"/>
              </a:p>
            </p:txBody>
          </p:sp>
          <p:sp>
            <p:nvSpPr>
              <p:cNvPr id="1049275" name="Rectangle 325"/>
              <p:cNvSpPr>
                <a:spLocks noChangeArrowheads="1"/>
              </p:cNvSpPr>
              <p:nvPr/>
            </p:nvSpPr>
            <p:spPr bwMode="auto">
              <a:xfrm>
                <a:off x="5207" y="3125"/>
                <a:ext cx="10" cy="21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76" name="Line 326"/>
              <p:cNvSpPr>
                <a:spLocks noChangeShapeType="1"/>
              </p:cNvSpPr>
              <p:nvPr/>
            </p:nvSpPr>
            <p:spPr bwMode="auto">
              <a:xfrm>
                <a:off x="5207" y="3125"/>
                <a:ext cx="1" cy="218"/>
              </a:xfrm>
              <a:prstGeom prst="line"/>
              <a:noFill/>
              <a:ln w="0">
                <a:solidFill>
                  <a:srgbClr val="000000"/>
                </a:solidFill>
                <a:round/>
                <a:headEnd/>
                <a:tailEnd/>
              </a:ln>
            </p:spPr>
            <p:txBody>
              <a:bodyPr/>
              <a:p>
                <a:endParaRPr altLang="en-US" lang="zh-CN"/>
              </a:p>
            </p:txBody>
          </p:sp>
          <p:sp>
            <p:nvSpPr>
              <p:cNvPr id="1049277" name="Rectangle 327"/>
              <p:cNvSpPr>
                <a:spLocks noChangeArrowheads="1"/>
              </p:cNvSpPr>
              <p:nvPr/>
            </p:nvSpPr>
            <p:spPr bwMode="auto">
              <a:xfrm>
                <a:off x="3845" y="3354"/>
                <a:ext cx="8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7</a:t>
                </a:r>
                <a:endParaRPr altLang="zh-CN" b="1" sz="1800" lang="en-US">
                  <a:latin typeface="Courier New" panose="02070309020205020404" pitchFamily="49" charset="0"/>
                </a:endParaRPr>
              </a:p>
            </p:txBody>
          </p:sp>
          <p:sp>
            <p:nvSpPr>
              <p:cNvPr id="1049278" name="Rectangle 328"/>
              <p:cNvSpPr>
                <a:spLocks noChangeArrowheads="1"/>
              </p:cNvSpPr>
              <p:nvPr/>
            </p:nvSpPr>
            <p:spPr bwMode="auto">
              <a:xfrm>
                <a:off x="3930" y="3354"/>
                <a:ext cx="4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279" name="Rectangle 329"/>
              <p:cNvSpPr>
                <a:spLocks noChangeArrowheads="1"/>
              </p:cNvSpPr>
              <p:nvPr/>
            </p:nvSpPr>
            <p:spPr bwMode="auto">
              <a:xfrm>
                <a:off x="4202" y="3356"/>
                <a:ext cx="97"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1</a:t>
                </a:r>
                <a:endParaRPr altLang="zh-CN" b="1" sz="1800" lang="en-US">
                  <a:latin typeface="Courier New" panose="02070309020205020404" pitchFamily="49" charset="0"/>
                </a:endParaRPr>
              </a:p>
            </p:txBody>
          </p:sp>
          <p:sp>
            <p:nvSpPr>
              <p:cNvPr id="1049280" name="Rectangle 330"/>
              <p:cNvSpPr>
                <a:spLocks noChangeArrowheads="1"/>
              </p:cNvSpPr>
              <p:nvPr/>
            </p:nvSpPr>
            <p:spPr bwMode="auto">
              <a:xfrm>
                <a:off x="4301" y="3356"/>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 </a:t>
                </a:r>
                <a:endParaRPr altLang="zh-CN" b="1" sz="1800" lang="en-US">
                  <a:latin typeface="Courier New" panose="02070309020205020404" pitchFamily="49" charset="0"/>
                </a:endParaRPr>
              </a:p>
            </p:txBody>
          </p:sp>
        </p:grpSp>
        <p:sp>
          <p:nvSpPr>
            <p:cNvPr id="1049281" name="Rectangle 331"/>
            <p:cNvSpPr>
              <a:spLocks noChangeArrowheads="1"/>
            </p:cNvSpPr>
            <p:nvPr/>
          </p:nvSpPr>
          <p:spPr bwMode="auto">
            <a:xfrm>
              <a:off x="4774" y="3380"/>
              <a:ext cx="9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宋体" panose="02010600030101010101" pitchFamily="2" charset="-122"/>
                </a:rPr>
                <a:t>-</a:t>
              </a:r>
              <a:endParaRPr altLang="zh-CN" b="1" sz="1800" lang="en-US">
                <a:latin typeface="Courier New" panose="02070309020205020404" pitchFamily="49" charset="0"/>
              </a:endParaRPr>
            </a:p>
          </p:txBody>
        </p:sp>
        <p:sp>
          <p:nvSpPr>
            <p:cNvPr id="1049282" name="Rectangle 332"/>
            <p:cNvSpPr>
              <a:spLocks noChangeArrowheads="1"/>
            </p:cNvSpPr>
            <p:nvPr/>
          </p:nvSpPr>
          <p:spPr bwMode="auto">
            <a:xfrm>
              <a:off x="4873" y="3370"/>
              <a:ext cx="97"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Times New Roman" panose="02020603050405020304" pitchFamily="18" charset="0"/>
                </a:rPr>
                <a:t>9</a:t>
              </a:r>
              <a:endParaRPr altLang="zh-CN" b="1" sz="1800" lang="en-US">
                <a:latin typeface="Courier New" panose="02070309020205020404" pitchFamily="49" charset="0"/>
              </a:endParaRPr>
            </a:p>
          </p:txBody>
        </p:sp>
        <p:sp>
          <p:nvSpPr>
            <p:cNvPr id="1049283" name="Rectangle 333"/>
            <p:cNvSpPr>
              <a:spLocks noChangeArrowheads="1"/>
            </p:cNvSpPr>
            <p:nvPr/>
          </p:nvSpPr>
          <p:spPr bwMode="auto">
            <a:xfrm>
              <a:off x="4972" y="3370"/>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Times New Roman" panose="02020603050405020304" pitchFamily="18" charset="0"/>
                </a:rPr>
                <a:t> </a:t>
              </a:r>
              <a:endParaRPr altLang="zh-CN" b="1" sz="1800" lang="en-US">
                <a:latin typeface="Courier New" panose="02070309020205020404" pitchFamily="49" charset="0"/>
              </a:endParaRPr>
            </a:p>
          </p:txBody>
        </p:sp>
        <p:sp>
          <p:nvSpPr>
            <p:cNvPr id="1049284" name="Rectangle 334"/>
            <p:cNvSpPr>
              <a:spLocks noChangeArrowheads="1"/>
            </p:cNvSpPr>
            <p:nvPr/>
          </p:nvSpPr>
          <p:spPr bwMode="auto">
            <a:xfrm>
              <a:off x="3965" y="3343"/>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85" name="Line 335"/>
            <p:cNvSpPr>
              <a:spLocks noChangeShapeType="1"/>
            </p:cNvSpPr>
            <p:nvPr/>
          </p:nvSpPr>
          <p:spPr bwMode="auto">
            <a:xfrm>
              <a:off x="3965" y="3343"/>
              <a:ext cx="9" cy="1"/>
            </a:xfrm>
            <a:prstGeom prst="line"/>
            <a:noFill/>
            <a:ln w="0">
              <a:solidFill>
                <a:srgbClr val="000000"/>
              </a:solidFill>
              <a:round/>
              <a:headEnd/>
              <a:tailEnd/>
            </a:ln>
          </p:spPr>
          <p:txBody>
            <a:bodyPr/>
            <a:p>
              <a:endParaRPr altLang="en-US" lang="zh-CN"/>
            </a:p>
          </p:txBody>
        </p:sp>
        <p:sp>
          <p:nvSpPr>
            <p:cNvPr id="1049286" name="Line 336"/>
            <p:cNvSpPr>
              <a:spLocks noChangeShapeType="1"/>
            </p:cNvSpPr>
            <p:nvPr/>
          </p:nvSpPr>
          <p:spPr bwMode="auto">
            <a:xfrm>
              <a:off x="3965" y="3343"/>
              <a:ext cx="1" cy="9"/>
            </a:xfrm>
            <a:prstGeom prst="line"/>
            <a:noFill/>
            <a:ln w="0">
              <a:solidFill>
                <a:srgbClr val="000000"/>
              </a:solidFill>
              <a:round/>
              <a:headEnd/>
              <a:tailEnd/>
            </a:ln>
          </p:spPr>
          <p:txBody>
            <a:bodyPr/>
            <a:p>
              <a:endParaRPr altLang="en-US" lang="zh-CN"/>
            </a:p>
          </p:txBody>
        </p:sp>
        <p:sp>
          <p:nvSpPr>
            <p:cNvPr id="1049287" name="Rectangle 337"/>
            <p:cNvSpPr>
              <a:spLocks noChangeArrowheads="1"/>
            </p:cNvSpPr>
            <p:nvPr/>
          </p:nvSpPr>
          <p:spPr bwMode="auto">
            <a:xfrm>
              <a:off x="3974" y="3343"/>
              <a:ext cx="556"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88" name="Line 338"/>
            <p:cNvSpPr>
              <a:spLocks noChangeShapeType="1"/>
            </p:cNvSpPr>
            <p:nvPr/>
          </p:nvSpPr>
          <p:spPr bwMode="auto">
            <a:xfrm>
              <a:off x="3974" y="3343"/>
              <a:ext cx="556" cy="1"/>
            </a:xfrm>
            <a:prstGeom prst="line"/>
            <a:noFill/>
            <a:ln w="0">
              <a:solidFill>
                <a:srgbClr val="000000"/>
              </a:solidFill>
              <a:round/>
              <a:headEnd/>
              <a:tailEnd/>
            </a:ln>
          </p:spPr>
          <p:txBody>
            <a:bodyPr/>
            <a:p>
              <a:endParaRPr altLang="en-US" lang="zh-CN"/>
            </a:p>
          </p:txBody>
        </p:sp>
        <p:sp>
          <p:nvSpPr>
            <p:cNvPr id="1049289" name="Rectangle 339"/>
            <p:cNvSpPr>
              <a:spLocks noChangeArrowheads="1"/>
            </p:cNvSpPr>
            <p:nvPr/>
          </p:nvSpPr>
          <p:spPr bwMode="auto">
            <a:xfrm>
              <a:off x="4530" y="3343"/>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90" name="Line 340"/>
            <p:cNvSpPr>
              <a:spLocks noChangeShapeType="1"/>
            </p:cNvSpPr>
            <p:nvPr/>
          </p:nvSpPr>
          <p:spPr bwMode="auto">
            <a:xfrm>
              <a:off x="4530" y="3343"/>
              <a:ext cx="9" cy="1"/>
            </a:xfrm>
            <a:prstGeom prst="line"/>
            <a:noFill/>
            <a:ln w="0">
              <a:solidFill>
                <a:srgbClr val="000000"/>
              </a:solidFill>
              <a:round/>
              <a:headEnd/>
              <a:tailEnd/>
            </a:ln>
          </p:spPr>
          <p:txBody>
            <a:bodyPr/>
            <a:p>
              <a:endParaRPr altLang="en-US" lang="zh-CN"/>
            </a:p>
          </p:txBody>
        </p:sp>
        <p:sp>
          <p:nvSpPr>
            <p:cNvPr id="1049291" name="Line 341"/>
            <p:cNvSpPr>
              <a:spLocks noChangeShapeType="1"/>
            </p:cNvSpPr>
            <p:nvPr/>
          </p:nvSpPr>
          <p:spPr bwMode="auto">
            <a:xfrm>
              <a:off x="4530" y="3343"/>
              <a:ext cx="1" cy="9"/>
            </a:xfrm>
            <a:prstGeom prst="line"/>
            <a:noFill/>
            <a:ln w="0">
              <a:solidFill>
                <a:srgbClr val="000000"/>
              </a:solidFill>
              <a:round/>
              <a:headEnd/>
              <a:tailEnd/>
            </a:ln>
          </p:spPr>
          <p:txBody>
            <a:bodyPr/>
            <a:p>
              <a:endParaRPr altLang="en-US" lang="zh-CN"/>
            </a:p>
          </p:txBody>
        </p:sp>
        <p:sp>
          <p:nvSpPr>
            <p:cNvPr id="1049292" name="Rectangle 342"/>
            <p:cNvSpPr>
              <a:spLocks noChangeArrowheads="1"/>
            </p:cNvSpPr>
            <p:nvPr/>
          </p:nvSpPr>
          <p:spPr bwMode="auto">
            <a:xfrm>
              <a:off x="4539" y="3343"/>
              <a:ext cx="668"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93" name="Line 343"/>
            <p:cNvSpPr>
              <a:spLocks noChangeShapeType="1"/>
            </p:cNvSpPr>
            <p:nvPr/>
          </p:nvSpPr>
          <p:spPr bwMode="auto">
            <a:xfrm>
              <a:off x="4539" y="3343"/>
              <a:ext cx="668" cy="1"/>
            </a:xfrm>
            <a:prstGeom prst="line"/>
            <a:noFill/>
            <a:ln w="0">
              <a:solidFill>
                <a:srgbClr val="000000"/>
              </a:solidFill>
              <a:round/>
              <a:headEnd/>
              <a:tailEnd/>
            </a:ln>
          </p:spPr>
          <p:txBody>
            <a:bodyPr/>
            <a:p>
              <a:endParaRPr altLang="en-US" lang="zh-CN"/>
            </a:p>
          </p:txBody>
        </p:sp>
        <p:sp>
          <p:nvSpPr>
            <p:cNvPr id="1049294" name="Rectangle 344"/>
            <p:cNvSpPr>
              <a:spLocks noChangeArrowheads="1"/>
            </p:cNvSpPr>
            <p:nvPr/>
          </p:nvSpPr>
          <p:spPr bwMode="auto">
            <a:xfrm>
              <a:off x="5207" y="3343"/>
              <a:ext cx="10"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95" name="Line 345"/>
            <p:cNvSpPr>
              <a:spLocks noChangeShapeType="1"/>
            </p:cNvSpPr>
            <p:nvPr/>
          </p:nvSpPr>
          <p:spPr bwMode="auto">
            <a:xfrm>
              <a:off x="5207" y="3343"/>
              <a:ext cx="10" cy="1"/>
            </a:xfrm>
            <a:prstGeom prst="line"/>
            <a:noFill/>
            <a:ln w="0">
              <a:solidFill>
                <a:srgbClr val="000000"/>
              </a:solidFill>
              <a:round/>
              <a:headEnd/>
              <a:tailEnd/>
            </a:ln>
          </p:spPr>
          <p:txBody>
            <a:bodyPr/>
            <a:p>
              <a:endParaRPr altLang="en-US" lang="zh-CN"/>
            </a:p>
          </p:txBody>
        </p:sp>
        <p:sp>
          <p:nvSpPr>
            <p:cNvPr id="1049296" name="Line 346"/>
            <p:cNvSpPr>
              <a:spLocks noChangeShapeType="1"/>
            </p:cNvSpPr>
            <p:nvPr/>
          </p:nvSpPr>
          <p:spPr bwMode="auto">
            <a:xfrm>
              <a:off x="5207" y="3343"/>
              <a:ext cx="1" cy="9"/>
            </a:xfrm>
            <a:prstGeom prst="line"/>
            <a:noFill/>
            <a:ln w="0">
              <a:solidFill>
                <a:srgbClr val="000000"/>
              </a:solidFill>
              <a:round/>
              <a:headEnd/>
              <a:tailEnd/>
            </a:ln>
          </p:spPr>
          <p:txBody>
            <a:bodyPr/>
            <a:p>
              <a:endParaRPr altLang="en-US" lang="zh-CN"/>
            </a:p>
          </p:txBody>
        </p:sp>
        <p:sp>
          <p:nvSpPr>
            <p:cNvPr id="1049297" name="Rectangle 347"/>
            <p:cNvSpPr>
              <a:spLocks noChangeArrowheads="1"/>
            </p:cNvSpPr>
            <p:nvPr/>
          </p:nvSpPr>
          <p:spPr bwMode="auto">
            <a:xfrm>
              <a:off x="3965" y="3352"/>
              <a:ext cx="9" cy="247"/>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298" name="Line 348"/>
            <p:cNvSpPr>
              <a:spLocks noChangeShapeType="1"/>
            </p:cNvSpPr>
            <p:nvPr/>
          </p:nvSpPr>
          <p:spPr bwMode="auto">
            <a:xfrm>
              <a:off x="3965" y="3352"/>
              <a:ext cx="1" cy="247"/>
            </a:xfrm>
            <a:prstGeom prst="line"/>
            <a:noFill/>
            <a:ln w="0">
              <a:solidFill>
                <a:srgbClr val="000000"/>
              </a:solidFill>
              <a:round/>
              <a:headEnd/>
              <a:tailEnd/>
            </a:ln>
          </p:spPr>
          <p:txBody>
            <a:bodyPr/>
            <a:p>
              <a:endParaRPr altLang="en-US" lang="zh-CN"/>
            </a:p>
          </p:txBody>
        </p:sp>
        <p:sp>
          <p:nvSpPr>
            <p:cNvPr id="1049299" name="Rectangle 349"/>
            <p:cNvSpPr>
              <a:spLocks noChangeArrowheads="1"/>
            </p:cNvSpPr>
            <p:nvPr/>
          </p:nvSpPr>
          <p:spPr bwMode="auto">
            <a:xfrm>
              <a:off x="4530" y="3352"/>
              <a:ext cx="9" cy="247"/>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300" name="Line 350"/>
            <p:cNvSpPr>
              <a:spLocks noChangeShapeType="1"/>
            </p:cNvSpPr>
            <p:nvPr/>
          </p:nvSpPr>
          <p:spPr bwMode="auto">
            <a:xfrm>
              <a:off x="4530" y="3352"/>
              <a:ext cx="1" cy="247"/>
            </a:xfrm>
            <a:prstGeom prst="line"/>
            <a:noFill/>
            <a:ln w="0">
              <a:solidFill>
                <a:srgbClr val="000000"/>
              </a:solidFill>
              <a:round/>
              <a:headEnd/>
              <a:tailEnd/>
            </a:ln>
          </p:spPr>
          <p:txBody>
            <a:bodyPr/>
            <a:p>
              <a:endParaRPr altLang="en-US" lang="zh-CN"/>
            </a:p>
          </p:txBody>
        </p:sp>
        <p:sp>
          <p:nvSpPr>
            <p:cNvPr id="1049301" name="Rectangle 351"/>
            <p:cNvSpPr>
              <a:spLocks noChangeArrowheads="1"/>
            </p:cNvSpPr>
            <p:nvPr/>
          </p:nvSpPr>
          <p:spPr bwMode="auto">
            <a:xfrm>
              <a:off x="5207" y="3352"/>
              <a:ext cx="10" cy="247"/>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302" name="Line 352"/>
            <p:cNvSpPr>
              <a:spLocks noChangeShapeType="1"/>
            </p:cNvSpPr>
            <p:nvPr/>
          </p:nvSpPr>
          <p:spPr bwMode="auto">
            <a:xfrm>
              <a:off x="5207" y="3352"/>
              <a:ext cx="1" cy="247"/>
            </a:xfrm>
            <a:prstGeom prst="line"/>
            <a:noFill/>
            <a:ln w="0">
              <a:solidFill>
                <a:srgbClr val="000000"/>
              </a:solidFill>
              <a:round/>
              <a:headEnd/>
              <a:tailEnd/>
            </a:ln>
          </p:spPr>
          <p:txBody>
            <a:bodyPr/>
            <a:p>
              <a:endParaRPr altLang="en-US" lang="zh-CN"/>
            </a:p>
          </p:txBody>
        </p:sp>
        <p:sp>
          <p:nvSpPr>
            <p:cNvPr id="1049303" name="Rectangle 353"/>
            <p:cNvSpPr>
              <a:spLocks noChangeArrowheads="1"/>
            </p:cNvSpPr>
            <p:nvPr/>
          </p:nvSpPr>
          <p:spPr bwMode="auto">
            <a:xfrm>
              <a:off x="3845" y="3610"/>
              <a:ext cx="8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8</a:t>
              </a:r>
              <a:endParaRPr altLang="zh-CN" b="1" sz="1800" lang="en-US">
                <a:latin typeface="Courier New" panose="02070309020205020404" pitchFamily="49" charset="0"/>
              </a:endParaRPr>
            </a:p>
          </p:txBody>
        </p:sp>
        <p:sp>
          <p:nvSpPr>
            <p:cNvPr id="1049304" name="Rectangle 354"/>
            <p:cNvSpPr>
              <a:spLocks noChangeArrowheads="1"/>
            </p:cNvSpPr>
            <p:nvPr/>
          </p:nvSpPr>
          <p:spPr bwMode="auto">
            <a:xfrm>
              <a:off x="3930" y="3610"/>
              <a:ext cx="40" cy="192"/>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000" lang="en-US">
                  <a:solidFill>
                    <a:srgbClr val="008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305" name="Rectangle 355"/>
            <p:cNvSpPr>
              <a:spLocks noChangeArrowheads="1"/>
            </p:cNvSpPr>
            <p:nvPr/>
          </p:nvSpPr>
          <p:spPr bwMode="auto">
            <a:xfrm>
              <a:off x="4202" y="3612"/>
              <a:ext cx="97"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4</a:t>
              </a:r>
              <a:endParaRPr altLang="zh-CN" b="1" sz="1800" lang="en-US">
                <a:latin typeface="Courier New" panose="02070309020205020404" pitchFamily="49" charset="0"/>
              </a:endParaRPr>
            </a:p>
          </p:txBody>
        </p:sp>
        <p:sp>
          <p:nvSpPr>
            <p:cNvPr id="1049306" name="Rectangle 356"/>
            <p:cNvSpPr>
              <a:spLocks noChangeArrowheads="1"/>
            </p:cNvSpPr>
            <p:nvPr/>
          </p:nvSpPr>
          <p:spPr bwMode="auto">
            <a:xfrm>
              <a:off x="4301" y="3612"/>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FF0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307" name="Rectangle 357"/>
            <p:cNvSpPr>
              <a:spLocks noChangeArrowheads="1"/>
            </p:cNvSpPr>
            <p:nvPr/>
          </p:nvSpPr>
          <p:spPr bwMode="auto">
            <a:xfrm>
              <a:off x="4823" y="3612"/>
              <a:ext cx="97"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Times New Roman" panose="02020603050405020304" pitchFamily="18" charset="0"/>
                </a:rPr>
                <a:t>2</a:t>
              </a:r>
              <a:endParaRPr altLang="zh-CN" b="1" sz="1800" lang="en-US">
                <a:latin typeface="Courier New" panose="02070309020205020404" pitchFamily="49" charset="0"/>
              </a:endParaRPr>
            </a:p>
          </p:txBody>
        </p:sp>
        <p:sp>
          <p:nvSpPr>
            <p:cNvPr id="1049308" name="Rectangle 358"/>
            <p:cNvSpPr>
              <a:spLocks noChangeArrowheads="1"/>
            </p:cNvSpPr>
            <p:nvPr/>
          </p:nvSpPr>
          <p:spPr bwMode="auto">
            <a:xfrm>
              <a:off x="4923" y="3612"/>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lang="en-US">
                  <a:solidFill>
                    <a:srgbClr val="0000FF"/>
                  </a:solidFill>
                  <a:latin typeface="Times New Roman" panose="02020603050405020304" pitchFamily="18" charset="0"/>
                </a:rPr>
                <a:t> </a:t>
              </a:r>
              <a:endParaRPr altLang="zh-CN" b="1" sz="1800" lang="en-US">
                <a:latin typeface="Courier New" panose="02070309020205020404" pitchFamily="49" charset="0"/>
              </a:endParaRPr>
            </a:p>
          </p:txBody>
        </p:sp>
        <p:sp>
          <p:nvSpPr>
            <p:cNvPr id="1049309" name="Rectangle 359"/>
            <p:cNvSpPr>
              <a:spLocks noChangeArrowheads="1"/>
            </p:cNvSpPr>
            <p:nvPr/>
          </p:nvSpPr>
          <p:spPr bwMode="auto">
            <a:xfrm>
              <a:off x="3965" y="3599"/>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310" name="Line 360"/>
            <p:cNvSpPr>
              <a:spLocks noChangeShapeType="1"/>
            </p:cNvSpPr>
            <p:nvPr/>
          </p:nvSpPr>
          <p:spPr bwMode="auto">
            <a:xfrm>
              <a:off x="3965" y="3599"/>
              <a:ext cx="9" cy="1"/>
            </a:xfrm>
            <a:prstGeom prst="line"/>
            <a:noFill/>
            <a:ln w="0">
              <a:solidFill>
                <a:srgbClr val="000000"/>
              </a:solidFill>
              <a:round/>
              <a:headEnd/>
              <a:tailEnd/>
            </a:ln>
          </p:spPr>
          <p:txBody>
            <a:bodyPr/>
            <a:p>
              <a:endParaRPr altLang="en-US" lang="zh-CN"/>
            </a:p>
          </p:txBody>
        </p:sp>
        <p:sp>
          <p:nvSpPr>
            <p:cNvPr id="1049311" name="Line 361"/>
            <p:cNvSpPr>
              <a:spLocks noChangeShapeType="1"/>
            </p:cNvSpPr>
            <p:nvPr/>
          </p:nvSpPr>
          <p:spPr bwMode="auto">
            <a:xfrm>
              <a:off x="3965" y="3599"/>
              <a:ext cx="1" cy="9"/>
            </a:xfrm>
            <a:prstGeom prst="line"/>
            <a:noFill/>
            <a:ln w="0">
              <a:solidFill>
                <a:srgbClr val="000000"/>
              </a:solidFill>
              <a:round/>
              <a:headEnd/>
              <a:tailEnd/>
            </a:ln>
          </p:spPr>
          <p:txBody>
            <a:bodyPr/>
            <a:p>
              <a:endParaRPr altLang="en-US" lang="zh-CN"/>
            </a:p>
          </p:txBody>
        </p:sp>
        <p:sp>
          <p:nvSpPr>
            <p:cNvPr id="1049312" name="Rectangle 362"/>
            <p:cNvSpPr>
              <a:spLocks noChangeArrowheads="1"/>
            </p:cNvSpPr>
            <p:nvPr/>
          </p:nvSpPr>
          <p:spPr bwMode="auto">
            <a:xfrm>
              <a:off x="3974" y="3599"/>
              <a:ext cx="556"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313" name="Line 363"/>
            <p:cNvSpPr>
              <a:spLocks noChangeShapeType="1"/>
            </p:cNvSpPr>
            <p:nvPr/>
          </p:nvSpPr>
          <p:spPr bwMode="auto">
            <a:xfrm>
              <a:off x="3974" y="3599"/>
              <a:ext cx="556" cy="1"/>
            </a:xfrm>
            <a:prstGeom prst="line"/>
            <a:noFill/>
            <a:ln w="0">
              <a:solidFill>
                <a:srgbClr val="000000"/>
              </a:solidFill>
              <a:round/>
              <a:headEnd/>
              <a:tailEnd/>
            </a:ln>
          </p:spPr>
          <p:txBody>
            <a:bodyPr/>
            <a:p>
              <a:endParaRPr altLang="en-US" lang="zh-CN"/>
            </a:p>
          </p:txBody>
        </p:sp>
        <p:sp>
          <p:nvSpPr>
            <p:cNvPr id="1049314" name="Rectangle 364"/>
            <p:cNvSpPr>
              <a:spLocks noChangeArrowheads="1"/>
            </p:cNvSpPr>
            <p:nvPr/>
          </p:nvSpPr>
          <p:spPr bwMode="auto">
            <a:xfrm>
              <a:off x="4530" y="3599"/>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315" name="Line 365"/>
            <p:cNvSpPr>
              <a:spLocks noChangeShapeType="1"/>
            </p:cNvSpPr>
            <p:nvPr/>
          </p:nvSpPr>
          <p:spPr bwMode="auto">
            <a:xfrm>
              <a:off x="4530" y="3599"/>
              <a:ext cx="9" cy="1"/>
            </a:xfrm>
            <a:prstGeom prst="line"/>
            <a:noFill/>
            <a:ln w="0">
              <a:solidFill>
                <a:srgbClr val="000000"/>
              </a:solidFill>
              <a:round/>
              <a:headEnd/>
              <a:tailEnd/>
            </a:ln>
          </p:spPr>
          <p:txBody>
            <a:bodyPr/>
            <a:p>
              <a:endParaRPr altLang="en-US" lang="zh-CN"/>
            </a:p>
          </p:txBody>
        </p:sp>
        <p:sp>
          <p:nvSpPr>
            <p:cNvPr id="1049316" name="Line 366"/>
            <p:cNvSpPr>
              <a:spLocks noChangeShapeType="1"/>
            </p:cNvSpPr>
            <p:nvPr/>
          </p:nvSpPr>
          <p:spPr bwMode="auto">
            <a:xfrm>
              <a:off x="4530" y="3599"/>
              <a:ext cx="1" cy="9"/>
            </a:xfrm>
            <a:prstGeom prst="line"/>
            <a:noFill/>
            <a:ln w="0">
              <a:solidFill>
                <a:srgbClr val="000000"/>
              </a:solidFill>
              <a:round/>
              <a:headEnd/>
              <a:tailEnd/>
            </a:ln>
          </p:spPr>
          <p:txBody>
            <a:bodyPr/>
            <a:p>
              <a:endParaRPr altLang="en-US" lang="zh-CN"/>
            </a:p>
          </p:txBody>
        </p:sp>
        <p:sp>
          <p:nvSpPr>
            <p:cNvPr id="1049317" name="Rectangle 367"/>
            <p:cNvSpPr>
              <a:spLocks noChangeArrowheads="1"/>
            </p:cNvSpPr>
            <p:nvPr/>
          </p:nvSpPr>
          <p:spPr bwMode="auto">
            <a:xfrm>
              <a:off x="4539" y="3599"/>
              <a:ext cx="668"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318" name="Line 368"/>
            <p:cNvSpPr>
              <a:spLocks noChangeShapeType="1"/>
            </p:cNvSpPr>
            <p:nvPr/>
          </p:nvSpPr>
          <p:spPr bwMode="auto">
            <a:xfrm>
              <a:off x="4539" y="3599"/>
              <a:ext cx="668" cy="1"/>
            </a:xfrm>
            <a:prstGeom prst="line"/>
            <a:noFill/>
            <a:ln w="0">
              <a:solidFill>
                <a:srgbClr val="000000"/>
              </a:solidFill>
              <a:round/>
              <a:headEnd/>
              <a:tailEnd/>
            </a:ln>
          </p:spPr>
          <p:txBody>
            <a:bodyPr/>
            <a:p>
              <a:endParaRPr altLang="en-US" lang="zh-CN"/>
            </a:p>
          </p:txBody>
        </p:sp>
        <p:sp>
          <p:nvSpPr>
            <p:cNvPr id="1049319" name="Rectangle 369"/>
            <p:cNvSpPr>
              <a:spLocks noChangeArrowheads="1"/>
            </p:cNvSpPr>
            <p:nvPr/>
          </p:nvSpPr>
          <p:spPr bwMode="auto">
            <a:xfrm>
              <a:off x="5207" y="3599"/>
              <a:ext cx="10"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320" name="Line 370"/>
            <p:cNvSpPr>
              <a:spLocks noChangeShapeType="1"/>
            </p:cNvSpPr>
            <p:nvPr/>
          </p:nvSpPr>
          <p:spPr bwMode="auto">
            <a:xfrm>
              <a:off x="5207" y="3599"/>
              <a:ext cx="10" cy="1"/>
            </a:xfrm>
            <a:prstGeom prst="line"/>
            <a:noFill/>
            <a:ln w="0">
              <a:solidFill>
                <a:srgbClr val="000000"/>
              </a:solidFill>
              <a:round/>
              <a:headEnd/>
              <a:tailEnd/>
            </a:ln>
          </p:spPr>
          <p:txBody>
            <a:bodyPr/>
            <a:p>
              <a:endParaRPr altLang="en-US" lang="zh-CN"/>
            </a:p>
          </p:txBody>
        </p:sp>
        <p:sp>
          <p:nvSpPr>
            <p:cNvPr id="1049321" name="Line 371"/>
            <p:cNvSpPr>
              <a:spLocks noChangeShapeType="1"/>
            </p:cNvSpPr>
            <p:nvPr/>
          </p:nvSpPr>
          <p:spPr bwMode="auto">
            <a:xfrm>
              <a:off x="5207" y="3599"/>
              <a:ext cx="1" cy="9"/>
            </a:xfrm>
            <a:prstGeom prst="line"/>
            <a:noFill/>
            <a:ln w="0">
              <a:solidFill>
                <a:srgbClr val="000000"/>
              </a:solidFill>
              <a:round/>
              <a:headEnd/>
              <a:tailEnd/>
            </a:ln>
          </p:spPr>
          <p:txBody>
            <a:bodyPr/>
            <a:p>
              <a:endParaRPr altLang="en-US" lang="zh-CN"/>
            </a:p>
          </p:txBody>
        </p:sp>
        <p:sp>
          <p:nvSpPr>
            <p:cNvPr id="1049322" name="Rectangle 372"/>
            <p:cNvSpPr>
              <a:spLocks noChangeArrowheads="1"/>
            </p:cNvSpPr>
            <p:nvPr/>
          </p:nvSpPr>
          <p:spPr bwMode="auto">
            <a:xfrm>
              <a:off x="3965" y="3608"/>
              <a:ext cx="9" cy="21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323" name="Line 373"/>
            <p:cNvSpPr>
              <a:spLocks noChangeShapeType="1"/>
            </p:cNvSpPr>
            <p:nvPr/>
          </p:nvSpPr>
          <p:spPr bwMode="auto">
            <a:xfrm>
              <a:off x="3965" y="3608"/>
              <a:ext cx="1" cy="218"/>
            </a:xfrm>
            <a:prstGeom prst="line"/>
            <a:noFill/>
            <a:ln w="0">
              <a:solidFill>
                <a:srgbClr val="000000"/>
              </a:solidFill>
              <a:round/>
              <a:headEnd/>
              <a:tailEnd/>
            </a:ln>
          </p:spPr>
          <p:txBody>
            <a:bodyPr/>
            <a:p>
              <a:endParaRPr altLang="en-US" lang="zh-CN"/>
            </a:p>
          </p:txBody>
        </p:sp>
        <p:sp>
          <p:nvSpPr>
            <p:cNvPr id="1049324" name="Rectangle 374"/>
            <p:cNvSpPr>
              <a:spLocks noChangeArrowheads="1"/>
            </p:cNvSpPr>
            <p:nvPr/>
          </p:nvSpPr>
          <p:spPr bwMode="auto">
            <a:xfrm>
              <a:off x="3965" y="3826"/>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325" name="Line 375"/>
            <p:cNvSpPr>
              <a:spLocks noChangeShapeType="1"/>
            </p:cNvSpPr>
            <p:nvPr/>
          </p:nvSpPr>
          <p:spPr bwMode="auto">
            <a:xfrm>
              <a:off x="3965" y="3826"/>
              <a:ext cx="9" cy="1"/>
            </a:xfrm>
            <a:prstGeom prst="line"/>
            <a:noFill/>
            <a:ln w="0">
              <a:solidFill>
                <a:srgbClr val="000000"/>
              </a:solidFill>
              <a:round/>
              <a:headEnd/>
              <a:tailEnd/>
            </a:ln>
          </p:spPr>
          <p:txBody>
            <a:bodyPr/>
            <a:p>
              <a:endParaRPr altLang="en-US" lang="zh-CN"/>
            </a:p>
          </p:txBody>
        </p:sp>
        <p:sp>
          <p:nvSpPr>
            <p:cNvPr id="1049326" name="Line 376"/>
            <p:cNvSpPr>
              <a:spLocks noChangeShapeType="1"/>
            </p:cNvSpPr>
            <p:nvPr/>
          </p:nvSpPr>
          <p:spPr bwMode="auto">
            <a:xfrm>
              <a:off x="3965" y="3826"/>
              <a:ext cx="1" cy="9"/>
            </a:xfrm>
            <a:prstGeom prst="line"/>
            <a:noFill/>
            <a:ln w="0">
              <a:solidFill>
                <a:srgbClr val="000000"/>
              </a:solidFill>
              <a:round/>
              <a:headEnd/>
              <a:tailEnd/>
            </a:ln>
          </p:spPr>
          <p:txBody>
            <a:bodyPr/>
            <a:p>
              <a:endParaRPr altLang="en-US" lang="zh-CN"/>
            </a:p>
          </p:txBody>
        </p:sp>
        <p:sp>
          <p:nvSpPr>
            <p:cNvPr id="1049327" name="Rectangle 377"/>
            <p:cNvSpPr>
              <a:spLocks noChangeArrowheads="1"/>
            </p:cNvSpPr>
            <p:nvPr/>
          </p:nvSpPr>
          <p:spPr bwMode="auto">
            <a:xfrm>
              <a:off x="3965" y="3826"/>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328" name="Line 378"/>
            <p:cNvSpPr>
              <a:spLocks noChangeShapeType="1"/>
            </p:cNvSpPr>
            <p:nvPr/>
          </p:nvSpPr>
          <p:spPr bwMode="auto">
            <a:xfrm>
              <a:off x="3965" y="3826"/>
              <a:ext cx="9" cy="1"/>
            </a:xfrm>
            <a:prstGeom prst="line"/>
            <a:noFill/>
            <a:ln w="0">
              <a:solidFill>
                <a:srgbClr val="000000"/>
              </a:solidFill>
              <a:round/>
              <a:headEnd/>
              <a:tailEnd/>
            </a:ln>
          </p:spPr>
          <p:txBody>
            <a:bodyPr/>
            <a:p>
              <a:endParaRPr altLang="en-US" lang="zh-CN"/>
            </a:p>
          </p:txBody>
        </p:sp>
        <p:sp>
          <p:nvSpPr>
            <p:cNvPr id="1049329" name="Line 379"/>
            <p:cNvSpPr>
              <a:spLocks noChangeShapeType="1"/>
            </p:cNvSpPr>
            <p:nvPr/>
          </p:nvSpPr>
          <p:spPr bwMode="auto">
            <a:xfrm>
              <a:off x="3965" y="3826"/>
              <a:ext cx="1" cy="9"/>
            </a:xfrm>
            <a:prstGeom prst="line"/>
            <a:noFill/>
            <a:ln w="0">
              <a:solidFill>
                <a:srgbClr val="000000"/>
              </a:solidFill>
              <a:round/>
              <a:headEnd/>
              <a:tailEnd/>
            </a:ln>
          </p:spPr>
          <p:txBody>
            <a:bodyPr/>
            <a:p>
              <a:endParaRPr altLang="en-US" lang="zh-CN"/>
            </a:p>
          </p:txBody>
        </p:sp>
        <p:sp>
          <p:nvSpPr>
            <p:cNvPr id="1049330" name="Rectangle 380"/>
            <p:cNvSpPr>
              <a:spLocks noChangeArrowheads="1"/>
            </p:cNvSpPr>
            <p:nvPr/>
          </p:nvSpPr>
          <p:spPr bwMode="auto">
            <a:xfrm>
              <a:off x="3974" y="3826"/>
              <a:ext cx="556"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331" name="Line 381"/>
            <p:cNvSpPr>
              <a:spLocks noChangeShapeType="1"/>
            </p:cNvSpPr>
            <p:nvPr/>
          </p:nvSpPr>
          <p:spPr bwMode="auto">
            <a:xfrm>
              <a:off x="3974" y="3826"/>
              <a:ext cx="556" cy="1"/>
            </a:xfrm>
            <a:prstGeom prst="line"/>
            <a:noFill/>
            <a:ln w="0">
              <a:solidFill>
                <a:srgbClr val="000000"/>
              </a:solidFill>
              <a:round/>
              <a:headEnd/>
              <a:tailEnd/>
            </a:ln>
          </p:spPr>
          <p:txBody>
            <a:bodyPr/>
            <a:p>
              <a:endParaRPr altLang="en-US" lang="zh-CN"/>
            </a:p>
          </p:txBody>
        </p:sp>
        <p:sp>
          <p:nvSpPr>
            <p:cNvPr id="1049332" name="Rectangle 382"/>
            <p:cNvSpPr>
              <a:spLocks noChangeArrowheads="1"/>
            </p:cNvSpPr>
            <p:nvPr/>
          </p:nvSpPr>
          <p:spPr bwMode="auto">
            <a:xfrm>
              <a:off x="4530" y="3608"/>
              <a:ext cx="9" cy="21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333" name="Line 383"/>
            <p:cNvSpPr>
              <a:spLocks noChangeShapeType="1"/>
            </p:cNvSpPr>
            <p:nvPr/>
          </p:nvSpPr>
          <p:spPr bwMode="auto">
            <a:xfrm>
              <a:off x="4530" y="3608"/>
              <a:ext cx="1" cy="218"/>
            </a:xfrm>
            <a:prstGeom prst="line"/>
            <a:noFill/>
            <a:ln w="0">
              <a:solidFill>
                <a:srgbClr val="000000"/>
              </a:solidFill>
              <a:round/>
              <a:headEnd/>
              <a:tailEnd/>
            </a:ln>
          </p:spPr>
          <p:txBody>
            <a:bodyPr/>
            <a:p>
              <a:endParaRPr altLang="en-US" lang="zh-CN"/>
            </a:p>
          </p:txBody>
        </p:sp>
        <p:sp>
          <p:nvSpPr>
            <p:cNvPr id="1049334" name="Rectangle 384"/>
            <p:cNvSpPr>
              <a:spLocks noChangeArrowheads="1"/>
            </p:cNvSpPr>
            <p:nvPr/>
          </p:nvSpPr>
          <p:spPr bwMode="auto">
            <a:xfrm>
              <a:off x="4530" y="3826"/>
              <a:ext cx="9"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335" name="Line 385"/>
            <p:cNvSpPr>
              <a:spLocks noChangeShapeType="1"/>
            </p:cNvSpPr>
            <p:nvPr/>
          </p:nvSpPr>
          <p:spPr bwMode="auto">
            <a:xfrm>
              <a:off x="4530" y="3826"/>
              <a:ext cx="9" cy="1"/>
            </a:xfrm>
            <a:prstGeom prst="line"/>
            <a:noFill/>
            <a:ln w="0">
              <a:solidFill>
                <a:srgbClr val="000000"/>
              </a:solidFill>
              <a:round/>
              <a:headEnd/>
              <a:tailEnd/>
            </a:ln>
          </p:spPr>
          <p:txBody>
            <a:bodyPr/>
            <a:p>
              <a:endParaRPr altLang="en-US" lang="zh-CN"/>
            </a:p>
          </p:txBody>
        </p:sp>
        <p:sp>
          <p:nvSpPr>
            <p:cNvPr id="1049336" name="Line 386"/>
            <p:cNvSpPr>
              <a:spLocks noChangeShapeType="1"/>
            </p:cNvSpPr>
            <p:nvPr/>
          </p:nvSpPr>
          <p:spPr bwMode="auto">
            <a:xfrm>
              <a:off x="4530" y="3826"/>
              <a:ext cx="1" cy="9"/>
            </a:xfrm>
            <a:prstGeom prst="line"/>
            <a:noFill/>
            <a:ln w="0">
              <a:solidFill>
                <a:srgbClr val="000000"/>
              </a:solidFill>
              <a:round/>
              <a:headEnd/>
              <a:tailEnd/>
            </a:ln>
          </p:spPr>
          <p:txBody>
            <a:bodyPr/>
            <a:p>
              <a:endParaRPr altLang="en-US" lang="zh-CN"/>
            </a:p>
          </p:txBody>
        </p:sp>
        <p:sp>
          <p:nvSpPr>
            <p:cNvPr id="1049337" name="Rectangle 387"/>
            <p:cNvSpPr>
              <a:spLocks noChangeArrowheads="1"/>
            </p:cNvSpPr>
            <p:nvPr/>
          </p:nvSpPr>
          <p:spPr bwMode="auto">
            <a:xfrm>
              <a:off x="4539" y="3826"/>
              <a:ext cx="668"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338" name="Line 388"/>
            <p:cNvSpPr>
              <a:spLocks noChangeShapeType="1"/>
            </p:cNvSpPr>
            <p:nvPr/>
          </p:nvSpPr>
          <p:spPr bwMode="auto">
            <a:xfrm>
              <a:off x="4539" y="3826"/>
              <a:ext cx="668" cy="1"/>
            </a:xfrm>
            <a:prstGeom prst="line"/>
            <a:noFill/>
            <a:ln w="0">
              <a:solidFill>
                <a:srgbClr val="000000"/>
              </a:solidFill>
              <a:round/>
              <a:headEnd/>
              <a:tailEnd/>
            </a:ln>
          </p:spPr>
          <p:txBody>
            <a:bodyPr/>
            <a:p>
              <a:endParaRPr altLang="en-US" lang="zh-CN"/>
            </a:p>
          </p:txBody>
        </p:sp>
        <p:sp>
          <p:nvSpPr>
            <p:cNvPr id="1049339" name="Rectangle 389"/>
            <p:cNvSpPr>
              <a:spLocks noChangeArrowheads="1"/>
            </p:cNvSpPr>
            <p:nvPr/>
          </p:nvSpPr>
          <p:spPr bwMode="auto">
            <a:xfrm>
              <a:off x="5207" y="3608"/>
              <a:ext cx="10" cy="218"/>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340" name="Line 390"/>
            <p:cNvSpPr>
              <a:spLocks noChangeShapeType="1"/>
            </p:cNvSpPr>
            <p:nvPr/>
          </p:nvSpPr>
          <p:spPr bwMode="auto">
            <a:xfrm>
              <a:off x="5207" y="3608"/>
              <a:ext cx="1" cy="218"/>
            </a:xfrm>
            <a:prstGeom prst="line"/>
            <a:noFill/>
            <a:ln w="0">
              <a:solidFill>
                <a:srgbClr val="000000"/>
              </a:solidFill>
              <a:round/>
              <a:headEnd/>
              <a:tailEnd/>
            </a:ln>
          </p:spPr>
          <p:txBody>
            <a:bodyPr/>
            <a:p>
              <a:endParaRPr altLang="en-US" lang="zh-CN"/>
            </a:p>
          </p:txBody>
        </p:sp>
        <p:sp>
          <p:nvSpPr>
            <p:cNvPr id="1049341" name="Rectangle 391"/>
            <p:cNvSpPr>
              <a:spLocks noChangeArrowheads="1"/>
            </p:cNvSpPr>
            <p:nvPr/>
          </p:nvSpPr>
          <p:spPr bwMode="auto">
            <a:xfrm>
              <a:off x="5207" y="3826"/>
              <a:ext cx="10"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342" name="Line 392"/>
            <p:cNvSpPr>
              <a:spLocks noChangeShapeType="1"/>
            </p:cNvSpPr>
            <p:nvPr/>
          </p:nvSpPr>
          <p:spPr bwMode="auto">
            <a:xfrm>
              <a:off x="5207" y="3826"/>
              <a:ext cx="10" cy="1"/>
            </a:xfrm>
            <a:prstGeom prst="line"/>
            <a:noFill/>
            <a:ln w="0">
              <a:solidFill>
                <a:srgbClr val="000000"/>
              </a:solidFill>
              <a:round/>
              <a:headEnd/>
              <a:tailEnd/>
            </a:ln>
          </p:spPr>
          <p:txBody>
            <a:bodyPr/>
            <a:p>
              <a:endParaRPr altLang="en-US" lang="zh-CN"/>
            </a:p>
          </p:txBody>
        </p:sp>
        <p:sp>
          <p:nvSpPr>
            <p:cNvPr id="1049343" name="Line 393"/>
            <p:cNvSpPr>
              <a:spLocks noChangeShapeType="1"/>
            </p:cNvSpPr>
            <p:nvPr/>
          </p:nvSpPr>
          <p:spPr bwMode="auto">
            <a:xfrm>
              <a:off x="5207" y="3826"/>
              <a:ext cx="1" cy="9"/>
            </a:xfrm>
            <a:prstGeom prst="line"/>
            <a:noFill/>
            <a:ln w="0">
              <a:solidFill>
                <a:srgbClr val="000000"/>
              </a:solidFill>
              <a:round/>
              <a:headEnd/>
              <a:tailEnd/>
            </a:ln>
          </p:spPr>
          <p:txBody>
            <a:bodyPr/>
            <a:p>
              <a:endParaRPr altLang="en-US" lang="zh-CN"/>
            </a:p>
          </p:txBody>
        </p:sp>
        <p:sp>
          <p:nvSpPr>
            <p:cNvPr id="1049344" name="Rectangle 394"/>
            <p:cNvSpPr>
              <a:spLocks noChangeArrowheads="1"/>
            </p:cNvSpPr>
            <p:nvPr/>
          </p:nvSpPr>
          <p:spPr bwMode="auto">
            <a:xfrm>
              <a:off x="5207" y="3826"/>
              <a:ext cx="10" cy="9"/>
            </a:xfrm>
            <a:prstGeom prst="rect"/>
            <a:solidFill>
              <a:srgbClr val="000000"/>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345" name="Line 395"/>
            <p:cNvSpPr>
              <a:spLocks noChangeShapeType="1"/>
            </p:cNvSpPr>
            <p:nvPr/>
          </p:nvSpPr>
          <p:spPr bwMode="auto">
            <a:xfrm>
              <a:off x="5207" y="3826"/>
              <a:ext cx="10" cy="1"/>
            </a:xfrm>
            <a:prstGeom prst="line"/>
            <a:noFill/>
            <a:ln w="0">
              <a:solidFill>
                <a:srgbClr val="000000"/>
              </a:solidFill>
              <a:round/>
              <a:headEnd/>
              <a:tailEnd/>
            </a:ln>
          </p:spPr>
          <p:txBody>
            <a:bodyPr/>
            <a:p>
              <a:endParaRPr altLang="en-US" lang="zh-CN"/>
            </a:p>
          </p:txBody>
        </p:sp>
        <p:sp>
          <p:nvSpPr>
            <p:cNvPr id="1049346" name="Line 396"/>
            <p:cNvSpPr>
              <a:spLocks noChangeShapeType="1"/>
            </p:cNvSpPr>
            <p:nvPr/>
          </p:nvSpPr>
          <p:spPr bwMode="auto">
            <a:xfrm>
              <a:off x="5207" y="3826"/>
              <a:ext cx="1" cy="9"/>
            </a:xfrm>
            <a:prstGeom prst="line"/>
            <a:noFill/>
            <a:ln w="0">
              <a:solidFill>
                <a:srgbClr val="000000"/>
              </a:solidFill>
              <a:round/>
              <a:headEnd/>
              <a:tailEnd/>
            </a:ln>
          </p:spPr>
          <p:txBody>
            <a:bodyPr/>
            <a:p>
              <a:endParaRPr altLang="en-US" lang="zh-CN"/>
            </a:p>
          </p:txBody>
        </p:sp>
        <p:sp>
          <p:nvSpPr>
            <p:cNvPr id="1049347" name="Rectangle 397"/>
            <p:cNvSpPr>
              <a:spLocks noChangeArrowheads="1"/>
            </p:cNvSpPr>
            <p:nvPr/>
          </p:nvSpPr>
          <p:spPr bwMode="auto">
            <a:xfrm>
              <a:off x="3743" y="3886"/>
              <a:ext cx="48" cy="233"/>
            </a:xfrm>
            <a:prstGeom prst="rect"/>
            <a:noFill/>
            <a:ln>
              <a:noFill/>
            </a:ln>
          </p:spPr>
          <p:txBody>
            <a:bodyPr bIns="0" lIns="0" rIns="0" tIns="0"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sz="2400" lang="en-US">
                  <a:solidFill>
                    <a:srgbClr val="000000"/>
                  </a:solidFill>
                  <a:latin typeface="Times New Roman" panose="02020603050405020304" pitchFamily="18" charset="0"/>
                </a:rPr>
                <a:t> </a:t>
              </a:r>
              <a:endParaRPr altLang="zh-CN" b="1" sz="1800" lang="en-US">
                <a:latin typeface="Courier New" panose="02070309020205020404" pitchFamily="49" charset="0"/>
              </a:endParaRPr>
            </a:p>
          </p:txBody>
        </p:sp>
        <p:sp>
          <p:nvSpPr>
            <p:cNvPr id="1049348" name="Freeform 398"/>
            <p:cNvSpPr>
              <a:spLocks noEditPoints="1"/>
            </p:cNvSpPr>
            <p:nvPr/>
          </p:nvSpPr>
          <p:spPr bwMode="auto">
            <a:xfrm>
              <a:off x="2696" y="1817"/>
              <a:ext cx="1009" cy="115"/>
            </a:xfrm>
            <a:custGeom>
              <a:avLst/>
              <a:gdLst>
                <a:gd name="T0" fmla="*/ 0 w 14291"/>
                <a:gd name="T1" fmla="*/ 0 h 1689"/>
                <a:gd name="T2" fmla="*/ 0 w 14291"/>
                <a:gd name="T3" fmla="*/ 0 h 1689"/>
                <a:gd name="T4" fmla="*/ 0 w 14291"/>
                <a:gd name="T5" fmla="*/ 0 h 1689"/>
                <a:gd name="T6" fmla="*/ 0 w 14291"/>
                <a:gd name="T7" fmla="*/ 0 h 1689"/>
                <a:gd name="T8" fmla="*/ 0 w 14291"/>
                <a:gd name="T9" fmla="*/ 0 h 1689"/>
                <a:gd name="T10" fmla="*/ 0 w 14291"/>
                <a:gd name="T11" fmla="*/ 0 h 1689"/>
                <a:gd name="T12" fmla="*/ 0 w 14291"/>
                <a:gd name="T13" fmla="*/ 0 h 1689"/>
                <a:gd name="T14" fmla="*/ 0 w 14291"/>
                <a:gd name="T15" fmla="*/ 0 h 1689"/>
                <a:gd name="T16" fmla="*/ 0 w 14291"/>
                <a:gd name="T17" fmla="*/ 0 h 1689"/>
                <a:gd name="T18" fmla="*/ 0 w 14291"/>
                <a:gd name="T19" fmla="*/ 0 h 1689"/>
                <a:gd name="T20" fmla="*/ 0 w 14291"/>
                <a:gd name="T21" fmla="*/ 0 h 16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291" h="1689">
                  <a:moveTo>
                    <a:pt x="96" y="1485"/>
                  </a:moveTo>
                  <a:lnTo>
                    <a:pt x="12954" y="410"/>
                  </a:lnTo>
                  <a:cubicBezTo>
                    <a:pt x="13009" y="405"/>
                    <a:pt x="13057" y="446"/>
                    <a:pt x="13062" y="501"/>
                  </a:cubicBezTo>
                  <a:cubicBezTo>
                    <a:pt x="13067" y="556"/>
                    <a:pt x="13026" y="605"/>
                    <a:pt x="12971" y="609"/>
                  </a:cubicBezTo>
                  <a:lnTo>
                    <a:pt x="113" y="1685"/>
                  </a:lnTo>
                  <a:cubicBezTo>
                    <a:pt x="58" y="1689"/>
                    <a:pt x="9" y="1649"/>
                    <a:pt x="5" y="1593"/>
                  </a:cubicBezTo>
                  <a:cubicBezTo>
                    <a:pt x="0" y="1538"/>
                    <a:pt x="41" y="1490"/>
                    <a:pt x="96" y="1485"/>
                  </a:cubicBezTo>
                  <a:close/>
                  <a:moveTo>
                    <a:pt x="12652" y="0"/>
                  </a:moveTo>
                  <a:lnTo>
                    <a:pt x="14291" y="398"/>
                  </a:lnTo>
                  <a:lnTo>
                    <a:pt x="12741" y="1063"/>
                  </a:lnTo>
                  <a:lnTo>
                    <a:pt x="12652" y="0"/>
                  </a:lnTo>
                  <a:close/>
                </a:path>
              </a:pathLst>
            </a:custGeom>
            <a:solidFill>
              <a:srgbClr val="339966"/>
            </a:solidFill>
            <a:ln w="1588" cap="flat">
              <a:solidFill>
                <a:srgbClr val="339966"/>
              </a:solidFill>
              <a:prstDash val="solid"/>
              <a:bevel/>
              <a:headEnd/>
              <a:tailEnd/>
            </a:ln>
          </p:spPr>
          <p:txBody>
            <a:bodyPr/>
            <a:p>
              <a:endParaRPr altLang="en-US" lang="zh-CN"/>
            </a:p>
          </p:txBody>
        </p:sp>
        <p:sp>
          <p:nvSpPr>
            <p:cNvPr id="1049349" name="Freeform 399"/>
            <p:cNvSpPr>
              <a:spLocks noEditPoints="1"/>
            </p:cNvSpPr>
            <p:nvPr/>
          </p:nvSpPr>
          <p:spPr bwMode="auto">
            <a:xfrm>
              <a:off x="2673" y="2198"/>
              <a:ext cx="1009" cy="315"/>
            </a:xfrm>
            <a:custGeom>
              <a:avLst/>
              <a:gdLst>
                <a:gd name="T0" fmla="*/ 0 w 14299"/>
                <a:gd name="T1" fmla="*/ 0 h 4655"/>
                <a:gd name="T2" fmla="*/ 0 w 14299"/>
                <a:gd name="T3" fmla="*/ 0 h 4655"/>
                <a:gd name="T4" fmla="*/ 0 w 14299"/>
                <a:gd name="T5" fmla="*/ 0 h 4655"/>
                <a:gd name="T6" fmla="*/ 0 w 14299"/>
                <a:gd name="T7" fmla="*/ 0 h 4655"/>
                <a:gd name="T8" fmla="*/ 0 w 14299"/>
                <a:gd name="T9" fmla="*/ 0 h 4655"/>
                <a:gd name="T10" fmla="*/ 0 w 14299"/>
                <a:gd name="T11" fmla="*/ 0 h 4655"/>
                <a:gd name="T12" fmla="*/ 0 w 14299"/>
                <a:gd name="T13" fmla="*/ 0 h 4655"/>
                <a:gd name="T14" fmla="*/ 0 w 14299"/>
                <a:gd name="T15" fmla="*/ 0 h 4655"/>
                <a:gd name="T16" fmla="*/ 0 w 14299"/>
                <a:gd name="T17" fmla="*/ 0 h 4655"/>
                <a:gd name="T18" fmla="*/ 0 w 14299"/>
                <a:gd name="T19" fmla="*/ 0 h 4655"/>
                <a:gd name="T20" fmla="*/ 0 w 14299"/>
                <a:gd name="T21" fmla="*/ 0 h 46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299" h="4655">
                  <a:moveTo>
                    <a:pt x="143" y="17"/>
                  </a:moveTo>
                  <a:lnTo>
                    <a:pt x="13059" y="4132"/>
                  </a:lnTo>
                  <a:cubicBezTo>
                    <a:pt x="13112" y="4149"/>
                    <a:pt x="13141" y="4205"/>
                    <a:pt x="13124" y="4258"/>
                  </a:cubicBezTo>
                  <a:cubicBezTo>
                    <a:pt x="13107" y="4311"/>
                    <a:pt x="13051" y="4340"/>
                    <a:pt x="12998" y="4323"/>
                  </a:cubicBezTo>
                  <a:lnTo>
                    <a:pt x="82" y="208"/>
                  </a:lnTo>
                  <a:cubicBezTo>
                    <a:pt x="29" y="191"/>
                    <a:pt x="0" y="135"/>
                    <a:pt x="17" y="82"/>
                  </a:cubicBezTo>
                  <a:cubicBezTo>
                    <a:pt x="34" y="29"/>
                    <a:pt x="90" y="0"/>
                    <a:pt x="143" y="17"/>
                  </a:cubicBezTo>
                  <a:close/>
                  <a:moveTo>
                    <a:pt x="12937" y="3639"/>
                  </a:moveTo>
                  <a:lnTo>
                    <a:pt x="14299" y="4632"/>
                  </a:lnTo>
                  <a:lnTo>
                    <a:pt x="12613" y="4655"/>
                  </a:lnTo>
                  <a:lnTo>
                    <a:pt x="12937" y="3639"/>
                  </a:lnTo>
                  <a:close/>
                </a:path>
              </a:pathLst>
            </a:custGeom>
            <a:solidFill>
              <a:srgbClr val="339966"/>
            </a:solidFill>
            <a:ln w="1588" cap="flat">
              <a:solidFill>
                <a:srgbClr val="339966"/>
              </a:solidFill>
              <a:prstDash val="solid"/>
              <a:bevel/>
              <a:headEnd/>
              <a:tailEnd/>
            </a:ln>
          </p:spPr>
          <p:txBody>
            <a:bodyPr/>
            <a:p>
              <a:endParaRPr altLang="en-US" lang="zh-CN"/>
            </a:p>
          </p:txBody>
        </p:sp>
        <p:sp>
          <p:nvSpPr>
            <p:cNvPr id="1049350" name="Freeform 400"/>
            <p:cNvSpPr>
              <a:spLocks noEditPoints="1"/>
            </p:cNvSpPr>
            <p:nvPr/>
          </p:nvSpPr>
          <p:spPr bwMode="auto">
            <a:xfrm>
              <a:off x="2695" y="2474"/>
              <a:ext cx="987" cy="286"/>
            </a:xfrm>
            <a:custGeom>
              <a:avLst/>
              <a:gdLst>
                <a:gd name="T0" fmla="*/ 0 w 13978"/>
                <a:gd name="T1" fmla="*/ 0 h 4216"/>
                <a:gd name="T2" fmla="*/ 0 w 13978"/>
                <a:gd name="T3" fmla="*/ 0 h 4216"/>
                <a:gd name="T4" fmla="*/ 0 w 13978"/>
                <a:gd name="T5" fmla="*/ 0 h 4216"/>
                <a:gd name="T6" fmla="*/ 0 w 13978"/>
                <a:gd name="T7" fmla="*/ 0 h 4216"/>
                <a:gd name="T8" fmla="*/ 0 w 13978"/>
                <a:gd name="T9" fmla="*/ 0 h 4216"/>
                <a:gd name="T10" fmla="*/ 0 w 13978"/>
                <a:gd name="T11" fmla="*/ 0 h 4216"/>
                <a:gd name="T12" fmla="*/ 0 w 13978"/>
                <a:gd name="T13" fmla="*/ 0 h 4216"/>
                <a:gd name="T14" fmla="*/ 0 w 13978"/>
                <a:gd name="T15" fmla="*/ 0 h 4216"/>
                <a:gd name="T16" fmla="*/ 0 w 13978"/>
                <a:gd name="T17" fmla="*/ 0 h 4216"/>
                <a:gd name="T18" fmla="*/ 0 w 13978"/>
                <a:gd name="T19" fmla="*/ 0 h 4216"/>
                <a:gd name="T20" fmla="*/ 0 w 13978"/>
                <a:gd name="T21" fmla="*/ 0 h 42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978" h="4216">
                  <a:moveTo>
                    <a:pt x="139" y="15"/>
                  </a:moveTo>
                  <a:lnTo>
                    <a:pt x="12726" y="3683"/>
                  </a:lnTo>
                  <a:cubicBezTo>
                    <a:pt x="12779" y="3698"/>
                    <a:pt x="12809" y="3753"/>
                    <a:pt x="12794" y="3806"/>
                  </a:cubicBezTo>
                  <a:cubicBezTo>
                    <a:pt x="12779" y="3860"/>
                    <a:pt x="12723" y="3890"/>
                    <a:pt x="12670" y="3875"/>
                  </a:cubicBezTo>
                  <a:lnTo>
                    <a:pt x="83" y="207"/>
                  </a:lnTo>
                  <a:cubicBezTo>
                    <a:pt x="30" y="192"/>
                    <a:pt x="0" y="137"/>
                    <a:pt x="15" y="83"/>
                  </a:cubicBezTo>
                  <a:cubicBezTo>
                    <a:pt x="31" y="30"/>
                    <a:pt x="86" y="0"/>
                    <a:pt x="139" y="15"/>
                  </a:cubicBezTo>
                  <a:close/>
                  <a:moveTo>
                    <a:pt x="12591" y="3192"/>
                  </a:moveTo>
                  <a:lnTo>
                    <a:pt x="13978" y="4151"/>
                  </a:lnTo>
                  <a:lnTo>
                    <a:pt x="12293" y="4216"/>
                  </a:lnTo>
                  <a:lnTo>
                    <a:pt x="12591" y="3192"/>
                  </a:lnTo>
                  <a:close/>
                </a:path>
              </a:pathLst>
            </a:custGeom>
            <a:solidFill>
              <a:srgbClr val="339966"/>
            </a:solidFill>
            <a:ln w="1588" cap="flat">
              <a:solidFill>
                <a:srgbClr val="339966"/>
              </a:solidFill>
              <a:prstDash val="solid"/>
              <a:bevel/>
              <a:headEnd/>
              <a:tailEnd/>
            </a:ln>
          </p:spPr>
          <p:txBody>
            <a:bodyPr/>
            <a:p>
              <a:endParaRPr altLang="en-US" lang="zh-CN"/>
            </a:p>
          </p:txBody>
        </p:sp>
        <p:sp>
          <p:nvSpPr>
            <p:cNvPr id="1049351" name="Freeform 401"/>
            <p:cNvSpPr>
              <a:spLocks noEditPoints="1"/>
            </p:cNvSpPr>
            <p:nvPr/>
          </p:nvSpPr>
          <p:spPr bwMode="auto">
            <a:xfrm>
              <a:off x="2695" y="2776"/>
              <a:ext cx="1014" cy="447"/>
            </a:xfrm>
            <a:custGeom>
              <a:avLst/>
              <a:gdLst>
                <a:gd name="T0" fmla="*/ 0 w 7176"/>
                <a:gd name="T1" fmla="*/ 0 h 3296"/>
                <a:gd name="T2" fmla="*/ 0 w 7176"/>
                <a:gd name="T3" fmla="*/ 0 h 3296"/>
                <a:gd name="T4" fmla="*/ 0 w 7176"/>
                <a:gd name="T5" fmla="*/ 0 h 3296"/>
                <a:gd name="T6" fmla="*/ 0 w 7176"/>
                <a:gd name="T7" fmla="*/ 0 h 3296"/>
                <a:gd name="T8" fmla="*/ 0 w 7176"/>
                <a:gd name="T9" fmla="*/ 0 h 3296"/>
                <a:gd name="T10" fmla="*/ 0 w 7176"/>
                <a:gd name="T11" fmla="*/ 0 h 3296"/>
                <a:gd name="T12" fmla="*/ 0 w 7176"/>
                <a:gd name="T13" fmla="*/ 0 h 3296"/>
                <a:gd name="T14" fmla="*/ 0 w 7176"/>
                <a:gd name="T15" fmla="*/ 0 h 3296"/>
                <a:gd name="T16" fmla="*/ 0 w 7176"/>
                <a:gd name="T17" fmla="*/ 0 h 3296"/>
                <a:gd name="T18" fmla="*/ 0 w 7176"/>
                <a:gd name="T19" fmla="*/ 0 h 3296"/>
                <a:gd name="T20" fmla="*/ 0 w 7176"/>
                <a:gd name="T21" fmla="*/ 0 h 32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176" h="3296">
                  <a:moveTo>
                    <a:pt x="77" y="11"/>
                  </a:moveTo>
                  <a:lnTo>
                    <a:pt x="6590" y="2975"/>
                  </a:lnTo>
                  <a:cubicBezTo>
                    <a:pt x="6616" y="2986"/>
                    <a:pt x="6627" y="3016"/>
                    <a:pt x="6615" y="3041"/>
                  </a:cubicBezTo>
                  <a:cubicBezTo>
                    <a:pt x="6604" y="3066"/>
                    <a:pt x="6574" y="3077"/>
                    <a:pt x="6549" y="3066"/>
                  </a:cubicBezTo>
                  <a:lnTo>
                    <a:pt x="36" y="102"/>
                  </a:lnTo>
                  <a:cubicBezTo>
                    <a:pt x="11" y="91"/>
                    <a:pt x="0" y="61"/>
                    <a:pt x="11" y="36"/>
                  </a:cubicBezTo>
                  <a:cubicBezTo>
                    <a:pt x="22" y="11"/>
                    <a:pt x="52" y="0"/>
                    <a:pt x="77" y="11"/>
                  </a:cubicBezTo>
                  <a:close/>
                  <a:moveTo>
                    <a:pt x="6559" y="2722"/>
                  </a:moveTo>
                  <a:lnTo>
                    <a:pt x="7176" y="3296"/>
                  </a:lnTo>
                  <a:lnTo>
                    <a:pt x="6338" y="3208"/>
                  </a:lnTo>
                  <a:lnTo>
                    <a:pt x="6559" y="2722"/>
                  </a:lnTo>
                  <a:close/>
                </a:path>
              </a:pathLst>
            </a:custGeom>
            <a:solidFill>
              <a:srgbClr val="339966"/>
            </a:solidFill>
            <a:ln w="1588" cap="flat">
              <a:solidFill>
                <a:srgbClr val="339966"/>
              </a:solidFill>
              <a:prstDash val="solid"/>
              <a:bevel/>
              <a:headEnd/>
              <a:tailEnd/>
            </a:ln>
          </p:spPr>
          <p:txBody>
            <a:bodyPr/>
            <a:p>
              <a:endParaRPr altLang="en-US" lang="zh-CN"/>
            </a:p>
          </p:txBody>
        </p:sp>
        <p:sp>
          <p:nvSpPr>
            <p:cNvPr id="1049352" name="Freeform 402"/>
            <p:cNvSpPr>
              <a:spLocks noEditPoints="1"/>
            </p:cNvSpPr>
            <p:nvPr/>
          </p:nvSpPr>
          <p:spPr bwMode="auto">
            <a:xfrm>
              <a:off x="2695" y="3033"/>
              <a:ext cx="1002" cy="429"/>
            </a:xfrm>
            <a:custGeom>
              <a:avLst/>
              <a:gdLst>
                <a:gd name="T0" fmla="*/ 0 w 7096"/>
                <a:gd name="T1" fmla="*/ 0 h 3156"/>
                <a:gd name="T2" fmla="*/ 0 w 7096"/>
                <a:gd name="T3" fmla="*/ 0 h 3156"/>
                <a:gd name="T4" fmla="*/ 0 w 7096"/>
                <a:gd name="T5" fmla="*/ 0 h 3156"/>
                <a:gd name="T6" fmla="*/ 0 w 7096"/>
                <a:gd name="T7" fmla="*/ 0 h 3156"/>
                <a:gd name="T8" fmla="*/ 0 w 7096"/>
                <a:gd name="T9" fmla="*/ 0 h 3156"/>
                <a:gd name="T10" fmla="*/ 0 w 7096"/>
                <a:gd name="T11" fmla="*/ 0 h 3156"/>
                <a:gd name="T12" fmla="*/ 0 w 7096"/>
                <a:gd name="T13" fmla="*/ 0 h 3156"/>
                <a:gd name="T14" fmla="*/ 0 w 7096"/>
                <a:gd name="T15" fmla="*/ 0 h 3156"/>
                <a:gd name="T16" fmla="*/ 0 w 7096"/>
                <a:gd name="T17" fmla="*/ 0 h 3156"/>
                <a:gd name="T18" fmla="*/ 0 w 7096"/>
                <a:gd name="T19" fmla="*/ 0 h 3156"/>
                <a:gd name="T20" fmla="*/ 0 w 7096"/>
                <a:gd name="T21" fmla="*/ 0 h 315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096" h="3156">
                  <a:moveTo>
                    <a:pt x="77" y="11"/>
                  </a:moveTo>
                  <a:lnTo>
                    <a:pt x="6506" y="2842"/>
                  </a:lnTo>
                  <a:cubicBezTo>
                    <a:pt x="6532" y="2853"/>
                    <a:pt x="6543" y="2883"/>
                    <a:pt x="6532" y="2908"/>
                  </a:cubicBezTo>
                  <a:cubicBezTo>
                    <a:pt x="6521" y="2933"/>
                    <a:pt x="6491" y="2945"/>
                    <a:pt x="6466" y="2934"/>
                  </a:cubicBezTo>
                  <a:lnTo>
                    <a:pt x="36" y="102"/>
                  </a:lnTo>
                  <a:cubicBezTo>
                    <a:pt x="11" y="91"/>
                    <a:pt x="0" y="62"/>
                    <a:pt x="11" y="36"/>
                  </a:cubicBezTo>
                  <a:cubicBezTo>
                    <a:pt x="22" y="11"/>
                    <a:pt x="51" y="0"/>
                    <a:pt x="77" y="11"/>
                  </a:cubicBezTo>
                  <a:close/>
                  <a:moveTo>
                    <a:pt x="6472" y="2590"/>
                  </a:moveTo>
                  <a:lnTo>
                    <a:pt x="7096" y="3156"/>
                  </a:lnTo>
                  <a:lnTo>
                    <a:pt x="6257" y="3078"/>
                  </a:lnTo>
                  <a:lnTo>
                    <a:pt x="6472" y="2590"/>
                  </a:lnTo>
                  <a:close/>
                </a:path>
              </a:pathLst>
            </a:custGeom>
            <a:solidFill>
              <a:srgbClr val="339966"/>
            </a:solidFill>
            <a:ln w="1588" cap="flat">
              <a:solidFill>
                <a:srgbClr val="339966"/>
              </a:solidFill>
              <a:prstDash val="solid"/>
              <a:bevel/>
              <a:headEnd/>
              <a:tailEnd/>
            </a:ln>
          </p:spPr>
          <p:txBody>
            <a:bodyPr/>
            <a:p>
              <a:endParaRPr altLang="en-US" lang="zh-CN"/>
            </a:p>
          </p:txBody>
        </p:sp>
        <p:sp>
          <p:nvSpPr>
            <p:cNvPr id="1049353" name="Freeform 403"/>
            <p:cNvSpPr>
              <a:spLocks noEditPoints="1"/>
            </p:cNvSpPr>
            <p:nvPr/>
          </p:nvSpPr>
          <p:spPr bwMode="auto">
            <a:xfrm rot="-576086">
              <a:off x="2687" y="3255"/>
              <a:ext cx="1019" cy="358"/>
            </a:xfrm>
            <a:custGeom>
              <a:avLst/>
              <a:gdLst>
                <a:gd name="T0" fmla="*/ 0 w 7216"/>
                <a:gd name="T1" fmla="*/ 0 h 2636"/>
                <a:gd name="T2" fmla="*/ 0 w 7216"/>
                <a:gd name="T3" fmla="*/ 0 h 2636"/>
                <a:gd name="T4" fmla="*/ 0 w 7216"/>
                <a:gd name="T5" fmla="*/ 0 h 2636"/>
                <a:gd name="T6" fmla="*/ 0 w 7216"/>
                <a:gd name="T7" fmla="*/ 0 h 2636"/>
                <a:gd name="T8" fmla="*/ 0 w 7216"/>
                <a:gd name="T9" fmla="*/ 0 h 2636"/>
                <a:gd name="T10" fmla="*/ 0 w 7216"/>
                <a:gd name="T11" fmla="*/ 0 h 2636"/>
                <a:gd name="T12" fmla="*/ 0 w 7216"/>
                <a:gd name="T13" fmla="*/ 0 h 2636"/>
                <a:gd name="T14" fmla="*/ 0 w 7216"/>
                <a:gd name="T15" fmla="*/ 0 h 2636"/>
                <a:gd name="T16" fmla="*/ 0 w 7216"/>
                <a:gd name="T17" fmla="*/ 0 h 2636"/>
                <a:gd name="T18" fmla="*/ 0 w 7216"/>
                <a:gd name="T19" fmla="*/ 0 h 2636"/>
                <a:gd name="T20" fmla="*/ 0 w 7216"/>
                <a:gd name="T21" fmla="*/ 0 h 26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216" h="2636">
                  <a:moveTo>
                    <a:pt x="73" y="9"/>
                  </a:moveTo>
                  <a:lnTo>
                    <a:pt x="6606" y="2363"/>
                  </a:lnTo>
                  <a:cubicBezTo>
                    <a:pt x="6632" y="2373"/>
                    <a:pt x="6646" y="2401"/>
                    <a:pt x="6636" y="2427"/>
                  </a:cubicBezTo>
                  <a:cubicBezTo>
                    <a:pt x="6627" y="2453"/>
                    <a:pt x="6598" y="2467"/>
                    <a:pt x="6572" y="2458"/>
                  </a:cubicBezTo>
                  <a:lnTo>
                    <a:pt x="40" y="104"/>
                  </a:lnTo>
                  <a:cubicBezTo>
                    <a:pt x="14" y="94"/>
                    <a:pt x="0" y="65"/>
                    <a:pt x="9" y="40"/>
                  </a:cubicBezTo>
                  <a:cubicBezTo>
                    <a:pt x="19" y="14"/>
                    <a:pt x="47" y="0"/>
                    <a:pt x="73" y="9"/>
                  </a:cubicBezTo>
                  <a:close/>
                  <a:moveTo>
                    <a:pt x="6554" y="2114"/>
                  </a:moveTo>
                  <a:lnTo>
                    <a:pt x="7216" y="2636"/>
                  </a:lnTo>
                  <a:lnTo>
                    <a:pt x="6373" y="2616"/>
                  </a:lnTo>
                  <a:lnTo>
                    <a:pt x="6554" y="2114"/>
                  </a:lnTo>
                  <a:close/>
                </a:path>
              </a:pathLst>
            </a:custGeom>
            <a:solidFill>
              <a:srgbClr val="339966"/>
            </a:solidFill>
            <a:ln w="1588" cap="flat">
              <a:solidFill>
                <a:srgbClr val="339966"/>
              </a:solidFill>
              <a:prstDash val="solid"/>
              <a:bevel/>
              <a:headEnd/>
              <a:tailEnd/>
            </a:ln>
          </p:spPr>
          <p:txBody>
            <a:bodyPr/>
            <a:p>
              <a:endParaRPr altLang="en-US" lang="zh-CN"/>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239" name=""/>
        <p:cNvGrpSpPr/>
        <p:nvPr/>
      </p:nvGrpSpPr>
      <p:grpSpPr>
        <a:xfrm>
          <a:off x="0" y="0"/>
          <a:ext cx="0" cy="0"/>
          <a:chOff x="0" y="0"/>
          <a:chExt cx="0" cy="0"/>
        </a:xfrm>
      </p:grpSpPr>
      <p:sp>
        <p:nvSpPr>
          <p:cNvPr id="1049357" name="Rectangle 3"/>
          <p:cNvSpPr>
            <a:spLocks noChangeArrowheads="1"/>
          </p:cNvSpPr>
          <p:nvPr/>
        </p:nvSpPr>
        <p:spPr bwMode="auto">
          <a:xfrm>
            <a:off x="782637" y="939802"/>
            <a:ext cx="7707427" cy="4646613"/>
          </a:xfrm>
          <a:prstGeom prst="rect"/>
          <a:noFill/>
          <a:ln w="12700">
            <a:noFill/>
            <a:miter lim="800000"/>
            <a:headEnd/>
            <a:tailEnd/>
          </a:ln>
          <a:effectLst/>
        </p:spPr>
        <p:txBody>
          <a:bodyPr bIns="44517" lIns="90623" rIns="90623" tIns="44517" wrap="square">
            <a:spAutoFit/>
          </a:bodyPr>
          <a:p>
            <a:pPr algn="ctr">
              <a:lnSpc>
                <a:spcPct val="140000"/>
              </a:lnSpc>
              <a:spcBef>
                <a:spcPct val="20000"/>
              </a:spcBef>
              <a:buClr>
                <a:schemeClr val="tx1"/>
              </a:buClr>
              <a:buSzPct val="100000"/>
            </a:pPr>
            <a:r>
              <a:rPr altLang="zh-CN" b="1" dirty="0" sz="3600" kumimoji="1" lang="en-US">
                <a:solidFill>
                  <a:srgbClr val="0000CC"/>
                </a:solidFill>
                <a:effectLst>
                  <a:outerShdw algn="tl" blurRad="38100" dir="2700000" dist="38100">
                    <a:srgbClr val="C0C0C0"/>
                  </a:outerShdw>
                </a:effectLst>
                <a:latin typeface="Times New Roman" pitchFamily="18" charset="0"/>
                <a:ea typeface="仿宋_GB2312" pitchFamily="49" charset="-122"/>
              </a:rPr>
              <a:t> </a:t>
            </a:r>
            <a:r>
              <a:rPr altLang="en-US" b="1" dirty="0" sz="4000" lang="zh-CN">
                <a:solidFill>
                  <a:srgbClr val="CC0000"/>
                </a:solidFill>
                <a:latin typeface="Arial" charset="0"/>
                <a:ea typeface="华文新魏" pitchFamily="2" charset="-122"/>
              </a:rPr>
              <a:t>用</a:t>
            </a:r>
            <a:r>
              <a:rPr altLang="en-US" b="1" dirty="0" sz="4000" lang="zh-CN">
                <a:solidFill>
                  <a:srgbClr val="00B0F0"/>
                </a:solidFill>
                <a:latin typeface="Arial" charset="0"/>
                <a:ea typeface="华文新魏" pitchFamily="2" charset="-122"/>
              </a:rPr>
              <a:t>正交链表</a:t>
            </a:r>
            <a:r>
              <a:rPr altLang="en-US" b="1" dirty="0" sz="4000" lang="zh-CN">
                <a:solidFill>
                  <a:srgbClr val="CC0000"/>
                </a:solidFill>
                <a:latin typeface="Arial" charset="0"/>
                <a:ea typeface="华文新魏" pitchFamily="2" charset="-122"/>
              </a:rPr>
              <a:t>来表示稀疏矩阵</a:t>
            </a:r>
          </a:p>
          <a:p>
            <a:pPr lvl="1">
              <a:lnSpc>
                <a:spcPct val="140000"/>
              </a:lnSpc>
              <a:spcBef>
                <a:spcPct val="20000"/>
              </a:spcBef>
              <a:buClr>
                <a:srgbClr val="CC0000"/>
              </a:buClr>
              <a:buSzPct val="100000"/>
              <a:buFont typeface="Wingdings" pitchFamily="2" charset="2"/>
              <a:buChar char="q"/>
            </a:pPr>
            <a:r>
              <a:rPr altLang="en-US" b="1" dirty="0" sz="3200" kumimoji="1" lang="zh-CN">
                <a:solidFill>
                  <a:srgbClr val="0000CC"/>
                </a:solidFill>
                <a:effectLst>
                  <a:outerShdw algn="tl" blurRad="38100" dir="2700000" dist="38100">
                    <a:srgbClr val="C0C0C0"/>
                  </a:outerShdw>
                </a:effectLst>
                <a:latin typeface="Times New Roman" pitchFamily="18" charset="0"/>
                <a:ea typeface="仿宋_GB2312" pitchFamily="49" charset="-122"/>
              </a:rPr>
              <a:t> </a:t>
            </a:r>
            <a:r>
              <a:rPr altLang="en-US" b="1" dirty="0" sz="3200" kumimoji="1" lang="zh-CN">
                <a:solidFill>
                  <a:srgbClr val="0000CC"/>
                </a:solidFill>
                <a:effectLst>
                  <a:outerShdw algn="tl" blurRad="38100" dir="2700000" dist="38100">
                    <a:srgbClr val="C0C0C0"/>
                  </a:outerShdw>
                </a:effectLst>
                <a:latin typeface="华文新魏" panose="02010800040101010101" pitchFamily="2" charset="-122"/>
                <a:ea typeface="华文新魏" panose="02010800040101010101" pitchFamily="2" charset="-122"/>
              </a:rPr>
              <a:t>优点：适应矩阵操作</a:t>
            </a:r>
            <a:r>
              <a:rPr altLang="zh-CN" b="1" dirty="0" sz="3200" kumimoji="1" lang="en-US">
                <a:solidFill>
                  <a:srgbClr val="0000CC"/>
                </a:solidFill>
                <a:effectLst>
                  <a:outerShdw algn="tl" blurRad="38100" dir="2700000" dist="38100">
                    <a:srgbClr val="C0C0C0"/>
                  </a:outerShdw>
                </a:effectLst>
                <a:latin typeface="华文新魏" panose="02010800040101010101" pitchFamily="2" charset="-122"/>
                <a:ea typeface="华文新魏" panose="02010800040101010101" pitchFamily="2" charset="-122"/>
              </a:rPr>
              <a:t>(</a:t>
            </a:r>
            <a:r>
              <a:rPr altLang="zh-CN" b="1" dirty="0" sz="3200" kumimoji="1" lang="en-US">
                <a:solidFill>
                  <a:srgbClr val="FF3300"/>
                </a:solidFill>
                <a:effectLst>
                  <a:outerShdw algn="tl" blurRad="38100" dir="2700000" dist="38100">
                    <a:srgbClr val="C0C0C0"/>
                  </a:outerShdw>
                </a:effectLst>
                <a:latin typeface="华文新魏" panose="02010800040101010101" pitchFamily="2" charset="-122"/>
                <a:ea typeface="华文新魏" panose="02010800040101010101" pitchFamily="2" charset="-122"/>
              </a:rPr>
              <a:t>+</a:t>
            </a:r>
            <a:r>
              <a:rPr altLang="en-US" b="1" dirty="0" sz="3200" kumimoji="1" lang="zh-CN">
                <a:solidFill>
                  <a:srgbClr val="FF3300"/>
                </a:solidFill>
                <a:effectLst>
                  <a:outerShdw algn="tl" blurRad="38100" dir="2700000" dist="38100">
                    <a:srgbClr val="C0C0C0"/>
                  </a:outerShdw>
                </a:effectLst>
                <a:latin typeface="华文新魏" panose="02010800040101010101" pitchFamily="2" charset="-122"/>
                <a:ea typeface="华文新魏" panose="02010800040101010101" pitchFamily="2" charset="-122"/>
              </a:rPr>
              <a:t>、</a:t>
            </a:r>
            <a:r>
              <a:rPr altLang="zh-CN" b="1" dirty="0" sz="3200" kumimoji="1" lang="en-US">
                <a:solidFill>
                  <a:srgbClr val="FF3300"/>
                </a:solidFill>
                <a:effectLst>
                  <a:outerShdw algn="tl" blurRad="38100" dir="2700000" dist="38100">
                    <a:srgbClr val="C0C0C0"/>
                  </a:outerShdw>
                </a:effectLst>
                <a:latin typeface="华文新魏" panose="02010800040101010101" pitchFamily="2" charset="-122"/>
                <a:ea typeface="华文新魏" panose="02010800040101010101" pitchFamily="2" charset="-122"/>
              </a:rPr>
              <a:t>-</a:t>
            </a:r>
            <a:r>
              <a:rPr altLang="en-US" b="1" dirty="0" sz="3200" kumimoji="1" lang="zh-CN">
                <a:solidFill>
                  <a:srgbClr val="FF3300"/>
                </a:solidFill>
                <a:effectLst>
                  <a:outerShdw algn="tl" blurRad="38100" dir="2700000" dist="38100">
                    <a:srgbClr val="C0C0C0"/>
                  </a:outerShdw>
                </a:effectLst>
                <a:latin typeface="华文新魏" panose="02010800040101010101" pitchFamily="2" charset="-122"/>
                <a:ea typeface="华文新魏" panose="02010800040101010101" pitchFamily="2" charset="-122"/>
              </a:rPr>
              <a:t>、*</a:t>
            </a:r>
            <a:r>
              <a:rPr altLang="zh-CN" b="1" dirty="0" sz="3200" kumimoji="1" lang="en-US">
                <a:solidFill>
                  <a:srgbClr val="0000CC"/>
                </a:solidFill>
                <a:effectLst>
                  <a:outerShdw algn="tl" blurRad="38100" dir="2700000" dist="38100">
                    <a:srgbClr val="C0C0C0"/>
                  </a:outerShdw>
                </a:effectLst>
                <a:latin typeface="华文新魏" panose="02010800040101010101" pitchFamily="2" charset="-122"/>
                <a:ea typeface="华文新魏" panose="02010800040101010101" pitchFamily="2" charset="-122"/>
              </a:rPr>
              <a:t>)</a:t>
            </a:r>
            <a:r>
              <a:rPr altLang="en-US" b="1" dirty="0" sz="3200" kumimoji="1" lang="zh-CN">
                <a:solidFill>
                  <a:srgbClr val="0000CC"/>
                </a:solidFill>
                <a:effectLst>
                  <a:outerShdw algn="tl" blurRad="38100" dir="2700000" dist="38100">
                    <a:srgbClr val="C0C0C0"/>
                  </a:outerShdw>
                </a:effectLst>
                <a:latin typeface="华文新魏" panose="02010800040101010101" pitchFamily="2" charset="-122"/>
                <a:ea typeface="华文新魏" panose="02010800040101010101" pitchFamily="2" charset="-122"/>
              </a:rPr>
              <a:t>时矩阵非零元素的动态变化</a:t>
            </a:r>
          </a:p>
          <a:p>
            <a:pPr lvl="1">
              <a:lnSpc>
                <a:spcPct val="140000"/>
              </a:lnSpc>
              <a:spcBef>
                <a:spcPct val="20000"/>
              </a:spcBef>
              <a:buClr>
                <a:srgbClr val="CC0000"/>
              </a:buClr>
              <a:buSzPct val="100000"/>
              <a:buFont typeface="Wingdings" pitchFamily="2" charset="2"/>
              <a:buChar char="q"/>
            </a:pPr>
            <a:r>
              <a:rPr altLang="en-US" b="1" dirty="0" sz="3200" kumimoji="1" lang="zh-CN">
                <a:solidFill>
                  <a:srgbClr val="0000CC"/>
                </a:solidFill>
                <a:effectLst>
                  <a:outerShdw algn="tl" blurRad="38100" dir="2700000" dist="38100">
                    <a:srgbClr val="C0C0C0"/>
                  </a:outerShdw>
                </a:effectLst>
                <a:latin typeface="华文新魏" panose="02010800040101010101" pitchFamily="2" charset="-122"/>
                <a:ea typeface="华文新魏" panose="02010800040101010101" pitchFamily="2" charset="-122"/>
              </a:rPr>
              <a:t>稀疏矩阵表示为</a:t>
            </a:r>
            <a:r>
              <a:rPr altLang="en-US" b="1" dirty="0" sz="3200" kumimoji="1" lang="zh-CN">
                <a:solidFill>
                  <a:srgbClr val="CC3300"/>
                </a:solidFill>
                <a:effectLst>
                  <a:outerShdw algn="tl" blurRad="38100" dir="2700000" dist="38100">
                    <a:srgbClr val="C0C0C0"/>
                  </a:outerShdw>
                </a:effectLst>
                <a:latin typeface="华文新魏" panose="02010800040101010101" pitchFamily="2" charset="-122"/>
                <a:ea typeface="华文新魏" panose="02010800040101010101" pitchFamily="2" charset="-122"/>
              </a:rPr>
              <a:t>行链表</a:t>
            </a:r>
            <a:r>
              <a:rPr altLang="en-US" b="1" dirty="0" sz="3200" kumimoji="1" lang="zh-CN">
                <a:solidFill>
                  <a:srgbClr val="0000CC"/>
                </a:solidFill>
                <a:effectLst>
                  <a:outerShdw algn="tl" blurRad="38100" dir="2700000" dist="38100">
                    <a:srgbClr val="C0C0C0"/>
                  </a:outerShdw>
                </a:effectLst>
                <a:latin typeface="华文新魏" panose="02010800040101010101" pitchFamily="2" charset="-122"/>
                <a:ea typeface="华文新魏" panose="02010800040101010101" pitchFamily="2" charset="-122"/>
              </a:rPr>
              <a:t>与</a:t>
            </a:r>
            <a:r>
              <a:rPr altLang="en-US" b="1" dirty="0" sz="3200" kumimoji="1" lang="zh-CN">
                <a:solidFill>
                  <a:srgbClr val="CC3300"/>
                </a:solidFill>
                <a:effectLst>
                  <a:outerShdw algn="tl" blurRad="38100" dir="2700000" dist="38100">
                    <a:srgbClr val="C0C0C0"/>
                  </a:outerShdw>
                </a:effectLst>
                <a:latin typeface="华文新魏" panose="02010800040101010101" pitchFamily="2" charset="-122"/>
                <a:ea typeface="华文新魏" panose="02010800040101010101" pitchFamily="2" charset="-122"/>
              </a:rPr>
              <a:t>列链表</a:t>
            </a:r>
            <a:r>
              <a:rPr altLang="en-US" b="1" dirty="0" sz="3200" kumimoji="1" lang="zh-CN">
                <a:solidFill>
                  <a:srgbClr val="0000CC"/>
                </a:solidFill>
                <a:effectLst>
                  <a:outerShdw algn="tl" blurRad="38100" dir="2700000" dist="38100">
                    <a:srgbClr val="C0C0C0"/>
                  </a:outerShdw>
                </a:effectLst>
                <a:latin typeface="华文新魏" panose="02010800040101010101" pitchFamily="2" charset="-122"/>
                <a:ea typeface="华文新魏" panose="02010800040101010101" pitchFamily="2" charset="-122"/>
              </a:rPr>
              <a:t>的十字交叉</a:t>
            </a:r>
            <a:r>
              <a:rPr altLang="zh-CN" b="1" dirty="0" sz="3200" kumimoji="1" lang="en-US">
                <a:solidFill>
                  <a:srgbClr val="0000CC"/>
                </a:solidFill>
                <a:effectLst>
                  <a:outerShdw algn="tl" blurRad="38100" dir="2700000" dist="38100">
                    <a:srgbClr val="C0C0C0"/>
                  </a:outerShdw>
                </a:effectLst>
                <a:latin typeface="华文新魏" panose="02010800040101010101" pitchFamily="2" charset="-122"/>
                <a:ea typeface="华文新魏" panose="02010800040101010101" pitchFamily="2" charset="-122"/>
              </a:rPr>
              <a:t>——</a:t>
            </a:r>
            <a:r>
              <a:rPr altLang="en-US" b="1" dirty="0" sz="3200" kumimoji="1" lang="zh-CN">
                <a:solidFill>
                  <a:srgbClr val="0000CC"/>
                </a:solidFill>
                <a:effectLst>
                  <a:outerShdw algn="tl" blurRad="38100" dir="2700000" dist="38100">
                    <a:srgbClr val="C0C0C0"/>
                  </a:outerShdw>
                </a:effectLst>
                <a:latin typeface="华文新魏" panose="02010800040101010101" pitchFamily="2" charset="-122"/>
                <a:ea typeface="华文新魏" panose="02010800040101010101" pitchFamily="2" charset="-122"/>
              </a:rPr>
              <a:t>称为</a:t>
            </a:r>
            <a:r>
              <a:rPr altLang="en-US" b="1" dirty="0" sz="3200" kumimoji="1" lang="zh-CN">
                <a:solidFill>
                  <a:srgbClr val="00B0F0"/>
                </a:solidFill>
                <a:effectLst>
                  <a:outerShdw algn="tl" blurRad="38100" dir="2700000" dist="38100">
                    <a:srgbClr val="C0C0C0"/>
                  </a:outerShdw>
                </a:effectLst>
                <a:latin typeface="华文新魏" panose="02010800040101010101" pitchFamily="2" charset="-122"/>
                <a:ea typeface="华文新魏" panose="02010800040101010101" pitchFamily="2" charset="-122"/>
              </a:rPr>
              <a:t>正交链表</a:t>
            </a:r>
            <a:r>
              <a:rPr altLang="zh-CN" b="1" dirty="0" sz="3200" kumimoji="1" lang="en-US">
                <a:solidFill>
                  <a:srgbClr val="00B0F0"/>
                </a:solidFill>
                <a:effectLst>
                  <a:outerShdw algn="tl" blurRad="38100" dir="2700000" dist="38100">
                    <a:srgbClr val="C0C0C0"/>
                  </a:outerShdw>
                </a:effectLst>
                <a:latin typeface="华文新魏" panose="02010800040101010101" pitchFamily="2" charset="-122"/>
                <a:ea typeface="华文新魏" panose="02010800040101010101" pitchFamily="2" charset="-122"/>
              </a:rPr>
              <a:t>(</a:t>
            </a:r>
            <a:r>
              <a:rPr altLang="en-US" b="1" dirty="0" sz="3200" kumimoji="1" lang="zh-CN">
                <a:solidFill>
                  <a:srgbClr val="00B0F0"/>
                </a:solidFill>
                <a:effectLst>
                  <a:outerShdw algn="tl" blurRad="38100" dir="2700000" dist="38100">
                    <a:srgbClr val="C0C0C0"/>
                  </a:outerShdw>
                </a:effectLst>
                <a:latin typeface="华文新魏" panose="02010800040101010101" pitchFamily="2" charset="-122"/>
                <a:ea typeface="华文新魏" panose="02010800040101010101" pitchFamily="2" charset="-122"/>
              </a:rPr>
              <a:t>十字链表</a:t>
            </a:r>
            <a:r>
              <a:rPr altLang="zh-CN" b="1" dirty="0" sz="3200" kumimoji="1" lang="en-US">
                <a:solidFill>
                  <a:srgbClr val="00B0F0"/>
                </a:solidFill>
                <a:effectLst>
                  <a:outerShdw algn="tl" blurRad="38100" dir="2700000" dist="38100">
                    <a:srgbClr val="C0C0C0"/>
                  </a:outerShdw>
                </a:effectLst>
                <a:latin typeface="华文新魏" panose="02010800040101010101" pitchFamily="2" charset="-122"/>
                <a:ea typeface="华文新魏" panose="02010800040101010101" pitchFamily="2" charset="-122"/>
              </a:rPr>
              <a:t>)</a:t>
            </a:r>
            <a:endParaRPr altLang="en-US" b="1" dirty="0" sz="3200" kumimoji="1" lang="zh-CN">
              <a:solidFill>
                <a:srgbClr val="00B0F0"/>
              </a:solidFill>
              <a:effectLst>
                <a:outerShdw algn="tl" blurRad="38100" dir="2700000" dist="38100">
                  <a:srgbClr val="C0C0C0"/>
                </a:outerShdw>
              </a:effectLst>
              <a:latin typeface="华文新魏" panose="02010800040101010101" pitchFamily="2" charset="-122"/>
              <a:ea typeface="华文新魏" panose="02010800040101010101" pitchFamily="2" charset="-122"/>
            </a:endParaRPr>
          </a:p>
          <a:p>
            <a:pPr lvl="1">
              <a:lnSpc>
                <a:spcPct val="140000"/>
              </a:lnSpc>
              <a:spcBef>
                <a:spcPct val="20000"/>
              </a:spcBef>
              <a:buClr>
                <a:schemeClr val="tx1"/>
              </a:buClr>
              <a:buSzPct val="100000"/>
              <a:buFontTx/>
              <a:buChar char="•"/>
            </a:pPr>
            <a:endParaRPr altLang="zh-CN" b="1" dirty="0" sz="3200" kumimoji="1" lang="en-US">
              <a:solidFill>
                <a:srgbClr val="0000CC"/>
              </a:solidFill>
              <a:effectLst>
                <a:outerShdw algn="tl" blurRad="38100" dir="2700000" dist="38100">
                  <a:srgbClr val="C0C0C0"/>
                </a:outerShdw>
              </a:effectLst>
              <a:latin typeface="Times New Roman" pitchFamily="18" charset="0"/>
              <a:ea typeface="仿宋_GB2312" pitchFamily="49"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240" name=""/>
        <p:cNvGrpSpPr/>
        <p:nvPr/>
      </p:nvGrpSpPr>
      <p:grpSpPr>
        <a:xfrm>
          <a:off x="0" y="0"/>
          <a:ext cx="0" cy="0"/>
          <a:chOff x="0" y="0"/>
          <a:chExt cx="0" cy="0"/>
        </a:xfrm>
      </p:grpSpPr>
      <p:sp>
        <p:nvSpPr>
          <p:cNvPr id="1049358" name="Text Box 21"/>
          <p:cNvSpPr txBox="1">
            <a:spLocks noChangeArrowheads="1"/>
          </p:cNvSpPr>
          <p:nvPr/>
        </p:nvSpPr>
        <p:spPr bwMode="auto">
          <a:xfrm>
            <a:off x="830263" y="3216277"/>
            <a:ext cx="7772400" cy="519113"/>
          </a:xfrm>
          <a:prstGeom prst="rect"/>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rgbClr val="0000CC"/>
                </a:solidFill>
                <a:latin typeface="Times New Roman" panose="02020603050405020304" pitchFamily="18" charset="0"/>
                <a:ea typeface="仿宋_GB2312" pitchFamily="49" charset="-122"/>
              </a:rPr>
              <a:t>(a)  </a:t>
            </a:r>
            <a:r>
              <a:rPr altLang="zh-CN" b="1" sz="2800" kumimoji="1" lang="zh-CN">
                <a:solidFill>
                  <a:srgbClr val="0000CC"/>
                </a:solidFill>
                <a:latin typeface="Times New Roman" panose="02020603050405020304" pitchFamily="18" charset="0"/>
                <a:ea typeface="仿宋_GB2312" pitchFamily="49" charset="-122"/>
              </a:rPr>
              <a:t>表头结点               </a:t>
            </a:r>
            <a:r>
              <a:rPr altLang="en-US" b="1" sz="2800" kumimoji="1" lang="zh-CN">
                <a:solidFill>
                  <a:srgbClr val="0000CC"/>
                </a:solidFill>
                <a:latin typeface="Times New Roman" panose="02020603050405020304" pitchFamily="18" charset="0"/>
                <a:ea typeface="仿宋_GB2312" pitchFamily="49" charset="-122"/>
              </a:rPr>
              <a:t>		</a:t>
            </a:r>
            <a:r>
              <a:rPr altLang="zh-CN" b="1" sz="2800" kumimoji="1" lang="zh-CN">
                <a:solidFill>
                  <a:srgbClr val="0000CC"/>
                </a:solidFill>
                <a:latin typeface="Times New Roman" panose="02020603050405020304" pitchFamily="18" charset="0"/>
                <a:ea typeface="仿宋_GB2312" pitchFamily="49" charset="-122"/>
              </a:rPr>
              <a:t>(</a:t>
            </a:r>
            <a:r>
              <a:rPr altLang="zh-CN" b="1" sz="2800" kumimoji="1" lang="en-US">
                <a:solidFill>
                  <a:srgbClr val="0000CC"/>
                </a:solidFill>
                <a:latin typeface="Times New Roman" panose="02020603050405020304" pitchFamily="18" charset="0"/>
                <a:ea typeface="仿宋_GB2312" pitchFamily="49" charset="-122"/>
              </a:rPr>
              <a:t>b)  </a:t>
            </a:r>
            <a:r>
              <a:rPr altLang="zh-CN" b="1" sz="2800" kumimoji="1" lang="zh-CN">
                <a:solidFill>
                  <a:srgbClr val="0000CC"/>
                </a:solidFill>
                <a:latin typeface="Times New Roman" panose="02020603050405020304" pitchFamily="18" charset="0"/>
                <a:ea typeface="仿宋_GB2312" pitchFamily="49" charset="-122"/>
              </a:rPr>
              <a:t>非零元素结点</a:t>
            </a:r>
            <a:endParaRPr altLang="en-US" kumimoji="1" lang="zh-CN">
              <a:latin typeface="Times New Roman" panose="02020603050405020304" pitchFamily="18" charset="0"/>
            </a:endParaRPr>
          </a:p>
        </p:txBody>
      </p:sp>
      <p:sp>
        <p:nvSpPr>
          <p:cNvPr id="1049359" name="Rectangle 33"/>
          <p:cNvSpPr>
            <a:spLocks noChangeArrowheads="1"/>
          </p:cNvSpPr>
          <p:nvPr/>
        </p:nvSpPr>
        <p:spPr bwMode="auto">
          <a:xfrm>
            <a:off x="2514600" y="4267200"/>
            <a:ext cx="3962400" cy="1371600"/>
          </a:xfrm>
          <a:prstGeom prst="rect"/>
          <a:solidFill>
            <a:srgbClr val="CCFFFF"/>
          </a:solidFill>
          <a:ln w="9525">
            <a:miter lim="800000"/>
            <a:headEnd/>
            <a:tailEnd/>
          </a:ln>
          <a:scene3d>
            <a:camera prst="legacyPerspectiveTopRight"/>
            <a:lightRig dir="b" rig="legacyFlat3"/>
          </a:scene3d>
          <a:sp3d extrusionH="887400" prstMaterial="legacyMatte">
            <a:bevelT w="13500" h="13500" prst="angle"/>
            <a:bevelB w="13500" h="13500" prst="angle"/>
            <a:extrusionClr>
              <a:srgbClr val="CCFFFF"/>
            </a:extrusionClr>
            <a:contourClr>
              <a:srgbClr val="CCFFFF"/>
            </a:contourClr>
          </a:sp3d>
        </p:spPr>
        <p:txBody>
          <a:bodyPr anchor="ctr" wrap="none">
            <a:flatTx z="0"/>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Clr>
                <a:schemeClr val="tx1"/>
              </a:buClr>
              <a:buFontTx/>
              <a:buNone/>
            </a:pPr>
            <a:endParaRPr altLang="zh-CN" sz="2400" lang="zh-CN">
              <a:latin typeface="仿宋_GB2312" pitchFamily="49" charset="-122"/>
              <a:ea typeface="仿宋_GB2312" pitchFamily="49" charset="-122"/>
            </a:endParaRPr>
          </a:p>
        </p:txBody>
      </p:sp>
      <p:sp>
        <p:nvSpPr>
          <p:cNvPr id="1049360" name="Line 36"/>
          <p:cNvSpPr>
            <a:spLocks noChangeShapeType="1"/>
          </p:cNvSpPr>
          <p:nvPr/>
        </p:nvSpPr>
        <p:spPr bwMode="auto">
          <a:xfrm>
            <a:off x="2514600" y="4953000"/>
            <a:ext cx="3962400" cy="0"/>
          </a:xfrm>
          <a:prstGeom prst="line"/>
          <a:noFill/>
          <a:ln w="28575">
            <a:solidFill>
              <a:srgbClr val="008000"/>
            </a:solidFill>
            <a:round/>
            <a:headEnd/>
            <a:tailEnd/>
          </a:ln>
        </p:spPr>
        <p:txBody>
          <a:bodyPr anchor="ctr" wrap="none"/>
          <a:p>
            <a:endParaRPr altLang="en-US" lang="zh-CN"/>
          </a:p>
        </p:txBody>
      </p:sp>
      <p:sp>
        <p:nvSpPr>
          <p:cNvPr id="1049361" name="Line 37"/>
          <p:cNvSpPr>
            <a:spLocks noChangeShapeType="1"/>
          </p:cNvSpPr>
          <p:nvPr/>
        </p:nvSpPr>
        <p:spPr bwMode="auto">
          <a:xfrm flipV="1">
            <a:off x="6477000" y="4876800"/>
            <a:ext cx="76200" cy="76200"/>
          </a:xfrm>
          <a:prstGeom prst="line"/>
          <a:noFill/>
          <a:ln w="19050">
            <a:solidFill>
              <a:srgbClr val="008000"/>
            </a:solidFill>
            <a:round/>
            <a:headEnd/>
            <a:tailEnd/>
          </a:ln>
        </p:spPr>
        <p:txBody>
          <a:bodyPr anchor="ctr" wrap="none"/>
          <a:p>
            <a:endParaRPr altLang="en-US" lang="zh-CN"/>
          </a:p>
        </p:txBody>
      </p:sp>
      <p:sp>
        <p:nvSpPr>
          <p:cNvPr id="1049362" name="Line 38"/>
          <p:cNvSpPr>
            <a:spLocks noChangeShapeType="1"/>
          </p:cNvSpPr>
          <p:nvPr/>
        </p:nvSpPr>
        <p:spPr bwMode="auto">
          <a:xfrm>
            <a:off x="5257800" y="4267200"/>
            <a:ext cx="0" cy="1371600"/>
          </a:xfrm>
          <a:prstGeom prst="line"/>
          <a:noFill/>
          <a:ln w="28575">
            <a:solidFill>
              <a:srgbClr val="008000"/>
            </a:solidFill>
            <a:round/>
            <a:headEnd/>
            <a:tailEnd/>
          </a:ln>
        </p:spPr>
        <p:txBody>
          <a:bodyPr anchor="ctr" wrap="none"/>
          <a:p>
            <a:endParaRPr altLang="en-US" lang="zh-CN"/>
          </a:p>
        </p:txBody>
      </p:sp>
      <p:sp>
        <p:nvSpPr>
          <p:cNvPr id="1049363" name="Line 39"/>
          <p:cNvSpPr>
            <a:spLocks noChangeShapeType="1"/>
          </p:cNvSpPr>
          <p:nvPr/>
        </p:nvSpPr>
        <p:spPr bwMode="auto">
          <a:xfrm flipV="1">
            <a:off x="5257800" y="4191000"/>
            <a:ext cx="152400" cy="76200"/>
          </a:xfrm>
          <a:prstGeom prst="line"/>
          <a:noFill/>
          <a:ln w="12700">
            <a:solidFill>
              <a:srgbClr val="008000"/>
            </a:solidFill>
            <a:round/>
            <a:headEnd/>
            <a:tailEnd/>
          </a:ln>
        </p:spPr>
        <p:txBody>
          <a:bodyPr anchor="ctr" wrap="none"/>
          <a:p>
            <a:endParaRPr altLang="en-US" lang="zh-CN"/>
          </a:p>
        </p:txBody>
      </p:sp>
      <p:sp>
        <p:nvSpPr>
          <p:cNvPr id="1049364" name="Line 40"/>
          <p:cNvSpPr>
            <a:spLocks noChangeShapeType="1"/>
          </p:cNvSpPr>
          <p:nvPr/>
        </p:nvSpPr>
        <p:spPr bwMode="auto">
          <a:xfrm flipV="1">
            <a:off x="3810000" y="4191000"/>
            <a:ext cx="152400" cy="76200"/>
          </a:xfrm>
          <a:prstGeom prst="line"/>
          <a:noFill/>
          <a:ln w="12700">
            <a:solidFill>
              <a:srgbClr val="008000"/>
            </a:solidFill>
            <a:round/>
            <a:headEnd/>
            <a:tailEnd/>
          </a:ln>
        </p:spPr>
        <p:txBody>
          <a:bodyPr anchor="ctr" wrap="none"/>
          <a:p>
            <a:endParaRPr altLang="en-US" lang="zh-CN"/>
          </a:p>
        </p:txBody>
      </p:sp>
      <p:sp>
        <p:nvSpPr>
          <p:cNvPr id="1049365" name="Line 41"/>
          <p:cNvSpPr>
            <a:spLocks noChangeShapeType="1"/>
          </p:cNvSpPr>
          <p:nvPr/>
        </p:nvSpPr>
        <p:spPr bwMode="auto">
          <a:xfrm>
            <a:off x="3810000" y="4267200"/>
            <a:ext cx="0" cy="1371600"/>
          </a:xfrm>
          <a:prstGeom prst="line"/>
          <a:noFill/>
          <a:ln w="28575">
            <a:solidFill>
              <a:srgbClr val="008000"/>
            </a:solidFill>
            <a:round/>
            <a:headEnd/>
            <a:tailEnd/>
          </a:ln>
        </p:spPr>
        <p:txBody>
          <a:bodyPr anchor="ctr" wrap="none"/>
          <a:p>
            <a:endParaRPr altLang="en-US" lang="zh-CN"/>
          </a:p>
        </p:txBody>
      </p:sp>
      <p:sp>
        <p:nvSpPr>
          <p:cNvPr id="1049366" name="Text Box 42"/>
          <p:cNvSpPr txBox="1">
            <a:spLocks noChangeArrowheads="1"/>
          </p:cNvSpPr>
          <p:nvPr/>
        </p:nvSpPr>
        <p:spPr bwMode="auto">
          <a:xfrm>
            <a:off x="3962402" y="4953000"/>
            <a:ext cx="1152525" cy="579438"/>
          </a:xfrm>
          <a:prstGeom prst="rect"/>
          <a:noFill/>
          <a:ln>
            <a:noFill/>
          </a:ln>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i="1" kumimoji="1" lang="en-US">
                <a:solidFill>
                  <a:schemeClr val="hlink"/>
                </a:solidFill>
                <a:latin typeface="Times New Roman" panose="02020603050405020304" pitchFamily="18" charset="0"/>
              </a:rPr>
              <a:t>a</a:t>
            </a:r>
            <a:r>
              <a:rPr altLang="zh-CN" b="1" kumimoji="1" lang="en-US">
                <a:solidFill>
                  <a:schemeClr val="hlink"/>
                </a:solidFill>
                <a:latin typeface="Times New Roman" panose="02020603050405020304" pitchFamily="18" charset="0"/>
              </a:rPr>
              <a:t>[</a:t>
            </a:r>
            <a:r>
              <a:rPr altLang="zh-CN" b="1" i="1" kumimoji="1" lang="en-US">
                <a:solidFill>
                  <a:schemeClr val="hlink"/>
                </a:solidFill>
                <a:latin typeface="Times New Roman" panose="02020603050405020304" pitchFamily="18" charset="0"/>
              </a:rPr>
              <a:t>i</a:t>
            </a:r>
            <a:r>
              <a:rPr altLang="zh-CN" b="1" kumimoji="1" lang="en-US">
                <a:solidFill>
                  <a:schemeClr val="hlink"/>
                </a:solidFill>
                <a:latin typeface="Times New Roman" panose="02020603050405020304" pitchFamily="18" charset="0"/>
              </a:rPr>
              <a:t>][</a:t>
            </a:r>
            <a:r>
              <a:rPr altLang="zh-CN" b="1" i="1" kumimoji="1" lang="en-US">
                <a:solidFill>
                  <a:schemeClr val="hlink"/>
                </a:solidFill>
                <a:latin typeface="Times New Roman" panose="02020603050405020304" pitchFamily="18" charset="0"/>
              </a:rPr>
              <a:t>j</a:t>
            </a:r>
            <a:r>
              <a:rPr altLang="zh-CN" b="1" kumimoji="1" lang="en-US">
                <a:solidFill>
                  <a:schemeClr val="hlink"/>
                </a:solidFill>
                <a:latin typeface="Times New Roman" panose="02020603050405020304" pitchFamily="18" charset="0"/>
              </a:rPr>
              <a:t>]</a:t>
            </a:r>
            <a:endParaRPr altLang="zh-CN" kumimoji="1" lang="en-US">
              <a:latin typeface="Times New Roman" panose="02020603050405020304" pitchFamily="18" charset="0"/>
            </a:endParaRPr>
          </a:p>
        </p:txBody>
      </p:sp>
      <p:sp>
        <p:nvSpPr>
          <p:cNvPr id="1049367" name="Text Box 43"/>
          <p:cNvSpPr txBox="1">
            <a:spLocks noChangeArrowheads="1"/>
          </p:cNvSpPr>
          <p:nvPr/>
        </p:nvSpPr>
        <p:spPr bwMode="auto">
          <a:xfrm>
            <a:off x="2590800" y="4267200"/>
            <a:ext cx="1111250" cy="579438"/>
          </a:xfrm>
          <a:prstGeom prst="rect"/>
          <a:noFill/>
          <a:ln>
            <a:noFill/>
          </a:ln>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i="1" kumimoji="1" lang="en-US">
                <a:solidFill>
                  <a:schemeClr val="hlink"/>
                </a:solidFill>
                <a:latin typeface="Times New Roman" panose="02020603050405020304" pitchFamily="18" charset="0"/>
              </a:rPr>
              <a:t>False</a:t>
            </a:r>
            <a:endParaRPr altLang="zh-CN" kumimoji="1" lang="en-US">
              <a:latin typeface="Times New Roman" panose="02020603050405020304" pitchFamily="18" charset="0"/>
            </a:endParaRPr>
          </a:p>
        </p:txBody>
      </p:sp>
      <p:sp>
        <p:nvSpPr>
          <p:cNvPr id="1049368" name="Text Box 44"/>
          <p:cNvSpPr txBox="1">
            <a:spLocks noChangeArrowheads="1"/>
          </p:cNvSpPr>
          <p:nvPr/>
        </p:nvSpPr>
        <p:spPr bwMode="auto">
          <a:xfrm>
            <a:off x="4343402" y="4267200"/>
            <a:ext cx="296863" cy="579438"/>
          </a:xfrm>
          <a:prstGeom prst="rect"/>
          <a:noFill/>
          <a:ln>
            <a:noFill/>
          </a:ln>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i="1" kumimoji="1" lang="en-US">
                <a:solidFill>
                  <a:schemeClr val="hlink"/>
                </a:solidFill>
                <a:latin typeface="Times New Roman" panose="02020603050405020304" pitchFamily="18" charset="0"/>
              </a:rPr>
              <a:t>i</a:t>
            </a:r>
            <a:endParaRPr altLang="zh-CN" kumimoji="1" lang="en-US">
              <a:latin typeface="Times New Roman" panose="02020603050405020304" pitchFamily="18" charset="0"/>
            </a:endParaRPr>
          </a:p>
        </p:txBody>
      </p:sp>
      <p:sp>
        <p:nvSpPr>
          <p:cNvPr id="1049369" name="Text Box 45"/>
          <p:cNvSpPr txBox="1">
            <a:spLocks noChangeArrowheads="1"/>
          </p:cNvSpPr>
          <p:nvPr/>
        </p:nvSpPr>
        <p:spPr bwMode="auto">
          <a:xfrm>
            <a:off x="5715002" y="4267200"/>
            <a:ext cx="296863" cy="579438"/>
          </a:xfrm>
          <a:prstGeom prst="rect"/>
          <a:noFill/>
          <a:ln>
            <a:noFill/>
          </a:ln>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i="1" kumimoji="1" lang="en-US">
                <a:solidFill>
                  <a:schemeClr val="hlink"/>
                </a:solidFill>
                <a:latin typeface="Times New Roman" panose="02020603050405020304" pitchFamily="18" charset="0"/>
              </a:rPr>
              <a:t>j</a:t>
            </a:r>
            <a:endParaRPr altLang="zh-CN" kumimoji="1" lang="en-US">
              <a:latin typeface="Times New Roman" panose="02020603050405020304" pitchFamily="18" charset="0"/>
            </a:endParaRPr>
          </a:p>
        </p:txBody>
      </p:sp>
      <p:sp>
        <p:nvSpPr>
          <p:cNvPr id="1049370" name="Line 46"/>
          <p:cNvSpPr>
            <a:spLocks noChangeShapeType="1"/>
          </p:cNvSpPr>
          <p:nvPr/>
        </p:nvSpPr>
        <p:spPr bwMode="auto">
          <a:xfrm>
            <a:off x="3124200" y="5257800"/>
            <a:ext cx="0" cy="685800"/>
          </a:xfrm>
          <a:prstGeom prst="line"/>
          <a:noFill/>
          <a:ln w="28575">
            <a:solidFill>
              <a:schemeClr val="hlink"/>
            </a:solidFill>
            <a:round/>
            <a:headEnd/>
            <a:tailEnd type="triangle" w="med" len="med"/>
          </a:ln>
        </p:spPr>
        <p:txBody>
          <a:bodyPr anchor="ctr" wrap="none"/>
          <a:p>
            <a:endParaRPr altLang="en-US" lang="zh-CN"/>
          </a:p>
        </p:txBody>
      </p:sp>
      <p:sp>
        <p:nvSpPr>
          <p:cNvPr id="1049371" name="Line 47"/>
          <p:cNvSpPr>
            <a:spLocks noChangeShapeType="1"/>
          </p:cNvSpPr>
          <p:nvPr/>
        </p:nvSpPr>
        <p:spPr bwMode="auto">
          <a:xfrm>
            <a:off x="5867400" y="5257800"/>
            <a:ext cx="1219200" cy="0"/>
          </a:xfrm>
          <a:prstGeom prst="line"/>
          <a:noFill/>
          <a:ln w="28575">
            <a:solidFill>
              <a:schemeClr val="hlink"/>
            </a:solidFill>
            <a:round/>
            <a:headEnd/>
            <a:tailEnd type="triangle" w="med" len="med"/>
          </a:ln>
        </p:spPr>
        <p:txBody>
          <a:bodyPr anchor="ctr" wrap="none"/>
          <a:p>
            <a:endParaRPr altLang="en-US" lang="zh-CN"/>
          </a:p>
        </p:txBody>
      </p:sp>
      <p:sp>
        <p:nvSpPr>
          <p:cNvPr id="1049372" name="Text Box 48"/>
          <p:cNvSpPr txBox="1">
            <a:spLocks noChangeArrowheads="1"/>
          </p:cNvSpPr>
          <p:nvPr/>
        </p:nvSpPr>
        <p:spPr bwMode="auto">
          <a:xfrm>
            <a:off x="2992440" y="5848350"/>
            <a:ext cx="3049587" cy="579438"/>
          </a:xfrm>
          <a:prstGeom prst="rect"/>
          <a:noFill/>
          <a:ln>
            <a:noFill/>
          </a:ln>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rgbClr val="0000CC"/>
                </a:solidFill>
                <a:latin typeface="Times New Roman" panose="02020603050405020304" pitchFamily="18" charset="0"/>
                <a:ea typeface="仿宋_GB2312" pitchFamily="49" charset="-122"/>
              </a:rPr>
              <a:t>(c) </a:t>
            </a:r>
            <a:r>
              <a:rPr altLang="en-US" b="1" sz="2800" kumimoji="1" lang="zh-CN">
                <a:solidFill>
                  <a:srgbClr val="0000CC"/>
                </a:solidFill>
                <a:latin typeface="Times New Roman" panose="02020603050405020304" pitchFamily="18" charset="0"/>
                <a:ea typeface="仿宋_GB2312" pitchFamily="49" charset="-122"/>
              </a:rPr>
              <a:t>建立</a:t>
            </a:r>
            <a:r>
              <a:rPr altLang="zh-CN" b="1" sz="2800" i="1" kumimoji="1" lang="en-US">
                <a:solidFill>
                  <a:srgbClr val="0000CC"/>
                </a:solidFill>
                <a:latin typeface="Times New Roman" panose="02020603050405020304" pitchFamily="18" charset="0"/>
                <a:ea typeface="仿宋_GB2312" pitchFamily="49" charset="-122"/>
              </a:rPr>
              <a:t>a</a:t>
            </a:r>
            <a:r>
              <a:rPr altLang="zh-CN" b="1" sz="2800" kumimoji="1" lang="en-US">
                <a:solidFill>
                  <a:srgbClr val="0000CC"/>
                </a:solidFill>
                <a:latin typeface="Times New Roman" panose="02020603050405020304" pitchFamily="18" charset="0"/>
                <a:ea typeface="仿宋_GB2312" pitchFamily="49" charset="-122"/>
              </a:rPr>
              <a:t>[</a:t>
            </a:r>
            <a:r>
              <a:rPr altLang="zh-CN" b="1" sz="2800" i="1" kumimoji="1" lang="en-US">
                <a:solidFill>
                  <a:srgbClr val="0000CC"/>
                </a:solidFill>
                <a:latin typeface="Times New Roman" panose="02020603050405020304" pitchFamily="18" charset="0"/>
                <a:ea typeface="仿宋_GB2312" pitchFamily="49" charset="-122"/>
              </a:rPr>
              <a:t>i</a:t>
            </a:r>
            <a:r>
              <a:rPr altLang="zh-CN" b="1" sz="2800" kumimoji="1" lang="en-US">
                <a:solidFill>
                  <a:srgbClr val="0000CC"/>
                </a:solidFill>
                <a:latin typeface="Times New Roman" panose="02020603050405020304" pitchFamily="18" charset="0"/>
                <a:ea typeface="仿宋_GB2312" pitchFamily="49" charset="-122"/>
              </a:rPr>
              <a:t>][</a:t>
            </a:r>
            <a:r>
              <a:rPr altLang="zh-CN" b="1" sz="2800" i="1" kumimoji="1" lang="en-US">
                <a:solidFill>
                  <a:srgbClr val="0000CC"/>
                </a:solidFill>
                <a:latin typeface="Times New Roman" panose="02020603050405020304" pitchFamily="18" charset="0"/>
                <a:ea typeface="仿宋_GB2312" pitchFamily="49" charset="-122"/>
              </a:rPr>
              <a:t>j</a:t>
            </a:r>
            <a:r>
              <a:rPr altLang="zh-CN" b="1" sz="2800" kumimoji="1" lang="en-US">
                <a:solidFill>
                  <a:srgbClr val="0000CC"/>
                </a:solidFill>
                <a:latin typeface="Times New Roman" panose="02020603050405020304" pitchFamily="18" charset="0"/>
                <a:ea typeface="仿宋_GB2312" pitchFamily="49" charset="-122"/>
              </a:rPr>
              <a:t>]</a:t>
            </a:r>
            <a:r>
              <a:rPr altLang="en-US" b="1" sz="2800" kumimoji="1" lang="zh-CN">
                <a:solidFill>
                  <a:srgbClr val="0000CC"/>
                </a:solidFill>
                <a:latin typeface="Times New Roman" panose="02020603050405020304" pitchFamily="18" charset="0"/>
                <a:ea typeface="仿宋_GB2312" pitchFamily="49" charset="-122"/>
              </a:rPr>
              <a:t>结点</a:t>
            </a:r>
            <a:r>
              <a:rPr altLang="en-US" kumimoji="1" lang="zh-CN">
                <a:latin typeface="Times New Roman" panose="02020603050405020304" pitchFamily="18" charset="0"/>
              </a:rPr>
              <a:t> </a:t>
            </a:r>
          </a:p>
        </p:txBody>
      </p:sp>
      <p:sp>
        <p:nvSpPr>
          <p:cNvPr id="1049373" name="Rectangle 49"/>
          <p:cNvSpPr>
            <a:spLocks noChangeArrowheads="1"/>
          </p:cNvSpPr>
          <p:nvPr/>
        </p:nvSpPr>
        <p:spPr bwMode="auto">
          <a:xfrm>
            <a:off x="1143000" y="381002"/>
            <a:ext cx="4495800" cy="705457"/>
          </a:xfrm>
          <a:prstGeom prst="rect"/>
          <a:noFill/>
          <a:ln w="12700">
            <a:noFill/>
            <a:miter lim="800000"/>
            <a:headEnd/>
            <a:tailEnd/>
          </a:ln>
          <a:effectLst/>
        </p:spPr>
        <p:txBody>
          <a:bodyPr bIns="44517" lIns="90623" rIns="90623" tIns="44517">
            <a:spAutoFit/>
          </a:bodyPr>
          <a:p>
            <a:pPr>
              <a:spcBef>
                <a:spcPct val="20000"/>
              </a:spcBef>
              <a:buClr>
                <a:schemeClr val="tx1"/>
              </a:buClr>
              <a:buSzPct val="100000"/>
              <a:buFontTx/>
              <a:buChar char="•"/>
            </a:pPr>
            <a:r>
              <a:rPr altLang="en-US" b="1" sz="4000" lang="zh-CN">
                <a:solidFill>
                  <a:srgbClr val="0000CC"/>
                </a:solidFill>
                <a:effectLst>
                  <a:outerShdw algn="tl" blurRad="38100" dir="2700000" dist="38100">
                    <a:srgbClr val="C0C0C0"/>
                  </a:outerShdw>
                </a:effectLst>
                <a:latin typeface="Times New Roman" pitchFamily="18" charset="0"/>
                <a:ea typeface="仿宋_GB2312" pitchFamily="49" charset="-122"/>
              </a:rPr>
              <a:t> 稀疏矩阵的结点</a:t>
            </a:r>
          </a:p>
        </p:txBody>
      </p:sp>
      <p:graphicFrame>
        <p:nvGraphicFramePr>
          <p:cNvPr id="4194327" name="Group 18"/>
          <p:cNvGraphicFramePr>
            <a:graphicFrameLocks noGrp="1"/>
          </p:cNvGraphicFramePr>
          <p:nvPr/>
        </p:nvGraphicFramePr>
        <p:xfrm>
          <a:off x="4614863" y="1647825"/>
          <a:ext cx="4343400" cy="1346200"/>
        </p:xfrm>
        <a:graphic>
          <a:graphicData uri="http://schemas.openxmlformats.org/drawingml/2006/table">
            <a:tbl>
              <a:tblPr/>
              <a:tblGrid>
                <a:gridCol w="1447800"/>
                <a:gridCol w="1447800"/>
                <a:gridCol w="1447800"/>
              </a:tblGrid>
              <a:tr h="673100">
                <a:tc>
                  <a:txBody>
                    <a:bodyPr/>
                    <a:p>
                      <a:pPr algn="ctr" defTabSz="915988" eaLnBrk="1" fontAlgn="base" hangingPunct="1" indent="0" latinLnBrk="0" lvl="0" marL="0" marR="0" rtl="0">
                        <a:lnSpc>
                          <a:spcPct val="100000"/>
                        </a:lnSpc>
                        <a:spcBef>
                          <a:spcPct val="20000"/>
                        </a:spcBef>
                        <a:spcAft>
                          <a:spcPct val="0"/>
                        </a:spcAft>
                        <a:buClr>
                          <a:schemeClr val="tx1"/>
                        </a:buClr>
                        <a:buSzPct val="110000"/>
                        <a:buFont typeface="Geneva" charset="0"/>
                        <a:buNone/>
                      </a:pPr>
                      <a:r>
                        <a:rPr altLang="zh-CN" baseline="0" b="0" cap="none" sz="3600" i="1" kumimoji="0" lang="en-US" normalizeH="0" strike="noStrike" u="none">
                          <a:ln>
                            <a:noFill/>
                          </a:ln>
                          <a:solidFill>
                            <a:schemeClr val="tx1"/>
                          </a:solidFill>
                          <a:effectLst/>
                          <a:latin typeface="Times New Roman" pitchFamily="18" charset="0"/>
                          <a:ea typeface="华文中宋" pitchFamily="2" charset="-122"/>
                        </a:rPr>
                        <a:t>head</a:t>
                      </a:r>
                    </a:p>
                  </a:txBody>
                  <a:tcPr marL="90623" marR="90623" marT="44517" marB="445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5988" eaLnBrk="1" fontAlgn="base" hangingPunct="1" indent="0" latinLnBrk="0" lvl="0" marL="0" marR="0" rtl="0">
                        <a:lnSpc>
                          <a:spcPct val="100000"/>
                        </a:lnSpc>
                        <a:spcBef>
                          <a:spcPct val="20000"/>
                        </a:spcBef>
                        <a:spcAft>
                          <a:spcPct val="0"/>
                        </a:spcAft>
                        <a:buClr>
                          <a:schemeClr val="tx1"/>
                        </a:buClr>
                        <a:buSzPct val="110000"/>
                        <a:buFont typeface="Geneva" charset="0"/>
                        <a:buNone/>
                      </a:pPr>
                      <a:r>
                        <a:rPr altLang="zh-CN" baseline="0" b="0" cap="none" sz="3600" i="1" kumimoji="0" lang="en-US" normalizeH="0" strike="noStrike" u="none">
                          <a:ln>
                            <a:noFill/>
                          </a:ln>
                          <a:solidFill>
                            <a:schemeClr val="tx1"/>
                          </a:solidFill>
                          <a:effectLst/>
                          <a:latin typeface="Times New Roman" pitchFamily="18" charset="0"/>
                          <a:ea typeface="华文中宋" pitchFamily="2" charset="-122"/>
                        </a:rPr>
                        <a:t>row</a:t>
                      </a:r>
                    </a:p>
                  </a:txBody>
                  <a:tcPr marL="90623" marR="90623" marT="44517" marB="445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5988" eaLnBrk="1" fontAlgn="base" hangingPunct="1" indent="0" latinLnBrk="0" lvl="0" marL="0" marR="0" rtl="0">
                        <a:lnSpc>
                          <a:spcPct val="100000"/>
                        </a:lnSpc>
                        <a:spcBef>
                          <a:spcPct val="20000"/>
                        </a:spcBef>
                        <a:spcAft>
                          <a:spcPct val="0"/>
                        </a:spcAft>
                        <a:buClr>
                          <a:schemeClr val="tx1"/>
                        </a:buClr>
                        <a:buSzPct val="110000"/>
                        <a:buFont typeface="Geneva" charset="0"/>
                        <a:buNone/>
                      </a:pPr>
                      <a:r>
                        <a:rPr altLang="zh-CN" baseline="0" b="0" cap="none" sz="3600" i="1" kumimoji="0" lang="en-US" normalizeH="0" strike="noStrike" u="none">
                          <a:ln>
                            <a:noFill/>
                          </a:ln>
                          <a:solidFill>
                            <a:schemeClr val="tx1"/>
                          </a:solidFill>
                          <a:effectLst/>
                          <a:latin typeface="Times New Roman" pitchFamily="18" charset="0"/>
                          <a:ea typeface="华文中宋" pitchFamily="2" charset="-122"/>
                        </a:rPr>
                        <a:t>col</a:t>
                      </a:r>
                    </a:p>
                  </a:txBody>
                  <a:tcPr marL="90623" marR="90623" marT="44517" marB="445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673100">
                <a:tc>
                  <a:txBody>
                    <a:bodyPr/>
                    <a:p>
                      <a:pPr algn="ctr" defTabSz="915988" eaLnBrk="1" fontAlgn="base" hangingPunct="1" indent="0" latinLnBrk="0" lvl="0" marL="0" marR="0" rtl="0">
                        <a:lnSpc>
                          <a:spcPct val="100000"/>
                        </a:lnSpc>
                        <a:spcBef>
                          <a:spcPct val="20000"/>
                        </a:spcBef>
                        <a:spcAft>
                          <a:spcPct val="0"/>
                        </a:spcAft>
                        <a:buClr>
                          <a:schemeClr val="tx1"/>
                        </a:buClr>
                        <a:buSzPct val="110000"/>
                        <a:buFont typeface="Geneva" charset="0"/>
                        <a:buNone/>
                      </a:pPr>
                      <a:r>
                        <a:rPr altLang="zh-CN" baseline="0" b="0" cap="none" sz="3600" i="1" kumimoji="0" lang="en-US" normalizeH="0" strike="noStrike" u="none">
                          <a:ln>
                            <a:noFill/>
                          </a:ln>
                          <a:solidFill>
                            <a:schemeClr val="tx1"/>
                          </a:solidFill>
                          <a:effectLst/>
                          <a:latin typeface="Times New Roman" pitchFamily="18" charset="0"/>
                          <a:ea typeface="华文中宋" pitchFamily="2" charset="-122"/>
                        </a:rPr>
                        <a:t>down </a:t>
                      </a:r>
                    </a:p>
                  </a:txBody>
                  <a:tcPr marL="90623" marR="90623" marT="44517" marB="445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5988" eaLnBrk="1" fontAlgn="base" hangingPunct="1" indent="0" latinLnBrk="0" lvl="0" marL="0" marR="0" rtl="0">
                        <a:lnSpc>
                          <a:spcPct val="100000"/>
                        </a:lnSpc>
                        <a:spcBef>
                          <a:spcPct val="20000"/>
                        </a:spcBef>
                        <a:spcAft>
                          <a:spcPct val="0"/>
                        </a:spcAft>
                        <a:buClr>
                          <a:schemeClr val="tx1"/>
                        </a:buClr>
                        <a:buSzPct val="110000"/>
                        <a:buFont typeface="Geneva" charset="0"/>
                        <a:buNone/>
                      </a:pPr>
                      <a:r>
                        <a:rPr altLang="zh-CN" baseline="0" b="0" cap="none" sz="3600" i="1" kumimoji="0" lang="en-US" normalizeH="0" strike="noStrike" u="none">
                          <a:ln>
                            <a:noFill/>
                          </a:ln>
                          <a:solidFill>
                            <a:schemeClr val="tx1"/>
                          </a:solidFill>
                          <a:effectLst/>
                          <a:latin typeface="Times New Roman" pitchFamily="18" charset="0"/>
                          <a:ea typeface="华文中宋" pitchFamily="2" charset="-122"/>
                        </a:rPr>
                        <a:t>value</a:t>
                      </a:r>
                    </a:p>
                  </a:txBody>
                  <a:tcPr marL="90623" marR="90623" marT="44517" marB="445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5988" eaLnBrk="1" fontAlgn="base" hangingPunct="1" indent="0" latinLnBrk="0" lvl="0" marL="0" marR="0" rtl="0">
                        <a:lnSpc>
                          <a:spcPct val="100000"/>
                        </a:lnSpc>
                        <a:spcBef>
                          <a:spcPct val="20000"/>
                        </a:spcBef>
                        <a:spcAft>
                          <a:spcPct val="0"/>
                        </a:spcAft>
                        <a:buClr>
                          <a:schemeClr val="tx1"/>
                        </a:buClr>
                        <a:buSzPct val="110000"/>
                        <a:buFont typeface="Geneva" charset="0"/>
                        <a:buNone/>
                      </a:pPr>
                      <a:r>
                        <a:rPr altLang="zh-CN" baseline="0" b="0" cap="none" sz="3600" i="1" kumimoji="0" lang="en-US" normalizeH="0" strike="noStrike" u="none">
                          <a:ln>
                            <a:noFill/>
                          </a:ln>
                          <a:solidFill>
                            <a:schemeClr val="tx1"/>
                          </a:solidFill>
                          <a:effectLst/>
                          <a:latin typeface="Times New Roman" pitchFamily="18" charset="0"/>
                          <a:ea typeface="华文中宋" pitchFamily="2" charset="-122"/>
                        </a:rPr>
                        <a:t>right</a:t>
                      </a:r>
                    </a:p>
                  </a:txBody>
                  <a:tcPr marL="90623" marR="90623" marT="44517" marB="445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bl>
          </a:graphicData>
        </a:graphic>
      </p:graphicFrame>
      <p:graphicFrame>
        <p:nvGraphicFramePr>
          <p:cNvPr id="4194328" name="Group 32"/>
          <p:cNvGraphicFramePr>
            <a:graphicFrameLocks noGrp="1"/>
          </p:cNvGraphicFramePr>
          <p:nvPr/>
        </p:nvGraphicFramePr>
        <p:xfrm>
          <a:off x="544513" y="1670052"/>
          <a:ext cx="3084512" cy="1338263"/>
        </p:xfrm>
        <a:graphic>
          <a:graphicData uri="http://schemas.openxmlformats.org/drawingml/2006/table">
            <a:tbl>
              <a:tblPr/>
              <a:tblGrid>
                <a:gridCol w="1543050"/>
                <a:gridCol w="1541462"/>
              </a:tblGrid>
              <a:tr h="665163">
                <a:tc>
                  <a:txBody>
                    <a:bodyPr/>
                    <a:p>
                      <a:pPr algn="ctr" defTabSz="915988" eaLnBrk="1" fontAlgn="base" hangingPunct="1" indent="0" latinLnBrk="0" lvl="0" marL="0" marR="0" rtl="0">
                        <a:lnSpc>
                          <a:spcPct val="100000"/>
                        </a:lnSpc>
                        <a:spcBef>
                          <a:spcPct val="20000"/>
                        </a:spcBef>
                        <a:spcAft>
                          <a:spcPct val="0"/>
                        </a:spcAft>
                        <a:buClr>
                          <a:schemeClr val="tx1"/>
                        </a:buClr>
                        <a:buSzPct val="110000"/>
                        <a:buFont typeface="Geneva" charset="0"/>
                        <a:buNone/>
                      </a:pPr>
                      <a:r>
                        <a:rPr altLang="zh-CN" baseline="0" b="0" cap="none" sz="3600" i="1" kumimoji="0" lang="en-US" normalizeH="0" strike="noStrike" u="none">
                          <a:ln>
                            <a:noFill/>
                          </a:ln>
                          <a:solidFill>
                            <a:schemeClr val="tx1"/>
                          </a:solidFill>
                          <a:effectLst/>
                          <a:latin typeface="Times New Roman" pitchFamily="18" charset="0"/>
                          <a:ea typeface="华文中宋" pitchFamily="2" charset="-122"/>
                        </a:rPr>
                        <a:t>head</a:t>
                      </a:r>
                    </a:p>
                  </a:txBody>
                  <a:tcPr marL="90623" marR="90623" marT="44517" marB="445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5988" eaLnBrk="1" fontAlgn="base" hangingPunct="1" indent="0" latinLnBrk="0" lvl="0" marL="0" marR="0" rtl="0">
                        <a:lnSpc>
                          <a:spcPct val="100000"/>
                        </a:lnSpc>
                        <a:spcBef>
                          <a:spcPct val="20000"/>
                        </a:spcBef>
                        <a:spcAft>
                          <a:spcPct val="0"/>
                        </a:spcAft>
                        <a:buClr>
                          <a:schemeClr val="tx1"/>
                        </a:buClr>
                        <a:buSzPct val="110000"/>
                        <a:buFont typeface="Geneva" charset="0"/>
                        <a:buNone/>
                      </a:pPr>
                      <a:r>
                        <a:rPr altLang="zh-CN" baseline="0" b="0" cap="none" sz="3600" i="1" kumimoji="0" lang="en-US" normalizeH="0" strike="noStrike" u="none">
                          <a:ln>
                            <a:noFill/>
                          </a:ln>
                          <a:solidFill>
                            <a:schemeClr val="tx1"/>
                          </a:solidFill>
                          <a:effectLst/>
                          <a:latin typeface="Times New Roman" pitchFamily="18" charset="0"/>
                          <a:ea typeface="华文中宋" pitchFamily="2" charset="-122"/>
                        </a:rPr>
                        <a:t>next</a:t>
                      </a:r>
                    </a:p>
                  </a:txBody>
                  <a:tcPr marL="90623" marR="90623" marT="44517" marB="445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673100">
                <a:tc>
                  <a:txBody>
                    <a:bodyPr/>
                    <a:p>
                      <a:pPr algn="ctr" defTabSz="915988" eaLnBrk="1" fontAlgn="base" hangingPunct="1" indent="0" latinLnBrk="0" lvl="0" marL="0" marR="0" rtl="0">
                        <a:lnSpc>
                          <a:spcPct val="100000"/>
                        </a:lnSpc>
                        <a:spcBef>
                          <a:spcPct val="20000"/>
                        </a:spcBef>
                        <a:spcAft>
                          <a:spcPct val="0"/>
                        </a:spcAft>
                        <a:buClr>
                          <a:schemeClr val="tx1"/>
                        </a:buClr>
                        <a:buSzPct val="110000"/>
                        <a:buFont typeface="Geneva" charset="0"/>
                        <a:buNone/>
                      </a:pPr>
                      <a:r>
                        <a:rPr altLang="zh-CN" baseline="0" b="0" cap="none" sz="3600" i="1" kumimoji="0" lang="en-US" normalizeH="0" strike="noStrike" u="none">
                          <a:ln>
                            <a:noFill/>
                          </a:ln>
                          <a:solidFill>
                            <a:schemeClr val="tx1"/>
                          </a:solidFill>
                          <a:effectLst/>
                          <a:latin typeface="Times New Roman" pitchFamily="18" charset="0"/>
                          <a:ea typeface="华文中宋" pitchFamily="2" charset="-122"/>
                        </a:rPr>
                        <a:t>down </a:t>
                      </a:r>
                    </a:p>
                  </a:txBody>
                  <a:tcPr marL="90623" marR="90623" marT="44517" marB="445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5988" eaLnBrk="1" fontAlgn="base" hangingPunct="1" indent="0" latinLnBrk="0" lvl="0" marL="0" marR="0" rtl="0">
                        <a:lnSpc>
                          <a:spcPct val="100000"/>
                        </a:lnSpc>
                        <a:spcBef>
                          <a:spcPct val="20000"/>
                        </a:spcBef>
                        <a:spcAft>
                          <a:spcPct val="0"/>
                        </a:spcAft>
                        <a:buClr>
                          <a:schemeClr val="tx1"/>
                        </a:buClr>
                        <a:buSzPct val="110000"/>
                        <a:buFont typeface="Geneva" charset="0"/>
                        <a:buNone/>
                      </a:pPr>
                      <a:r>
                        <a:rPr altLang="zh-CN" baseline="0" b="0" cap="none" sz="3600" i="1" kumimoji="0" lang="en-US" normalizeH="0" strike="noStrike" u="none">
                          <a:ln>
                            <a:noFill/>
                          </a:ln>
                          <a:solidFill>
                            <a:schemeClr val="tx1"/>
                          </a:solidFill>
                          <a:effectLst/>
                          <a:latin typeface="Times New Roman" pitchFamily="18" charset="0"/>
                          <a:ea typeface="华文中宋" pitchFamily="2" charset="-122"/>
                        </a:rPr>
                        <a:t>right</a:t>
                      </a:r>
                    </a:p>
                  </a:txBody>
                  <a:tcPr marL="90623" marR="90623" marT="44517" marB="445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241" name=""/>
        <p:cNvGrpSpPr/>
        <p:nvPr/>
      </p:nvGrpSpPr>
      <p:grpSpPr>
        <a:xfrm>
          <a:off x="0" y="0"/>
          <a:ext cx="0" cy="0"/>
          <a:chOff x="0" y="0"/>
          <a:chExt cx="0" cy="0"/>
        </a:xfrm>
      </p:grpSpPr>
      <p:pic>
        <p:nvPicPr>
          <p:cNvPr id="2097199" name="Picture 2"/>
          <p:cNvPicPr>
            <a:picLocks noChangeAspect="1" noChangeArrowheads="1"/>
          </p:cNvPicPr>
          <p:nvPr/>
        </p:nvPicPr>
        <p:blipFill>
          <a:blip xmlns:r="http://schemas.openxmlformats.org/officeDocument/2006/relationships" r:embed="rId1"/>
          <a:srcRect/>
          <a:stretch>
            <a:fillRect/>
          </a:stretch>
        </p:blipFill>
        <p:spPr bwMode="auto">
          <a:xfrm>
            <a:off x="0" y="914400"/>
            <a:ext cx="9144000" cy="3352800"/>
          </a:xfrm>
          <a:prstGeom prst="rect"/>
          <a:noFill/>
          <a:ln>
            <a:noFill/>
          </a:ln>
        </p:spPr>
      </p:pic>
      <p:pic>
        <p:nvPicPr>
          <p:cNvPr id="2097200" name="Picture 3"/>
          <p:cNvPicPr>
            <a:picLocks noChangeAspect="1" noChangeArrowheads="1"/>
          </p:cNvPicPr>
          <p:nvPr/>
        </p:nvPicPr>
        <p:blipFill>
          <a:blip xmlns:r="http://schemas.openxmlformats.org/officeDocument/2006/relationships" r:embed="rId2"/>
          <a:srcRect/>
          <a:stretch>
            <a:fillRect/>
          </a:stretch>
        </p:blipFill>
        <p:spPr bwMode="auto">
          <a:xfrm>
            <a:off x="0" y="4267200"/>
            <a:ext cx="9144000" cy="2362200"/>
          </a:xfrm>
          <a:prstGeom prst="rect"/>
          <a:noFill/>
          <a:ln>
            <a:noFill/>
          </a:ln>
        </p:spPr>
      </p:pic>
      <p:sp>
        <p:nvSpPr>
          <p:cNvPr id="1049374" name="Text Box 4"/>
          <p:cNvSpPr txBox="1">
            <a:spLocks noChangeArrowheads="1"/>
          </p:cNvSpPr>
          <p:nvPr/>
        </p:nvSpPr>
        <p:spPr bwMode="auto">
          <a:xfrm>
            <a:off x="228600" y="228602"/>
            <a:ext cx="7848600" cy="663575"/>
          </a:xfrm>
          <a:prstGeom prst="rect"/>
          <a:noFill/>
          <a:ln w="9525">
            <a:noFill/>
            <a:miter lim="800000"/>
            <a:headEnd/>
            <a:tailEnd/>
          </a:ln>
        </p:spPr>
        <p:txBody>
          <a:bodyPr bIns="56473" lIns="112947" rIns="112947" tIns="56473">
            <a:spAutoFit/>
          </a:bodyPr>
          <a:p>
            <a:pPr defTabSz="1128713"/>
            <a:r>
              <a:rPr altLang="en-US" b="1" sz="3600" kumimoji="1" lang="zh-CN">
                <a:solidFill>
                  <a:schemeClr val="hlink"/>
                </a:solidFill>
                <a:effectLst>
                  <a:outerShdw algn="tl" blurRad="38100" dir="2700000" dist="38100">
                    <a:srgbClr val="C0C0C0"/>
                  </a:outerShdw>
                </a:effectLst>
                <a:latin typeface="Times New Roman" pitchFamily="18" charset="0"/>
                <a:ea typeface="仿宋_GB2312" pitchFamily="49" charset="-122"/>
              </a:rPr>
              <a:t>稀疏矩阵的正交链表表示的示例</a:t>
            </a:r>
            <a:endParaRPr altLang="en-US" sz="3600" kumimoji="1" lang="zh-CN">
              <a:latin typeface="Times New Roman" pitchFamily="18" charset="0"/>
              <a:ea typeface="仿宋_GB2312" pitchFamily="49" charset="-122"/>
            </a:endParaRPr>
          </a:p>
        </p:txBody>
      </p:sp>
      <p:sp>
        <p:nvSpPr>
          <p:cNvPr id="1049375" name="AutoShape 5">
            <a:hlinkClick r:id="rId3" action="ppaction://hlinksldjump" highlightClick="1"/>
          </p:cNvPr>
          <p:cNvSpPr>
            <a:spLocks noChangeArrowheads="1"/>
          </p:cNvSpPr>
          <p:nvPr/>
        </p:nvSpPr>
        <p:spPr bwMode="auto">
          <a:xfrm>
            <a:off x="8334375" y="6353175"/>
            <a:ext cx="579438" cy="350838"/>
          </a:xfrm>
          <a:prstGeom prst="actionButtonBackPrevious"/>
          <a:solidFill>
            <a:srgbClr val="C0C0C0"/>
          </a:solidFill>
          <a:ln w="0">
            <a:solidFill>
              <a:srgbClr val="FFFFFF"/>
            </a:solidFill>
            <a:miter lim="800000"/>
            <a:headEnd/>
            <a:tailEnd/>
          </a:ln>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242" name=""/>
        <p:cNvGrpSpPr/>
        <p:nvPr/>
      </p:nvGrpSpPr>
      <p:grpSpPr>
        <a:xfrm>
          <a:off x="0" y="0"/>
          <a:ext cx="0" cy="0"/>
          <a:chOff x="0" y="0"/>
          <a:chExt cx="0" cy="0"/>
        </a:xfrm>
      </p:grpSpPr>
      <p:sp>
        <p:nvSpPr>
          <p:cNvPr id="1049376" name="Rectangle 2"/>
          <p:cNvSpPr>
            <a:spLocks noGrp="1" noChangeArrowheads="1"/>
          </p:cNvSpPr>
          <p:nvPr>
            <p:ph type="title"/>
          </p:nvPr>
        </p:nvSpPr>
        <p:spPr>
          <a:xfrm>
            <a:off x="2362200" y="274638"/>
            <a:ext cx="4267200" cy="855662"/>
          </a:xfrm>
        </p:spPr>
        <p:txBody>
          <a:bodyPr/>
          <a:p>
            <a:pPr eaLnBrk="1" hangingPunct="1"/>
            <a:r>
              <a:rPr altLang="en-US" b="1" lang="zh-CN">
                <a:solidFill>
                  <a:srgbClr val="CC0000"/>
                </a:solidFill>
                <a:latin typeface="华文新魏" panose="02010800040101010101" pitchFamily="2" charset="-122"/>
                <a:ea typeface="华文新魏" panose="02010800040101010101" pitchFamily="2" charset="-122"/>
              </a:rPr>
              <a:t>字符串 </a:t>
            </a:r>
            <a:r>
              <a:rPr altLang="zh-CN" b="1" lang="en-US">
                <a:solidFill>
                  <a:srgbClr val="CC0000"/>
                </a:solidFill>
                <a:latin typeface="华文新魏" panose="02010800040101010101" pitchFamily="2" charset="-122"/>
                <a:ea typeface="华文新魏" panose="02010800040101010101" pitchFamily="2" charset="-122"/>
              </a:rPr>
              <a:t>(String)</a:t>
            </a:r>
            <a:endParaRPr altLang="zh-CN" sz="4800" lang="en-US">
              <a:latin typeface="华文新魏" panose="02010800040101010101" pitchFamily="2" charset="-122"/>
              <a:ea typeface="华文新魏" panose="02010800040101010101" pitchFamily="2" charset="-122"/>
            </a:endParaRPr>
          </a:p>
        </p:txBody>
      </p:sp>
      <p:sp>
        <p:nvSpPr>
          <p:cNvPr id="1049377" name="Rectangle 3"/>
          <p:cNvSpPr>
            <a:spLocks noGrp="1" noChangeArrowheads="1"/>
          </p:cNvSpPr>
          <p:nvPr>
            <p:ph idx="1"/>
          </p:nvPr>
        </p:nvSpPr>
        <p:spPr>
          <a:xfrm>
            <a:off x="673100" y="1371600"/>
            <a:ext cx="8153400" cy="4940300"/>
          </a:xfrm>
        </p:spPr>
        <p:txBody>
          <a:bodyPr/>
          <a:p>
            <a:pPr eaLnBrk="1" hangingPunct="1">
              <a:lnSpc>
                <a:spcPct val="110000"/>
              </a:lnSpc>
              <a:spcBef>
                <a:spcPct val="5000"/>
              </a:spcBef>
              <a:buClr>
                <a:srgbClr val="990099"/>
              </a:buClr>
              <a:buSzPct val="50000"/>
            </a:pPr>
            <a:r>
              <a:rPr altLang="en-US" b="1" sz="3000" lang="zh-CN">
                <a:solidFill>
                  <a:srgbClr val="000099"/>
                </a:solidFill>
                <a:latin typeface="Times New Roman" pitchFamily="18" charset="0"/>
                <a:ea typeface="仿宋_GB2312" pitchFamily="49" charset="-122"/>
              </a:rPr>
              <a:t>字符串是</a:t>
            </a:r>
            <a:r>
              <a:rPr altLang="en-US" b="1" sz="3000" lang="zh-CN">
                <a:solidFill>
                  <a:schemeClr val="tx2"/>
                </a:solidFill>
                <a:latin typeface="Times New Roman" pitchFamily="18" charset="0"/>
                <a:ea typeface="仿宋_GB2312" pitchFamily="49" charset="-122"/>
              </a:rPr>
              <a:t> </a:t>
            </a:r>
            <a:r>
              <a:rPr altLang="zh-CN" b="1" sz="3000" i="1" lang="en-US">
                <a:solidFill>
                  <a:schemeClr val="tx2"/>
                </a:solidFill>
                <a:latin typeface="Times New Roman" pitchFamily="18" charset="0"/>
                <a:ea typeface="仿宋_GB2312" pitchFamily="49" charset="-122"/>
              </a:rPr>
              <a:t>n</a:t>
            </a:r>
            <a:r>
              <a:rPr altLang="zh-CN" b="1" sz="3000" lang="en-US">
                <a:latin typeface="Times New Roman" pitchFamily="18" charset="0"/>
                <a:ea typeface="仿宋_GB2312" pitchFamily="49" charset="-122"/>
              </a:rPr>
              <a:t> </a:t>
            </a:r>
            <a:r>
              <a:rPr altLang="zh-CN" b="1" sz="3000" lang="en-US">
                <a:solidFill>
                  <a:srgbClr val="000099"/>
                </a:solidFill>
                <a:latin typeface="Times New Roman" pitchFamily="18" charset="0"/>
                <a:ea typeface="仿宋_GB2312" pitchFamily="49" charset="-122"/>
              </a:rPr>
              <a:t>( </a:t>
            </a:r>
            <a:r>
              <a:rPr altLang="zh-CN" b="1" sz="3000" lang="en-US">
                <a:solidFill>
                  <a:schemeClr val="tx2"/>
                </a:solidFill>
                <a:latin typeface="Times New Roman" pitchFamily="18" charset="0"/>
                <a:ea typeface="仿宋_GB2312" pitchFamily="49" charset="-122"/>
                <a:sym typeface="Symbol" pitchFamily="18" charset="2"/>
              </a:rPr>
              <a:t> 0</a:t>
            </a:r>
            <a:r>
              <a:rPr altLang="zh-CN" b="1" sz="3000" lang="en-US">
                <a:latin typeface="Times New Roman" pitchFamily="18" charset="0"/>
                <a:ea typeface="仿宋_GB2312" pitchFamily="49" charset="-122"/>
                <a:sym typeface="Symbol" pitchFamily="18" charset="2"/>
              </a:rPr>
              <a:t> </a:t>
            </a:r>
            <a:r>
              <a:rPr altLang="zh-CN" b="1" sz="3000" lang="en-US">
                <a:solidFill>
                  <a:srgbClr val="000099"/>
                </a:solidFill>
                <a:latin typeface="Times New Roman" pitchFamily="18" charset="0"/>
                <a:ea typeface="仿宋_GB2312" pitchFamily="49" charset="-122"/>
                <a:sym typeface="Symbol" pitchFamily="18" charset="2"/>
              </a:rPr>
              <a:t>) </a:t>
            </a:r>
            <a:r>
              <a:rPr altLang="en-US" b="1" sz="3000" lang="zh-CN">
                <a:solidFill>
                  <a:srgbClr val="000099"/>
                </a:solidFill>
                <a:latin typeface="Times New Roman" pitchFamily="18" charset="0"/>
                <a:ea typeface="仿宋_GB2312" pitchFamily="49" charset="-122"/>
                <a:sym typeface="Symbol" pitchFamily="18" charset="2"/>
              </a:rPr>
              <a:t>个字符的有限序列，</a:t>
            </a:r>
          </a:p>
          <a:p>
            <a:pPr eaLnBrk="1" hangingPunct="1">
              <a:lnSpc>
                <a:spcPct val="110000"/>
              </a:lnSpc>
              <a:spcBef>
                <a:spcPct val="5000"/>
              </a:spcBef>
              <a:buFontTx/>
              <a:buNone/>
            </a:pPr>
            <a:r>
              <a:rPr altLang="en-US" b="1" sz="3000" lang="zh-CN">
                <a:solidFill>
                  <a:srgbClr val="000099"/>
                </a:solidFill>
                <a:latin typeface="Times New Roman" pitchFamily="18" charset="0"/>
                <a:ea typeface="仿宋_GB2312" pitchFamily="49" charset="-122"/>
                <a:sym typeface="Symbol" pitchFamily="18" charset="2"/>
              </a:rPr>
              <a:t>    记作</a:t>
            </a:r>
            <a:r>
              <a:rPr altLang="en-US" b="1" sz="3000" lang="zh-CN">
                <a:latin typeface="Times New Roman" pitchFamily="18" charset="0"/>
                <a:ea typeface="仿宋_GB2312" pitchFamily="49" charset="-122"/>
                <a:sym typeface="Symbol" pitchFamily="18" charset="2"/>
              </a:rPr>
              <a:t>   </a:t>
            </a:r>
            <a:r>
              <a:rPr altLang="zh-CN" b="1" sz="3000" lang="en-US">
                <a:solidFill>
                  <a:schemeClr val="tx2"/>
                </a:solidFill>
                <a:latin typeface="Times New Roman" pitchFamily="18" charset="0"/>
                <a:ea typeface="仿宋_GB2312" pitchFamily="49" charset="-122"/>
                <a:sym typeface="Symbol" pitchFamily="18" charset="2"/>
              </a:rPr>
              <a:t>S : “c</a:t>
            </a:r>
            <a:r>
              <a:rPr altLang="zh-CN" baseline="-25000" b="1" sz="3000" lang="en-US">
                <a:solidFill>
                  <a:schemeClr val="tx2"/>
                </a:solidFill>
                <a:latin typeface="Times New Roman" pitchFamily="18" charset="0"/>
                <a:ea typeface="仿宋_GB2312" pitchFamily="49" charset="-122"/>
                <a:sym typeface="Symbol" pitchFamily="18" charset="2"/>
              </a:rPr>
              <a:t>1</a:t>
            </a:r>
            <a:r>
              <a:rPr altLang="zh-CN" b="1" sz="3000" lang="en-US">
                <a:solidFill>
                  <a:schemeClr val="tx2"/>
                </a:solidFill>
                <a:latin typeface="Times New Roman" pitchFamily="18" charset="0"/>
                <a:ea typeface="仿宋_GB2312" pitchFamily="49" charset="-122"/>
                <a:sym typeface="Symbol" pitchFamily="18" charset="2"/>
              </a:rPr>
              <a:t>c</a:t>
            </a:r>
            <a:r>
              <a:rPr altLang="zh-CN" baseline="-25000" b="1" sz="3000" lang="en-US">
                <a:solidFill>
                  <a:schemeClr val="tx2"/>
                </a:solidFill>
                <a:latin typeface="Times New Roman" pitchFamily="18" charset="0"/>
                <a:ea typeface="仿宋_GB2312" pitchFamily="49" charset="-122"/>
                <a:sym typeface="Symbol" pitchFamily="18" charset="2"/>
              </a:rPr>
              <a:t>2</a:t>
            </a:r>
            <a:r>
              <a:rPr altLang="zh-CN" b="1" sz="3000" lang="en-US">
                <a:solidFill>
                  <a:schemeClr val="tx2"/>
                </a:solidFill>
                <a:latin typeface="Times New Roman" pitchFamily="18" charset="0"/>
                <a:ea typeface="仿宋_GB2312" pitchFamily="49" charset="-122"/>
                <a:sym typeface="Symbol" pitchFamily="18" charset="2"/>
              </a:rPr>
              <a:t>c</a:t>
            </a:r>
            <a:r>
              <a:rPr altLang="zh-CN" baseline="-25000" b="1" sz="3000" lang="en-US">
                <a:solidFill>
                  <a:schemeClr val="tx2"/>
                </a:solidFill>
                <a:latin typeface="Times New Roman" pitchFamily="18" charset="0"/>
                <a:ea typeface="仿宋_GB2312" pitchFamily="49" charset="-122"/>
                <a:sym typeface="Symbol" pitchFamily="18" charset="2"/>
              </a:rPr>
              <a:t>3</a:t>
            </a:r>
            <a:r>
              <a:rPr altLang="zh-CN" b="1" sz="3000" lang="en-US">
                <a:solidFill>
                  <a:schemeClr val="tx2"/>
                </a:solidFill>
                <a:latin typeface="Times New Roman" pitchFamily="18" charset="0"/>
                <a:ea typeface="仿宋_GB2312" pitchFamily="49" charset="-122"/>
                <a:sym typeface="Symbol" pitchFamily="18" charset="2"/>
              </a:rPr>
              <a:t>…c</a:t>
            </a:r>
            <a:r>
              <a:rPr altLang="zh-CN" baseline="-25000" b="1" sz="3000" lang="en-US">
                <a:solidFill>
                  <a:schemeClr val="tx2"/>
                </a:solidFill>
                <a:latin typeface="Times New Roman" pitchFamily="18" charset="0"/>
                <a:ea typeface="仿宋_GB2312" pitchFamily="49" charset="-122"/>
                <a:sym typeface="Symbol" pitchFamily="18" charset="2"/>
              </a:rPr>
              <a:t>n</a:t>
            </a:r>
            <a:r>
              <a:rPr altLang="zh-CN" b="1" sz="3000" lang="en-US">
                <a:solidFill>
                  <a:schemeClr val="tx2"/>
                </a:solidFill>
                <a:latin typeface="Times New Roman" pitchFamily="18" charset="0"/>
                <a:ea typeface="仿宋_GB2312" pitchFamily="49" charset="-122"/>
                <a:sym typeface="Symbol" pitchFamily="18" charset="2"/>
              </a:rPr>
              <a:t>”</a:t>
            </a:r>
          </a:p>
          <a:p>
            <a:pPr eaLnBrk="1" hangingPunct="1">
              <a:lnSpc>
                <a:spcPct val="110000"/>
              </a:lnSpc>
              <a:spcBef>
                <a:spcPct val="5000"/>
              </a:spcBef>
              <a:buFontTx/>
              <a:buNone/>
            </a:pPr>
            <a:r>
              <a:rPr altLang="zh-CN" b="1" sz="3000" lang="en-US">
                <a:solidFill>
                  <a:srgbClr val="FF3300"/>
                </a:solidFill>
                <a:latin typeface="Times New Roman" pitchFamily="18" charset="0"/>
                <a:ea typeface="仿宋_GB2312" pitchFamily="49" charset="-122"/>
                <a:sym typeface="Symbol" pitchFamily="18" charset="2"/>
              </a:rPr>
              <a:t>    </a:t>
            </a:r>
            <a:r>
              <a:rPr altLang="en-US" b="1" sz="3000" lang="zh-CN">
                <a:solidFill>
                  <a:srgbClr val="000099"/>
                </a:solidFill>
                <a:latin typeface="Times New Roman" pitchFamily="18" charset="0"/>
                <a:ea typeface="仿宋_GB2312" pitchFamily="49" charset="-122"/>
                <a:sym typeface="Symbol" pitchFamily="18" charset="2"/>
              </a:rPr>
              <a:t>其中，</a:t>
            </a:r>
            <a:r>
              <a:rPr altLang="zh-CN" b="1" sz="3000" lang="en-US">
                <a:solidFill>
                  <a:schemeClr val="tx2"/>
                </a:solidFill>
                <a:latin typeface="Times New Roman" pitchFamily="18" charset="0"/>
                <a:ea typeface="仿宋_GB2312" pitchFamily="49" charset="-122"/>
                <a:sym typeface="Symbol" pitchFamily="18" charset="2"/>
              </a:rPr>
              <a:t>S</a:t>
            </a:r>
            <a:r>
              <a:rPr altLang="zh-CN" b="1" sz="3000" lang="en-US">
                <a:solidFill>
                  <a:srgbClr val="FF3300"/>
                </a:solidFill>
                <a:latin typeface="Times New Roman" pitchFamily="18" charset="0"/>
                <a:ea typeface="仿宋_GB2312" pitchFamily="49" charset="-122"/>
                <a:sym typeface="Symbol" pitchFamily="18" charset="2"/>
              </a:rPr>
              <a:t> </a:t>
            </a:r>
            <a:r>
              <a:rPr altLang="en-US" b="1" sz="3000" lang="zh-CN">
                <a:solidFill>
                  <a:srgbClr val="000099"/>
                </a:solidFill>
                <a:latin typeface="Times New Roman" pitchFamily="18" charset="0"/>
                <a:ea typeface="仿宋_GB2312" pitchFamily="49" charset="-122"/>
                <a:sym typeface="Symbol" pitchFamily="18" charset="2"/>
              </a:rPr>
              <a:t>是串名字</a:t>
            </a:r>
          </a:p>
          <a:p>
            <a:pPr eaLnBrk="1" hangingPunct="1">
              <a:lnSpc>
                <a:spcPct val="110000"/>
              </a:lnSpc>
              <a:spcBef>
                <a:spcPct val="5000"/>
              </a:spcBef>
              <a:buFontTx/>
              <a:buNone/>
            </a:pPr>
            <a:r>
              <a:rPr altLang="en-US" b="1" sz="3000" lang="zh-CN">
                <a:latin typeface="Times New Roman" pitchFamily="18" charset="0"/>
                <a:ea typeface="仿宋_GB2312" pitchFamily="49" charset="-122"/>
                <a:sym typeface="Symbol" pitchFamily="18" charset="2"/>
              </a:rPr>
              <a:t>                </a:t>
            </a:r>
            <a:r>
              <a:rPr altLang="en-US" b="1" sz="3000" lang="zh-CN">
                <a:solidFill>
                  <a:schemeClr val="tx2"/>
                </a:solidFill>
                <a:latin typeface="Times New Roman" pitchFamily="18" charset="0"/>
                <a:ea typeface="仿宋_GB2312" pitchFamily="49" charset="-122"/>
                <a:sym typeface="Symbol" pitchFamily="18" charset="2"/>
              </a:rPr>
              <a:t>“</a:t>
            </a:r>
            <a:r>
              <a:rPr altLang="zh-CN" b="1" sz="3000" lang="en-US">
                <a:solidFill>
                  <a:schemeClr val="tx2"/>
                </a:solidFill>
                <a:latin typeface="Times New Roman" pitchFamily="18" charset="0"/>
                <a:ea typeface="仿宋_GB2312" pitchFamily="49" charset="-122"/>
                <a:sym typeface="Symbol" pitchFamily="18" charset="2"/>
              </a:rPr>
              <a:t>c</a:t>
            </a:r>
            <a:r>
              <a:rPr altLang="zh-CN" baseline="-25000" b="1" sz="3000" lang="en-US">
                <a:solidFill>
                  <a:schemeClr val="tx2"/>
                </a:solidFill>
                <a:latin typeface="Times New Roman" pitchFamily="18" charset="0"/>
                <a:ea typeface="仿宋_GB2312" pitchFamily="49" charset="-122"/>
                <a:sym typeface="Symbol" pitchFamily="18" charset="2"/>
              </a:rPr>
              <a:t>1</a:t>
            </a:r>
            <a:r>
              <a:rPr altLang="zh-CN" b="1" sz="3000" lang="en-US">
                <a:solidFill>
                  <a:schemeClr val="tx2"/>
                </a:solidFill>
                <a:latin typeface="Times New Roman" pitchFamily="18" charset="0"/>
                <a:ea typeface="仿宋_GB2312" pitchFamily="49" charset="-122"/>
                <a:sym typeface="Symbol" pitchFamily="18" charset="2"/>
              </a:rPr>
              <a:t>c</a:t>
            </a:r>
            <a:r>
              <a:rPr altLang="zh-CN" baseline="-25000" b="1" sz="3000" lang="en-US">
                <a:solidFill>
                  <a:schemeClr val="tx2"/>
                </a:solidFill>
                <a:latin typeface="Times New Roman" pitchFamily="18" charset="0"/>
                <a:ea typeface="仿宋_GB2312" pitchFamily="49" charset="-122"/>
                <a:sym typeface="Symbol" pitchFamily="18" charset="2"/>
              </a:rPr>
              <a:t>2</a:t>
            </a:r>
            <a:r>
              <a:rPr altLang="zh-CN" b="1" sz="3000" lang="en-US">
                <a:solidFill>
                  <a:schemeClr val="tx2"/>
                </a:solidFill>
                <a:latin typeface="Times New Roman" pitchFamily="18" charset="0"/>
                <a:ea typeface="仿宋_GB2312" pitchFamily="49" charset="-122"/>
                <a:sym typeface="Symbol" pitchFamily="18" charset="2"/>
              </a:rPr>
              <a:t>c</a:t>
            </a:r>
            <a:r>
              <a:rPr altLang="zh-CN" baseline="-25000" b="1" sz="3000" lang="en-US">
                <a:solidFill>
                  <a:schemeClr val="tx2"/>
                </a:solidFill>
                <a:latin typeface="Times New Roman" pitchFamily="18" charset="0"/>
                <a:ea typeface="仿宋_GB2312" pitchFamily="49" charset="-122"/>
                <a:sym typeface="Symbol" pitchFamily="18" charset="2"/>
              </a:rPr>
              <a:t>3</a:t>
            </a:r>
            <a:r>
              <a:rPr altLang="zh-CN" b="1" sz="3000" lang="en-US">
                <a:solidFill>
                  <a:schemeClr val="tx2"/>
                </a:solidFill>
                <a:latin typeface="Times New Roman" pitchFamily="18" charset="0"/>
                <a:ea typeface="仿宋_GB2312" pitchFamily="49" charset="-122"/>
                <a:sym typeface="Symbol" pitchFamily="18" charset="2"/>
              </a:rPr>
              <a:t>…c</a:t>
            </a:r>
            <a:r>
              <a:rPr altLang="zh-CN" baseline="-25000" b="1" sz="3000" lang="en-US">
                <a:solidFill>
                  <a:schemeClr val="tx2"/>
                </a:solidFill>
                <a:latin typeface="Times New Roman" pitchFamily="18" charset="0"/>
                <a:ea typeface="仿宋_GB2312" pitchFamily="49" charset="-122"/>
                <a:sym typeface="Symbol" pitchFamily="18" charset="2"/>
              </a:rPr>
              <a:t>n</a:t>
            </a:r>
            <a:r>
              <a:rPr altLang="zh-CN" b="1" sz="3000" lang="en-US">
                <a:solidFill>
                  <a:schemeClr val="tx2"/>
                </a:solidFill>
                <a:latin typeface="Times New Roman" pitchFamily="18" charset="0"/>
                <a:ea typeface="仿宋_GB2312" pitchFamily="49" charset="-122"/>
                <a:sym typeface="Symbol" pitchFamily="18" charset="2"/>
              </a:rPr>
              <a:t>”</a:t>
            </a:r>
            <a:r>
              <a:rPr altLang="en-US" b="1" sz="3000" lang="zh-CN">
                <a:solidFill>
                  <a:srgbClr val="000099"/>
                </a:solidFill>
                <a:latin typeface="Times New Roman" pitchFamily="18" charset="0"/>
                <a:ea typeface="仿宋_GB2312" pitchFamily="49" charset="-122"/>
                <a:sym typeface="Symbol" pitchFamily="18" charset="2"/>
              </a:rPr>
              <a:t>是串值</a:t>
            </a:r>
          </a:p>
          <a:p>
            <a:pPr eaLnBrk="1" hangingPunct="1">
              <a:lnSpc>
                <a:spcPct val="110000"/>
              </a:lnSpc>
              <a:spcBef>
                <a:spcPct val="5000"/>
              </a:spcBef>
              <a:buFontTx/>
              <a:buNone/>
            </a:pPr>
            <a:r>
              <a:rPr altLang="en-US" b="1" sz="3000" lang="en-US">
                <a:solidFill>
                  <a:srgbClr val="FF3300"/>
                </a:solidFill>
                <a:latin typeface="Times New Roman" pitchFamily="18" charset="0"/>
                <a:ea typeface="仿宋_GB2312" pitchFamily="49" charset="-122"/>
                <a:sym typeface="Symbol" pitchFamily="18" charset="2"/>
              </a:rPr>
              <a:t>                </a:t>
            </a:r>
            <a:r>
              <a:rPr altLang="zh-CN" b="1" sz="3000" lang="en-US">
                <a:solidFill>
                  <a:schemeClr val="tx2"/>
                </a:solidFill>
                <a:latin typeface="Times New Roman" pitchFamily="18" charset="0"/>
                <a:ea typeface="仿宋_GB2312" pitchFamily="49" charset="-122"/>
                <a:sym typeface="Symbol" pitchFamily="18" charset="2"/>
              </a:rPr>
              <a:t>c</a:t>
            </a:r>
            <a:r>
              <a:rPr altLang="zh-CN" baseline="-25000" b="1" sz="3000" lang="en-US">
                <a:solidFill>
                  <a:schemeClr val="tx2"/>
                </a:solidFill>
                <a:latin typeface="Times New Roman" pitchFamily="18" charset="0"/>
                <a:ea typeface="仿宋_GB2312" pitchFamily="49" charset="-122"/>
                <a:sym typeface="Symbol" pitchFamily="18" charset="2"/>
              </a:rPr>
              <a:t>i </a:t>
            </a:r>
            <a:r>
              <a:rPr altLang="en-US" b="1" sz="3000" lang="zh-CN">
                <a:solidFill>
                  <a:srgbClr val="000099"/>
                </a:solidFill>
                <a:latin typeface="Times New Roman" pitchFamily="18" charset="0"/>
                <a:ea typeface="仿宋_GB2312" pitchFamily="49" charset="-122"/>
                <a:sym typeface="Symbol" pitchFamily="18" charset="2"/>
              </a:rPr>
              <a:t>是串中字符</a:t>
            </a:r>
          </a:p>
          <a:p>
            <a:pPr eaLnBrk="1" hangingPunct="1">
              <a:lnSpc>
                <a:spcPct val="110000"/>
              </a:lnSpc>
              <a:spcBef>
                <a:spcPct val="5000"/>
              </a:spcBef>
              <a:buFontTx/>
              <a:buNone/>
            </a:pPr>
            <a:r>
              <a:rPr altLang="en-US" b="1" sz="3000" i="1" lang="en-US">
                <a:solidFill>
                  <a:srgbClr val="FF3300"/>
                </a:solidFill>
                <a:latin typeface="Times New Roman" pitchFamily="18" charset="0"/>
                <a:ea typeface="仿宋_GB2312" pitchFamily="49" charset="-122"/>
                <a:sym typeface="Symbol" pitchFamily="18" charset="2"/>
              </a:rPr>
              <a:t>                </a:t>
            </a:r>
            <a:r>
              <a:rPr altLang="zh-CN" b="1" sz="3000" i="1" lang="en-US">
                <a:solidFill>
                  <a:schemeClr val="tx2"/>
                </a:solidFill>
                <a:latin typeface="Times New Roman" pitchFamily="18" charset="0"/>
                <a:ea typeface="仿宋_GB2312" pitchFamily="49" charset="-122"/>
                <a:sym typeface="Symbol" pitchFamily="18" charset="2"/>
              </a:rPr>
              <a:t>n</a:t>
            </a:r>
            <a:r>
              <a:rPr altLang="zh-CN" b="1" sz="3000" i="1" lang="en-US">
                <a:solidFill>
                  <a:srgbClr val="FF3300"/>
                </a:solidFill>
                <a:latin typeface="Times New Roman" pitchFamily="18" charset="0"/>
                <a:ea typeface="仿宋_GB2312" pitchFamily="49" charset="-122"/>
                <a:sym typeface="Symbol" pitchFamily="18" charset="2"/>
              </a:rPr>
              <a:t> </a:t>
            </a:r>
            <a:r>
              <a:rPr altLang="en-US" b="1" sz="3000" lang="zh-CN">
                <a:solidFill>
                  <a:srgbClr val="000099"/>
                </a:solidFill>
                <a:latin typeface="Times New Roman" pitchFamily="18" charset="0"/>
                <a:ea typeface="仿宋_GB2312" pitchFamily="49" charset="-122"/>
                <a:sym typeface="Symbol" pitchFamily="18" charset="2"/>
              </a:rPr>
              <a:t>是串的长度，</a:t>
            </a:r>
            <a:r>
              <a:rPr altLang="zh-CN" b="1" sz="3000" lang="en-US">
                <a:solidFill>
                  <a:srgbClr val="000099"/>
                </a:solidFill>
                <a:latin typeface="Times New Roman" pitchFamily="18" charset="0"/>
                <a:ea typeface="仿宋_GB2312" pitchFamily="49" charset="-122"/>
                <a:sym typeface="Symbol" pitchFamily="18" charset="2"/>
              </a:rPr>
              <a:t>n = 0 </a:t>
            </a:r>
            <a:r>
              <a:rPr altLang="en-US" b="1" sz="3000" lang="zh-CN">
                <a:solidFill>
                  <a:srgbClr val="000099"/>
                </a:solidFill>
                <a:latin typeface="Times New Roman" pitchFamily="18" charset="0"/>
                <a:ea typeface="仿宋_GB2312" pitchFamily="49" charset="-122"/>
                <a:sym typeface="Symbol" pitchFamily="18" charset="2"/>
              </a:rPr>
              <a:t>称为</a:t>
            </a:r>
            <a:r>
              <a:rPr altLang="en-US" b="1" sz="3000" lang="zh-CN">
                <a:solidFill>
                  <a:schemeClr val="tx2"/>
                </a:solidFill>
                <a:latin typeface="Times New Roman" pitchFamily="18" charset="0"/>
                <a:ea typeface="仿宋_GB2312" pitchFamily="49" charset="-122"/>
                <a:sym typeface="Symbol" pitchFamily="18" charset="2"/>
              </a:rPr>
              <a:t>空串</a:t>
            </a:r>
            <a:r>
              <a:rPr altLang="en-US" b="1" sz="3000" lang="zh-CN">
                <a:solidFill>
                  <a:srgbClr val="000099"/>
                </a:solidFill>
                <a:latin typeface="Times New Roman" pitchFamily="18" charset="0"/>
                <a:ea typeface="仿宋_GB2312" pitchFamily="49" charset="-122"/>
                <a:sym typeface="Symbol" pitchFamily="18" charset="2"/>
              </a:rPr>
              <a:t>。</a:t>
            </a:r>
          </a:p>
          <a:p>
            <a:pPr eaLnBrk="1" hangingPunct="1">
              <a:lnSpc>
                <a:spcPct val="110000"/>
              </a:lnSpc>
              <a:spcBef>
                <a:spcPct val="5000"/>
              </a:spcBef>
              <a:buClr>
                <a:srgbClr val="990099"/>
              </a:buClr>
              <a:buSzPct val="50000"/>
            </a:pPr>
            <a:r>
              <a:rPr altLang="en-US" b="1" sz="3000" lang="zh-CN">
                <a:solidFill>
                  <a:srgbClr val="000099"/>
                </a:solidFill>
                <a:effectLst>
                  <a:outerShdw algn="tl" blurRad="38100" dir="2700000" dist="38100">
                    <a:srgbClr val="C0C0C0"/>
                  </a:outerShdw>
                </a:effectLst>
                <a:latin typeface="Times New Roman" pitchFamily="18" charset="0"/>
                <a:ea typeface="仿宋_GB2312" pitchFamily="49" charset="-122"/>
                <a:sym typeface="Symbol" pitchFamily="18" charset="2"/>
              </a:rPr>
              <a:t>例如</a:t>
            </a:r>
            <a:r>
              <a:rPr altLang="zh-CN" b="1" sz="3000" lang="en-US">
                <a:solidFill>
                  <a:srgbClr val="000099"/>
                </a:solidFill>
                <a:effectLst>
                  <a:outerShdw algn="tl" blurRad="38100" dir="2700000" dist="38100">
                    <a:srgbClr val="C0C0C0"/>
                  </a:outerShdw>
                </a:effectLst>
                <a:latin typeface="Times New Roman" pitchFamily="18" charset="0"/>
                <a:ea typeface="仿宋_GB2312" pitchFamily="49" charset="-122"/>
                <a:sym typeface="Symbol" pitchFamily="18" charset="2"/>
              </a:rPr>
              <a:t>,</a:t>
            </a:r>
            <a:r>
              <a:rPr altLang="zh-CN" b="1" sz="3000" lang="en-US">
                <a:effectLst>
                  <a:outerShdw algn="tl" blurRad="38100" dir="2700000" dist="38100">
                    <a:srgbClr val="C0C0C0"/>
                  </a:outerShdw>
                </a:effectLst>
                <a:latin typeface="Times New Roman" pitchFamily="18" charset="0"/>
                <a:ea typeface="仿宋_GB2312" pitchFamily="49" charset="-122"/>
                <a:sym typeface="Symbol" pitchFamily="18" charset="2"/>
              </a:rPr>
              <a:t>  </a:t>
            </a:r>
            <a:r>
              <a:rPr altLang="zh-CN" b="1" sz="3000" lang="en-US">
                <a:solidFill>
                  <a:srgbClr val="006600"/>
                </a:solidFill>
                <a:effectLst>
                  <a:outerShdw algn="tl" blurRad="38100" dir="2700000" dist="38100">
                    <a:srgbClr val="C0C0C0"/>
                  </a:outerShdw>
                </a:effectLst>
                <a:latin typeface="Times New Roman" pitchFamily="18" charset="0"/>
                <a:ea typeface="仿宋_GB2312" pitchFamily="49" charset="-122"/>
                <a:sym typeface="Symbol" pitchFamily="18" charset="2"/>
              </a:rPr>
              <a:t>S = “</a:t>
            </a:r>
            <a:r>
              <a:rPr altLang="zh-CN" b="1" sz="3000" lang="en-US">
                <a:solidFill>
                  <a:schemeClr val="tx2"/>
                </a:solidFill>
                <a:effectLst>
                  <a:outerShdw algn="tl" blurRad="38100" dir="2700000" dist="38100">
                    <a:srgbClr val="C0C0C0"/>
                  </a:outerShdw>
                </a:effectLst>
                <a:latin typeface="Times New Roman" pitchFamily="18" charset="0"/>
                <a:ea typeface="仿宋_GB2312" pitchFamily="49" charset="-122"/>
                <a:sym typeface="Symbol" pitchFamily="18" charset="2"/>
              </a:rPr>
              <a:t>Tsinghua University</a:t>
            </a:r>
            <a:r>
              <a:rPr altLang="zh-CN" b="1" sz="3000" lang="en-US">
                <a:solidFill>
                  <a:srgbClr val="006600"/>
                </a:solidFill>
                <a:effectLst>
                  <a:outerShdw algn="tl" blurRad="38100" dir="2700000" dist="38100">
                    <a:srgbClr val="C0C0C0"/>
                  </a:outerShdw>
                </a:effectLst>
                <a:latin typeface="Times New Roman" pitchFamily="18" charset="0"/>
                <a:ea typeface="仿宋_GB2312" pitchFamily="49" charset="-122"/>
                <a:sym typeface="Symbol" pitchFamily="18" charset="2"/>
              </a:rPr>
              <a:t>”</a:t>
            </a:r>
            <a:r>
              <a:rPr altLang="en-US" b="1" sz="3000" lang="zh-CN">
                <a:solidFill>
                  <a:srgbClr val="006600"/>
                </a:solidFill>
                <a:effectLst>
                  <a:outerShdw algn="tl" blurRad="38100" dir="2700000" dist="38100">
                    <a:srgbClr val="C0C0C0"/>
                  </a:outerShdw>
                </a:effectLst>
                <a:latin typeface="Times New Roman" pitchFamily="18" charset="0"/>
                <a:ea typeface="仿宋_GB2312" pitchFamily="49" charset="-122"/>
                <a:sym typeface="Symbol" pitchFamily="18" charset="2"/>
              </a:rPr>
              <a:t>。</a:t>
            </a:r>
          </a:p>
          <a:p>
            <a:pPr eaLnBrk="1" hangingPunct="1">
              <a:lnSpc>
                <a:spcPct val="110000"/>
              </a:lnSpc>
              <a:spcBef>
                <a:spcPct val="5000"/>
              </a:spcBef>
              <a:buClr>
                <a:srgbClr val="990099"/>
              </a:buClr>
              <a:buSzPct val="50000"/>
            </a:pPr>
            <a:r>
              <a:rPr altLang="en-US" b="1" sz="3000" lang="zh-CN">
                <a:latin typeface="Times New Roman" pitchFamily="18" charset="0"/>
                <a:ea typeface="仿宋_GB2312" pitchFamily="49" charset="-122"/>
              </a:rPr>
              <a:t>注意：</a:t>
            </a:r>
            <a:r>
              <a:rPr altLang="en-US" b="1" sz="3000" lang="zh-CN">
                <a:solidFill>
                  <a:srgbClr val="008000"/>
                </a:solidFill>
                <a:latin typeface="Times New Roman" pitchFamily="18" charset="0"/>
                <a:ea typeface="仿宋_GB2312" pitchFamily="49" charset="-122"/>
              </a:rPr>
              <a:t>空串</a:t>
            </a:r>
            <a:r>
              <a:rPr altLang="en-US" b="1" sz="3000" lang="zh-CN">
                <a:latin typeface="Times New Roman" pitchFamily="18" charset="0"/>
                <a:ea typeface="仿宋_GB2312" pitchFamily="49" charset="-122"/>
              </a:rPr>
              <a:t>和</a:t>
            </a:r>
            <a:r>
              <a:rPr altLang="en-US" b="1" sz="3000" lang="zh-CN">
                <a:solidFill>
                  <a:srgbClr val="008000"/>
                </a:solidFill>
                <a:latin typeface="Times New Roman" pitchFamily="18" charset="0"/>
                <a:ea typeface="仿宋_GB2312" pitchFamily="49" charset="-122"/>
              </a:rPr>
              <a:t>空白串</a:t>
            </a:r>
            <a:r>
              <a:rPr altLang="en-US" b="1" sz="3000" lang="zh-CN">
                <a:latin typeface="Times New Roman" pitchFamily="18" charset="0"/>
                <a:ea typeface="仿宋_GB2312" pitchFamily="49" charset="-122"/>
              </a:rPr>
              <a:t>不同，例如 </a:t>
            </a:r>
            <a:r>
              <a:rPr altLang="en-US" b="1" sz="3000" lang="zh-CN">
                <a:solidFill>
                  <a:schemeClr val="tx2"/>
                </a:solidFill>
                <a:latin typeface="Times New Roman" pitchFamily="18" charset="0"/>
                <a:ea typeface="仿宋_GB2312" pitchFamily="49" charset="-122"/>
              </a:rPr>
              <a:t>“  ” </a:t>
            </a:r>
            <a:r>
              <a:rPr altLang="en-US" b="1" sz="3000" lang="zh-CN">
                <a:latin typeface="Times New Roman" pitchFamily="18" charset="0"/>
                <a:ea typeface="仿宋_GB2312" pitchFamily="49" charset="-122"/>
              </a:rPr>
              <a:t>和</a:t>
            </a:r>
            <a:r>
              <a:rPr altLang="en-US" b="1" sz="3000" lang="zh-CN">
                <a:solidFill>
                  <a:schemeClr val="tx2"/>
                </a:solidFill>
                <a:latin typeface="Times New Roman" pitchFamily="18" charset="0"/>
                <a:ea typeface="仿宋_GB2312" pitchFamily="49" charset="-122"/>
              </a:rPr>
              <a:t> “” </a:t>
            </a:r>
            <a:r>
              <a:rPr altLang="en-US" b="1" sz="3000" lang="zh-CN">
                <a:latin typeface="Times New Roman" pitchFamily="18" charset="0"/>
                <a:ea typeface="仿宋_GB2312" pitchFamily="49" charset="-122"/>
              </a:rPr>
              <a:t>分别表示长度为</a:t>
            </a:r>
            <a:r>
              <a:rPr altLang="zh-CN" b="1" sz="3000" lang="en-US">
                <a:latin typeface="Times New Roman" pitchFamily="18" charset="0"/>
                <a:ea typeface="仿宋_GB2312" pitchFamily="49" charset="-122"/>
              </a:rPr>
              <a:t>1</a:t>
            </a:r>
            <a:r>
              <a:rPr altLang="en-US" b="1" sz="3000" lang="zh-CN">
                <a:latin typeface="Times New Roman" pitchFamily="18" charset="0"/>
                <a:ea typeface="仿宋_GB2312" pitchFamily="49" charset="-122"/>
              </a:rPr>
              <a:t>的空白串和长度为</a:t>
            </a:r>
            <a:r>
              <a:rPr altLang="zh-CN" b="1" sz="3000" lang="en-US">
                <a:latin typeface="Times New Roman" pitchFamily="18" charset="0"/>
                <a:ea typeface="仿宋_GB2312" pitchFamily="49" charset="-122"/>
              </a:rPr>
              <a:t>0</a:t>
            </a:r>
            <a:r>
              <a:rPr altLang="en-US" b="1" sz="3000" lang="zh-CN">
                <a:latin typeface="Times New Roman" pitchFamily="18" charset="0"/>
                <a:ea typeface="仿宋_GB2312" pitchFamily="49" charset="-122"/>
              </a:rPr>
              <a:t>的空串。</a:t>
            </a:r>
            <a:endParaRPr altLang="en-US" b="1" sz="3000" lang="zh-CN">
              <a:effectLst>
                <a:outerShdw algn="tl" blurRad="38100" dir="2700000" dist="38100">
                  <a:srgbClr val="C0C0C0"/>
                </a:outerShdw>
              </a:effectLst>
              <a:latin typeface="Times New Roman" pitchFamily="18" charset="0"/>
              <a:ea typeface="仿宋_GB2312" pitchFamily="49" charset="-122"/>
              <a:sym typeface="Symbol" pitchFamily="18" charset="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243" name=""/>
        <p:cNvGrpSpPr/>
        <p:nvPr/>
      </p:nvGrpSpPr>
      <p:grpSpPr>
        <a:xfrm>
          <a:off x="0" y="0"/>
          <a:ext cx="0" cy="0"/>
          <a:chOff x="0" y="0"/>
          <a:chExt cx="0" cy="0"/>
        </a:xfrm>
      </p:grpSpPr>
      <p:sp>
        <p:nvSpPr>
          <p:cNvPr id="1049378" name="Rectangle 2"/>
          <p:cNvSpPr>
            <a:spLocks noGrp="1" noChangeArrowheads="1"/>
          </p:cNvSpPr>
          <p:nvPr>
            <p:ph idx="1"/>
          </p:nvPr>
        </p:nvSpPr>
        <p:spPr>
          <a:xfrm>
            <a:off x="609602" y="736600"/>
            <a:ext cx="8016875" cy="5608638"/>
          </a:xfrm>
        </p:spPr>
        <p:txBody>
          <a:bodyPr/>
          <a:p>
            <a:pPr eaLnBrk="1" hangingPunct="1">
              <a:lnSpc>
                <a:spcPct val="105000"/>
              </a:lnSpc>
              <a:spcBef>
                <a:spcPct val="10000"/>
              </a:spcBef>
              <a:buClr>
                <a:srgbClr val="990099"/>
              </a:buClr>
              <a:buSzPct val="50000"/>
            </a:pPr>
            <a:r>
              <a:rPr altLang="en-US" b="1" dirty="0" sz="3000" lang="zh-CN">
                <a:latin typeface="Times New Roman" panose="02020603050405020304" pitchFamily="18" charset="0"/>
                <a:ea typeface="仿宋_GB2312" pitchFamily="49" charset="-122"/>
              </a:rPr>
              <a:t>串中任意个连续字符组成的子序列称为该串的</a:t>
            </a:r>
            <a:r>
              <a:rPr altLang="en-US" b="1" dirty="0" sz="3000" lang="zh-CN">
                <a:solidFill>
                  <a:srgbClr val="FF0000"/>
                </a:solidFill>
                <a:latin typeface="Times New Roman" panose="02020603050405020304" pitchFamily="18" charset="0"/>
                <a:ea typeface="仿宋_GB2312" pitchFamily="49" charset="-122"/>
              </a:rPr>
              <a:t>子串</a:t>
            </a:r>
            <a:r>
              <a:rPr altLang="en-US" b="1" dirty="0" sz="3000" lang="zh-CN">
                <a:latin typeface="Times New Roman" panose="02020603050405020304" pitchFamily="18" charset="0"/>
                <a:ea typeface="仿宋_GB2312" pitchFamily="49" charset="-122"/>
              </a:rPr>
              <a:t>，包含子串的串相应地称为</a:t>
            </a:r>
            <a:r>
              <a:rPr altLang="en-US" b="1" dirty="0" sz="3000" lang="zh-CN">
                <a:solidFill>
                  <a:srgbClr val="FF0000"/>
                </a:solidFill>
                <a:latin typeface="Times New Roman" panose="02020603050405020304" pitchFamily="18" charset="0"/>
                <a:ea typeface="仿宋_GB2312" pitchFamily="49" charset="-122"/>
              </a:rPr>
              <a:t>主串</a:t>
            </a:r>
            <a:r>
              <a:rPr altLang="en-US" b="1" dirty="0" sz="3000" lang="zh-CN">
                <a:latin typeface="Times New Roman" panose="02020603050405020304" pitchFamily="18" charset="0"/>
                <a:ea typeface="仿宋_GB2312" pitchFamily="49" charset="-122"/>
              </a:rPr>
              <a:t>。</a:t>
            </a:r>
          </a:p>
          <a:p>
            <a:pPr eaLnBrk="1" hangingPunct="1">
              <a:lnSpc>
                <a:spcPct val="105000"/>
              </a:lnSpc>
              <a:spcBef>
                <a:spcPct val="10000"/>
              </a:spcBef>
              <a:buClr>
                <a:srgbClr val="990099"/>
              </a:buClr>
              <a:buSzPct val="50000"/>
            </a:pPr>
            <a:r>
              <a:rPr altLang="en-US" b="1" dirty="0" sz="3000" lang="zh-CN">
                <a:latin typeface="Times New Roman" panose="02020603050405020304" pitchFamily="18" charset="0"/>
                <a:ea typeface="仿宋_GB2312" pitchFamily="49" charset="-122"/>
              </a:rPr>
              <a:t>设</a:t>
            </a:r>
            <a:r>
              <a:rPr altLang="zh-CN" b="1" dirty="0" sz="3000" lang="en-US">
                <a:latin typeface="Times New Roman" panose="02020603050405020304" pitchFamily="18" charset="0"/>
                <a:ea typeface="仿宋_GB2312" pitchFamily="49" charset="-122"/>
              </a:rPr>
              <a:t>A</a:t>
            </a:r>
            <a:r>
              <a:rPr altLang="en-US" b="1" dirty="0" sz="3000" lang="zh-CN">
                <a:latin typeface="Times New Roman" panose="02020603050405020304" pitchFamily="18" charset="0"/>
                <a:ea typeface="仿宋_GB2312" pitchFamily="49" charset="-122"/>
              </a:rPr>
              <a:t>和</a:t>
            </a:r>
            <a:r>
              <a:rPr altLang="zh-CN" b="1" dirty="0" sz="3000" lang="en-US">
                <a:latin typeface="Times New Roman" panose="02020603050405020304" pitchFamily="18" charset="0"/>
                <a:ea typeface="仿宋_GB2312" pitchFamily="49" charset="-122"/>
              </a:rPr>
              <a:t>B</a:t>
            </a:r>
            <a:r>
              <a:rPr altLang="en-US" b="1" dirty="0" sz="3000" lang="zh-CN">
                <a:latin typeface="Times New Roman" panose="02020603050405020304" pitchFamily="18" charset="0"/>
                <a:ea typeface="仿宋_GB2312" pitchFamily="49" charset="-122"/>
              </a:rPr>
              <a:t>分别为</a:t>
            </a:r>
          </a:p>
          <a:p>
            <a:pPr eaLnBrk="1" hangingPunct="1">
              <a:lnSpc>
                <a:spcPct val="105000"/>
              </a:lnSpc>
              <a:spcBef>
                <a:spcPct val="10000"/>
              </a:spcBef>
              <a:buClr>
                <a:srgbClr val="990099"/>
              </a:buClr>
              <a:buSzPct val="50000"/>
              <a:buFontTx/>
              <a:buNone/>
            </a:pPr>
            <a:r>
              <a:rPr altLang="en-US" b="1" dirty="0" sz="3000" lang="zh-CN">
                <a:latin typeface="Times New Roman" panose="02020603050405020304" pitchFamily="18" charset="0"/>
                <a:ea typeface="仿宋_GB2312" pitchFamily="49" charset="-122"/>
              </a:rPr>
              <a:t>        </a:t>
            </a:r>
            <a:r>
              <a:rPr altLang="zh-CN" b="1" dirty="0" sz="3000" lang="en-US">
                <a:solidFill>
                  <a:schemeClr val="tx2"/>
                </a:solidFill>
                <a:latin typeface="Times New Roman" panose="02020603050405020304" pitchFamily="18" charset="0"/>
                <a:ea typeface="仿宋_GB2312" pitchFamily="49" charset="-122"/>
              </a:rPr>
              <a:t>A = “Th</a:t>
            </a:r>
            <a:r>
              <a:rPr altLang="zh-CN" b="1" dirty="0" sz="3000" lang="en-US">
                <a:solidFill>
                  <a:srgbClr val="990099"/>
                </a:solidFill>
                <a:latin typeface="Times New Roman" panose="02020603050405020304" pitchFamily="18" charset="0"/>
                <a:ea typeface="仿宋_GB2312" pitchFamily="49" charset="-122"/>
              </a:rPr>
              <a:t>is</a:t>
            </a:r>
            <a:r>
              <a:rPr altLang="zh-CN" b="1" dirty="0" sz="3000" lang="en-US">
                <a:solidFill>
                  <a:schemeClr val="tx2"/>
                </a:solidFill>
                <a:latin typeface="Times New Roman" panose="02020603050405020304" pitchFamily="18" charset="0"/>
                <a:ea typeface="仿宋_GB2312" pitchFamily="49" charset="-122"/>
              </a:rPr>
              <a:t> </a:t>
            </a:r>
            <a:r>
              <a:rPr altLang="zh-CN" b="1" dirty="0" sz="3000" lang="en-US">
                <a:solidFill>
                  <a:srgbClr val="990099"/>
                </a:solidFill>
                <a:latin typeface="Times New Roman" panose="02020603050405020304" pitchFamily="18" charset="0"/>
                <a:ea typeface="仿宋_GB2312" pitchFamily="49" charset="-122"/>
              </a:rPr>
              <a:t>is</a:t>
            </a:r>
            <a:r>
              <a:rPr altLang="zh-CN" b="1" dirty="0" sz="3000" lang="en-US">
                <a:solidFill>
                  <a:schemeClr val="tx2"/>
                </a:solidFill>
                <a:latin typeface="Times New Roman" panose="02020603050405020304" pitchFamily="18" charset="0"/>
                <a:ea typeface="仿宋_GB2312" pitchFamily="49" charset="-122"/>
              </a:rPr>
              <a:t> a string”   B = “</a:t>
            </a:r>
            <a:r>
              <a:rPr altLang="zh-CN" b="1" dirty="0" sz="3000" lang="en-US">
                <a:solidFill>
                  <a:srgbClr val="7030A0"/>
                </a:solidFill>
                <a:latin typeface="Times New Roman" panose="02020603050405020304" pitchFamily="18" charset="0"/>
                <a:ea typeface="仿宋_GB2312" pitchFamily="49" charset="-122"/>
              </a:rPr>
              <a:t>is</a:t>
            </a:r>
            <a:r>
              <a:rPr altLang="zh-CN" b="1" dirty="0" sz="3000" lang="en-US">
                <a:solidFill>
                  <a:schemeClr val="tx2"/>
                </a:solidFill>
                <a:latin typeface="Times New Roman" panose="02020603050405020304" pitchFamily="18" charset="0"/>
                <a:ea typeface="仿宋_GB2312" pitchFamily="49" charset="-122"/>
              </a:rPr>
              <a:t>”</a:t>
            </a:r>
          </a:p>
          <a:p>
            <a:pPr eaLnBrk="1" hangingPunct="1">
              <a:lnSpc>
                <a:spcPct val="105000"/>
              </a:lnSpc>
              <a:spcBef>
                <a:spcPct val="10000"/>
              </a:spcBef>
              <a:buClr>
                <a:srgbClr val="990099"/>
              </a:buClr>
              <a:buSzPct val="50000"/>
              <a:buFontTx/>
              <a:buNone/>
            </a:pPr>
            <a:r>
              <a:rPr altLang="zh-CN" b="1" dirty="0" sz="3000" lang="en-US">
                <a:latin typeface="Times New Roman" panose="02020603050405020304" pitchFamily="18" charset="0"/>
                <a:ea typeface="仿宋_GB2312" pitchFamily="49" charset="-122"/>
              </a:rPr>
              <a:t>	</a:t>
            </a:r>
            <a:r>
              <a:rPr altLang="en-US" b="1" dirty="0" sz="3000" lang="zh-CN">
                <a:latin typeface="Times New Roman" panose="02020603050405020304" pitchFamily="18" charset="0"/>
                <a:ea typeface="仿宋_GB2312" pitchFamily="49" charset="-122"/>
              </a:rPr>
              <a:t>则 </a:t>
            </a:r>
            <a:r>
              <a:rPr altLang="zh-CN" b="1" dirty="0" sz="3000" lang="en-US">
                <a:latin typeface="Times New Roman" panose="02020603050405020304" pitchFamily="18" charset="0"/>
                <a:ea typeface="仿宋_GB2312" pitchFamily="49" charset="-122"/>
              </a:rPr>
              <a:t>B </a:t>
            </a:r>
            <a:r>
              <a:rPr altLang="en-US" b="1" dirty="0" sz="3000" lang="zh-CN">
                <a:latin typeface="Times New Roman" panose="02020603050405020304" pitchFamily="18" charset="0"/>
                <a:ea typeface="仿宋_GB2312" pitchFamily="49" charset="-122"/>
              </a:rPr>
              <a:t>是 </a:t>
            </a:r>
            <a:r>
              <a:rPr altLang="zh-CN" b="1" dirty="0" sz="3000" lang="en-US">
                <a:latin typeface="Times New Roman" panose="02020603050405020304" pitchFamily="18" charset="0"/>
                <a:ea typeface="仿宋_GB2312" pitchFamily="49" charset="-122"/>
              </a:rPr>
              <a:t>A </a:t>
            </a:r>
            <a:r>
              <a:rPr altLang="en-US" b="1" dirty="0" sz="3000" lang="zh-CN">
                <a:latin typeface="Times New Roman" panose="02020603050405020304" pitchFamily="18" charset="0"/>
                <a:ea typeface="仿宋_GB2312" pitchFamily="49" charset="-122"/>
              </a:rPr>
              <a:t>的子串，</a:t>
            </a:r>
            <a:r>
              <a:rPr altLang="zh-CN" b="1" dirty="0" sz="3000" lang="en-US">
                <a:latin typeface="Times New Roman" panose="02020603050405020304" pitchFamily="18" charset="0"/>
                <a:ea typeface="仿宋_GB2312" pitchFamily="49" charset="-122"/>
              </a:rPr>
              <a:t>A </a:t>
            </a:r>
            <a:r>
              <a:rPr altLang="en-US" b="1" dirty="0" sz="3000" lang="zh-CN">
                <a:latin typeface="Times New Roman" panose="02020603050405020304" pitchFamily="18" charset="0"/>
                <a:ea typeface="仿宋_GB2312" pitchFamily="49" charset="-122"/>
              </a:rPr>
              <a:t>为主串。</a:t>
            </a:r>
            <a:r>
              <a:rPr altLang="zh-CN" b="1" dirty="0" sz="3000" lang="en-US">
                <a:latin typeface="Times New Roman" panose="02020603050405020304" pitchFamily="18" charset="0"/>
                <a:ea typeface="仿宋_GB2312" pitchFamily="49" charset="-122"/>
              </a:rPr>
              <a:t>B </a:t>
            </a:r>
            <a:r>
              <a:rPr altLang="en-US" b="1" dirty="0" sz="3000" lang="zh-CN">
                <a:latin typeface="Times New Roman" panose="02020603050405020304" pitchFamily="18" charset="0"/>
                <a:ea typeface="仿宋_GB2312" pitchFamily="49" charset="-122"/>
              </a:rPr>
              <a:t>在 </a:t>
            </a:r>
            <a:r>
              <a:rPr altLang="zh-CN" b="1" dirty="0" sz="3000" lang="en-US">
                <a:latin typeface="Times New Roman" panose="02020603050405020304" pitchFamily="18" charset="0"/>
                <a:ea typeface="仿宋_GB2312" pitchFamily="49" charset="-122"/>
              </a:rPr>
              <a:t>A </a:t>
            </a:r>
            <a:r>
              <a:rPr altLang="en-US" b="1" dirty="0" sz="3000" lang="zh-CN">
                <a:latin typeface="Times New Roman" panose="02020603050405020304" pitchFamily="18" charset="0"/>
                <a:ea typeface="仿宋_GB2312" pitchFamily="49" charset="-122"/>
              </a:rPr>
              <a:t>中出现了两次，首次出现所对应的主串位置是</a:t>
            </a:r>
            <a:r>
              <a:rPr altLang="zh-CN" b="1" dirty="0" sz="3000" lang="en-US">
                <a:solidFill>
                  <a:srgbClr val="FF0000"/>
                </a:solidFill>
                <a:latin typeface="Times New Roman" panose="02020603050405020304" pitchFamily="18" charset="0"/>
                <a:ea typeface="仿宋_GB2312" pitchFamily="49" charset="-122"/>
              </a:rPr>
              <a:t>2</a:t>
            </a:r>
            <a:r>
              <a:rPr altLang="en-US" b="1" dirty="0" sz="3000" lang="zh-CN">
                <a:latin typeface="Times New Roman" panose="02020603050405020304" pitchFamily="18" charset="0"/>
                <a:ea typeface="仿宋_GB2312" pitchFamily="49" charset="-122"/>
              </a:rPr>
              <a:t>（从</a:t>
            </a:r>
            <a:r>
              <a:rPr altLang="zh-CN" b="1" dirty="0" sz="3000" lang="en-US">
                <a:latin typeface="Times New Roman" panose="02020603050405020304" pitchFamily="18" charset="0"/>
                <a:ea typeface="仿宋_GB2312" pitchFamily="49" charset="-122"/>
              </a:rPr>
              <a:t>0</a:t>
            </a:r>
            <a:r>
              <a:rPr altLang="en-US" b="1" dirty="0" sz="3000" lang="zh-CN">
                <a:latin typeface="Times New Roman" panose="02020603050405020304" pitchFamily="18" charset="0"/>
                <a:ea typeface="仿宋_GB2312" pitchFamily="49" charset="-122"/>
              </a:rPr>
              <a:t>开始）。因此，称 </a:t>
            </a:r>
            <a:r>
              <a:rPr altLang="zh-CN" b="1" dirty="0" sz="3000" lang="en-US">
                <a:solidFill>
                  <a:srgbClr val="0000CC"/>
                </a:solidFill>
                <a:latin typeface="Times New Roman" panose="02020603050405020304" pitchFamily="18" charset="0"/>
                <a:ea typeface="仿宋_GB2312" pitchFamily="49" charset="-122"/>
              </a:rPr>
              <a:t>B </a:t>
            </a:r>
            <a:r>
              <a:rPr altLang="en-US" b="1" dirty="0" sz="3000" lang="zh-CN">
                <a:solidFill>
                  <a:srgbClr val="0000CC"/>
                </a:solidFill>
                <a:latin typeface="Times New Roman" panose="02020603050405020304" pitchFamily="18" charset="0"/>
                <a:ea typeface="仿宋_GB2312" pitchFamily="49" charset="-122"/>
              </a:rPr>
              <a:t>在 </a:t>
            </a:r>
            <a:r>
              <a:rPr altLang="zh-CN" b="1" dirty="0" sz="3000" lang="en-US">
                <a:solidFill>
                  <a:srgbClr val="0000CC"/>
                </a:solidFill>
                <a:latin typeface="Times New Roman" panose="02020603050405020304" pitchFamily="18" charset="0"/>
                <a:ea typeface="仿宋_GB2312" pitchFamily="49" charset="-122"/>
              </a:rPr>
              <a:t>A </a:t>
            </a:r>
            <a:r>
              <a:rPr altLang="en-US" b="1" dirty="0" sz="3000" lang="zh-CN">
                <a:solidFill>
                  <a:srgbClr val="0000CC"/>
                </a:solidFill>
                <a:latin typeface="Times New Roman" panose="02020603050405020304" pitchFamily="18" charset="0"/>
                <a:ea typeface="仿宋_GB2312" pitchFamily="49" charset="-122"/>
              </a:rPr>
              <a:t>中的位置为</a:t>
            </a:r>
            <a:r>
              <a:rPr altLang="zh-CN" b="1" dirty="0" sz="3000" lang="en-US">
                <a:solidFill>
                  <a:srgbClr val="0000CC"/>
                </a:solidFill>
                <a:latin typeface="Times New Roman" panose="02020603050405020304" pitchFamily="18" charset="0"/>
                <a:ea typeface="仿宋_GB2312" pitchFamily="49" charset="-122"/>
              </a:rPr>
              <a:t>2</a:t>
            </a:r>
            <a:r>
              <a:rPr altLang="en-US" b="1" dirty="0" sz="3000" lang="zh-CN">
                <a:latin typeface="Times New Roman" panose="02020603050405020304" pitchFamily="18" charset="0"/>
                <a:ea typeface="仿宋_GB2312" pitchFamily="49" charset="-122"/>
              </a:rPr>
              <a:t>。</a:t>
            </a:r>
          </a:p>
          <a:p>
            <a:pPr eaLnBrk="1" hangingPunct="1">
              <a:lnSpc>
                <a:spcPct val="105000"/>
              </a:lnSpc>
              <a:spcBef>
                <a:spcPct val="10000"/>
              </a:spcBef>
              <a:buClr>
                <a:srgbClr val="990099"/>
              </a:buClr>
              <a:buSzPct val="50000"/>
            </a:pPr>
            <a:r>
              <a:rPr altLang="en-US" b="1" dirty="0" sz="3000" lang="zh-CN">
                <a:latin typeface="Times New Roman" panose="02020603050405020304" pitchFamily="18" charset="0"/>
                <a:ea typeface="仿宋_GB2312" pitchFamily="49" charset="-122"/>
              </a:rPr>
              <a:t>特别地，空串是任意串的子串，任意串是其自身的子串。</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244" name=""/>
        <p:cNvGrpSpPr/>
        <p:nvPr/>
      </p:nvGrpSpPr>
      <p:grpSpPr>
        <a:xfrm>
          <a:off x="0" y="0"/>
          <a:ext cx="0" cy="0"/>
          <a:chOff x="0" y="0"/>
          <a:chExt cx="0" cy="0"/>
        </a:xfrm>
      </p:grpSpPr>
      <p:sp>
        <p:nvSpPr>
          <p:cNvPr id="1049379" name="Rectangle 2"/>
          <p:cNvSpPr>
            <a:spLocks noGrp="1" noChangeArrowheads="1"/>
          </p:cNvSpPr>
          <p:nvPr>
            <p:ph type="title"/>
          </p:nvPr>
        </p:nvSpPr>
        <p:spPr>
          <a:xfrm>
            <a:off x="609600" y="381000"/>
            <a:ext cx="7543800" cy="998538"/>
          </a:xfrm>
        </p:spPr>
        <p:txBody>
          <a:bodyPr/>
          <a:p>
            <a:pPr eaLnBrk="1" hangingPunct="1"/>
            <a:r>
              <a:rPr altLang="en-US" b="1" sz="4000" lang="zh-CN">
                <a:solidFill>
                  <a:srgbClr val="CC0000"/>
                </a:solidFill>
                <a:ea typeface="华文新魏" panose="02010800040101010101" pitchFamily="2" charset="-122"/>
              </a:rPr>
              <a:t>字符串的类定义</a:t>
            </a:r>
            <a:endParaRPr altLang="en-US" b="1" sz="4000" lang="zh-CN">
              <a:ea typeface="华文新魏" panose="02010800040101010101" pitchFamily="2" charset="-122"/>
            </a:endParaRPr>
          </a:p>
        </p:txBody>
      </p:sp>
      <p:sp>
        <p:nvSpPr>
          <p:cNvPr id="1049380" name="Rectangle 3"/>
          <p:cNvSpPr>
            <a:spLocks noGrp="1" noChangeArrowheads="1"/>
          </p:cNvSpPr>
          <p:nvPr>
            <p:ph idx="1"/>
          </p:nvPr>
        </p:nvSpPr>
        <p:spPr>
          <a:xfrm>
            <a:off x="657225" y="1335090"/>
            <a:ext cx="8229600" cy="4840287"/>
          </a:xfrm>
        </p:spPr>
        <p:txBody>
          <a:bodyPr/>
          <a:p>
            <a:pPr eaLnBrk="1" hangingPunct="1">
              <a:spcBef>
                <a:spcPct val="10000"/>
              </a:spcBef>
              <a:buFontTx/>
              <a:buNone/>
            </a:pPr>
            <a:r>
              <a:rPr altLang="zh-CN" b="1" dirty="0" kumimoji="1" lang="en-US">
                <a:latin typeface="Times New Roman" panose="02020603050405020304" pitchFamily="18" charset="0"/>
                <a:ea typeface="隶书" panose="02010509060101010101" pitchFamily="49" charset="-122"/>
              </a:rPr>
              <a:t>#</a:t>
            </a:r>
            <a:r>
              <a:rPr altLang="zh-CN" b="1" dirty="0" kumimoji="1" lang="en-US" err="1">
                <a:latin typeface="Times New Roman" panose="02020603050405020304" pitchFamily="18" charset="0"/>
                <a:ea typeface="隶书" panose="02010509060101010101" pitchFamily="49" charset="-122"/>
              </a:rPr>
              <a:t>ifndef</a:t>
            </a:r>
            <a:r>
              <a:rPr altLang="zh-CN" b="1" dirty="0" kumimoji="1" lang="en-US">
                <a:latin typeface="Times New Roman" panose="02020603050405020304" pitchFamily="18" charset="0"/>
                <a:ea typeface="隶书" panose="02010509060101010101" pitchFamily="49" charset="-122"/>
              </a:rPr>
              <a:t> </a:t>
            </a:r>
            <a:r>
              <a:rPr altLang="zh-CN" dirty="0" kumimoji="1" lang="en-US">
                <a:latin typeface="Times New Roman" panose="02020603050405020304" pitchFamily="18" charset="0"/>
                <a:ea typeface="隶书" panose="02010509060101010101" pitchFamily="49" charset="-122"/>
              </a:rPr>
              <a:t>ASTRING_H</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定义在文件“</a:t>
            </a:r>
            <a:r>
              <a:rPr altLang="zh-CN" dirty="0" kumimoji="1" lang="en-US" err="1">
                <a:solidFill>
                  <a:schemeClr val="tx2"/>
                </a:solidFill>
                <a:latin typeface="Times New Roman" panose="02020603050405020304" pitchFamily="18" charset="0"/>
                <a:ea typeface="隶书" panose="02010509060101010101" pitchFamily="49" charset="-122"/>
              </a:rPr>
              <a:t>Astring.h</a:t>
            </a:r>
            <a:r>
              <a:rPr altLang="zh-CN"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中</a:t>
            </a:r>
          </a:p>
          <a:p>
            <a:pPr eaLnBrk="1" hangingPunct="1">
              <a:spcBef>
                <a:spcPct val="10000"/>
              </a:spcBef>
              <a:buFontTx/>
              <a:buNone/>
            </a:pPr>
            <a:r>
              <a:rPr altLang="zh-CN" b="1" dirty="0" kumimoji="1" lang="en-US">
                <a:latin typeface="Times New Roman" panose="02020603050405020304" pitchFamily="18" charset="0"/>
                <a:ea typeface="隶书" panose="02010509060101010101" pitchFamily="49" charset="-122"/>
              </a:rPr>
              <a:t>#define </a:t>
            </a:r>
            <a:r>
              <a:rPr altLang="zh-CN" dirty="0" kumimoji="1" lang="en-US">
                <a:latin typeface="Times New Roman" panose="02020603050405020304" pitchFamily="18" charset="0"/>
                <a:ea typeface="隶书" panose="02010509060101010101" pitchFamily="49" charset="-122"/>
              </a:rPr>
              <a:t>ASTRING_H</a:t>
            </a:r>
          </a:p>
          <a:p>
            <a:pPr eaLnBrk="1" hangingPunct="1">
              <a:spcBef>
                <a:spcPct val="10000"/>
              </a:spcBef>
              <a:buFontTx/>
              <a:buNone/>
            </a:pPr>
            <a:r>
              <a:rPr altLang="zh-CN" b="1" dirty="0" kumimoji="1" lang="en-US">
                <a:latin typeface="Times New Roman" panose="02020603050405020304" pitchFamily="18" charset="0"/>
                <a:ea typeface="隶书" panose="02010509060101010101" pitchFamily="49" charset="-122"/>
              </a:rPr>
              <a:t>#define </a:t>
            </a:r>
            <a:r>
              <a:rPr altLang="zh-CN" dirty="0" kumimoji="1" lang="en-US" err="1">
                <a:latin typeface="Times New Roman" panose="02020603050405020304" pitchFamily="18" charset="0"/>
                <a:ea typeface="隶书" panose="02010509060101010101" pitchFamily="49" charset="-122"/>
              </a:rPr>
              <a:t>defaultSize</a:t>
            </a:r>
            <a:r>
              <a:rPr altLang="zh-CN" dirty="0" kumimoji="1" lang="en-US">
                <a:latin typeface="Times New Roman" panose="02020603050405020304" pitchFamily="18" charset="0"/>
                <a:ea typeface="隶书" panose="02010509060101010101" pitchFamily="49" charset="-122"/>
              </a:rPr>
              <a:t> = 128</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字符串的最大长度</a:t>
            </a:r>
          </a:p>
          <a:p>
            <a:pPr eaLnBrk="1" hangingPunct="1">
              <a:spcBef>
                <a:spcPct val="10000"/>
              </a:spcBef>
              <a:buFontTx/>
              <a:buNone/>
            </a:pPr>
            <a:r>
              <a:rPr altLang="zh-CN" b="1" dirty="0" kumimoji="1" lang="en-US">
                <a:latin typeface="Times New Roman" panose="02020603050405020304" pitchFamily="18" charset="0"/>
                <a:ea typeface="隶书" panose="02010509060101010101" pitchFamily="49" charset="-122"/>
              </a:rPr>
              <a:t>class </a:t>
            </a:r>
            <a:r>
              <a:rPr altLang="zh-CN" dirty="0" kumimoji="1" lang="en-US" err="1">
                <a:latin typeface="Times New Roman" panose="02020603050405020304" pitchFamily="18" charset="0"/>
                <a:ea typeface="隶书" panose="02010509060101010101" pitchFamily="49" charset="-122"/>
              </a:rPr>
              <a:t>AString</a:t>
            </a:r>
            <a:r>
              <a:rPr altLang="zh-CN" b="1" dirty="0" kumimoji="1" lang="en-US">
                <a:latin typeface="Times New Roman" panose="02020603050405020304" pitchFamily="18" charset="0"/>
                <a:ea typeface="隶书" panose="02010509060101010101" pitchFamily="49" charset="-122"/>
              </a:rPr>
              <a:t> {</a:t>
            </a:r>
          </a:p>
          <a:p>
            <a:pPr eaLnBrk="1" hangingPunct="1">
              <a:spcBef>
                <a:spcPct val="10000"/>
              </a:spcBef>
              <a:buFontTx/>
              <a:buNone/>
            </a:pP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对象</a:t>
            </a:r>
            <a:r>
              <a:rPr altLang="zh-CN" dirty="0" kumimoji="1" lang="en-US">
                <a:solidFill>
                  <a:schemeClr val="tx2"/>
                </a:solidFill>
                <a:latin typeface="Times New Roman" panose="02020603050405020304" pitchFamily="18" charset="0"/>
                <a:ea typeface="隶书" panose="02010509060101010101" pitchFamily="49" charset="-122"/>
              </a:rPr>
              <a:t>: </a:t>
            </a:r>
            <a:r>
              <a:rPr altLang="en-US" dirty="0" kumimoji="1" lang="zh-CN">
                <a:solidFill>
                  <a:schemeClr val="tx2"/>
                </a:solidFill>
                <a:latin typeface="Times New Roman" panose="02020603050405020304" pitchFamily="18" charset="0"/>
                <a:ea typeface="隶书" panose="02010509060101010101" pitchFamily="49" charset="-122"/>
              </a:rPr>
              <a:t>零个或多个字符的一个有限序列。</a:t>
            </a:r>
          </a:p>
          <a:p>
            <a:pPr eaLnBrk="1" hangingPunct="1">
              <a:spcBef>
                <a:spcPct val="10000"/>
              </a:spcBef>
              <a:buFontTx/>
              <a:buNone/>
            </a:pPr>
            <a:r>
              <a:rPr altLang="zh-CN" b="1" dirty="0" lang="en-US">
                <a:latin typeface="Times New Roman" panose="02020603050405020304" pitchFamily="18" charset="0"/>
                <a:ea typeface="隶书" panose="02010509060101010101" pitchFamily="49" charset="-122"/>
              </a:rPr>
              <a:t>private:</a:t>
            </a:r>
          </a:p>
          <a:p>
            <a:pPr eaLnBrk="1" hangingPunct="1">
              <a:spcBef>
                <a:spcPct val="10000"/>
              </a:spcBef>
              <a:buFontTx/>
              <a:buNone/>
            </a:pPr>
            <a:r>
              <a:rPr altLang="zh-CN" b="1" dirty="0" kumimoji="1" lang="en-US">
                <a:latin typeface="Times New Roman" panose="02020603050405020304" pitchFamily="18" charset="0"/>
                <a:ea typeface="隶书" panose="02010509060101010101" pitchFamily="49" charset="-122"/>
              </a:rPr>
              <a:t>    char *</a:t>
            </a:r>
            <a:r>
              <a:rPr altLang="zh-CN" dirty="0" kumimoji="1" lang="en-US" err="1">
                <a:latin typeface="Times New Roman" panose="02020603050405020304" pitchFamily="18" charset="0"/>
                <a:ea typeface="隶书" panose="02010509060101010101" pitchFamily="49" charset="-122"/>
              </a:rPr>
              <a:t>ch</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串存放数组</a:t>
            </a:r>
          </a:p>
          <a:p>
            <a:pPr eaLnBrk="1" hangingPunct="1">
              <a:spcBef>
                <a:spcPct val="10000"/>
              </a:spcBef>
              <a:buFontTx/>
              <a:buNone/>
            </a:pPr>
            <a:r>
              <a:rPr altLang="en-US" b="1" dirty="0" kumimoji="1" lang="zh-CN">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int </a:t>
            </a:r>
            <a:r>
              <a:rPr altLang="zh-CN" dirty="0" kumimoji="1" lang="en-US" err="1">
                <a:latin typeface="Times New Roman" panose="02020603050405020304" pitchFamily="18" charset="0"/>
                <a:ea typeface="隶书" panose="02010509060101010101" pitchFamily="49" charset="-122"/>
              </a:rPr>
              <a:t>curLength</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串的实际长度</a:t>
            </a:r>
          </a:p>
          <a:p>
            <a:pPr eaLnBrk="1" hangingPunct="1">
              <a:spcBef>
                <a:spcPct val="10000"/>
              </a:spcBef>
              <a:buFontTx/>
              <a:buNone/>
            </a:pPr>
            <a:r>
              <a:rPr altLang="en-US" b="1" dirty="0" kumimoji="1" lang="zh-CN">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int </a:t>
            </a:r>
            <a:r>
              <a:rPr altLang="zh-CN" dirty="0" kumimoji="1" lang="en-US" err="1">
                <a:latin typeface="Times New Roman" panose="02020603050405020304" pitchFamily="18" charset="0"/>
                <a:ea typeface="隶书" panose="02010509060101010101" pitchFamily="49" charset="-122"/>
              </a:rPr>
              <a:t>maxSize</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存放数组的最大长度</a:t>
            </a:r>
          </a:p>
          <a:p>
            <a:pPr eaLnBrk="1" hangingPunct="1">
              <a:spcBef>
                <a:spcPct val="10000"/>
              </a:spcBef>
              <a:buFontTx/>
              <a:buNone/>
            </a:pPr>
            <a:r>
              <a:rPr altLang="zh-CN" b="1" dirty="0" kumimoji="1" lang="en-US">
                <a:latin typeface="Times New Roman" panose="02020603050405020304" pitchFamily="18" charset="0"/>
                <a:ea typeface="隶书" panose="02010509060101010101" pitchFamily="49" charset="-122"/>
              </a:rPr>
              <a:t>public:    </a:t>
            </a:r>
            <a:endParaRPr altLang="zh-CN" b="1" dirty="0" sz="800" kumimoji="1" lang="en-US"/>
          </a:p>
        </p:txBody>
      </p:sp>
      <p:pic>
        <p:nvPicPr>
          <p:cNvPr id="2097201" name="图片 3"/>
          <p:cNvPicPr>
            <a:picLocks noChangeAspect="1" noChangeArrowheads="1"/>
          </p:cNvPicPr>
          <p:nvPr/>
        </p:nvPicPr>
        <p:blipFill>
          <a:blip xmlns:r="http://schemas.openxmlformats.org/officeDocument/2006/relationships" r:embed="rId1"/>
          <a:srcRect/>
          <a:stretch>
            <a:fillRect/>
          </a:stretch>
        </p:blipFill>
        <p:spPr bwMode="auto">
          <a:xfrm>
            <a:off x="717550" y="3565425"/>
            <a:ext cx="8169275" cy="1720735"/>
          </a:xfrm>
          <a:prstGeom prst="rect"/>
          <a:noFill/>
          <a:ln>
            <a:noFill/>
          </a:ln>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0" presetSubtype="0">
                                  <p:stCondLst>
                                    <p:cond delay="0"/>
                                  </p:stCondLst>
                                  <p:childTnLst>
                                    <p:set>
                                      <p:cBhvr>
                                        <p:cTn dur="1" fill="hold" id="6">
                                          <p:stCondLst>
                                            <p:cond delay="0"/>
                                          </p:stCondLst>
                                        </p:cTn>
                                        <p:tgtEl>
                                          <p:spTgt spid="2097201"/>
                                        </p:tgtEl>
                                        <p:attrNameLst>
                                          <p:attrName>style.visibility</p:attrName>
                                        </p:attrNameLst>
                                      </p:cBhvr>
                                      <p:to>
                                        <p:strVal val="visible"/>
                                      </p:to>
                                    </p:set>
                                    <p:animEffect transition="in" filter="fade">
                                      <p:cBhvr>
                                        <p:cTn dur="500" id="7"/>
                                        <p:tgtEl>
                                          <p:spTgt spid="2097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245" name=""/>
        <p:cNvGrpSpPr/>
        <p:nvPr/>
      </p:nvGrpSpPr>
      <p:grpSpPr>
        <a:xfrm>
          <a:off x="0" y="0"/>
          <a:ext cx="0" cy="0"/>
          <a:chOff x="0" y="0"/>
          <a:chExt cx="0" cy="0"/>
        </a:xfrm>
      </p:grpSpPr>
      <p:sp>
        <p:nvSpPr>
          <p:cNvPr id="1049381" name="Rectangle 2"/>
          <p:cNvSpPr>
            <a:spLocks noGrp="1" noChangeArrowheads="1"/>
          </p:cNvSpPr>
          <p:nvPr>
            <p:ph idx="1"/>
          </p:nvPr>
        </p:nvSpPr>
        <p:spPr>
          <a:xfrm>
            <a:off x="657225" y="611190"/>
            <a:ext cx="8229600" cy="5634037"/>
          </a:xfrm>
        </p:spPr>
        <p:txBody>
          <a:bodyPr>
            <a:normAutofit fontScale="96429" lnSpcReduction="10000"/>
          </a:bodyPr>
          <a:p>
            <a:pPr eaLnBrk="1" hangingPunct="1">
              <a:lnSpc>
                <a:spcPct val="105000"/>
              </a:lnSpc>
              <a:spcBef>
                <a:spcPct val="5000"/>
              </a:spcBef>
              <a:buFontTx/>
              <a:buNone/>
            </a:pPr>
            <a:r>
              <a:rPr altLang="zh-CN" b="1" kumimoji="1" lang="en-US">
                <a:latin typeface="Times New Roman" panose="02020603050405020304" pitchFamily="18" charset="0"/>
                <a:ea typeface="隶书" panose="02010509060101010101" pitchFamily="49" charset="-122"/>
              </a:rPr>
              <a:t>    </a:t>
            </a:r>
            <a:r>
              <a:rPr altLang="zh-CN" kumimoji="1" lang="en-US">
                <a:latin typeface="Times New Roman" panose="02020603050405020304" pitchFamily="18" charset="0"/>
                <a:ea typeface="隶书" panose="02010509060101010101" pitchFamily="49" charset="-122"/>
              </a:rPr>
              <a:t>AString(</a:t>
            </a:r>
            <a:r>
              <a:rPr altLang="zh-CN" b="1" kumimoji="1" lang="en-US">
                <a:latin typeface="Times New Roman" panose="02020603050405020304" pitchFamily="18" charset="0"/>
                <a:ea typeface="隶书" panose="02010509060101010101" pitchFamily="49" charset="-122"/>
              </a:rPr>
              <a:t>int</a:t>
            </a:r>
            <a:r>
              <a:rPr altLang="zh-CN" kumimoji="1" lang="en-US">
                <a:latin typeface="Times New Roman" panose="02020603050405020304" pitchFamily="18" charset="0"/>
                <a:ea typeface="隶书" panose="02010509060101010101" pitchFamily="49" charset="-122"/>
              </a:rPr>
              <a:t> sz = defaultSize)</a:t>
            </a:r>
            <a:r>
              <a:rPr altLang="zh-CN" b="1" kumimoji="1" lang="en-US">
                <a:latin typeface="Times New Roman" panose="02020603050405020304" pitchFamily="18" charset="0"/>
                <a:ea typeface="隶书" panose="02010509060101010101" pitchFamily="49" charset="-122"/>
              </a:rPr>
              <a:t>;      </a:t>
            </a:r>
            <a:r>
              <a:rPr altLang="zh-CN" b="1" kumimoji="1" lang="en-US">
                <a:solidFill>
                  <a:schemeClr val="tx2"/>
                </a:solidFill>
                <a:latin typeface="Times New Roman" panose="02020603050405020304" pitchFamily="18" charset="0"/>
                <a:ea typeface="隶书" panose="02010509060101010101" pitchFamily="49" charset="-122"/>
              </a:rPr>
              <a:t>//</a:t>
            </a:r>
            <a:r>
              <a:rPr altLang="en-US" kumimoji="1" lang="zh-CN">
                <a:solidFill>
                  <a:schemeClr val="tx2"/>
                </a:solidFill>
                <a:latin typeface="Times New Roman" panose="02020603050405020304" pitchFamily="18" charset="0"/>
                <a:ea typeface="隶书" panose="02010509060101010101" pitchFamily="49" charset="-122"/>
              </a:rPr>
              <a:t>构造函数</a:t>
            </a:r>
            <a:r>
              <a:rPr altLang="en-US" b="1" kumimoji="1" lang="zh-CN">
                <a:latin typeface="Times New Roman" panose="02020603050405020304" pitchFamily="18" charset="0"/>
                <a:ea typeface="隶书" panose="02010509060101010101" pitchFamily="49" charset="-122"/>
              </a:rPr>
              <a:t> 	</a:t>
            </a:r>
            <a:endParaRPr altLang="en-US" b="1" sz="800" kumimoji="1" lang="zh-CN"/>
          </a:p>
          <a:p>
            <a:pPr eaLnBrk="1" hangingPunct="1">
              <a:lnSpc>
                <a:spcPct val="105000"/>
              </a:lnSpc>
              <a:spcBef>
                <a:spcPct val="5000"/>
              </a:spcBef>
              <a:buFontTx/>
              <a:buNone/>
            </a:pPr>
            <a:r>
              <a:rPr altLang="en-US" kumimoji="1" lang="zh-CN">
                <a:latin typeface="Times New Roman" panose="02020603050405020304" pitchFamily="18" charset="0"/>
                <a:ea typeface="隶书" panose="02010509060101010101" pitchFamily="49" charset="-122"/>
              </a:rPr>
              <a:t>    </a:t>
            </a:r>
            <a:r>
              <a:rPr altLang="zh-CN" kumimoji="1" lang="en-US">
                <a:latin typeface="Times New Roman" panose="02020603050405020304" pitchFamily="18" charset="0"/>
                <a:ea typeface="隶书" panose="02010509060101010101" pitchFamily="49" charset="-122"/>
              </a:rPr>
              <a:t>AString(</a:t>
            </a:r>
            <a:r>
              <a:rPr altLang="zh-CN" b="1" kumimoji="1" lang="en-US">
                <a:latin typeface="Times New Roman" panose="02020603050405020304" pitchFamily="18" charset="0"/>
                <a:ea typeface="隶书" panose="02010509060101010101" pitchFamily="49" charset="-122"/>
              </a:rPr>
              <a:t>const char *</a:t>
            </a:r>
            <a:r>
              <a:rPr altLang="zh-CN" kumimoji="1" lang="en-US">
                <a:latin typeface="Times New Roman" panose="02020603050405020304" pitchFamily="18" charset="0"/>
                <a:ea typeface="隶书" panose="02010509060101010101" pitchFamily="49" charset="-122"/>
              </a:rPr>
              <a:t>init )</a:t>
            </a:r>
            <a:r>
              <a:rPr altLang="zh-CN" b="1" kumimoji="1" lang="en-US">
                <a:latin typeface="Times New Roman" panose="02020603050405020304" pitchFamily="18" charset="0"/>
                <a:ea typeface="隶书" panose="02010509060101010101" pitchFamily="49" charset="-122"/>
              </a:rPr>
              <a:t>;          </a:t>
            </a:r>
            <a:r>
              <a:rPr altLang="zh-CN" b="1" kumimoji="1" lang="en-US">
                <a:solidFill>
                  <a:schemeClr val="tx2"/>
                </a:solidFill>
                <a:latin typeface="Times New Roman" panose="02020603050405020304" pitchFamily="18" charset="0"/>
                <a:ea typeface="隶书" panose="02010509060101010101" pitchFamily="49" charset="-122"/>
              </a:rPr>
              <a:t>//</a:t>
            </a:r>
            <a:r>
              <a:rPr altLang="en-US" kumimoji="1" lang="zh-CN">
                <a:solidFill>
                  <a:schemeClr val="tx2"/>
                </a:solidFill>
                <a:latin typeface="Times New Roman" panose="02020603050405020304" pitchFamily="18" charset="0"/>
                <a:ea typeface="隶书" panose="02010509060101010101" pitchFamily="49" charset="-122"/>
              </a:rPr>
              <a:t>构造函数</a:t>
            </a:r>
          </a:p>
          <a:p>
            <a:pPr eaLnBrk="1" hangingPunct="1">
              <a:lnSpc>
                <a:spcPct val="105000"/>
              </a:lnSpc>
              <a:spcBef>
                <a:spcPct val="5000"/>
              </a:spcBef>
              <a:buFontTx/>
              <a:buNone/>
            </a:pPr>
            <a:r>
              <a:rPr altLang="en-US" b="1" kumimoji="1" lang="zh-CN">
                <a:latin typeface="Times New Roman" panose="02020603050405020304" pitchFamily="18" charset="0"/>
                <a:ea typeface="隶书" panose="02010509060101010101" pitchFamily="49" charset="-122"/>
              </a:rPr>
              <a:t>    </a:t>
            </a:r>
            <a:r>
              <a:rPr altLang="zh-CN" kumimoji="1" lang="en-US">
                <a:latin typeface="Times New Roman" panose="02020603050405020304" pitchFamily="18" charset="0"/>
                <a:ea typeface="隶书" panose="02010509060101010101" pitchFamily="49" charset="-122"/>
              </a:rPr>
              <a:t>AString(</a:t>
            </a:r>
            <a:r>
              <a:rPr altLang="zh-CN" b="1" kumimoji="1" lang="en-US">
                <a:latin typeface="Times New Roman" panose="02020603050405020304" pitchFamily="18" charset="0"/>
                <a:ea typeface="隶书" panose="02010509060101010101" pitchFamily="49" charset="-122"/>
              </a:rPr>
              <a:t>const </a:t>
            </a:r>
            <a:r>
              <a:rPr altLang="zh-CN" kumimoji="1" lang="en-US">
                <a:latin typeface="Times New Roman" panose="02020603050405020304" pitchFamily="18" charset="0"/>
                <a:ea typeface="隶书" panose="02010509060101010101" pitchFamily="49" charset="-122"/>
              </a:rPr>
              <a:t>AString</a:t>
            </a:r>
            <a:r>
              <a:rPr altLang="zh-CN" b="1" kumimoji="1" lang="en-US">
                <a:latin typeface="Times New Roman" panose="02020603050405020304" pitchFamily="18" charset="0"/>
                <a:ea typeface="隶书" panose="02010509060101010101" pitchFamily="49" charset="-122"/>
              </a:rPr>
              <a:t>&amp; </a:t>
            </a:r>
            <a:r>
              <a:rPr altLang="zh-CN" kumimoji="1" lang="en-US">
                <a:latin typeface="Times New Roman" panose="02020603050405020304" pitchFamily="18" charset="0"/>
                <a:ea typeface="隶书" panose="02010509060101010101" pitchFamily="49" charset="-122"/>
              </a:rPr>
              <a:t>ob)</a:t>
            </a:r>
            <a:r>
              <a:rPr altLang="zh-CN" b="1" kumimoji="1" lang="en-US">
                <a:latin typeface="Times New Roman" panose="02020603050405020304" pitchFamily="18" charset="0"/>
                <a:ea typeface="隶书" panose="02010509060101010101" pitchFamily="49" charset="-122"/>
              </a:rPr>
              <a:t>;      </a:t>
            </a:r>
            <a:r>
              <a:rPr altLang="zh-CN" b="1" kumimoji="1" lang="en-US">
                <a:solidFill>
                  <a:schemeClr val="tx2"/>
                </a:solidFill>
                <a:latin typeface="Times New Roman" panose="02020603050405020304" pitchFamily="18" charset="0"/>
                <a:ea typeface="隶书" panose="02010509060101010101" pitchFamily="49" charset="-122"/>
              </a:rPr>
              <a:t>//</a:t>
            </a:r>
            <a:r>
              <a:rPr altLang="en-US" kumimoji="1" lang="zh-CN">
                <a:solidFill>
                  <a:schemeClr val="tx2"/>
                </a:solidFill>
                <a:latin typeface="Times New Roman" panose="02020603050405020304" pitchFamily="18" charset="0"/>
                <a:ea typeface="隶书" panose="02010509060101010101" pitchFamily="49" charset="-122"/>
              </a:rPr>
              <a:t>复制构造函数</a:t>
            </a:r>
            <a:endParaRPr altLang="en-US" b="1" kumimoji="1" lang="zh-CN">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altLang="en-US" b="1" kumimoji="1" lang="zh-CN">
                <a:latin typeface="Times New Roman" panose="02020603050405020304" pitchFamily="18" charset="0"/>
                <a:ea typeface="隶书" panose="02010509060101010101" pitchFamily="49" charset="-122"/>
              </a:rPr>
              <a:t>    </a:t>
            </a:r>
            <a:r>
              <a:rPr altLang="en-US" b="1" kumimoji="1" lang="zh-CN">
                <a:latin typeface="Times New Roman" panose="02020603050405020304" pitchFamily="18" charset="0"/>
              </a:rPr>
              <a:t>～</a:t>
            </a:r>
            <a:r>
              <a:rPr altLang="zh-CN" kumimoji="1" lang="en-US">
                <a:latin typeface="Times New Roman" panose="02020603050405020304" pitchFamily="18" charset="0"/>
                <a:ea typeface="隶书" panose="02010509060101010101" pitchFamily="49" charset="-122"/>
              </a:rPr>
              <a:t>AString()</a:t>
            </a:r>
            <a:r>
              <a:rPr altLang="zh-CN" b="1" kumimoji="1" lang="en-US">
                <a:latin typeface="Times New Roman" panose="02020603050405020304" pitchFamily="18" charset="0"/>
                <a:ea typeface="隶书" panose="02010509060101010101" pitchFamily="49" charset="-122"/>
              </a:rPr>
              <a:t> {delete </a:t>
            </a:r>
            <a:r>
              <a:rPr altLang="zh-CN" kumimoji="1" lang="en-US">
                <a:latin typeface="Times New Roman" panose="02020603050405020304" pitchFamily="18" charset="0"/>
                <a:ea typeface="隶书" panose="02010509060101010101" pitchFamily="49" charset="-122"/>
              </a:rPr>
              <a:t>[ ]ch</a:t>
            </a:r>
            <a:r>
              <a:rPr altLang="zh-CN" b="1" kumimoji="1" lang="en-US">
                <a:latin typeface="Times New Roman" panose="02020603050405020304" pitchFamily="18" charset="0"/>
                <a:ea typeface="隶书" panose="02010509060101010101" pitchFamily="49" charset="-122"/>
              </a:rPr>
              <a:t>; }	      </a:t>
            </a:r>
            <a:r>
              <a:rPr altLang="zh-CN" b="1" kumimoji="1" lang="en-US">
                <a:solidFill>
                  <a:schemeClr val="tx2"/>
                </a:solidFill>
                <a:latin typeface="Times New Roman" panose="02020603050405020304" pitchFamily="18" charset="0"/>
                <a:ea typeface="隶书" panose="02010509060101010101" pitchFamily="49" charset="-122"/>
              </a:rPr>
              <a:t>//</a:t>
            </a:r>
            <a:r>
              <a:rPr altLang="en-US" kumimoji="1" lang="zh-CN">
                <a:solidFill>
                  <a:schemeClr val="tx2"/>
                </a:solidFill>
                <a:latin typeface="Times New Roman" panose="02020603050405020304" pitchFamily="18" charset="0"/>
                <a:ea typeface="隶书" panose="02010509060101010101" pitchFamily="49" charset="-122"/>
              </a:rPr>
              <a:t>析构函数</a:t>
            </a:r>
          </a:p>
          <a:p>
            <a:pPr eaLnBrk="1" hangingPunct="1">
              <a:lnSpc>
                <a:spcPct val="105000"/>
              </a:lnSpc>
              <a:spcBef>
                <a:spcPct val="5000"/>
              </a:spcBef>
              <a:buFontTx/>
              <a:buNone/>
            </a:pPr>
            <a:r>
              <a:rPr altLang="en-US" b="1" kumimoji="1" lang="zh-CN">
                <a:latin typeface="Times New Roman" panose="02020603050405020304" pitchFamily="18" charset="0"/>
                <a:ea typeface="隶书" panose="02010509060101010101" pitchFamily="49" charset="-122"/>
              </a:rPr>
              <a:t>    </a:t>
            </a:r>
            <a:r>
              <a:rPr altLang="zh-CN" b="1" kumimoji="1" lang="en-US">
                <a:latin typeface="Times New Roman" panose="02020603050405020304" pitchFamily="18" charset="0"/>
                <a:ea typeface="隶书" panose="02010509060101010101" pitchFamily="49" charset="-122"/>
              </a:rPr>
              <a:t>int </a:t>
            </a:r>
            <a:r>
              <a:rPr altLang="zh-CN" kumimoji="1" lang="en-US">
                <a:latin typeface="Times New Roman" panose="02020603050405020304" pitchFamily="18" charset="0"/>
                <a:ea typeface="隶书" panose="02010509060101010101" pitchFamily="49" charset="-122"/>
              </a:rPr>
              <a:t>Length() </a:t>
            </a:r>
            <a:r>
              <a:rPr altLang="zh-CN" b="1" kumimoji="1" lang="en-US">
                <a:latin typeface="Times New Roman" panose="02020603050405020304" pitchFamily="18" charset="0"/>
                <a:ea typeface="隶书" panose="02010509060101010101" pitchFamily="49" charset="-122"/>
              </a:rPr>
              <a:t>const { return </a:t>
            </a:r>
            <a:r>
              <a:rPr altLang="zh-CN" kumimoji="1" lang="en-US">
                <a:latin typeface="Times New Roman" panose="02020603050405020304" pitchFamily="18" charset="0"/>
                <a:ea typeface="隶书" panose="02010509060101010101" pitchFamily="49" charset="-122"/>
              </a:rPr>
              <a:t>curLength</a:t>
            </a:r>
            <a:r>
              <a:rPr altLang="zh-CN" b="1" kumimoji="1" lang="en-US">
                <a:latin typeface="Times New Roman" panose="02020603050405020304" pitchFamily="18" charset="0"/>
                <a:ea typeface="隶书" panose="02010509060101010101" pitchFamily="49" charset="-122"/>
              </a:rPr>
              <a:t>; }	 </a:t>
            </a:r>
            <a:r>
              <a:rPr altLang="zh-CN" b="1" kumimoji="1" lang="en-US">
                <a:solidFill>
                  <a:schemeClr val="tx2"/>
                </a:solidFill>
                <a:latin typeface="Times New Roman" panose="02020603050405020304" pitchFamily="18" charset="0"/>
                <a:ea typeface="隶书" panose="02010509060101010101" pitchFamily="49" charset="-122"/>
              </a:rPr>
              <a:t>//</a:t>
            </a:r>
            <a:r>
              <a:rPr altLang="en-US" kumimoji="1" lang="zh-CN">
                <a:solidFill>
                  <a:schemeClr val="tx2"/>
                </a:solidFill>
                <a:latin typeface="Times New Roman" panose="02020603050405020304" pitchFamily="18" charset="0"/>
                <a:ea typeface="隶书" panose="02010509060101010101" pitchFamily="49" charset="-122"/>
              </a:rPr>
              <a:t>求长度</a:t>
            </a:r>
          </a:p>
          <a:p>
            <a:pPr eaLnBrk="1" hangingPunct="1">
              <a:lnSpc>
                <a:spcPct val="105000"/>
              </a:lnSpc>
              <a:spcBef>
                <a:spcPct val="5000"/>
              </a:spcBef>
              <a:buFontTx/>
              <a:buNone/>
            </a:pPr>
            <a:r>
              <a:rPr altLang="en-US" kumimoji="1" lang="zh-CN">
                <a:solidFill>
                  <a:schemeClr val="tx2"/>
                </a:solidFill>
                <a:latin typeface="Times New Roman" panose="02020603050405020304" pitchFamily="18" charset="0"/>
                <a:ea typeface="隶书" panose="02010509060101010101" pitchFamily="49" charset="-122"/>
              </a:rPr>
              <a:t>    </a:t>
            </a:r>
            <a:r>
              <a:rPr altLang="zh-CN" kumimoji="1" lang="en-US">
                <a:latin typeface="Times New Roman" panose="02020603050405020304" pitchFamily="18" charset="0"/>
              </a:rPr>
              <a:t>Astring</a:t>
            </a:r>
            <a:r>
              <a:rPr altLang="zh-CN" b="1" kumimoji="1" lang="en-US">
                <a:latin typeface="Times New Roman" panose="02020603050405020304" pitchFamily="18" charset="0"/>
              </a:rPr>
              <a:t>&amp; operator</a:t>
            </a:r>
            <a:r>
              <a:rPr altLang="zh-CN" kumimoji="1" lang="en-US">
                <a:latin typeface="Times New Roman" panose="02020603050405020304" pitchFamily="18" charset="0"/>
              </a:rPr>
              <a:t>() (</a:t>
            </a:r>
            <a:r>
              <a:rPr altLang="zh-CN" b="1" kumimoji="1" lang="en-US">
                <a:latin typeface="Times New Roman" panose="02020603050405020304" pitchFamily="18" charset="0"/>
              </a:rPr>
              <a:t>int </a:t>
            </a:r>
            <a:r>
              <a:rPr altLang="zh-CN" kumimoji="1" lang="en-US">
                <a:latin typeface="Times New Roman" panose="02020603050405020304" pitchFamily="18" charset="0"/>
              </a:rPr>
              <a:t>pos</a:t>
            </a:r>
            <a:r>
              <a:rPr altLang="zh-CN" b="1" kumimoji="1" lang="en-US">
                <a:latin typeface="Times New Roman" panose="02020603050405020304" pitchFamily="18" charset="0"/>
              </a:rPr>
              <a:t>, int </a:t>
            </a:r>
            <a:r>
              <a:rPr altLang="zh-CN" kumimoji="1" lang="en-US">
                <a:latin typeface="Times New Roman" panose="02020603050405020304" pitchFamily="18" charset="0"/>
              </a:rPr>
              <a:t>len)</a:t>
            </a:r>
            <a:r>
              <a:rPr altLang="zh-CN" b="1" kumimoji="1" lang="en-US">
                <a:latin typeface="Times New Roman" panose="02020603050405020304" pitchFamily="18" charset="0"/>
              </a:rPr>
              <a:t>;   </a:t>
            </a:r>
            <a:r>
              <a:rPr altLang="zh-CN" b="1" kumimoji="1" lang="en-US">
                <a:solidFill>
                  <a:schemeClr val="tx2"/>
                </a:solidFill>
                <a:latin typeface="Times New Roman" panose="02020603050405020304" pitchFamily="18" charset="0"/>
              </a:rPr>
              <a:t>//</a:t>
            </a:r>
            <a:r>
              <a:rPr altLang="en-US" kumimoji="1" lang="zh-CN">
                <a:solidFill>
                  <a:schemeClr val="tx2"/>
                </a:solidFill>
                <a:latin typeface="Times New Roman" panose="02020603050405020304" pitchFamily="18" charset="0"/>
                <a:ea typeface="隶书" panose="02010509060101010101" pitchFamily="49" charset="-122"/>
              </a:rPr>
              <a:t>求子串</a:t>
            </a:r>
          </a:p>
          <a:p>
            <a:pPr eaLnBrk="1" hangingPunct="1">
              <a:lnSpc>
                <a:spcPct val="105000"/>
              </a:lnSpc>
              <a:spcBef>
                <a:spcPct val="5000"/>
              </a:spcBef>
              <a:buFontTx/>
              <a:buNone/>
            </a:pPr>
            <a:r>
              <a:rPr altLang="en-US" b="1" kumimoji="1" lang="zh-CN">
                <a:latin typeface="Times New Roman" panose="02020603050405020304" pitchFamily="18" charset="0"/>
                <a:ea typeface="隶书" panose="02010509060101010101" pitchFamily="49" charset="-122"/>
              </a:rPr>
              <a:t>    </a:t>
            </a:r>
            <a:r>
              <a:rPr altLang="zh-CN" b="1" kumimoji="1" lang="en-US">
                <a:latin typeface="Times New Roman" panose="02020603050405020304" pitchFamily="18" charset="0"/>
                <a:ea typeface="隶书" panose="02010509060101010101" pitchFamily="49" charset="-122"/>
              </a:rPr>
              <a:t>bool operator ==</a:t>
            </a:r>
            <a:r>
              <a:rPr altLang="zh-CN" kumimoji="1" lang="en-US">
                <a:latin typeface="Times New Roman" panose="02020603050405020304" pitchFamily="18" charset="0"/>
                <a:ea typeface="隶书" panose="02010509060101010101" pitchFamily="49" charset="-122"/>
              </a:rPr>
              <a:t> (AString</a:t>
            </a:r>
            <a:r>
              <a:rPr altLang="zh-CN" b="1" kumimoji="1" lang="en-US">
                <a:latin typeface="Times New Roman" panose="02020603050405020304" pitchFamily="18" charset="0"/>
                <a:ea typeface="隶书" panose="02010509060101010101" pitchFamily="49" charset="-122"/>
              </a:rPr>
              <a:t>&amp; </a:t>
            </a:r>
            <a:r>
              <a:rPr altLang="zh-CN" kumimoji="1" lang="en-US">
                <a:latin typeface="Times New Roman" panose="02020603050405020304" pitchFamily="18" charset="0"/>
                <a:ea typeface="隶书" panose="02010509060101010101" pitchFamily="49" charset="-122"/>
              </a:rPr>
              <a:t>ob)</a:t>
            </a:r>
            <a:r>
              <a:rPr altLang="zh-CN" b="1" kumimoji="1" lang="en-US">
                <a:latin typeface="Times New Roman" panose="02020603050405020304" pitchFamily="18" charset="0"/>
                <a:ea typeface="隶书" panose="02010509060101010101" pitchFamily="49" charset="-122"/>
              </a:rPr>
              <a:t> const </a:t>
            </a:r>
          </a:p>
          <a:p>
            <a:pPr eaLnBrk="1" hangingPunct="1">
              <a:lnSpc>
                <a:spcPct val="105000"/>
              </a:lnSpc>
              <a:spcBef>
                <a:spcPct val="5000"/>
              </a:spcBef>
              <a:buFontTx/>
              <a:buNone/>
            </a:pPr>
            <a:r>
              <a:rPr altLang="zh-CN" b="1" kumimoji="1" lang="en-US">
                <a:latin typeface="Times New Roman" panose="02020603050405020304" pitchFamily="18" charset="0"/>
                <a:ea typeface="隶书" panose="02010509060101010101" pitchFamily="49" charset="-122"/>
              </a:rPr>
              <a:t>        { return </a:t>
            </a:r>
            <a:r>
              <a:rPr altLang="zh-CN" kumimoji="1" lang="en-US">
                <a:solidFill>
                  <a:srgbClr val="006600"/>
                </a:solidFill>
                <a:latin typeface="Times New Roman" panose="02020603050405020304" pitchFamily="18" charset="0"/>
                <a:ea typeface="隶书" panose="02010509060101010101" pitchFamily="49" charset="-122"/>
              </a:rPr>
              <a:t>strcmp</a:t>
            </a:r>
            <a:r>
              <a:rPr altLang="zh-CN" kumimoji="1" lang="en-US">
                <a:latin typeface="Times New Roman" panose="02020603050405020304" pitchFamily="18" charset="0"/>
                <a:ea typeface="隶书" panose="02010509060101010101" pitchFamily="49" charset="-122"/>
              </a:rPr>
              <a:t> </a:t>
            </a:r>
            <a:r>
              <a:rPr altLang="zh-CN" kumimoji="1" lang="en-US">
                <a:solidFill>
                  <a:srgbClr val="006600"/>
                </a:solidFill>
                <a:latin typeface="Times New Roman" panose="02020603050405020304" pitchFamily="18" charset="0"/>
                <a:ea typeface="隶书" panose="02010509060101010101" pitchFamily="49" charset="-122"/>
              </a:rPr>
              <a:t>(ch, ob.ch)</a:t>
            </a:r>
            <a:r>
              <a:rPr altLang="zh-CN" kumimoji="1" lang="en-US">
                <a:latin typeface="Times New Roman" panose="02020603050405020304" pitchFamily="18" charset="0"/>
                <a:ea typeface="隶书" panose="02010509060101010101" pitchFamily="49" charset="-122"/>
              </a:rPr>
              <a:t> == 0</a:t>
            </a:r>
            <a:r>
              <a:rPr altLang="zh-CN" b="1" kumimoji="1" lang="en-US">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altLang="zh-CN" b="1" kumimoji="1" lang="en-US">
                <a:latin typeface="Times New Roman" panose="02020603050405020304" pitchFamily="18" charset="0"/>
                <a:ea typeface="隶书" panose="02010509060101010101" pitchFamily="49" charset="-122"/>
              </a:rPr>
              <a:t>	    </a:t>
            </a:r>
            <a:r>
              <a:rPr altLang="zh-CN" b="1" kumimoji="1" lang="en-US">
                <a:solidFill>
                  <a:schemeClr val="tx2"/>
                </a:solidFill>
                <a:latin typeface="Times New Roman" panose="02020603050405020304" pitchFamily="18" charset="0"/>
                <a:ea typeface="隶书" panose="02010509060101010101" pitchFamily="49" charset="-122"/>
              </a:rPr>
              <a:t>//</a:t>
            </a:r>
            <a:r>
              <a:rPr altLang="en-US" kumimoji="1" lang="zh-CN">
                <a:solidFill>
                  <a:schemeClr val="tx2"/>
                </a:solidFill>
                <a:latin typeface="Times New Roman" panose="02020603050405020304" pitchFamily="18" charset="0"/>
                <a:ea typeface="隶书" panose="02010509060101010101" pitchFamily="49" charset="-122"/>
              </a:rPr>
              <a:t>判串相等</a:t>
            </a:r>
            <a:r>
              <a:rPr altLang="zh-CN" kumimoji="1" lang="en-US">
                <a:solidFill>
                  <a:schemeClr val="tx2"/>
                </a:solidFill>
                <a:latin typeface="Times New Roman" panose="02020603050405020304" pitchFamily="18" charset="0"/>
                <a:ea typeface="隶书" panose="02010509060101010101" pitchFamily="49" charset="-122"/>
              </a:rPr>
              <a:t>. </a:t>
            </a:r>
            <a:r>
              <a:rPr altLang="en-US" kumimoji="1" lang="zh-CN">
                <a:solidFill>
                  <a:schemeClr val="tx2"/>
                </a:solidFill>
                <a:latin typeface="Times New Roman" panose="02020603050405020304" pitchFamily="18" charset="0"/>
                <a:ea typeface="隶书" panose="02010509060101010101" pitchFamily="49" charset="-122"/>
              </a:rPr>
              <a:t>若串相等</a:t>
            </a:r>
            <a:r>
              <a:rPr altLang="zh-CN" kumimoji="1" lang="en-US">
                <a:solidFill>
                  <a:schemeClr val="tx2"/>
                </a:solidFill>
                <a:latin typeface="Times New Roman" panose="02020603050405020304" pitchFamily="18" charset="0"/>
                <a:ea typeface="隶书" panose="02010509060101010101" pitchFamily="49" charset="-122"/>
              </a:rPr>
              <a:t>, </a:t>
            </a:r>
            <a:r>
              <a:rPr altLang="en-US" kumimoji="1" lang="zh-CN">
                <a:solidFill>
                  <a:schemeClr val="tx2"/>
                </a:solidFill>
                <a:latin typeface="Times New Roman" panose="02020603050405020304" pitchFamily="18" charset="0"/>
                <a:ea typeface="隶书" panose="02010509060101010101" pitchFamily="49" charset="-122"/>
              </a:rPr>
              <a:t>则函数返回</a:t>
            </a:r>
            <a:r>
              <a:rPr altLang="zh-CN" kumimoji="1" lang="en-US">
                <a:solidFill>
                  <a:schemeClr val="tx2"/>
                </a:solidFill>
                <a:latin typeface="Times New Roman" panose="02020603050405020304" pitchFamily="18" charset="0"/>
                <a:ea typeface="隶书" panose="02010509060101010101" pitchFamily="49" charset="-122"/>
              </a:rPr>
              <a:t>true</a:t>
            </a:r>
          </a:p>
          <a:p>
            <a:pPr eaLnBrk="1" hangingPunct="1">
              <a:lnSpc>
                <a:spcPct val="105000"/>
              </a:lnSpc>
              <a:spcBef>
                <a:spcPct val="5000"/>
              </a:spcBef>
              <a:buFontTx/>
              <a:buNone/>
            </a:pPr>
            <a:r>
              <a:rPr altLang="zh-CN" b="1" kumimoji="1" lang="en-US">
                <a:latin typeface="Times New Roman" panose="02020603050405020304" pitchFamily="18" charset="0"/>
                <a:ea typeface="隶书" panose="02010509060101010101" pitchFamily="49" charset="-122"/>
              </a:rPr>
              <a:t>    bool operator != </a:t>
            </a:r>
            <a:r>
              <a:rPr altLang="zh-CN" kumimoji="1" lang="en-US">
                <a:latin typeface="Times New Roman" panose="02020603050405020304" pitchFamily="18" charset="0"/>
                <a:ea typeface="隶书" panose="02010509060101010101" pitchFamily="49" charset="-122"/>
              </a:rPr>
              <a:t>(AString</a:t>
            </a:r>
            <a:r>
              <a:rPr altLang="zh-CN" b="1" kumimoji="1" lang="en-US">
                <a:latin typeface="Times New Roman" panose="02020603050405020304" pitchFamily="18" charset="0"/>
                <a:ea typeface="隶书" panose="02010509060101010101" pitchFamily="49" charset="-122"/>
              </a:rPr>
              <a:t>&amp; </a:t>
            </a:r>
            <a:r>
              <a:rPr altLang="zh-CN" kumimoji="1" lang="en-US">
                <a:latin typeface="Times New Roman" panose="02020603050405020304" pitchFamily="18" charset="0"/>
                <a:ea typeface="隶书" panose="02010509060101010101" pitchFamily="49" charset="-122"/>
              </a:rPr>
              <a:t>ob)</a:t>
            </a:r>
            <a:r>
              <a:rPr altLang="zh-CN" b="1" kumimoji="1" lang="en-US">
                <a:latin typeface="Times New Roman" panose="02020603050405020304" pitchFamily="18" charset="0"/>
                <a:ea typeface="隶书" panose="02010509060101010101" pitchFamily="49" charset="-122"/>
              </a:rPr>
              <a:t> const </a:t>
            </a:r>
          </a:p>
          <a:p>
            <a:pPr eaLnBrk="1" hangingPunct="1">
              <a:lnSpc>
                <a:spcPct val="105000"/>
              </a:lnSpc>
              <a:spcBef>
                <a:spcPct val="5000"/>
              </a:spcBef>
              <a:buFontTx/>
              <a:buNone/>
            </a:pPr>
            <a:r>
              <a:rPr altLang="zh-CN" b="1" kumimoji="1" lang="en-US">
                <a:latin typeface="Times New Roman" panose="02020603050405020304" pitchFamily="18" charset="0"/>
                <a:ea typeface="隶书" panose="02010509060101010101" pitchFamily="49" charset="-122"/>
              </a:rPr>
              <a:t>        { return </a:t>
            </a:r>
            <a:r>
              <a:rPr altLang="zh-CN" kumimoji="1" lang="en-US">
                <a:solidFill>
                  <a:srgbClr val="006600"/>
                </a:solidFill>
                <a:latin typeface="Times New Roman" panose="02020603050405020304" pitchFamily="18" charset="0"/>
                <a:ea typeface="隶书" panose="02010509060101010101" pitchFamily="49" charset="-122"/>
              </a:rPr>
              <a:t>strcmp (ch, ob.ch</a:t>
            </a:r>
            <a:r>
              <a:rPr altLang="zh-CN" b="1" kumimoji="1" lang="en-US">
                <a:solidFill>
                  <a:srgbClr val="006600"/>
                </a:solidFill>
                <a:latin typeface="Times New Roman" panose="02020603050405020304" pitchFamily="18" charset="0"/>
                <a:ea typeface="隶书" panose="02010509060101010101" pitchFamily="49" charset="-122"/>
              </a:rPr>
              <a:t>)</a:t>
            </a:r>
            <a:r>
              <a:rPr altLang="zh-CN" b="1" kumimoji="1" lang="en-US">
                <a:latin typeface="Times New Roman" panose="02020603050405020304" pitchFamily="18" charset="0"/>
                <a:ea typeface="隶书" panose="02010509060101010101" pitchFamily="49" charset="-122"/>
              </a:rPr>
              <a:t> </a:t>
            </a:r>
            <a:r>
              <a:rPr altLang="zh-CN" kumimoji="1" lang="en-US">
                <a:latin typeface="Times New Roman" panose="02020603050405020304" pitchFamily="18" charset="0"/>
                <a:ea typeface="隶书" panose="02010509060101010101" pitchFamily="49" charset="-122"/>
              </a:rPr>
              <a:t>!= 0</a:t>
            </a:r>
            <a:r>
              <a:rPr altLang="zh-CN" b="1" kumimoji="1" lang="en-US">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altLang="zh-CN" b="1" kumimoji="1" lang="en-US">
                <a:latin typeface="Times New Roman" panose="02020603050405020304" pitchFamily="18" charset="0"/>
                <a:ea typeface="隶书" panose="02010509060101010101" pitchFamily="49" charset="-122"/>
              </a:rPr>
              <a:t>	   </a:t>
            </a:r>
            <a:r>
              <a:rPr altLang="zh-CN" b="1" kumimoji="1" lang="en-US">
                <a:solidFill>
                  <a:schemeClr val="tx2"/>
                </a:solidFill>
                <a:latin typeface="Times New Roman" panose="02020603050405020304" pitchFamily="18" charset="0"/>
                <a:ea typeface="隶书" panose="02010509060101010101" pitchFamily="49" charset="-122"/>
              </a:rPr>
              <a:t>//</a:t>
            </a:r>
            <a:r>
              <a:rPr altLang="en-US" kumimoji="1" lang="zh-CN">
                <a:solidFill>
                  <a:schemeClr val="tx2"/>
                </a:solidFill>
                <a:latin typeface="Times New Roman" panose="02020603050405020304" pitchFamily="18" charset="0"/>
                <a:ea typeface="隶书" panose="02010509060101010101" pitchFamily="49" charset="-122"/>
              </a:rPr>
              <a:t>判串不等</a:t>
            </a:r>
            <a:r>
              <a:rPr altLang="zh-CN" kumimoji="1" lang="en-US">
                <a:solidFill>
                  <a:schemeClr val="tx2"/>
                </a:solidFill>
                <a:latin typeface="Times New Roman" panose="02020603050405020304" pitchFamily="18" charset="0"/>
                <a:ea typeface="隶书" panose="02010509060101010101" pitchFamily="49" charset="-122"/>
              </a:rPr>
              <a:t>. </a:t>
            </a:r>
            <a:r>
              <a:rPr altLang="en-US" kumimoji="1" lang="zh-CN">
                <a:solidFill>
                  <a:schemeClr val="tx2"/>
                </a:solidFill>
                <a:latin typeface="Times New Roman" panose="02020603050405020304" pitchFamily="18" charset="0"/>
                <a:ea typeface="隶书" panose="02010509060101010101" pitchFamily="49" charset="-122"/>
              </a:rPr>
              <a:t>若串不相等</a:t>
            </a:r>
            <a:r>
              <a:rPr altLang="zh-CN" kumimoji="1" lang="en-US">
                <a:solidFill>
                  <a:schemeClr val="tx2"/>
                </a:solidFill>
                <a:latin typeface="Times New Roman" panose="02020603050405020304" pitchFamily="18" charset="0"/>
                <a:ea typeface="隶书" panose="02010509060101010101" pitchFamily="49" charset="-122"/>
              </a:rPr>
              <a:t>, </a:t>
            </a:r>
            <a:r>
              <a:rPr altLang="en-US" kumimoji="1" lang="zh-CN">
                <a:solidFill>
                  <a:schemeClr val="tx2"/>
                </a:solidFill>
                <a:latin typeface="Times New Roman" panose="02020603050405020304" pitchFamily="18" charset="0"/>
                <a:ea typeface="隶书" panose="02010509060101010101" pitchFamily="49" charset="-122"/>
              </a:rPr>
              <a:t>则函数返回</a:t>
            </a:r>
            <a:r>
              <a:rPr altLang="zh-CN" kumimoji="1" lang="en-US">
                <a:solidFill>
                  <a:schemeClr val="tx2"/>
                </a:solidFill>
                <a:latin typeface="Times New Roman" panose="02020603050405020304" pitchFamily="18" charset="0"/>
                <a:ea typeface="隶书" panose="02010509060101010101" pitchFamily="49" charset="-122"/>
              </a:rPr>
              <a:t>true</a:t>
            </a:r>
            <a:r>
              <a:rPr altLang="zh-CN" b="1" kumimoji="1" lang="en-US">
                <a:latin typeface="Times New Roman" panose="02020603050405020304" pitchFamily="18" charset="0"/>
                <a:ea typeface="隶书" panose="02010509060101010101" pitchFamily="49" charset="-122"/>
              </a:rPr>
              <a:t>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246" name=""/>
        <p:cNvGrpSpPr/>
        <p:nvPr/>
      </p:nvGrpSpPr>
      <p:grpSpPr>
        <a:xfrm>
          <a:off x="0" y="0"/>
          <a:ext cx="0" cy="0"/>
          <a:chOff x="0" y="0"/>
          <a:chExt cx="0" cy="0"/>
        </a:xfrm>
      </p:grpSpPr>
      <p:sp>
        <p:nvSpPr>
          <p:cNvPr id="1049382" name="Rectangle 2"/>
          <p:cNvSpPr>
            <a:spLocks noGrp="1" noChangeArrowheads="1"/>
          </p:cNvSpPr>
          <p:nvPr>
            <p:ph idx="1"/>
          </p:nvPr>
        </p:nvSpPr>
        <p:spPr>
          <a:xfrm>
            <a:off x="657225" y="712790"/>
            <a:ext cx="8229600" cy="5634037"/>
          </a:xfrm>
        </p:spPr>
        <p:txBody>
          <a:bodyPr/>
          <a:p>
            <a:pPr eaLnBrk="1" hangingPunct="1">
              <a:lnSpc>
                <a:spcPct val="105000"/>
              </a:lnSpc>
              <a:spcBef>
                <a:spcPct val="10000"/>
              </a:spcBef>
              <a:buFontTx/>
              <a:buNone/>
            </a:pPr>
            <a:r>
              <a:rPr altLang="zh-CN" b="1" kumimoji="1" lang="en-US">
                <a:latin typeface="Times New Roman" panose="02020603050405020304" pitchFamily="18" charset="0"/>
                <a:ea typeface="隶书" panose="02010509060101010101" pitchFamily="49" charset="-122"/>
              </a:rPr>
              <a:t>    bool operator </a:t>
            </a:r>
            <a:r>
              <a:rPr altLang="zh-CN" kumimoji="1" lang="en-US">
                <a:latin typeface="Times New Roman" panose="02020603050405020304" pitchFamily="18" charset="0"/>
                <a:ea typeface="隶书" panose="02010509060101010101" pitchFamily="49" charset="-122"/>
              </a:rPr>
              <a:t>! ()</a:t>
            </a:r>
            <a:r>
              <a:rPr altLang="zh-CN" b="1" kumimoji="1" lang="en-US">
                <a:latin typeface="Times New Roman" panose="02020603050405020304" pitchFamily="18" charset="0"/>
                <a:ea typeface="隶书" panose="02010509060101010101" pitchFamily="49" charset="-122"/>
              </a:rPr>
              <a:t> const { return </a:t>
            </a:r>
            <a:r>
              <a:rPr altLang="zh-CN" kumimoji="1" lang="en-US">
                <a:latin typeface="Times New Roman" panose="02020603050405020304" pitchFamily="18" charset="0"/>
                <a:ea typeface="隶书" panose="02010509060101010101" pitchFamily="49" charset="-122"/>
              </a:rPr>
              <a:t>curLength == 0</a:t>
            </a:r>
            <a:r>
              <a:rPr altLang="zh-CN" b="1" kumimoji="1" lang="en-US">
                <a:latin typeface="Times New Roman" panose="02020603050405020304" pitchFamily="18" charset="0"/>
                <a:ea typeface="隶书" panose="02010509060101010101" pitchFamily="49" charset="-122"/>
              </a:rPr>
              <a:t>; } </a:t>
            </a:r>
          </a:p>
          <a:p>
            <a:pPr eaLnBrk="1" hangingPunct="1">
              <a:lnSpc>
                <a:spcPct val="105000"/>
              </a:lnSpc>
              <a:spcBef>
                <a:spcPct val="10000"/>
              </a:spcBef>
              <a:buFontTx/>
              <a:buNone/>
            </a:pPr>
            <a:r>
              <a:rPr altLang="zh-CN" b="1" kumimoji="1" lang="en-US">
                <a:latin typeface="Times New Roman" panose="02020603050405020304" pitchFamily="18" charset="0"/>
                <a:ea typeface="隶书" panose="02010509060101010101" pitchFamily="49" charset="-122"/>
              </a:rPr>
              <a:t>	   </a:t>
            </a:r>
            <a:r>
              <a:rPr altLang="zh-CN" b="1" kumimoji="1" lang="en-US">
                <a:solidFill>
                  <a:schemeClr val="tx2"/>
                </a:solidFill>
                <a:latin typeface="Times New Roman" panose="02020603050405020304" pitchFamily="18" charset="0"/>
                <a:ea typeface="隶书" panose="02010509060101010101" pitchFamily="49" charset="-122"/>
              </a:rPr>
              <a:t>//</a:t>
            </a:r>
            <a:r>
              <a:rPr altLang="en-US" kumimoji="1" lang="zh-CN">
                <a:solidFill>
                  <a:schemeClr val="tx2"/>
                </a:solidFill>
                <a:latin typeface="Times New Roman" panose="02020603050405020304" pitchFamily="18" charset="0"/>
                <a:ea typeface="隶书" panose="02010509060101010101" pitchFamily="49" charset="-122"/>
              </a:rPr>
              <a:t>判串空否。若串空</a:t>
            </a:r>
            <a:r>
              <a:rPr altLang="zh-CN" kumimoji="1" lang="en-US">
                <a:solidFill>
                  <a:schemeClr val="tx2"/>
                </a:solidFill>
                <a:latin typeface="Times New Roman" panose="02020603050405020304" pitchFamily="18" charset="0"/>
                <a:ea typeface="隶书" panose="02010509060101010101" pitchFamily="49" charset="-122"/>
              </a:rPr>
              <a:t>, </a:t>
            </a:r>
            <a:r>
              <a:rPr altLang="en-US" kumimoji="1" lang="zh-CN">
                <a:solidFill>
                  <a:schemeClr val="tx2"/>
                </a:solidFill>
                <a:latin typeface="Times New Roman" panose="02020603050405020304" pitchFamily="18" charset="0"/>
                <a:ea typeface="隶书" panose="02010509060101010101" pitchFamily="49" charset="-122"/>
              </a:rPr>
              <a:t>则函数返回</a:t>
            </a:r>
            <a:r>
              <a:rPr altLang="zh-CN" kumimoji="1" lang="en-US">
                <a:solidFill>
                  <a:schemeClr val="tx2"/>
                </a:solidFill>
                <a:latin typeface="Times New Roman" panose="02020603050405020304" pitchFamily="18" charset="0"/>
                <a:ea typeface="隶书" panose="02010509060101010101" pitchFamily="49" charset="-122"/>
              </a:rPr>
              <a:t>true</a:t>
            </a:r>
          </a:p>
          <a:p>
            <a:pPr eaLnBrk="1" hangingPunct="1">
              <a:lnSpc>
                <a:spcPct val="105000"/>
              </a:lnSpc>
              <a:spcBef>
                <a:spcPct val="10000"/>
              </a:spcBef>
              <a:buFontTx/>
              <a:buNone/>
            </a:pPr>
            <a:r>
              <a:rPr altLang="zh-CN" b="1" kumimoji="1" lang="en-US">
                <a:latin typeface="Times New Roman" panose="02020603050405020304" pitchFamily="18" charset="0"/>
                <a:ea typeface="隶书" panose="02010509060101010101" pitchFamily="49" charset="-122"/>
              </a:rPr>
              <a:t>    </a:t>
            </a:r>
            <a:r>
              <a:rPr altLang="zh-CN" kumimoji="1" lang="en-US">
                <a:latin typeface="Times New Roman" panose="02020603050405020304" pitchFamily="18" charset="0"/>
                <a:ea typeface="隶书" panose="02010509060101010101" pitchFamily="49" charset="-122"/>
              </a:rPr>
              <a:t>AString</a:t>
            </a:r>
            <a:r>
              <a:rPr altLang="zh-CN" b="1" kumimoji="1" lang="en-US">
                <a:latin typeface="Times New Roman" panose="02020603050405020304" pitchFamily="18" charset="0"/>
                <a:ea typeface="隶书" panose="02010509060101010101" pitchFamily="49" charset="-122"/>
              </a:rPr>
              <a:t>&amp; operator = </a:t>
            </a:r>
            <a:r>
              <a:rPr altLang="zh-CN" kumimoji="1" lang="en-US">
                <a:latin typeface="Times New Roman" panose="02020603050405020304" pitchFamily="18" charset="0"/>
                <a:ea typeface="隶书" panose="02010509060101010101" pitchFamily="49" charset="-122"/>
              </a:rPr>
              <a:t>(AString</a:t>
            </a:r>
            <a:r>
              <a:rPr altLang="zh-CN" b="1" kumimoji="1" lang="en-US">
                <a:latin typeface="Times New Roman" panose="02020603050405020304" pitchFamily="18" charset="0"/>
                <a:ea typeface="隶书" panose="02010509060101010101" pitchFamily="49" charset="-122"/>
              </a:rPr>
              <a:t>&amp; </a:t>
            </a:r>
            <a:r>
              <a:rPr altLang="zh-CN" kumimoji="1" lang="en-US">
                <a:latin typeface="Times New Roman" panose="02020603050405020304" pitchFamily="18" charset="0"/>
                <a:ea typeface="隶书" panose="02010509060101010101" pitchFamily="49" charset="-122"/>
              </a:rPr>
              <a:t>ob)</a:t>
            </a:r>
            <a:r>
              <a:rPr altLang="zh-CN" b="1" kumimoji="1" lang="en-US">
                <a:latin typeface="Times New Roman" panose="02020603050405020304" pitchFamily="18" charset="0"/>
                <a:ea typeface="隶书" panose="02010509060101010101" pitchFamily="49" charset="-122"/>
              </a:rPr>
              <a:t>;  </a:t>
            </a:r>
            <a:r>
              <a:rPr altLang="zh-CN" b="1" kumimoji="1" lang="en-US"/>
              <a:t>    </a:t>
            </a:r>
            <a:r>
              <a:rPr altLang="zh-CN" b="1" kumimoji="1" lang="en-US">
                <a:solidFill>
                  <a:schemeClr val="tx2"/>
                </a:solidFill>
                <a:latin typeface="Times New Roman" panose="02020603050405020304" pitchFamily="18" charset="0"/>
                <a:ea typeface="隶书" panose="02010509060101010101" pitchFamily="49" charset="-122"/>
              </a:rPr>
              <a:t>//</a:t>
            </a:r>
            <a:r>
              <a:rPr altLang="en-US" kumimoji="1" lang="zh-CN">
                <a:solidFill>
                  <a:schemeClr val="tx2"/>
                </a:solidFill>
                <a:latin typeface="Times New Roman" panose="02020603050405020304" pitchFamily="18" charset="0"/>
                <a:ea typeface="隶书" panose="02010509060101010101" pitchFamily="49" charset="-122"/>
              </a:rPr>
              <a:t>串赋值</a:t>
            </a:r>
          </a:p>
          <a:p>
            <a:pPr eaLnBrk="1" hangingPunct="1">
              <a:lnSpc>
                <a:spcPct val="105000"/>
              </a:lnSpc>
              <a:spcBef>
                <a:spcPct val="10000"/>
              </a:spcBef>
              <a:buFontTx/>
              <a:buNone/>
            </a:pPr>
            <a:r>
              <a:rPr altLang="en-US" kumimoji="1" lang="zh-CN">
                <a:solidFill>
                  <a:schemeClr val="tx2"/>
                </a:solidFill>
                <a:latin typeface="Times New Roman" panose="02020603050405020304" pitchFamily="18" charset="0"/>
                <a:ea typeface="隶书" panose="02010509060101010101" pitchFamily="49" charset="-122"/>
              </a:rPr>
              <a:t>    </a:t>
            </a:r>
            <a:r>
              <a:rPr altLang="zh-CN" kumimoji="1" lang="en-US">
                <a:latin typeface="Times New Roman" panose="02020603050405020304" pitchFamily="18" charset="0"/>
                <a:ea typeface="隶书" panose="02010509060101010101" pitchFamily="49" charset="-122"/>
              </a:rPr>
              <a:t>AString</a:t>
            </a:r>
            <a:r>
              <a:rPr altLang="zh-CN" b="1" kumimoji="1" lang="en-US">
                <a:latin typeface="Times New Roman" panose="02020603050405020304" pitchFamily="18" charset="0"/>
                <a:ea typeface="隶书" panose="02010509060101010101" pitchFamily="49" charset="-122"/>
              </a:rPr>
              <a:t>&amp; operator += </a:t>
            </a:r>
            <a:r>
              <a:rPr altLang="zh-CN" kumimoji="1" lang="en-US">
                <a:latin typeface="Times New Roman" panose="02020603050405020304" pitchFamily="18" charset="0"/>
                <a:ea typeface="隶书" panose="02010509060101010101" pitchFamily="49" charset="-122"/>
              </a:rPr>
              <a:t>(AString</a:t>
            </a:r>
            <a:r>
              <a:rPr altLang="zh-CN" b="1" kumimoji="1" lang="en-US">
                <a:latin typeface="Times New Roman" panose="02020603050405020304" pitchFamily="18" charset="0"/>
                <a:ea typeface="隶书" panose="02010509060101010101" pitchFamily="49" charset="-122"/>
              </a:rPr>
              <a:t>&amp; </a:t>
            </a:r>
            <a:r>
              <a:rPr altLang="zh-CN" kumimoji="1" lang="en-US">
                <a:latin typeface="Times New Roman" panose="02020603050405020304" pitchFamily="18" charset="0"/>
                <a:ea typeface="隶书" panose="02010509060101010101" pitchFamily="49" charset="-122"/>
              </a:rPr>
              <a:t>ob)</a:t>
            </a:r>
            <a:r>
              <a:rPr altLang="zh-CN" b="1" kumimoji="1" lang="en-US">
                <a:latin typeface="Times New Roman" panose="02020603050405020304" pitchFamily="18" charset="0"/>
                <a:ea typeface="隶书" panose="02010509060101010101" pitchFamily="49" charset="-122"/>
              </a:rPr>
              <a:t>;	</a:t>
            </a:r>
            <a:r>
              <a:rPr altLang="zh-CN" b="1" kumimoji="1" lang="en-US">
                <a:solidFill>
                  <a:schemeClr val="tx2"/>
                </a:solidFill>
                <a:latin typeface="Times New Roman" panose="02020603050405020304" pitchFamily="18" charset="0"/>
                <a:ea typeface="隶书" panose="02010509060101010101" pitchFamily="49" charset="-122"/>
              </a:rPr>
              <a:t>//</a:t>
            </a:r>
            <a:r>
              <a:rPr altLang="en-US" kumimoji="1" lang="zh-CN">
                <a:solidFill>
                  <a:schemeClr val="tx2"/>
                </a:solidFill>
                <a:latin typeface="Times New Roman" panose="02020603050405020304" pitchFamily="18" charset="0"/>
                <a:ea typeface="隶书" panose="02010509060101010101" pitchFamily="49" charset="-122"/>
              </a:rPr>
              <a:t>串连接</a:t>
            </a:r>
          </a:p>
          <a:p>
            <a:pPr eaLnBrk="1" hangingPunct="1">
              <a:lnSpc>
                <a:spcPct val="105000"/>
              </a:lnSpc>
              <a:spcBef>
                <a:spcPct val="10000"/>
              </a:spcBef>
              <a:buFontTx/>
              <a:buNone/>
            </a:pPr>
            <a:r>
              <a:rPr altLang="en-US" b="1" kumimoji="1" lang="zh-CN">
                <a:latin typeface="Times New Roman" panose="02020603050405020304" pitchFamily="18" charset="0"/>
                <a:ea typeface="隶书" panose="02010509060101010101" pitchFamily="49" charset="-122"/>
              </a:rPr>
              <a:t>    </a:t>
            </a:r>
            <a:r>
              <a:rPr altLang="zh-CN" b="1" kumimoji="1" lang="en-US">
                <a:latin typeface="Times New Roman" panose="02020603050405020304" pitchFamily="18" charset="0"/>
                <a:ea typeface="隶书" panose="02010509060101010101" pitchFamily="49" charset="-122"/>
              </a:rPr>
              <a:t>char&amp; operator [ ] </a:t>
            </a:r>
            <a:r>
              <a:rPr altLang="zh-CN" kumimoji="1" lang="en-US">
                <a:latin typeface="Times New Roman" panose="02020603050405020304" pitchFamily="18" charset="0"/>
                <a:ea typeface="隶书" panose="02010509060101010101" pitchFamily="49" charset="-122"/>
              </a:rPr>
              <a:t>(</a:t>
            </a:r>
            <a:r>
              <a:rPr altLang="zh-CN" b="1" kumimoji="1" lang="en-US">
                <a:latin typeface="Times New Roman" panose="02020603050405020304" pitchFamily="18" charset="0"/>
                <a:ea typeface="隶书" panose="02010509060101010101" pitchFamily="49" charset="-122"/>
              </a:rPr>
              <a:t>int </a:t>
            </a:r>
            <a:r>
              <a:rPr altLang="zh-CN" kumimoji="1" lang="en-US">
                <a:latin typeface="Times New Roman" panose="02020603050405020304" pitchFamily="18" charset="0"/>
                <a:ea typeface="隶书" panose="02010509060101010101" pitchFamily="49" charset="-122"/>
              </a:rPr>
              <a:t>i)</a:t>
            </a:r>
            <a:r>
              <a:rPr altLang="zh-CN" b="1" kumimoji="1" lang="en-US">
                <a:latin typeface="Times New Roman" panose="02020603050405020304" pitchFamily="18" charset="0"/>
                <a:ea typeface="隶书" panose="02010509060101010101" pitchFamily="49" charset="-122"/>
              </a:rPr>
              <a:t>;		</a:t>
            </a:r>
            <a:r>
              <a:rPr altLang="zh-CN" b="1" kumimoji="1" lang="en-US">
                <a:solidFill>
                  <a:schemeClr val="tx2"/>
                </a:solidFill>
                <a:latin typeface="Times New Roman" panose="02020603050405020304" pitchFamily="18" charset="0"/>
                <a:ea typeface="隶书" panose="02010509060101010101" pitchFamily="49" charset="-122"/>
              </a:rPr>
              <a:t>//</a:t>
            </a:r>
            <a:r>
              <a:rPr altLang="en-US" kumimoji="1" lang="zh-CN">
                <a:solidFill>
                  <a:schemeClr val="tx2"/>
                </a:solidFill>
                <a:latin typeface="Times New Roman" panose="02020603050405020304" pitchFamily="18" charset="0"/>
                <a:ea typeface="隶书" panose="02010509060101010101" pitchFamily="49" charset="-122"/>
              </a:rPr>
              <a:t>取第 </a:t>
            </a:r>
            <a:r>
              <a:rPr altLang="zh-CN" kumimoji="1" lang="en-US">
                <a:solidFill>
                  <a:schemeClr val="tx2"/>
                </a:solidFill>
                <a:latin typeface="Times New Roman" panose="02020603050405020304" pitchFamily="18" charset="0"/>
                <a:ea typeface="隶书" panose="02010509060101010101" pitchFamily="49" charset="-122"/>
              </a:rPr>
              <a:t>i </a:t>
            </a:r>
            <a:r>
              <a:rPr altLang="en-US" kumimoji="1" lang="zh-CN">
                <a:solidFill>
                  <a:schemeClr val="tx2"/>
                </a:solidFill>
                <a:latin typeface="Times New Roman" panose="02020603050405020304" pitchFamily="18" charset="0"/>
                <a:ea typeface="隶书" panose="02010509060101010101" pitchFamily="49" charset="-122"/>
              </a:rPr>
              <a:t>个字符</a:t>
            </a:r>
          </a:p>
          <a:p>
            <a:pPr eaLnBrk="1" hangingPunct="1">
              <a:lnSpc>
                <a:spcPct val="105000"/>
              </a:lnSpc>
              <a:spcBef>
                <a:spcPct val="10000"/>
              </a:spcBef>
              <a:buFontTx/>
              <a:buNone/>
            </a:pPr>
            <a:r>
              <a:rPr altLang="en-US" b="1" kumimoji="1" lang="zh-CN">
                <a:latin typeface="Times New Roman" panose="02020603050405020304" pitchFamily="18" charset="0"/>
                <a:ea typeface="隶书" panose="02010509060101010101" pitchFamily="49" charset="-122"/>
              </a:rPr>
              <a:t>    </a:t>
            </a:r>
            <a:r>
              <a:rPr altLang="zh-CN" b="1" kumimoji="1" lang="en-US">
                <a:latin typeface="Times New Roman" panose="02020603050405020304" pitchFamily="18" charset="0"/>
                <a:ea typeface="隶书" panose="02010509060101010101" pitchFamily="49" charset="-122"/>
              </a:rPr>
              <a:t>int </a:t>
            </a:r>
            <a:r>
              <a:rPr altLang="zh-CN" kumimoji="1" lang="en-US">
                <a:latin typeface="Times New Roman" panose="02020603050405020304" pitchFamily="18" charset="0"/>
                <a:ea typeface="隶书" panose="02010509060101010101" pitchFamily="49" charset="-122"/>
              </a:rPr>
              <a:t>Find (AString</a:t>
            </a:r>
            <a:r>
              <a:rPr altLang="zh-CN" b="1" kumimoji="1" lang="en-US">
                <a:latin typeface="Times New Roman" panose="02020603050405020304" pitchFamily="18" charset="0"/>
                <a:ea typeface="隶书" panose="02010509060101010101" pitchFamily="49" charset="-122"/>
              </a:rPr>
              <a:t>&amp; </a:t>
            </a:r>
            <a:r>
              <a:rPr altLang="zh-CN" kumimoji="1" lang="en-US">
                <a:latin typeface="Times New Roman" panose="02020603050405020304" pitchFamily="18" charset="0"/>
                <a:ea typeface="隶书" panose="02010509060101010101" pitchFamily="49" charset="-122"/>
              </a:rPr>
              <a:t>pat,</a:t>
            </a:r>
            <a:r>
              <a:rPr altLang="zh-CN" b="1" kumimoji="1" lang="en-US">
                <a:latin typeface="Times New Roman" panose="02020603050405020304" pitchFamily="18" charset="0"/>
                <a:ea typeface="隶书" panose="02010509060101010101" pitchFamily="49" charset="-122"/>
              </a:rPr>
              <a:t> int</a:t>
            </a:r>
            <a:r>
              <a:rPr altLang="zh-CN" kumimoji="1" lang="en-US">
                <a:latin typeface="Times New Roman" panose="02020603050405020304" pitchFamily="18" charset="0"/>
                <a:ea typeface="隶书" panose="02010509060101010101" pitchFamily="49" charset="-122"/>
              </a:rPr>
              <a:t> k)</a:t>
            </a:r>
            <a:r>
              <a:rPr altLang="zh-CN" b="1" kumimoji="1" lang="en-US">
                <a:latin typeface="Times New Roman" panose="02020603050405020304" pitchFamily="18" charset="0"/>
                <a:ea typeface="隶书" panose="02010509060101010101" pitchFamily="49" charset="-122"/>
              </a:rPr>
              <a:t> const;     	</a:t>
            </a:r>
            <a:r>
              <a:rPr altLang="zh-CN" b="1" kumimoji="1" lang="en-US">
                <a:solidFill>
                  <a:schemeClr val="tx2"/>
                </a:solidFill>
                <a:latin typeface="Times New Roman" panose="02020603050405020304" pitchFamily="18" charset="0"/>
                <a:ea typeface="隶书" panose="02010509060101010101" pitchFamily="49" charset="-122"/>
              </a:rPr>
              <a:t>//</a:t>
            </a:r>
            <a:r>
              <a:rPr altLang="en-US" kumimoji="1" lang="zh-CN">
                <a:solidFill>
                  <a:schemeClr val="tx2"/>
                </a:solidFill>
                <a:latin typeface="Times New Roman" panose="02020603050405020304" pitchFamily="18" charset="0"/>
                <a:ea typeface="隶书" panose="02010509060101010101" pitchFamily="49" charset="-122"/>
              </a:rPr>
              <a:t>串匹配</a:t>
            </a:r>
          </a:p>
          <a:p>
            <a:pPr eaLnBrk="1" hangingPunct="1">
              <a:lnSpc>
                <a:spcPct val="105000"/>
              </a:lnSpc>
              <a:spcBef>
                <a:spcPct val="10000"/>
              </a:spcBef>
              <a:buFontTx/>
              <a:buNone/>
            </a:pPr>
            <a:r>
              <a:rPr altLang="zh-CN" b="1" kumimoji="1" lang="en-US">
                <a:latin typeface="Times New Roman" panose="02020603050405020304" pitchFamily="18" charset="0"/>
                <a:ea typeface="隶书" panose="02010509060101010101" pitchFamily="49" charset="-122"/>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247" name=""/>
        <p:cNvGrpSpPr/>
        <p:nvPr/>
      </p:nvGrpSpPr>
      <p:grpSpPr>
        <a:xfrm>
          <a:off x="0" y="0"/>
          <a:ext cx="0" cy="0"/>
          <a:chOff x="0" y="0"/>
          <a:chExt cx="0" cy="0"/>
        </a:xfrm>
      </p:grpSpPr>
      <p:sp>
        <p:nvSpPr>
          <p:cNvPr id="1049383" name="Rectangle 2"/>
          <p:cNvSpPr>
            <a:spLocks noGrp="1" noChangeArrowheads="1"/>
          </p:cNvSpPr>
          <p:nvPr>
            <p:ph type="title"/>
          </p:nvPr>
        </p:nvSpPr>
        <p:spPr>
          <a:xfrm>
            <a:off x="457200" y="274640"/>
            <a:ext cx="8229600" cy="898525"/>
          </a:xfrm>
        </p:spPr>
        <p:txBody>
          <a:bodyPr/>
          <a:p>
            <a:pPr eaLnBrk="1" hangingPunct="1"/>
            <a:r>
              <a:rPr altLang="en-US" b="1" sz="3600" kumimoji="1" lang="zh-CN">
                <a:ea typeface="华文新魏" panose="02010800040101010101" pitchFamily="2" charset="-122"/>
              </a:rPr>
              <a:t>字符串的构造函数</a:t>
            </a:r>
          </a:p>
        </p:txBody>
      </p:sp>
      <p:sp>
        <p:nvSpPr>
          <p:cNvPr id="1049384" name="Rectangle 3"/>
          <p:cNvSpPr>
            <a:spLocks noGrp="1" noChangeArrowheads="1"/>
          </p:cNvSpPr>
          <p:nvPr>
            <p:ph idx="1"/>
          </p:nvPr>
        </p:nvSpPr>
        <p:spPr>
          <a:xfrm>
            <a:off x="630240" y="1420815"/>
            <a:ext cx="7989887" cy="4733925"/>
          </a:xfrm>
        </p:spPr>
        <p:txBody>
          <a:bodyPr/>
          <a:p>
            <a:pPr eaLnBrk="1" hangingPunct="1">
              <a:lnSpc>
                <a:spcPct val="105000"/>
              </a:lnSpc>
              <a:spcBef>
                <a:spcPct val="5000"/>
              </a:spcBef>
              <a:buFontTx/>
              <a:buNone/>
            </a:pPr>
            <a:r>
              <a:rPr altLang="zh-CN" dirty="0" kumimoji="1" lang="en-US" err="1">
                <a:latin typeface="Times New Roman" panose="02020603050405020304" pitchFamily="18" charset="0"/>
                <a:ea typeface="隶书" panose="02010509060101010101" pitchFamily="49" charset="-122"/>
              </a:rPr>
              <a:t>AString</a:t>
            </a:r>
            <a:r>
              <a:rPr altLang="zh-CN" b="1" dirty="0" kumimoji="1" lang="en-US">
                <a:latin typeface="Times New Roman" panose="02020603050405020304" pitchFamily="18" charset="0"/>
                <a:ea typeface="隶书" panose="02010509060101010101" pitchFamily="49" charset="-122"/>
              </a:rPr>
              <a:t>::</a:t>
            </a:r>
            <a:r>
              <a:rPr altLang="zh-CN" dirty="0" kumimoji="1" lang="en-US" err="1">
                <a:latin typeface="Times New Roman" panose="02020603050405020304" pitchFamily="18" charset="0"/>
                <a:ea typeface="隶书" panose="02010509060101010101" pitchFamily="49" charset="-122"/>
              </a:rPr>
              <a:t>AString</a:t>
            </a:r>
            <a:r>
              <a:rPr altLang="zh-CN" dirty="0" kumimoji="1" lang="en-US">
                <a:latin typeface="Times New Roman" panose="02020603050405020304" pitchFamily="18" charset="0"/>
                <a:ea typeface="隶书" panose="02010509060101010101" pitchFamily="49" charset="-122"/>
              </a:rPr>
              <a:t>(</a:t>
            </a:r>
            <a:r>
              <a:rPr altLang="zh-CN" b="1" dirty="0" kumimoji="1" lang="en-US">
                <a:latin typeface="Times New Roman" panose="02020603050405020304" pitchFamily="18" charset="0"/>
                <a:ea typeface="隶书" panose="02010509060101010101" pitchFamily="49" charset="-122"/>
              </a:rPr>
              <a:t>int</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sz</a:t>
            </a: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构造函数：创建一个空串</a:t>
            </a:r>
          </a:p>
          <a:p>
            <a:pPr eaLnBrk="1" hangingPunct="1">
              <a:lnSpc>
                <a:spcPct val="105000"/>
              </a:lnSpc>
              <a:spcBef>
                <a:spcPct val="5000"/>
              </a:spcBef>
              <a:buFontTx/>
              <a:buNone/>
            </a:pPr>
            <a:r>
              <a:rPr altLang="en-US" b="1" dirty="0" kumimoji="1" lang="zh-CN">
                <a:latin typeface="Times New Roman" panose="02020603050405020304" pitchFamily="18" charset="0"/>
                <a:ea typeface="隶书" panose="02010509060101010101" pitchFamily="49" charset="-122"/>
              </a:rPr>
              <a:t> </a:t>
            </a:r>
            <a:r>
              <a:rPr altLang="en-US" dirty="0" kumimoji="1" lang="zh-CN">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maxSize</a:t>
            </a:r>
            <a:r>
              <a:rPr altLang="zh-CN" dirty="0" kumimoji="1" lang="en-US">
                <a:latin typeface="Times New Roman" panose="02020603050405020304" pitchFamily="18" charset="0"/>
                <a:ea typeface="隶书" panose="02010509060101010101" pitchFamily="49" charset="-122"/>
              </a:rPr>
              <a:t> = </a:t>
            </a:r>
            <a:r>
              <a:rPr altLang="zh-CN" dirty="0" kumimoji="1" lang="en-US" err="1">
                <a:latin typeface="Times New Roman" panose="02020603050405020304" pitchFamily="18" charset="0"/>
                <a:ea typeface="隶书" panose="02010509060101010101" pitchFamily="49" charset="-122"/>
              </a:rPr>
              <a:t>sz</a:t>
            </a:r>
            <a:r>
              <a:rPr altLang="zh-CN" b="1" dirty="0" kumimoji="1"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ch</a:t>
            </a:r>
            <a:r>
              <a:rPr altLang="zh-CN" dirty="0" kumimoji="1" lang="en-US">
                <a:latin typeface="Times New Roman" panose="02020603050405020304" pitchFamily="18" charset="0"/>
                <a:ea typeface="隶书" panose="02010509060101010101" pitchFamily="49" charset="-122"/>
              </a:rPr>
              <a:t> = </a:t>
            </a:r>
            <a:r>
              <a:rPr altLang="zh-CN" b="1" dirty="0" kumimoji="1" lang="en-US">
                <a:latin typeface="Times New Roman" panose="02020603050405020304" pitchFamily="18" charset="0"/>
                <a:ea typeface="隶书" panose="02010509060101010101" pitchFamily="49" charset="-122"/>
              </a:rPr>
              <a:t>new char</a:t>
            </a:r>
            <a:r>
              <a:rPr altLang="zh-CN" dirty="0" kumimoji="1" lang="en-US">
                <a:latin typeface="Times New Roman" panose="02020603050405020304" pitchFamily="18" charset="0"/>
                <a:ea typeface="隶书" panose="02010509060101010101" pitchFamily="49" charset="-122"/>
              </a:rPr>
              <a:t>[maxSize+1]</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zh-CN" dirty="0" kumimoji="1" lang="zh-CN">
                <a:solidFill>
                  <a:schemeClr val="tx2"/>
                </a:solidFill>
                <a:latin typeface="Times New Roman" panose="02020603050405020304" pitchFamily="18" charset="0"/>
                <a:ea typeface="隶书" panose="02010509060101010101" pitchFamily="49" charset="-122"/>
              </a:rPr>
              <a:t>创建串数组</a:t>
            </a:r>
            <a:endParaRPr altLang="en-US" dirty="0" kumimoji="1" lang="zh-CN">
              <a:solidFill>
                <a:schemeClr val="tx2"/>
              </a:solidFill>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altLang="en-US" dirty="0" kumimoji="1" lang="zh-CN">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if </a:t>
            </a:r>
            <a:r>
              <a:rPr altLang="zh-CN" dirty="0" kumimoji="1" lang="en-US">
                <a:latin typeface="Times New Roman" panose="02020603050405020304" pitchFamily="18" charset="0"/>
                <a:ea typeface="隶书" panose="02010509060101010101" pitchFamily="49" charset="-122"/>
              </a:rPr>
              <a:t>(</a:t>
            </a:r>
            <a:r>
              <a:rPr altLang="zh-CN" dirty="0" kumimoji="1" lang="en-US" err="1">
                <a:latin typeface="Times New Roman" panose="02020603050405020304" pitchFamily="18" charset="0"/>
                <a:ea typeface="隶书" panose="02010509060101010101" pitchFamily="49" charset="-122"/>
              </a:rPr>
              <a:t>ch</a:t>
            </a:r>
            <a:r>
              <a:rPr altLang="zh-CN" dirty="0" kumimoji="1" lang="en-US">
                <a:latin typeface="Times New Roman" panose="02020603050405020304" pitchFamily="18" charset="0"/>
                <a:ea typeface="隶书" panose="02010509060101010101" pitchFamily="49" charset="-122"/>
              </a:rPr>
              <a:t> == NULL) </a:t>
            </a:r>
          </a:p>
          <a:p>
            <a:pPr eaLnBrk="1" hangingPunct="1">
              <a:lnSpc>
                <a:spcPct val="105000"/>
              </a:lnSpc>
              <a:spcBef>
                <a:spcPct val="5000"/>
              </a:spcBef>
              <a:buFontTx/>
              <a:buNone/>
            </a:pP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 </a:t>
            </a:r>
            <a:r>
              <a:rPr altLang="zh-CN" b="1" dirty="0" kumimoji="1" lang="en-US" err="1">
                <a:latin typeface="Times New Roman" panose="02020603050405020304" pitchFamily="18" charset="0"/>
                <a:ea typeface="隶书" panose="02010509060101010101" pitchFamily="49" charset="-122"/>
              </a:rPr>
              <a:t>cerr</a:t>
            </a:r>
            <a:r>
              <a:rPr altLang="zh-CN" dirty="0" kumimoji="1" lang="en-US">
                <a:latin typeface="Times New Roman" panose="02020603050405020304" pitchFamily="18" charset="0"/>
                <a:ea typeface="隶书" panose="02010509060101010101" pitchFamily="49" charset="-122"/>
              </a:rPr>
              <a:t> &lt;&lt; </a:t>
            </a:r>
            <a:r>
              <a:rPr altLang="zh-CN" b="1" dirty="0" kumimoji="1" lang="en-US">
                <a:latin typeface="Times New Roman" panose="02020603050405020304" pitchFamily="18" charset="0"/>
                <a:ea typeface="隶书" panose="02010509060101010101" pitchFamily="49" charset="-122"/>
              </a:rPr>
              <a:t>“</a:t>
            </a:r>
            <a:r>
              <a:rPr altLang="zh-CN" dirty="0" kumimoji="1" lang="zh-CN">
                <a:latin typeface="Times New Roman" panose="02020603050405020304" pitchFamily="18" charset="0"/>
                <a:ea typeface="隶书" panose="02010509060101010101" pitchFamily="49" charset="-122"/>
              </a:rPr>
              <a:t>存储分配错!</a:t>
            </a:r>
            <a:r>
              <a:rPr altLang="zh-CN" dirty="0" kumimoji="1" lang="en-US">
                <a:latin typeface="Times New Roman" panose="02020603050405020304" pitchFamily="18" charset="0"/>
                <a:ea typeface="隶书" panose="02010509060101010101" pitchFamily="49" charset="-122"/>
              </a:rPr>
              <a:t>\n</a:t>
            </a:r>
            <a:r>
              <a:rPr altLang="zh-CN" b="1" dirty="0" kumimoji="1" lang="en-US">
                <a:latin typeface="Times New Roman" panose="02020603050405020304" pitchFamily="18" charset="0"/>
                <a:ea typeface="隶书" panose="02010509060101010101" pitchFamily="49" charset="-122"/>
              </a:rPr>
              <a:t>”;  exit</a:t>
            </a:r>
            <a:r>
              <a:rPr altLang="zh-CN" dirty="0" kumimoji="1" lang="en-US">
                <a:latin typeface="Times New Roman" panose="02020603050405020304" pitchFamily="18" charset="0"/>
                <a:ea typeface="隶书" panose="02010509060101010101" pitchFamily="49" charset="-122"/>
              </a:rPr>
              <a:t>(1)</a:t>
            </a:r>
            <a:r>
              <a:rPr altLang="zh-CN" b="1" dirty="0" kumimoji="1" lang="en-US">
                <a:latin typeface="Times New Roman" panose="02020603050405020304" pitchFamily="18" charset="0"/>
                <a:ea typeface="隶书" panose="02010509060101010101" pitchFamily="49" charset="-122"/>
              </a:rPr>
              <a:t>; }</a:t>
            </a:r>
            <a:endParaRPr altLang="zh-CN" dirty="0" kumimoji="1" lang="en-US">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curLength</a:t>
            </a:r>
            <a:r>
              <a:rPr altLang="zh-CN" dirty="0" kumimoji="1" lang="en-US">
                <a:latin typeface="Times New Roman" panose="02020603050405020304" pitchFamily="18" charset="0"/>
                <a:ea typeface="隶书" panose="02010509060101010101" pitchFamily="49" charset="-122"/>
              </a:rPr>
              <a:t> = 0</a:t>
            </a:r>
            <a:r>
              <a:rPr altLang="zh-CN" b="1" dirty="0" kumimoji="1" lang="en-US">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ch</a:t>
            </a:r>
            <a:r>
              <a:rPr altLang="zh-CN" dirty="0" kumimoji="1" lang="en-US">
                <a:latin typeface="Times New Roman" panose="02020603050405020304" pitchFamily="18" charset="0"/>
                <a:ea typeface="隶书" panose="02010509060101010101" pitchFamily="49" charset="-122"/>
              </a:rPr>
              <a:t>[0] = ‘\0’</a:t>
            </a:r>
            <a:r>
              <a:rPr altLang="zh-CN" b="1" dirty="0" kumimoji="1"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b="1" dirty="0" kumimoji="1" lang="en-US">
                <a:latin typeface="Times New Roman" panose="02020603050405020304" pitchFamily="18" charset="0"/>
                <a:ea typeface="隶书" panose="02010509060101010101" pitchFamily="49" charset="-122"/>
              </a:rPr>
              <a:t>};</a:t>
            </a:r>
          </a:p>
          <a:p>
            <a:pPr eaLnBrk="1" hangingPunct="1">
              <a:lnSpc>
                <a:spcPct val="80000"/>
              </a:lnSpc>
            </a:pPr>
            <a:endParaRPr altLang="zh-CN" dirty="0" lang="en-US">
              <a:latin typeface="Times New Roman" panose="02020603050405020304" pitchFamily="18" charset="0"/>
              <a:ea typeface="隶书" panose="02010509060101010101" pitchFamily="49"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248" name=""/>
        <p:cNvGrpSpPr/>
        <p:nvPr/>
      </p:nvGrpSpPr>
      <p:grpSpPr>
        <a:xfrm>
          <a:off x="0" y="0"/>
          <a:ext cx="0" cy="0"/>
          <a:chOff x="0" y="0"/>
          <a:chExt cx="0" cy="0"/>
        </a:xfrm>
      </p:grpSpPr>
      <p:sp>
        <p:nvSpPr>
          <p:cNvPr id="1049385" name="Rectangle 2"/>
          <p:cNvSpPr>
            <a:spLocks noGrp="1" noChangeArrowheads="1"/>
          </p:cNvSpPr>
          <p:nvPr>
            <p:ph type="title"/>
          </p:nvPr>
        </p:nvSpPr>
        <p:spPr>
          <a:xfrm>
            <a:off x="431800" y="482600"/>
            <a:ext cx="8229600" cy="908050"/>
          </a:xfrm>
        </p:spPr>
        <p:txBody>
          <a:bodyPr/>
          <a:p>
            <a:pPr eaLnBrk="1" hangingPunct="1"/>
            <a:r>
              <a:rPr altLang="en-US" b="1" sz="3600" kumimoji="1" lang="zh-CN">
                <a:ea typeface="华文新魏" panose="02010800040101010101" pitchFamily="2" charset="-122"/>
              </a:rPr>
              <a:t>字符串的构造函数</a:t>
            </a:r>
          </a:p>
        </p:txBody>
      </p:sp>
      <p:sp>
        <p:nvSpPr>
          <p:cNvPr id="1049386" name="Rectangle 3"/>
          <p:cNvSpPr>
            <a:spLocks noGrp="1" noChangeArrowheads="1"/>
          </p:cNvSpPr>
          <p:nvPr>
            <p:ph idx="1"/>
          </p:nvPr>
        </p:nvSpPr>
        <p:spPr>
          <a:xfrm>
            <a:off x="609600" y="1308100"/>
            <a:ext cx="8229600" cy="4999038"/>
          </a:xfrm>
        </p:spPr>
        <p:txBody>
          <a:bodyPr/>
          <a:p>
            <a:pPr eaLnBrk="1" hangingPunct="1">
              <a:lnSpc>
                <a:spcPct val="105000"/>
              </a:lnSpc>
              <a:spcBef>
                <a:spcPct val="5000"/>
              </a:spcBef>
              <a:buFontTx/>
              <a:buNone/>
            </a:pPr>
            <a:r>
              <a:rPr altLang="zh-CN" dirty="0" kumimoji="1" lang="en-US" err="1">
                <a:latin typeface="Times New Roman" panose="02020603050405020304" pitchFamily="18" charset="0"/>
                <a:ea typeface="隶书" panose="02010509060101010101" pitchFamily="49" charset="-122"/>
              </a:rPr>
              <a:t>AString</a:t>
            </a:r>
            <a:r>
              <a:rPr altLang="zh-CN" b="1" dirty="0" kumimoji="1" lang="en-US">
                <a:latin typeface="Times New Roman" panose="02020603050405020304" pitchFamily="18" charset="0"/>
                <a:ea typeface="隶书" panose="02010509060101010101" pitchFamily="49" charset="-122"/>
              </a:rPr>
              <a:t>::</a:t>
            </a:r>
            <a:r>
              <a:rPr altLang="zh-CN" dirty="0" kumimoji="1" lang="en-US" err="1">
                <a:latin typeface="Times New Roman" panose="02020603050405020304" pitchFamily="18" charset="0"/>
                <a:ea typeface="隶书" panose="02010509060101010101" pitchFamily="49" charset="-122"/>
              </a:rPr>
              <a:t>AString</a:t>
            </a:r>
            <a:r>
              <a:rPr altLang="zh-CN" dirty="0" kumimoji="1" lang="en-US">
                <a:latin typeface="Times New Roman" panose="02020603050405020304" pitchFamily="18" charset="0"/>
                <a:ea typeface="隶书" panose="02010509060101010101" pitchFamily="49" charset="-122"/>
              </a:rPr>
              <a:t>(</a:t>
            </a:r>
            <a:r>
              <a:rPr altLang="zh-CN" b="1" dirty="0" kumimoji="1" lang="en-US">
                <a:latin typeface="Times New Roman" panose="02020603050405020304" pitchFamily="18" charset="0"/>
                <a:ea typeface="隶书" panose="02010509060101010101" pitchFamily="49" charset="-122"/>
              </a:rPr>
              <a:t>const</a:t>
            </a: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char </a:t>
            </a:r>
            <a:r>
              <a:rPr altLang="zh-CN" dirty="0" kumimoji="1" lang="en-US">
                <a:latin typeface="Times New Roman" panose="02020603050405020304" pitchFamily="18" charset="0"/>
                <a:ea typeface="隶书" panose="02010509060101010101" pitchFamily="49" charset="-122"/>
              </a:rPr>
              <a:t>*</a:t>
            </a:r>
            <a:r>
              <a:rPr altLang="zh-CN" dirty="0" kumimoji="1" lang="en-US" err="1">
                <a:latin typeface="Times New Roman" panose="02020603050405020304" pitchFamily="18" charset="0"/>
                <a:ea typeface="隶书" panose="02010509060101010101" pitchFamily="49" charset="-122"/>
              </a:rPr>
              <a:t>init</a:t>
            </a: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复制构造函数</a:t>
            </a:r>
            <a:r>
              <a:rPr altLang="zh-CN" dirty="0" kumimoji="1" lang="en-US">
                <a:solidFill>
                  <a:schemeClr val="tx2"/>
                </a:solidFill>
                <a:latin typeface="Times New Roman" panose="02020603050405020304" pitchFamily="18" charset="0"/>
                <a:ea typeface="隶书" panose="02010509060101010101" pitchFamily="49" charset="-122"/>
              </a:rPr>
              <a:t>: </a:t>
            </a:r>
            <a:r>
              <a:rPr altLang="en-US" dirty="0" kumimoji="1" lang="zh-CN">
                <a:solidFill>
                  <a:schemeClr val="tx2"/>
                </a:solidFill>
                <a:latin typeface="Times New Roman" panose="02020603050405020304" pitchFamily="18" charset="0"/>
                <a:ea typeface="隶书" panose="02010509060101010101" pitchFamily="49" charset="-122"/>
              </a:rPr>
              <a:t>从已有字符数组</a:t>
            </a:r>
            <a:r>
              <a:rPr altLang="en-US" b="1" dirty="0" kumimoji="1" lang="zh-CN">
                <a:solidFill>
                  <a:schemeClr val="tx2"/>
                </a:solidFill>
                <a:latin typeface="Times New Roman" panose="02020603050405020304" pitchFamily="18" charset="0"/>
                <a:ea typeface="隶书" panose="02010509060101010101" pitchFamily="49" charset="-122"/>
              </a:rPr>
              <a:t>*</a:t>
            </a:r>
            <a:r>
              <a:rPr altLang="zh-CN" b="1" dirty="0" kumimoji="1" lang="en-US" err="1">
                <a:solidFill>
                  <a:schemeClr val="tx2"/>
                </a:solidFill>
                <a:latin typeface="Times New Roman" panose="02020603050405020304" pitchFamily="18" charset="0"/>
                <a:ea typeface="隶书" panose="02010509060101010101" pitchFamily="49" charset="-122"/>
              </a:rPr>
              <a:t>init</a:t>
            </a:r>
            <a:r>
              <a:rPr altLang="en-US" dirty="0" kumimoji="1" lang="zh-CN">
                <a:solidFill>
                  <a:schemeClr val="tx2"/>
                </a:solidFill>
                <a:latin typeface="Times New Roman" panose="02020603050405020304" pitchFamily="18" charset="0"/>
                <a:ea typeface="隶书" panose="02010509060101010101" pitchFamily="49" charset="-122"/>
              </a:rPr>
              <a:t>复制</a:t>
            </a:r>
            <a:endParaRPr altLang="en-US" b="1" dirty="0" kumimoji="1" lang="zh-CN">
              <a:solidFill>
                <a:schemeClr val="tx2"/>
              </a:solidFill>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altLang="en-US" dirty="0" kumimoji="1" lang="zh-CN">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int</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len</a:t>
            </a:r>
            <a:r>
              <a:rPr altLang="zh-CN" dirty="0" kumimoji="1" lang="en-US">
                <a:latin typeface="Times New Roman" panose="02020603050405020304" pitchFamily="18" charset="0"/>
                <a:ea typeface="隶书" panose="02010509060101010101" pitchFamily="49" charset="-122"/>
              </a:rPr>
              <a:t> = </a:t>
            </a:r>
            <a:r>
              <a:rPr altLang="zh-CN" dirty="0" kumimoji="1" lang="en-US" err="1">
                <a:latin typeface="Times New Roman" panose="02020603050405020304" pitchFamily="18" charset="0"/>
                <a:ea typeface="隶书" panose="02010509060101010101" pitchFamily="49" charset="-122"/>
              </a:rPr>
              <a:t>strlen</a:t>
            </a:r>
            <a:r>
              <a:rPr altLang="zh-CN" dirty="0" kumimoji="1" lang="en-US">
                <a:latin typeface="Times New Roman" panose="02020603050405020304" pitchFamily="18" charset="0"/>
                <a:ea typeface="隶书" panose="02010509060101010101" pitchFamily="49" charset="-122"/>
              </a:rPr>
              <a:t>(</a:t>
            </a:r>
            <a:r>
              <a:rPr altLang="zh-CN" dirty="0" kumimoji="1" lang="en-US" err="1">
                <a:latin typeface="Times New Roman" panose="02020603050405020304" pitchFamily="18" charset="0"/>
                <a:ea typeface="隶书" panose="02010509060101010101" pitchFamily="49" charset="-122"/>
              </a:rPr>
              <a:t>init</a:t>
            </a:r>
            <a:r>
              <a:rPr altLang="zh-CN" dirty="0" kumimoji="1" lang="en-US">
                <a:latin typeface="Times New Roman" panose="02020603050405020304" pitchFamily="18" charset="0"/>
                <a:ea typeface="隶书" panose="02010509060101010101" pitchFamily="49" charset="-122"/>
              </a:rPr>
              <a:t>)</a:t>
            </a:r>
            <a:r>
              <a:rPr altLang="zh-CN" b="1" dirty="0" kumimoji="1"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b="1"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maxSize</a:t>
            </a:r>
            <a:r>
              <a:rPr altLang="zh-CN" dirty="0" kumimoji="1" lang="en-US">
                <a:latin typeface="Times New Roman" panose="02020603050405020304" pitchFamily="18" charset="0"/>
                <a:ea typeface="隶书" panose="02010509060101010101" pitchFamily="49" charset="-122"/>
              </a:rPr>
              <a:t> = (</a:t>
            </a:r>
            <a:r>
              <a:rPr altLang="zh-CN" dirty="0" kumimoji="1" lang="en-US" err="1">
                <a:latin typeface="Times New Roman" panose="02020603050405020304" pitchFamily="18" charset="0"/>
                <a:ea typeface="隶书" panose="02010509060101010101" pitchFamily="49" charset="-122"/>
              </a:rPr>
              <a:t>len</a:t>
            </a:r>
            <a:r>
              <a:rPr altLang="zh-CN" dirty="0" kumimoji="1" lang="en-US">
                <a:latin typeface="Times New Roman" panose="02020603050405020304" pitchFamily="18" charset="0"/>
                <a:ea typeface="隶书" panose="02010509060101010101" pitchFamily="49" charset="-122"/>
              </a:rPr>
              <a:t> &gt; </a:t>
            </a:r>
            <a:r>
              <a:rPr altLang="zh-CN" dirty="0" kumimoji="1" lang="en-US" err="1">
                <a:latin typeface="Times New Roman" panose="02020603050405020304" pitchFamily="18" charset="0"/>
                <a:ea typeface="隶书" panose="02010509060101010101" pitchFamily="49" charset="-122"/>
              </a:rPr>
              <a:t>defaultSize</a:t>
            </a: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len</a:t>
            </a: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defaultSize</a:t>
            </a:r>
            <a:r>
              <a:rPr altLang="zh-CN" b="1" dirty="0" kumimoji="1"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ch</a:t>
            </a:r>
            <a:r>
              <a:rPr altLang="zh-CN" dirty="0" kumimoji="1" lang="en-US">
                <a:latin typeface="Times New Roman" panose="02020603050405020304" pitchFamily="18" charset="0"/>
                <a:ea typeface="隶书" panose="02010509060101010101" pitchFamily="49" charset="-122"/>
              </a:rPr>
              <a:t> = </a:t>
            </a:r>
            <a:r>
              <a:rPr altLang="zh-CN" b="1" dirty="0" kumimoji="1" lang="en-US">
                <a:latin typeface="Times New Roman" panose="02020603050405020304" pitchFamily="18" charset="0"/>
                <a:ea typeface="隶书" panose="02010509060101010101" pitchFamily="49" charset="-122"/>
              </a:rPr>
              <a:t>new char</a:t>
            </a:r>
            <a:r>
              <a:rPr altLang="zh-CN" dirty="0" kumimoji="1" lang="en-US">
                <a:latin typeface="Times New Roman" panose="02020603050405020304" pitchFamily="18" charset="0"/>
                <a:ea typeface="隶书" panose="02010509060101010101" pitchFamily="49" charset="-122"/>
              </a:rPr>
              <a:t>[maxSize+1]</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zh-CN" dirty="0" kumimoji="1" lang="zh-CN">
                <a:solidFill>
                  <a:schemeClr val="tx2"/>
                </a:solidFill>
                <a:latin typeface="Times New Roman" panose="02020603050405020304" pitchFamily="18" charset="0"/>
                <a:ea typeface="隶书" panose="02010509060101010101" pitchFamily="49" charset="-122"/>
              </a:rPr>
              <a:t>创建串数组</a:t>
            </a:r>
            <a:endParaRPr altLang="en-US" b="1" dirty="0" kumimoji="1" lang="zh-CN">
              <a:solidFill>
                <a:schemeClr val="tx2"/>
              </a:solidFill>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altLang="en-US" dirty="0" kumimoji="1" lang="zh-CN">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if </a:t>
            </a:r>
            <a:r>
              <a:rPr altLang="zh-CN" dirty="0" kumimoji="1" lang="en-US">
                <a:latin typeface="Times New Roman" panose="02020603050405020304" pitchFamily="18" charset="0"/>
                <a:ea typeface="隶书" panose="02010509060101010101" pitchFamily="49" charset="-122"/>
              </a:rPr>
              <a:t>(</a:t>
            </a:r>
            <a:r>
              <a:rPr altLang="zh-CN" dirty="0" kumimoji="1" lang="en-US" err="1">
                <a:latin typeface="Times New Roman" panose="02020603050405020304" pitchFamily="18" charset="0"/>
                <a:ea typeface="隶书" panose="02010509060101010101" pitchFamily="49" charset="-122"/>
              </a:rPr>
              <a:t>ch</a:t>
            </a:r>
            <a:r>
              <a:rPr altLang="zh-CN" dirty="0" kumimoji="1" lang="en-US">
                <a:latin typeface="Times New Roman" panose="02020603050405020304" pitchFamily="18" charset="0"/>
                <a:ea typeface="隶书" panose="02010509060101010101" pitchFamily="49" charset="-122"/>
              </a:rPr>
              <a:t> </a:t>
            </a:r>
            <a:r>
              <a:rPr altLang="zh-CN" dirty="0" i="1"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NULL)</a:t>
            </a:r>
          </a:p>
          <a:p>
            <a:pPr eaLnBrk="1" hangingPunct="1">
              <a:lnSpc>
                <a:spcPct val="105000"/>
              </a:lnSpc>
              <a:spcBef>
                <a:spcPct val="5000"/>
              </a:spcBef>
              <a:buFontTx/>
              <a:buNone/>
            </a:pP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 </a:t>
            </a:r>
            <a:r>
              <a:rPr altLang="zh-CN" b="1" dirty="0" kumimoji="1" lang="en-US" err="1">
                <a:latin typeface="Times New Roman" panose="02020603050405020304" pitchFamily="18" charset="0"/>
                <a:ea typeface="隶书" panose="02010509060101010101" pitchFamily="49" charset="-122"/>
              </a:rPr>
              <a:t>cerr</a:t>
            </a:r>
            <a:r>
              <a:rPr altLang="zh-CN" dirty="0" kumimoji="1" lang="en-US">
                <a:latin typeface="Times New Roman" panose="02020603050405020304" pitchFamily="18" charset="0"/>
                <a:ea typeface="隶书" panose="02010509060101010101" pitchFamily="49" charset="-122"/>
              </a:rPr>
              <a:t> &lt;&lt; </a:t>
            </a:r>
            <a:r>
              <a:rPr altLang="zh-CN" b="1" dirty="0" kumimoji="1" lang="en-US">
                <a:latin typeface="Times New Roman" panose="02020603050405020304" pitchFamily="18" charset="0"/>
                <a:ea typeface="隶书" panose="02010509060101010101" pitchFamily="49" charset="-122"/>
              </a:rPr>
              <a:t>“</a:t>
            </a:r>
            <a:r>
              <a:rPr altLang="zh-CN" dirty="0" kumimoji="1" lang="zh-CN">
                <a:latin typeface="Times New Roman" panose="02020603050405020304" pitchFamily="18" charset="0"/>
                <a:ea typeface="隶书" panose="02010509060101010101" pitchFamily="49" charset="-122"/>
              </a:rPr>
              <a:t>存储分配错 !</a:t>
            </a:r>
            <a:r>
              <a:rPr altLang="zh-CN" dirty="0" kumimoji="1" lang="en-US">
                <a:latin typeface="Times New Roman" panose="02020603050405020304" pitchFamily="18" charset="0"/>
                <a:ea typeface="隶书" panose="02010509060101010101" pitchFamily="49" charset="-122"/>
              </a:rPr>
              <a:t> \n</a:t>
            </a:r>
            <a:r>
              <a:rPr altLang="zh-CN" b="1" dirty="0" kumimoji="1" lang="en-US">
                <a:latin typeface="Times New Roman" panose="02020603050405020304" pitchFamily="18" charset="0"/>
                <a:ea typeface="隶书" panose="02010509060101010101" pitchFamily="49" charset="-122"/>
              </a:rPr>
              <a:t>”;  exit</a:t>
            </a:r>
            <a:r>
              <a:rPr altLang="zh-CN" dirty="0" kumimoji="1" lang="en-US">
                <a:latin typeface="Times New Roman" panose="02020603050405020304" pitchFamily="18" charset="0"/>
                <a:ea typeface="隶书" panose="02010509060101010101" pitchFamily="49" charset="-122"/>
              </a:rPr>
              <a:t>(1)</a:t>
            </a:r>
            <a:r>
              <a:rPr altLang="zh-CN" b="1" dirty="0" kumimoji="1" lang="en-US">
                <a:latin typeface="Times New Roman" panose="02020603050405020304" pitchFamily="18" charset="0"/>
                <a:ea typeface="隶书" panose="02010509060101010101" pitchFamily="49" charset="-122"/>
              </a:rPr>
              <a:t>; }</a:t>
            </a:r>
            <a:endParaRPr altLang="zh-CN" dirty="0" kumimoji="1" lang="en-US">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curLength</a:t>
            </a:r>
            <a:r>
              <a:rPr altLang="zh-CN" dirty="0" kumimoji="1" lang="en-US">
                <a:latin typeface="Times New Roman" panose="02020603050405020304" pitchFamily="18" charset="0"/>
                <a:ea typeface="隶书" panose="02010509060101010101" pitchFamily="49" charset="-122"/>
              </a:rPr>
              <a:t> = </a:t>
            </a:r>
            <a:r>
              <a:rPr altLang="zh-CN" dirty="0" kumimoji="1" lang="en-US" err="1">
                <a:latin typeface="Times New Roman" panose="02020603050405020304" pitchFamily="18" charset="0"/>
                <a:ea typeface="隶书" panose="02010509060101010101" pitchFamily="49" charset="-122"/>
              </a:rPr>
              <a:t>len</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复制串长度</a:t>
            </a:r>
            <a:endParaRPr altLang="en-US" dirty="0" kumimoji="1" lang="zh-CN">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altLang="en-US" dirty="0" kumimoji="1" lang="zh-CN">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strcpy</a:t>
            </a:r>
            <a:r>
              <a:rPr altLang="zh-CN" dirty="0" kumimoji="1" lang="en-US">
                <a:latin typeface="Times New Roman" panose="02020603050405020304" pitchFamily="18" charset="0"/>
                <a:ea typeface="隶书" panose="02010509060101010101" pitchFamily="49" charset="-122"/>
              </a:rPr>
              <a:t>(</a:t>
            </a:r>
            <a:r>
              <a:rPr altLang="zh-CN" dirty="0" kumimoji="1" lang="en-US" err="1">
                <a:latin typeface="Times New Roman" panose="02020603050405020304" pitchFamily="18" charset="0"/>
                <a:ea typeface="隶书" panose="02010509060101010101" pitchFamily="49" charset="-122"/>
              </a:rPr>
              <a:t>ch</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init</a:t>
            </a:r>
            <a:r>
              <a:rPr altLang="zh-CN" dirty="0" kumimoji="1" lang="en-US">
                <a:latin typeface="Times New Roman" panose="02020603050405020304" pitchFamily="18" charset="0"/>
                <a:ea typeface="隶书" panose="02010509060101010101" pitchFamily="49" charset="-122"/>
              </a:rPr>
              <a:t>)</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复制串值</a:t>
            </a:r>
            <a:r>
              <a:rPr altLang="en-US" dirty="0" kumimoji="1" lang="zh-CN">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altLang="en-US" b="1" dirty="0" kumimoji="1" lang="zh-CN">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a:t>
            </a:r>
            <a:r>
              <a:rPr altLang="en-US" b="1" dirty="0" kumimoji="1" lang="zh-CN">
                <a:latin typeface="Times New Roman" panose="02020603050405020304" pitchFamily="18" charset="0"/>
                <a:ea typeface="隶书" panose="02010509060101010101" pitchFamily="49" charset="-122"/>
              </a:rPr>
              <a:t>；</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0" presetSubtype="0">
                                  <p:stCondLst>
                                    <p:cond delay="0"/>
                                  </p:stCondLst>
                                  <p:childTnLst>
                                    <p:set>
                                      <p:cBhvr>
                                        <p:cTn dur="1" fill="hold" id="6">
                                          <p:stCondLst>
                                            <p:cond delay="0"/>
                                          </p:stCondLst>
                                        </p:cTn>
                                        <p:tgtEl>
                                          <p:spTgt spid="1049386">
                                            <p:txEl>
                                              <p:pRg st="8" end="8"/>
                                            </p:txEl>
                                          </p:spTgt>
                                        </p:tgtEl>
                                        <p:attrNameLst>
                                          <p:attrName>style.visibility</p:attrName>
                                        </p:attrNameLst>
                                      </p:cBhvr>
                                      <p:to>
                                        <p:strVal val="visible"/>
                                      </p:to>
                                    </p:set>
                                    <p:animEffect transition="in" filter="fade">
                                      <p:cBhvr>
                                        <p:cTn dur="500" id="7"/>
                                        <p:tgtEl>
                                          <p:spTgt spid="104938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249" name=""/>
        <p:cNvGrpSpPr/>
        <p:nvPr/>
      </p:nvGrpSpPr>
      <p:grpSpPr>
        <a:xfrm>
          <a:off x="0" y="0"/>
          <a:ext cx="0" cy="0"/>
          <a:chOff x="0" y="0"/>
          <a:chExt cx="0" cy="0"/>
        </a:xfrm>
      </p:grpSpPr>
      <p:sp>
        <p:nvSpPr>
          <p:cNvPr id="1049387" name="Rectangle 2"/>
          <p:cNvSpPr>
            <a:spLocks noGrp="1" noChangeArrowheads="1"/>
          </p:cNvSpPr>
          <p:nvPr>
            <p:ph type="title"/>
          </p:nvPr>
        </p:nvSpPr>
        <p:spPr>
          <a:xfrm>
            <a:off x="455613" y="274638"/>
            <a:ext cx="8229600" cy="855662"/>
          </a:xfrm>
        </p:spPr>
        <p:txBody>
          <a:bodyPr/>
          <a:p>
            <a:pPr eaLnBrk="1" hangingPunct="1"/>
            <a:r>
              <a:rPr altLang="en-US" b="1" sz="3600" kumimoji="1" lang="zh-CN">
                <a:ea typeface="华文新魏" panose="02010800040101010101" pitchFamily="2" charset="-122"/>
              </a:rPr>
              <a:t>字符串的复制构造函数</a:t>
            </a:r>
          </a:p>
        </p:txBody>
      </p:sp>
      <p:sp>
        <p:nvSpPr>
          <p:cNvPr id="1049388" name="Rectangle 3"/>
          <p:cNvSpPr>
            <a:spLocks noGrp="1" noChangeArrowheads="1"/>
          </p:cNvSpPr>
          <p:nvPr>
            <p:ph idx="1"/>
          </p:nvPr>
        </p:nvSpPr>
        <p:spPr>
          <a:xfrm>
            <a:off x="665163" y="1401763"/>
            <a:ext cx="8229600" cy="4919662"/>
          </a:xfrm>
        </p:spPr>
        <p:txBody>
          <a:bodyPr/>
          <a:p>
            <a:pPr eaLnBrk="1" hangingPunct="1">
              <a:lnSpc>
                <a:spcPct val="105000"/>
              </a:lnSpc>
              <a:spcBef>
                <a:spcPct val="5000"/>
              </a:spcBef>
              <a:buFontTx/>
              <a:buNone/>
            </a:pPr>
            <a:r>
              <a:rPr altLang="zh-CN" dirty="0" lang="en-US" err="1">
                <a:latin typeface="Times New Roman" panose="02020603050405020304" pitchFamily="18" charset="0"/>
                <a:ea typeface="隶书" panose="02010509060101010101" pitchFamily="49" charset="-122"/>
              </a:rPr>
              <a:t>AS</a:t>
            </a:r>
            <a:r>
              <a:rPr altLang="zh-CN" dirty="0" kumimoji="1" lang="en-US" err="1">
                <a:latin typeface="Times New Roman" panose="02020603050405020304" pitchFamily="18" charset="0"/>
                <a:ea typeface="隶书" panose="02010509060101010101" pitchFamily="49" charset="-122"/>
              </a:rPr>
              <a:t>tring</a:t>
            </a: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AString</a:t>
            </a:r>
            <a:r>
              <a:rPr altLang="zh-CN" dirty="0" kumimoji="1" lang="en-US">
                <a:latin typeface="Times New Roman" panose="02020603050405020304" pitchFamily="18" charset="0"/>
                <a:ea typeface="隶书" panose="02010509060101010101" pitchFamily="49" charset="-122"/>
              </a:rPr>
              <a:t>(</a:t>
            </a:r>
            <a:r>
              <a:rPr altLang="zh-CN" b="1" dirty="0" kumimoji="1" lang="en-US">
                <a:latin typeface="Times New Roman" panose="02020603050405020304" pitchFamily="18" charset="0"/>
                <a:ea typeface="隶书" panose="02010509060101010101" pitchFamily="49" charset="-122"/>
              </a:rPr>
              <a:t>const</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AString</a:t>
            </a:r>
            <a:r>
              <a:rPr altLang="zh-CN" b="1" dirty="0" kumimoji="1" lang="en-US">
                <a:latin typeface="Times New Roman" panose="02020603050405020304" pitchFamily="18" charset="0"/>
                <a:ea typeface="隶书" panose="02010509060101010101" pitchFamily="49" charset="-122"/>
              </a:rPr>
              <a:t>&amp; </a:t>
            </a:r>
            <a:r>
              <a:rPr altLang="zh-CN" dirty="0" kumimoji="1" lang="en-US" err="1">
                <a:latin typeface="Times New Roman" panose="02020603050405020304" pitchFamily="18" charset="0"/>
                <a:ea typeface="隶书" panose="02010509060101010101" pitchFamily="49" charset="-122"/>
              </a:rPr>
              <a:t>ob</a:t>
            </a: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复制构造函数：从已有串</a:t>
            </a:r>
            <a:r>
              <a:rPr altLang="zh-CN" b="1" dirty="0" kumimoji="1" lang="en-US" err="1">
                <a:solidFill>
                  <a:schemeClr val="tx2"/>
                </a:solidFill>
                <a:latin typeface="Times New Roman" panose="02020603050405020304" pitchFamily="18" charset="0"/>
                <a:ea typeface="隶书" panose="02010509060101010101" pitchFamily="49" charset="-122"/>
              </a:rPr>
              <a:t>ob</a:t>
            </a:r>
            <a:r>
              <a:rPr altLang="en-US" dirty="0" kumimoji="1" lang="zh-CN">
                <a:solidFill>
                  <a:schemeClr val="tx2"/>
                </a:solidFill>
                <a:latin typeface="Times New Roman" panose="02020603050405020304" pitchFamily="18" charset="0"/>
                <a:ea typeface="隶书" panose="02010509060101010101" pitchFamily="49" charset="-122"/>
              </a:rPr>
              <a:t>复制</a:t>
            </a:r>
          </a:p>
          <a:p>
            <a:pPr eaLnBrk="1" hangingPunct="1">
              <a:lnSpc>
                <a:spcPct val="105000"/>
              </a:lnSpc>
              <a:spcBef>
                <a:spcPct val="5000"/>
              </a:spcBef>
              <a:buFontTx/>
              <a:buNone/>
            </a:pPr>
            <a:r>
              <a:rPr altLang="en-US" dirty="0" kumimoji="1" lang="zh-CN">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maxSize</a:t>
            </a:r>
            <a:r>
              <a:rPr altLang="zh-CN" dirty="0" kumimoji="1" lang="en-US">
                <a:latin typeface="Times New Roman" panose="02020603050405020304" pitchFamily="18" charset="0"/>
                <a:ea typeface="隶书" panose="02010509060101010101" pitchFamily="49" charset="-122"/>
              </a:rPr>
              <a:t> = </a:t>
            </a:r>
            <a:r>
              <a:rPr altLang="zh-CN" dirty="0" kumimoji="1" lang="en-US" err="1">
                <a:latin typeface="Times New Roman" panose="02020603050405020304" pitchFamily="18" charset="0"/>
                <a:ea typeface="隶书" panose="02010509060101010101" pitchFamily="49" charset="-122"/>
              </a:rPr>
              <a:t>ob.maxSize</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复制串最大长度</a:t>
            </a:r>
          </a:p>
          <a:p>
            <a:pPr eaLnBrk="1" hangingPunct="1">
              <a:lnSpc>
                <a:spcPct val="105000"/>
              </a:lnSpc>
              <a:spcBef>
                <a:spcPct val="5000"/>
              </a:spcBef>
              <a:buFontTx/>
              <a:buNone/>
            </a:pPr>
            <a:r>
              <a:rPr altLang="en-US" dirty="0" kumimoji="1" lang="zh-CN">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ch</a:t>
            </a:r>
            <a:r>
              <a:rPr altLang="zh-CN" dirty="0" kumimoji="1" lang="en-US">
                <a:latin typeface="Times New Roman" panose="02020603050405020304" pitchFamily="18" charset="0"/>
                <a:ea typeface="隶书" panose="02010509060101010101" pitchFamily="49" charset="-122"/>
              </a:rPr>
              <a:t> = </a:t>
            </a:r>
            <a:r>
              <a:rPr altLang="zh-CN" b="1" dirty="0" kumimoji="1" lang="en-US">
                <a:latin typeface="Times New Roman" panose="02020603050405020304" pitchFamily="18" charset="0"/>
                <a:ea typeface="隶书" panose="02010509060101010101" pitchFamily="49" charset="-122"/>
              </a:rPr>
              <a:t>new char</a:t>
            </a:r>
            <a:r>
              <a:rPr altLang="zh-CN" dirty="0" kumimoji="1" lang="en-US">
                <a:latin typeface="Times New Roman" panose="02020603050405020304" pitchFamily="18" charset="0"/>
                <a:ea typeface="隶书" panose="02010509060101010101" pitchFamily="49" charset="-122"/>
              </a:rPr>
              <a:t>[curLength+1]</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zh-CN" dirty="0" kumimoji="1" lang="zh-CN">
                <a:solidFill>
                  <a:schemeClr val="tx2"/>
                </a:solidFill>
                <a:latin typeface="Times New Roman" panose="02020603050405020304" pitchFamily="18" charset="0"/>
                <a:ea typeface="隶书" panose="02010509060101010101" pitchFamily="49" charset="-122"/>
              </a:rPr>
              <a:t>创建串数组</a:t>
            </a:r>
            <a:endParaRPr altLang="en-US" b="1" dirty="0" kumimoji="1" lang="zh-CN">
              <a:solidFill>
                <a:schemeClr val="tx2"/>
              </a:solidFill>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altLang="en-US" dirty="0" kumimoji="1" lang="zh-CN">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if </a:t>
            </a:r>
            <a:r>
              <a:rPr altLang="zh-CN" dirty="0" kumimoji="1" lang="en-US">
                <a:latin typeface="Times New Roman" panose="02020603050405020304" pitchFamily="18" charset="0"/>
                <a:ea typeface="隶书" panose="02010509060101010101" pitchFamily="49" charset="-122"/>
              </a:rPr>
              <a:t>(</a:t>
            </a:r>
            <a:r>
              <a:rPr altLang="zh-CN" dirty="0" kumimoji="1" lang="en-US" err="1">
                <a:latin typeface="Times New Roman" panose="02020603050405020304" pitchFamily="18" charset="0"/>
                <a:ea typeface="隶书" panose="02010509060101010101" pitchFamily="49" charset="-122"/>
              </a:rPr>
              <a:t>ch</a:t>
            </a:r>
            <a:r>
              <a:rPr altLang="zh-CN" dirty="0" kumimoji="1" lang="en-US">
                <a:latin typeface="Times New Roman" panose="02020603050405020304" pitchFamily="18" charset="0"/>
                <a:ea typeface="隶书" panose="02010509060101010101" pitchFamily="49" charset="-122"/>
              </a:rPr>
              <a:t> </a:t>
            </a:r>
            <a:r>
              <a:rPr altLang="zh-CN" dirty="0" i="1"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NULL) </a:t>
            </a:r>
          </a:p>
          <a:p>
            <a:pPr eaLnBrk="1" hangingPunct="1">
              <a:lnSpc>
                <a:spcPct val="105000"/>
              </a:lnSpc>
              <a:spcBef>
                <a:spcPct val="5000"/>
              </a:spcBef>
              <a:buFontTx/>
              <a:buNone/>
            </a:pP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a:t>
            </a:r>
            <a:r>
              <a:rPr altLang="zh-CN" b="1" dirty="0" kumimoji="1" lang="en-US" err="1">
                <a:latin typeface="Times New Roman" panose="02020603050405020304" pitchFamily="18" charset="0"/>
                <a:ea typeface="隶书" panose="02010509060101010101" pitchFamily="49" charset="-122"/>
              </a:rPr>
              <a:t>cerr</a:t>
            </a: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&lt;&lt;</a:t>
            </a: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a:t>
            </a:r>
            <a:r>
              <a:rPr altLang="zh-CN" dirty="0" kumimoji="1" lang="zh-CN">
                <a:latin typeface="Times New Roman" panose="02020603050405020304" pitchFamily="18" charset="0"/>
                <a:ea typeface="隶书" panose="02010509060101010101" pitchFamily="49" charset="-122"/>
              </a:rPr>
              <a:t>存储分配错!</a:t>
            </a: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n</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exit</a:t>
            </a:r>
            <a:r>
              <a:rPr altLang="zh-CN" dirty="0" kumimoji="1" lang="en-US">
                <a:latin typeface="Times New Roman" panose="02020603050405020304" pitchFamily="18" charset="0"/>
                <a:ea typeface="隶书" panose="02010509060101010101" pitchFamily="49" charset="-122"/>
              </a:rPr>
              <a:t>(1)</a:t>
            </a:r>
            <a:r>
              <a:rPr altLang="zh-CN" b="1" dirty="0" kumimoji="1" lang="en-US">
                <a:latin typeface="Times New Roman" panose="02020603050405020304" pitchFamily="18" charset="0"/>
                <a:ea typeface="隶书" panose="02010509060101010101" pitchFamily="49" charset="-122"/>
              </a:rPr>
              <a:t>; }</a:t>
            </a:r>
            <a:endParaRPr altLang="zh-CN" dirty="0" kumimoji="1" lang="en-US">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curLength</a:t>
            </a:r>
            <a:r>
              <a:rPr altLang="zh-CN" dirty="0" kumimoji="1" lang="en-US">
                <a:latin typeface="Times New Roman" panose="02020603050405020304" pitchFamily="18" charset="0"/>
                <a:ea typeface="隶书" panose="02010509060101010101" pitchFamily="49" charset="-122"/>
              </a:rPr>
              <a:t> = </a:t>
            </a:r>
            <a:r>
              <a:rPr altLang="zh-CN" dirty="0" kumimoji="1" lang="en-US" err="1">
                <a:latin typeface="Times New Roman" panose="02020603050405020304" pitchFamily="18" charset="0"/>
                <a:ea typeface="隶书" panose="02010509060101010101" pitchFamily="49" charset="-122"/>
              </a:rPr>
              <a:t>ob.curLength</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复制串长度</a:t>
            </a:r>
          </a:p>
          <a:p>
            <a:pPr eaLnBrk="1" hangingPunct="1">
              <a:lnSpc>
                <a:spcPct val="105000"/>
              </a:lnSpc>
              <a:spcBef>
                <a:spcPct val="5000"/>
              </a:spcBef>
              <a:buFontTx/>
              <a:buNone/>
            </a:pPr>
            <a:r>
              <a:rPr altLang="en-US" dirty="0" kumimoji="1" lang="zh-CN">
                <a:solidFill>
                  <a:schemeClr val="tx2"/>
                </a:solidFill>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strcpy</a:t>
            </a:r>
            <a:r>
              <a:rPr altLang="zh-CN" dirty="0" kumimoji="1" lang="en-US">
                <a:latin typeface="Times New Roman" panose="02020603050405020304" pitchFamily="18" charset="0"/>
                <a:ea typeface="隶书" panose="02010509060101010101" pitchFamily="49" charset="-122"/>
              </a:rPr>
              <a:t>(</a:t>
            </a:r>
            <a:r>
              <a:rPr altLang="zh-CN" dirty="0" kumimoji="1" lang="en-US" err="1">
                <a:latin typeface="Times New Roman" panose="02020603050405020304" pitchFamily="18" charset="0"/>
                <a:ea typeface="隶书" panose="02010509060101010101" pitchFamily="49" charset="-122"/>
              </a:rPr>
              <a:t>ch</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ob.ch)</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复制串值</a:t>
            </a:r>
            <a:endParaRPr altLang="en-US" b="1" dirty="0" kumimoji="1" lang="zh-CN">
              <a:solidFill>
                <a:schemeClr val="tx2"/>
              </a:solidFill>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altLang="en-US" b="1" dirty="0" kumimoji="1" lang="zh-CN">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0" presetSubtype="0">
                                  <p:stCondLst>
                                    <p:cond delay="0"/>
                                  </p:stCondLst>
                                  <p:childTnLst>
                                    <p:set>
                                      <p:cBhvr>
                                        <p:cTn dur="1" fill="hold" id="6">
                                          <p:stCondLst>
                                            <p:cond delay="0"/>
                                          </p:stCondLst>
                                        </p:cTn>
                                        <p:tgtEl>
                                          <p:spTgt spid="1049388">
                                            <p:txEl>
                                              <p:pRg st="7" end="7"/>
                                            </p:txEl>
                                          </p:spTgt>
                                        </p:tgtEl>
                                        <p:attrNameLst>
                                          <p:attrName>style.visibility</p:attrName>
                                        </p:attrNameLst>
                                      </p:cBhvr>
                                      <p:to>
                                        <p:strVal val="visible"/>
                                      </p:to>
                                    </p:set>
                                    <p:animEffect transition="in" filter="fade">
                                      <p:cBhvr>
                                        <p:cTn dur="500" id="7"/>
                                        <p:tgtEl>
                                          <p:spTgt spid="104938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250" name=""/>
        <p:cNvGrpSpPr/>
        <p:nvPr/>
      </p:nvGrpSpPr>
      <p:grpSpPr>
        <a:xfrm>
          <a:off x="0" y="0"/>
          <a:ext cx="0" cy="0"/>
          <a:chOff x="0" y="0"/>
          <a:chExt cx="0" cy="0"/>
        </a:xfrm>
      </p:grpSpPr>
      <p:sp>
        <p:nvSpPr>
          <p:cNvPr id="1049389" name="Rectangle 2"/>
          <p:cNvSpPr>
            <a:spLocks noGrp="1" noChangeArrowheads="1"/>
          </p:cNvSpPr>
          <p:nvPr>
            <p:ph type="title"/>
          </p:nvPr>
        </p:nvSpPr>
        <p:spPr>
          <a:xfrm>
            <a:off x="457200" y="274638"/>
            <a:ext cx="8229600" cy="800100"/>
          </a:xfrm>
        </p:spPr>
        <p:txBody>
          <a:bodyPr/>
          <a:p>
            <a:pPr eaLnBrk="1" hangingPunct="1"/>
            <a:r>
              <a:rPr altLang="en-US" b="1" sz="4000" lang="zh-CN">
                <a:ea typeface="华文新魏" panose="02010800040101010101" pitchFamily="2" charset="-122"/>
              </a:rPr>
              <a:t>字符串重载操作的使用示例</a:t>
            </a:r>
            <a:r>
              <a:rPr altLang="en-US" lang="zh-CN"/>
              <a:t> </a:t>
            </a:r>
          </a:p>
        </p:txBody>
      </p:sp>
      <p:graphicFrame>
        <p:nvGraphicFramePr>
          <p:cNvPr id="4194329" name="Group 3"/>
          <p:cNvGraphicFramePr>
            <a:graphicFrameLocks noGrp="1"/>
          </p:cNvGraphicFramePr>
          <p:nvPr>
            <p:ph type="tbl" idx="1"/>
          </p:nvPr>
        </p:nvGraphicFramePr>
        <p:xfrm>
          <a:off x="496888" y="1492250"/>
          <a:ext cx="8229600" cy="4713288"/>
        </p:xfrm>
        <a:graphic>
          <a:graphicData uri="http://schemas.openxmlformats.org/drawingml/2006/table">
            <a:tbl>
              <a:tblPr/>
              <a:tblGrid>
                <a:gridCol w="590550"/>
                <a:gridCol w="2357437"/>
                <a:gridCol w="1246188"/>
                <a:gridCol w="4035425"/>
              </a:tblGrid>
              <a:tr h="942975">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en-US" baseline="0" b="1" cap="none" dirty="0"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序</a:t>
                      </a:r>
                    </a:p>
                    <a:p>
                      <a:pPr algn="ctr" defTabSz="914400" eaLnBrk="1" fontAlgn="base" hangingPunct="1" indent="-342900" latinLnBrk="0" lvl="0" marL="342900" marR="0" rtl="0">
                        <a:lnSpc>
                          <a:spcPct val="100000"/>
                        </a:lnSpc>
                        <a:spcBef>
                          <a:spcPct val="0"/>
                        </a:spcBef>
                        <a:spcAft>
                          <a:spcPct val="0"/>
                        </a:spcAft>
                        <a:buClrTx/>
                        <a:buSzTx/>
                        <a:buFontTx/>
                        <a:buNone/>
                      </a:pPr>
                      <a:r>
                        <a:rPr altLang="en-US" baseline="0" b="1" cap="none" dirty="0"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号</a:t>
                      </a:r>
                    </a:p>
                  </a:txBody>
                  <a:tcPr horzOverflow="overflow">
                    <a:lnL w="28575" cap="flat" cmpd="sng" algn="ctr">
                      <a:solidFill>
                        <a:srgbClr val="0099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99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FF99"/>
                    </a:solid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tabLst>
                          <a:tab algn="r" pos="266700"/>
                          <a:tab algn="ctr" pos="2636838"/>
                          <a:tab algn="r" pos="5273675"/>
                        </a:tabLst>
                      </a:pP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重载操作</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99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FF99"/>
                    </a:solid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操作</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99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FF99"/>
                    </a:solidFill>
                  </a:tcPr>
                </a:tc>
                <a:tc>
                  <a:txBody>
                    <a:bodyPr/>
                    <a:p>
                      <a:pPr algn="l" defTabSz="914400" eaLnBrk="1" fontAlgn="base" hangingPunct="1" indent="-342900" latinLnBrk="0" lvl="0" marL="342900" marR="0" rtl="0">
                        <a:lnSpc>
                          <a:spcPct val="100000"/>
                        </a:lnSpc>
                        <a:spcBef>
                          <a:spcPct val="0"/>
                        </a:spcBef>
                        <a:spcAft>
                          <a:spcPct val="0"/>
                        </a:spcAft>
                        <a:buClrTx/>
                        <a:buSzTx/>
                        <a:buFontTx/>
                        <a:buNone/>
                      </a:pP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使用示例 </a:t>
                      </a: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a:t>
                      </a: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设使用操作的当前串为</a:t>
                      </a: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S</a:t>
                      </a: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a:t>
                      </a:r>
                      <a:r>
                        <a:rPr altLang="zh-CN" baseline="0" b="1" cap="none" sz="2600" i="0" kumimoji="0" lang="en-US" normalizeH="0" strike="noStrike" u="none">
                          <a:ln>
                            <a:noFill/>
                          </a:ln>
                          <a:solidFill>
                            <a:schemeClr val="tx2"/>
                          </a:solidFill>
                          <a:effectLst/>
                          <a:latin typeface="Times New Roman" pitchFamily="18" charset="0"/>
                          <a:ea typeface="仿宋_GB2312" pitchFamily="49" charset="-122"/>
                          <a:cs typeface="Times New Roman" pitchFamily="18" charset="0"/>
                        </a:rPr>
                        <a:t>good</a:t>
                      </a: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28575" cap="flat" cmpd="sng" algn="ctr">
                      <a:solidFill>
                        <a:srgbClr val="009900"/>
                      </a:solidFill>
                      <a:prstDash val="solid"/>
                      <a:round/>
                      <a:headEnd type="none" w="med" len="med"/>
                      <a:tailEnd type="none" w="med" len="med"/>
                    </a:lnR>
                    <a:lnT w="28575" cap="flat" cmpd="sng" algn="ctr">
                      <a:solidFill>
                        <a:srgbClr val="0099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FF99"/>
                    </a:solidFill>
                  </a:tcPr>
                </a:tc>
              </a:tr>
              <a:tr h="942975">
                <a:tc>
                  <a:txBody>
                    <a:bodyPr/>
                    <a:p>
                      <a:pPr algn="l" defTabSz="914400" eaLnBrk="1" fontAlgn="base" hangingPunct="1" indent="-342900" latinLnBrk="0" lvl="0" marL="342900" marR="0" rtl="0">
                        <a:lnSpc>
                          <a:spcPct val="100000"/>
                        </a:lnSpc>
                        <a:spcBef>
                          <a:spcPct val="0"/>
                        </a:spcBef>
                        <a:spcAft>
                          <a:spcPct val="0"/>
                        </a:spcAft>
                        <a:buClrTx/>
                        <a:buSzTx/>
                        <a:buFontTx/>
                        <a:buNone/>
                      </a:pPr>
                      <a:r>
                        <a:rPr altLang="zh-CN" baseline="0" b="1" cap="none" dirty="0"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1</a:t>
                      </a:r>
                    </a:p>
                  </a:txBody>
                  <a:tcPr horzOverflow="overflow">
                    <a:lnL w="28575" cap="flat" cmpd="sng" algn="ctr">
                      <a:solidFill>
                        <a:srgbClr val="0099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c>
                  <a:txBody>
                    <a:bodyPr/>
                    <a:p>
                      <a:pPr algn="l" defTabSz="914400" eaLnBrk="1" fontAlgn="base" hangingPunct="1" indent="-342900" latinLnBrk="0" lvl="0" marL="342900" marR="0" rtl="0">
                        <a:lnSpc>
                          <a:spcPct val="100000"/>
                        </a:lnSpc>
                        <a:spcBef>
                          <a:spcPct val="0"/>
                        </a:spcBef>
                        <a:spcAft>
                          <a:spcPct val="0"/>
                        </a:spcAft>
                        <a:buClrTx/>
                        <a:buSzTx/>
                        <a:buFontTx/>
                        <a:buNone/>
                      </a:pP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 (int pos, int len)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c>
                  <a:txBody>
                    <a:bodyPr/>
                    <a:p>
                      <a:pPr algn="l" defTabSz="914400" eaLnBrk="1" fontAlgn="base" hangingPunct="1" indent="-342900" latinLnBrk="0" lvl="0" marL="342900" marR="0" rtl="0">
                        <a:lnSpc>
                          <a:spcPct val="100000"/>
                        </a:lnSpc>
                        <a:spcBef>
                          <a:spcPct val="0"/>
                        </a:spcBef>
                        <a:spcAft>
                          <a:spcPct val="0"/>
                        </a:spcAft>
                        <a:buClrTx/>
                        <a:buSzTx/>
                        <a:buFontTx/>
                        <a:buNone/>
                      </a:pP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取子串</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c>
                  <a:txBody>
                    <a:bodyPr/>
                    <a:p>
                      <a:pPr algn="l" defTabSz="914400" eaLnBrk="1" fontAlgn="base" hangingPunct="1" indent="-342900" latinLnBrk="0" lvl="0" marL="342900" marR="0" rtl="0">
                        <a:lnSpc>
                          <a:spcPct val="100000"/>
                        </a:lnSpc>
                        <a:spcBef>
                          <a:spcPct val="0"/>
                        </a:spcBef>
                        <a:spcAft>
                          <a:spcPct val="0"/>
                        </a:spcAft>
                        <a:buClrTx/>
                        <a:buSzTx/>
                        <a:buFontTx/>
                        <a:buNone/>
                      </a:pP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S1 =</a:t>
                      </a:r>
                      <a:r>
                        <a:rPr altLang="zh-CN" baseline="0" b="1" cap="none" sz="2600" i="0" kumimoji="0" lang="en-US" normalizeH="0" strike="noStrike" u="none">
                          <a:ln>
                            <a:noFill/>
                          </a:ln>
                          <a:solidFill>
                            <a:schemeClr val="tx2"/>
                          </a:solidFill>
                          <a:effectLst/>
                          <a:latin typeface="Times New Roman" pitchFamily="18" charset="0"/>
                          <a:ea typeface="仿宋_GB2312" pitchFamily="49" charset="-122"/>
                          <a:cs typeface="Times New Roman" pitchFamily="18" charset="0"/>
                        </a:rPr>
                        <a:t> </a:t>
                      </a:r>
                      <a:r>
                        <a:rPr altLang="zh-CN" baseline="0" b="1" cap="none" sz="2600" i="0" kumimoji="0" lang="en-US" normalizeH="0" strike="noStrike" u="none">
                          <a:ln>
                            <a:noFill/>
                          </a:ln>
                          <a:solidFill>
                            <a:srgbClr val="006600"/>
                          </a:solidFill>
                          <a:effectLst/>
                          <a:latin typeface="Times New Roman" pitchFamily="18" charset="0"/>
                          <a:ea typeface="仿宋_GB2312" pitchFamily="49" charset="-122"/>
                          <a:cs typeface="Times New Roman" pitchFamily="18" charset="0"/>
                        </a:rPr>
                        <a:t>S</a:t>
                      </a:r>
                      <a:r>
                        <a:rPr altLang="zh-CN" baseline="0" b="1" cap="none" sz="2600" i="0" kumimoji="0" lang="en-US" normalizeH="0" strike="noStrike" u="none">
                          <a:ln>
                            <a:noFill/>
                          </a:ln>
                          <a:solidFill>
                            <a:schemeClr val="tx2"/>
                          </a:solidFill>
                          <a:effectLst/>
                          <a:latin typeface="Times New Roman" pitchFamily="18" charset="0"/>
                          <a:ea typeface="仿宋_GB2312" pitchFamily="49" charset="-122"/>
                          <a:cs typeface="Times New Roman" pitchFamily="18" charset="0"/>
                        </a:rPr>
                        <a:t>(1, 3)</a:t>
                      </a: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//S1</a:t>
                      </a: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结果为</a:t>
                      </a:r>
                    </a:p>
                    <a:p>
                      <a:pPr algn="l" defTabSz="914400" eaLnBrk="1" fontAlgn="base" hangingPunct="1" indent="-342900" latinLnBrk="0" lvl="0" marL="342900" marR="0" rtl="0">
                        <a:lnSpc>
                          <a:spcPct val="100000"/>
                        </a:lnSpc>
                        <a:spcBef>
                          <a:spcPct val="0"/>
                        </a:spcBef>
                        <a:spcAft>
                          <a:spcPct val="0"/>
                        </a:spcAft>
                        <a:buClrTx/>
                        <a:buSzTx/>
                        <a:buFontTx/>
                        <a:buNone/>
                      </a:pP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  ‘</a:t>
                      </a: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ood’</a:t>
                      </a:r>
                    </a:p>
                  </a:txBody>
                  <a:tcPr horzOverflow="overflow">
                    <a:lnL w="12700" cap="flat" cmpd="sng" algn="ctr">
                      <a:solidFill>
                        <a:srgbClr val="000000"/>
                      </a:solidFill>
                      <a:prstDash val="solid"/>
                      <a:round/>
                      <a:headEnd type="none" w="med" len="med"/>
                      <a:tailEnd type="none" w="med" len="med"/>
                    </a:lnL>
                    <a:lnR w="28575" cap="flat" cmpd="sng" algn="ctr">
                      <a:solidFill>
                        <a:srgbClr val="0099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r>
              <a:tr h="941388">
                <a:tc>
                  <a:txBody>
                    <a:bodyPr/>
                    <a:p>
                      <a:pPr algn="l" defTabSz="914400" eaLnBrk="1" fontAlgn="base" hangingPunct="1" indent="-342900" latinLnBrk="0" lvl="0" marL="342900" marR="0" rtl="0">
                        <a:lnSpc>
                          <a:spcPct val="100000"/>
                        </a:lnSpc>
                        <a:spcBef>
                          <a:spcPct val="0"/>
                        </a:spcBef>
                        <a:spcAft>
                          <a:spcPct val="0"/>
                        </a:spcAft>
                        <a:buClrTx/>
                        <a:buSzTx/>
                        <a:buFontTx/>
                        <a:buNone/>
                      </a:pP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2</a:t>
                      </a:r>
                    </a:p>
                  </a:txBody>
                  <a:tcPr horzOverflow="overflow">
                    <a:lnL w="28575" cap="flat" cmpd="sng" algn="ctr">
                      <a:solidFill>
                        <a:srgbClr val="0099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c>
                  <a:txBody>
                    <a:bodyPr/>
                    <a:p>
                      <a:pPr algn="l" defTabSz="914400" eaLnBrk="1" fontAlgn="base" hangingPunct="1" indent="-342900" latinLnBrk="0" lvl="0" marL="342900" marR="0" rtl="0">
                        <a:lnSpc>
                          <a:spcPct val="100000"/>
                        </a:lnSpc>
                        <a:spcBef>
                          <a:spcPct val="0"/>
                        </a:spcBef>
                        <a:spcAft>
                          <a:spcPct val="0"/>
                        </a:spcAft>
                        <a:buClrTx/>
                        <a:buSzTx/>
                        <a:buFontTx/>
                        <a:buNone/>
                      </a:pP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(const</a:t>
                      </a:r>
                    </a:p>
                    <a:p>
                      <a:pPr algn="l" defTabSz="914400" eaLnBrk="1" fontAlgn="base" hangingPunct="1" indent="-342900" latinLnBrk="0" lvl="0" marL="342900" marR="0" rtl="0">
                        <a:lnSpc>
                          <a:spcPct val="100000"/>
                        </a:lnSpc>
                        <a:spcBef>
                          <a:spcPct val="0"/>
                        </a:spcBef>
                        <a:spcAft>
                          <a:spcPct val="0"/>
                        </a:spcAft>
                        <a:buClrTx/>
                        <a:buSzTx/>
                        <a:buFontTx/>
                        <a:buNone/>
                      </a:pP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AString&amp; ob)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c>
                  <a:txBody>
                    <a:bodyPr/>
                    <a:p>
                      <a:pPr algn="l" defTabSz="914400" eaLnBrk="1" fontAlgn="base" hangingPunct="1" indent="-342900" latinLnBrk="0" lvl="0" marL="342900" marR="0" rtl="0">
                        <a:lnSpc>
                          <a:spcPct val="100000"/>
                        </a:lnSpc>
                        <a:spcBef>
                          <a:spcPct val="0"/>
                        </a:spcBef>
                        <a:spcAft>
                          <a:spcPct val="0"/>
                        </a:spcAft>
                        <a:buClrTx/>
                        <a:buSzTx/>
                        <a:buFontTx/>
                        <a:buNone/>
                      </a:pP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判两串</a:t>
                      </a:r>
                    </a:p>
                    <a:p>
                      <a:pPr algn="l" defTabSz="914400" eaLnBrk="1" fontAlgn="base" hangingPunct="1" indent="-342900" latinLnBrk="0" lvl="0" marL="342900" marR="0" rtl="0">
                        <a:lnSpc>
                          <a:spcPct val="100000"/>
                        </a:lnSpc>
                        <a:spcBef>
                          <a:spcPct val="0"/>
                        </a:spcBef>
                        <a:spcAft>
                          <a:spcPct val="0"/>
                        </a:spcAft>
                        <a:buClrTx/>
                        <a:buSzTx/>
                        <a:buFontTx/>
                        <a:buNone/>
                      </a:pP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相等</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c>
                  <a:txBody>
                    <a:bodyPr/>
                    <a:p>
                      <a:pPr algn="l" defTabSz="914400" eaLnBrk="1" fontAlgn="base" hangingPunct="1" indent="-342900" latinLnBrk="0" lvl="0" marL="342900" marR="0" rtl="0">
                        <a:lnSpc>
                          <a:spcPct val="100000"/>
                        </a:lnSpc>
                        <a:spcBef>
                          <a:spcPct val="0"/>
                        </a:spcBef>
                        <a:spcAft>
                          <a:spcPct val="0"/>
                        </a:spcAft>
                        <a:buClrTx/>
                        <a:buSzTx/>
                        <a:buFontTx/>
                        <a:buNone/>
                      </a:pPr>
                      <a:r>
                        <a:rPr altLang="zh-CN" baseline="0" b="1" cap="none" sz="2600" i="0" kumimoji="0" lang="en-US" normalizeH="0" strike="noStrike" u="none">
                          <a:ln>
                            <a:noFill/>
                          </a:ln>
                          <a:solidFill>
                            <a:srgbClr val="006600"/>
                          </a:solidFill>
                          <a:effectLst/>
                          <a:latin typeface="Times New Roman" pitchFamily="18" charset="0"/>
                          <a:ea typeface="仿宋_GB2312" pitchFamily="49" charset="-122"/>
                          <a:cs typeface="Times New Roman" pitchFamily="18" charset="0"/>
                        </a:rPr>
                        <a:t>S</a:t>
                      </a: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a:t>
                      </a:r>
                      <a:r>
                        <a:rPr altLang="zh-CN" baseline="0" b="1" cap="none" sz="2600" i="0" kumimoji="0" lang="en-US" normalizeH="0" strike="noStrike" u="none">
                          <a:ln>
                            <a:noFill/>
                          </a:ln>
                          <a:solidFill>
                            <a:schemeClr val="tx2"/>
                          </a:solidFill>
                          <a:effectLst/>
                          <a:latin typeface="Times New Roman" pitchFamily="18" charset="0"/>
                          <a:ea typeface="仿宋_GB2312" pitchFamily="49" charset="-122"/>
                          <a:cs typeface="Times New Roman" pitchFamily="18" charset="0"/>
                        </a:rPr>
                        <a:t>== S1</a:t>
                      </a: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  //</a:t>
                      </a: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若</a:t>
                      </a:r>
                      <a:r>
                        <a:rPr altLang="zh-CN" baseline="0" b="1" cap="none" sz="2600" i="0" kumimoji="0" lang="en-US" normalizeH="0" strike="noStrike" u="none">
                          <a:ln>
                            <a:noFill/>
                          </a:ln>
                          <a:solidFill>
                            <a:srgbClr val="006600"/>
                          </a:solidFill>
                          <a:effectLst/>
                          <a:latin typeface="Times New Roman" pitchFamily="18" charset="0"/>
                          <a:ea typeface="仿宋_GB2312" pitchFamily="49" charset="-122"/>
                          <a:cs typeface="Times New Roman" pitchFamily="18" charset="0"/>
                        </a:rPr>
                        <a:t>S</a:t>
                      </a: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与</a:t>
                      </a: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S1</a:t>
                      </a: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相等</a:t>
                      </a: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a:t>
                      </a:r>
                    </a:p>
                    <a:p>
                      <a:pPr algn="l" defTabSz="914400" eaLnBrk="1" fontAlgn="base" hangingPunct="1" indent="-342900" latinLnBrk="0" lvl="0" marL="342900" marR="0" rtl="0">
                        <a:lnSpc>
                          <a:spcPct val="100000"/>
                        </a:lnSpc>
                        <a:spcBef>
                          <a:spcPct val="0"/>
                        </a:spcBef>
                        <a:spcAft>
                          <a:spcPct val="0"/>
                        </a:spcAft>
                        <a:buClrTx/>
                        <a:buSzTx/>
                        <a:buFontTx/>
                        <a:buNone/>
                      </a:pP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a:t>
                      </a: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结果为</a:t>
                      </a: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true</a:t>
                      </a: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，否则为</a:t>
                      </a: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false</a:t>
                      </a:r>
                    </a:p>
                  </a:txBody>
                  <a:tcPr horzOverflow="overflow">
                    <a:lnL w="12700" cap="flat" cmpd="sng" algn="ctr">
                      <a:solidFill>
                        <a:srgbClr val="000000"/>
                      </a:solidFill>
                      <a:prstDash val="solid"/>
                      <a:round/>
                      <a:headEnd type="none" w="med" len="med"/>
                      <a:tailEnd type="none" w="med" len="med"/>
                    </a:lnL>
                    <a:lnR w="28575" cap="flat" cmpd="sng" algn="ctr">
                      <a:solidFill>
                        <a:srgbClr val="0099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r>
              <a:tr h="942975">
                <a:tc>
                  <a:txBody>
                    <a:bodyPr/>
                    <a:p>
                      <a:pPr algn="l" defTabSz="914400" eaLnBrk="1" fontAlgn="base" hangingPunct="1" indent="-342900" latinLnBrk="0" lvl="0" marL="342900" marR="0" rtl="0">
                        <a:lnSpc>
                          <a:spcPct val="100000"/>
                        </a:lnSpc>
                        <a:spcBef>
                          <a:spcPct val="0"/>
                        </a:spcBef>
                        <a:spcAft>
                          <a:spcPct val="0"/>
                        </a:spcAft>
                        <a:buClrTx/>
                        <a:buSzTx/>
                        <a:buFontTx/>
                        <a:buNone/>
                      </a:pP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3</a:t>
                      </a:r>
                    </a:p>
                  </a:txBody>
                  <a:tcPr horzOverflow="overflow">
                    <a:lnL w="28575" cap="flat" cmpd="sng" algn="ctr">
                      <a:solidFill>
                        <a:srgbClr val="0099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c>
                  <a:txBody>
                    <a:bodyPr/>
                    <a:p>
                      <a:pPr algn="l" defTabSz="914400" eaLnBrk="1" fontAlgn="base" hangingPunct="1" indent="-342900" latinLnBrk="0" lvl="0" marL="342900" marR="0" rtl="0">
                        <a:lnSpc>
                          <a:spcPct val="100000"/>
                        </a:lnSpc>
                        <a:spcBef>
                          <a:spcPct val="0"/>
                        </a:spcBef>
                        <a:spcAft>
                          <a:spcPct val="0"/>
                        </a:spcAft>
                        <a:buClrTx/>
                        <a:buSzTx/>
                        <a:buFontTx/>
                        <a:buNone/>
                      </a:pP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(const</a:t>
                      </a:r>
                    </a:p>
                    <a:p>
                      <a:pPr algn="l" defTabSz="914400" eaLnBrk="1" fontAlgn="base" hangingPunct="1" indent="-342900" latinLnBrk="0" lvl="0" marL="342900" marR="0" rtl="0">
                        <a:lnSpc>
                          <a:spcPct val="100000"/>
                        </a:lnSpc>
                        <a:spcBef>
                          <a:spcPct val="0"/>
                        </a:spcBef>
                        <a:spcAft>
                          <a:spcPct val="0"/>
                        </a:spcAft>
                        <a:buClrTx/>
                        <a:buSzTx/>
                        <a:buFontTx/>
                        <a:buNone/>
                      </a:pP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AString&amp; ob)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c>
                  <a:txBody>
                    <a:bodyPr/>
                    <a:p>
                      <a:pPr algn="l" defTabSz="914400" eaLnBrk="1" fontAlgn="base" hangingPunct="1" indent="-342900" latinLnBrk="0" lvl="0" marL="342900" marR="0" rtl="0">
                        <a:lnSpc>
                          <a:spcPct val="100000"/>
                        </a:lnSpc>
                        <a:spcBef>
                          <a:spcPct val="0"/>
                        </a:spcBef>
                        <a:spcAft>
                          <a:spcPct val="0"/>
                        </a:spcAft>
                        <a:buClrTx/>
                        <a:buSzTx/>
                        <a:buFontTx/>
                        <a:buNone/>
                      </a:pP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判两串</a:t>
                      </a:r>
                    </a:p>
                    <a:p>
                      <a:pPr algn="l" defTabSz="914400" eaLnBrk="1" fontAlgn="base" hangingPunct="1" indent="-342900" latinLnBrk="0" lvl="0" marL="342900" marR="0" rtl="0">
                        <a:lnSpc>
                          <a:spcPct val="100000"/>
                        </a:lnSpc>
                        <a:spcBef>
                          <a:spcPct val="0"/>
                        </a:spcBef>
                        <a:spcAft>
                          <a:spcPct val="0"/>
                        </a:spcAft>
                        <a:buClrTx/>
                        <a:buSzTx/>
                        <a:buFontTx/>
                        <a:buNone/>
                      </a:pP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不等</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c>
                  <a:txBody>
                    <a:bodyPr/>
                    <a:p>
                      <a:pPr algn="l" defTabSz="914400" eaLnBrk="1" fontAlgn="base" hangingPunct="1" indent="-342900" latinLnBrk="0" lvl="0" marL="342900" marR="0" rtl="0">
                        <a:lnSpc>
                          <a:spcPct val="100000"/>
                        </a:lnSpc>
                        <a:spcBef>
                          <a:spcPct val="0"/>
                        </a:spcBef>
                        <a:spcAft>
                          <a:spcPct val="0"/>
                        </a:spcAft>
                        <a:buClrTx/>
                        <a:buSzTx/>
                        <a:buFontTx/>
                        <a:buNone/>
                      </a:pPr>
                      <a:r>
                        <a:rPr altLang="zh-CN" baseline="0" b="1" cap="none" sz="2600" i="0" kumimoji="0" lang="en-US" normalizeH="0" strike="noStrike" u="none">
                          <a:ln>
                            <a:noFill/>
                          </a:ln>
                          <a:solidFill>
                            <a:srgbClr val="006600"/>
                          </a:solidFill>
                          <a:effectLst/>
                          <a:latin typeface="Times New Roman" pitchFamily="18" charset="0"/>
                          <a:ea typeface="仿宋_GB2312" pitchFamily="49" charset="-122"/>
                          <a:cs typeface="Times New Roman" pitchFamily="18" charset="0"/>
                        </a:rPr>
                        <a:t>S</a:t>
                      </a:r>
                      <a:r>
                        <a:rPr altLang="zh-CN" baseline="0" b="1" cap="none" sz="2600" i="0" kumimoji="0" lang="en-US" normalizeH="0" strike="noStrike" u="none">
                          <a:ln>
                            <a:noFill/>
                          </a:ln>
                          <a:solidFill>
                            <a:schemeClr val="tx2"/>
                          </a:solidFill>
                          <a:effectLst/>
                          <a:latin typeface="Times New Roman" pitchFamily="18" charset="0"/>
                          <a:ea typeface="仿宋_GB2312" pitchFamily="49" charset="-122"/>
                          <a:cs typeface="Times New Roman" pitchFamily="18" charset="0"/>
                        </a:rPr>
                        <a:t> != S1</a:t>
                      </a: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  //</a:t>
                      </a: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若</a:t>
                      </a:r>
                      <a:r>
                        <a:rPr altLang="zh-CN" baseline="0" b="1" cap="none" sz="2600" i="0" kumimoji="0" lang="en-US" normalizeH="0" strike="noStrike" u="none">
                          <a:ln>
                            <a:noFill/>
                          </a:ln>
                          <a:solidFill>
                            <a:srgbClr val="006600"/>
                          </a:solidFill>
                          <a:effectLst/>
                          <a:latin typeface="Times New Roman" pitchFamily="18" charset="0"/>
                          <a:ea typeface="仿宋_GB2312" pitchFamily="49" charset="-122"/>
                          <a:cs typeface="Times New Roman" pitchFamily="18" charset="0"/>
                        </a:rPr>
                        <a:t>S</a:t>
                      </a: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与</a:t>
                      </a: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S1</a:t>
                      </a: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不等，</a:t>
                      </a:r>
                    </a:p>
                    <a:p>
                      <a:pPr algn="l" defTabSz="914400" eaLnBrk="1" fontAlgn="base" hangingPunct="1" indent="-342900" latinLnBrk="0" lvl="0" marL="342900" marR="0" rtl="0">
                        <a:lnSpc>
                          <a:spcPct val="100000"/>
                        </a:lnSpc>
                        <a:spcBef>
                          <a:spcPct val="0"/>
                        </a:spcBef>
                        <a:spcAft>
                          <a:spcPct val="0"/>
                        </a:spcAft>
                        <a:buClrTx/>
                        <a:buSzTx/>
                        <a:buFontTx/>
                        <a:buNone/>
                      </a:pP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  结果为</a:t>
                      </a: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true</a:t>
                      </a: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，否则为</a:t>
                      </a: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false</a:t>
                      </a:r>
                    </a:p>
                  </a:txBody>
                  <a:tcPr horzOverflow="overflow">
                    <a:lnL w="12700" cap="flat" cmpd="sng" algn="ctr">
                      <a:solidFill>
                        <a:srgbClr val="000000"/>
                      </a:solidFill>
                      <a:prstDash val="solid"/>
                      <a:round/>
                      <a:headEnd type="none" w="med" len="med"/>
                      <a:tailEnd type="none" w="med" len="med"/>
                    </a:lnL>
                    <a:lnR w="28575" cap="flat" cmpd="sng" algn="ctr">
                      <a:solidFill>
                        <a:srgbClr val="0099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r>
              <a:tr h="942975">
                <a:tc>
                  <a:txBody>
                    <a:bodyPr/>
                    <a:p>
                      <a:pPr algn="l" defTabSz="914400" eaLnBrk="1" fontAlgn="base" hangingPunct="1" indent="-342900" latinLnBrk="0" lvl="0" marL="342900" marR="0" rtl="0">
                        <a:lnSpc>
                          <a:spcPct val="100000"/>
                        </a:lnSpc>
                        <a:spcBef>
                          <a:spcPct val="0"/>
                        </a:spcBef>
                        <a:spcAft>
                          <a:spcPct val="0"/>
                        </a:spcAft>
                        <a:buClrTx/>
                        <a:buSzTx/>
                        <a:buFontTx/>
                        <a:buNone/>
                      </a:pP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4</a:t>
                      </a:r>
                    </a:p>
                  </a:txBody>
                  <a:tcPr horzOverflow="overflow">
                    <a:lnL w="28575" cap="flat" cmpd="sng" algn="ctr">
                      <a:solidFill>
                        <a:srgbClr val="0099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99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c>
                  <a:txBody>
                    <a:bodyPr/>
                    <a:p>
                      <a:pPr algn="l" defTabSz="914400" eaLnBrk="1" fontAlgn="base" hangingPunct="1" indent="-342900" latinLnBrk="0" lvl="0" marL="342900" marR="0" rtl="0">
                        <a:lnSpc>
                          <a:spcPct val="100000"/>
                        </a:lnSpc>
                        <a:spcBef>
                          <a:spcPct val="0"/>
                        </a:spcBef>
                        <a:spcAft>
                          <a:spcPct val="0"/>
                        </a:spcAft>
                        <a:buClrTx/>
                        <a:buSzTx/>
                        <a:buFontTx/>
                        <a:buNone/>
                      </a:pP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99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c>
                  <a:txBody>
                    <a:bodyPr/>
                    <a:p>
                      <a:pPr algn="l" defTabSz="914400" eaLnBrk="1" fontAlgn="base" hangingPunct="1" indent="-342900" latinLnBrk="0" lvl="0" marL="342900" marR="0" rtl="0">
                        <a:lnSpc>
                          <a:spcPct val="100000"/>
                        </a:lnSpc>
                        <a:spcBef>
                          <a:spcPct val="0"/>
                        </a:spcBef>
                        <a:spcAft>
                          <a:spcPct val="0"/>
                        </a:spcAft>
                        <a:buClrTx/>
                        <a:buSzTx/>
                        <a:buFontTx/>
                        <a:buNone/>
                      </a:pP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判串空</a:t>
                      </a:r>
                    </a:p>
                    <a:p>
                      <a:pPr algn="l" defTabSz="914400" eaLnBrk="1" fontAlgn="base" hangingPunct="1" indent="-342900" latinLnBrk="0" lvl="0" marL="342900" marR="0" rtl="0">
                        <a:lnSpc>
                          <a:spcPct val="100000"/>
                        </a:lnSpc>
                        <a:spcBef>
                          <a:spcPct val="0"/>
                        </a:spcBef>
                        <a:spcAft>
                          <a:spcPct val="0"/>
                        </a:spcAft>
                        <a:buClrTx/>
                        <a:buSzTx/>
                        <a:buFontTx/>
                        <a:buNone/>
                      </a:pP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99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c>
                  <a:txBody>
                    <a:bodyPr/>
                    <a:p>
                      <a:pPr algn="l" defTabSz="914400" eaLnBrk="1" fontAlgn="base" hangingPunct="1" indent="-342900" latinLnBrk="0" lvl="0" marL="342900" marR="0" rtl="0">
                        <a:lnSpc>
                          <a:spcPct val="100000"/>
                        </a:lnSpc>
                        <a:spcBef>
                          <a:spcPct val="0"/>
                        </a:spcBef>
                        <a:spcAft>
                          <a:spcPct val="0"/>
                        </a:spcAft>
                        <a:buClrTx/>
                        <a:buSzTx/>
                        <a:buFontTx/>
                        <a:buNone/>
                      </a:pPr>
                      <a:r>
                        <a:rPr altLang="zh-CN" baseline="0" b="1" cap="none" dirty="0" sz="2600" i="0" kumimoji="0" lang="en-US" normalizeH="0" strike="noStrike" u="none">
                          <a:ln>
                            <a:noFill/>
                          </a:ln>
                          <a:solidFill>
                            <a:schemeClr val="tx2"/>
                          </a:solidFill>
                          <a:effectLst/>
                          <a:latin typeface="Times New Roman" pitchFamily="18" charset="0"/>
                          <a:ea typeface="仿宋_GB2312" pitchFamily="49" charset="-122"/>
                          <a:cs typeface="Times New Roman" pitchFamily="18" charset="0"/>
                        </a:rPr>
                        <a:t>!</a:t>
                      </a:r>
                      <a:r>
                        <a:rPr altLang="zh-CN" baseline="0" b="1" cap="none" dirty="0" sz="2600" i="0" kumimoji="0" lang="en-US" normalizeH="0" strike="noStrike" u="none">
                          <a:ln>
                            <a:noFill/>
                          </a:ln>
                          <a:solidFill>
                            <a:srgbClr val="006600"/>
                          </a:solidFill>
                          <a:effectLst/>
                          <a:latin typeface="Times New Roman" pitchFamily="18" charset="0"/>
                          <a:ea typeface="仿宋_GB2312" pitchFamily="49" charset="-122"/>
                          <a:cs typeface="Times New Roman" pitchFamily="18" charset="0"/>
                        </a:rPr>
                        <a:t>S</a:t>
                      </a:r>
                      <a:r>
                        <a:rPr altLang="zh-CN" baseline="0" b="1" cap="none" dirty="0"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  //</a:t>
                      </a:r>
                      <a:r>
                        <a:rPr altLang="en-US" baseline="0" b="1" cap="none" dirty="0"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若串</a:t>
                      </a:r>
                      <a:r>
                        <a:rPr altLang="zh-CN" baseline="0" b="1" cap="none" dirty="0" sz="2600" i="0" kumimoji="0" lang="en-US" normalizeH="0" strike="noStrike" u="none">
                          <a:ln>
                            <a:noFill/>
                          </a:ln>
                          <a:solidFill>
                            <a:srgbClr val="006600"/>
                          </a:solidFill>
                          <a:effectLst/>
                          <a:latin typeface="Times New Roman" pitchFamily="18" charset="0"/>
                          <a:ea typeface="仿宋_GB2312" pitchFamily="49" charset="-122"/>
                          <a:cs typeface="Times New Roman" pitchFamily="18" charset="0"/>
                        </a:rPr>
                        <a:t>S</a:t>
                      </a:r>
                      <a:r>
                        <a:rPr altLang="en-US" baseline="0" b="1" cap="none" dirty="0"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为空，结果为</a:t>
                      </a:r>
                    </a:p>
                    <a:p>
                      <a:pPr algn="l" defTabSz="914400" eaLnBrk="1" fontAlgn="base" hangingPunct="1" indent="-342900" latinLnBrk="0" lvl="0" marL="342900" marR="0" rtl="0">
                        <a:lnSpc>
                          <a:spcPct val="100000"/>
                        </a:lnSpc>
                        <a:spcBef>
                          <a:spcPct val="0"/>
                        </a:spcBef>
                        <a:spcAft>
                          <a:spcPct val="0"/>
                        </a:spcAft>
                        <a:buClrTx/>
                        <a:buSzTx/>
                        <a:buFontTx/>
                        <a:buNone/>
                      </a:pPr>
                      <a:r>
                        <a:rPr altLang="en-US" baseline="0" b="1" cap="none" dirty="0"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  </a:t>
                      </a:r>
                      <a:r>
                        <a:rPr altLang="zh-CN" baseline="0" b="1" cap="none" dirty="0"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true</a:t>
                      </a:r>
                      <a:r>
                        <a:rPr altLang="en-US" baseline="0" b="1" cap="none" dirty="0"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，否则为</a:t>
                      </a:r>
                      <a:r>
                        <a:rPr altLang="zh-CN" baseline="0" b="1" cap="none" dirty="0"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false</a:t>
                      </a:r>
                    </a:p>
                  </a:txBody>
                  <a:tcPr horzOverflow="overflow">
                    <a:lnL w="12700" cap="flat" cmpd="sng" algn="ctr">
                      <a:solidFill>
                        <a:srgbClr val="000000"/>
                      </a:solidFill>
                      <a:prstDash val="solid"/>
                      <a:round/>
                      <a:headEnd type="none" w="med" len="med"/>
                      <a:tailEnd type="none" w="med" len="med"/>
                    </a:lnL>
                    <a:lnR w="28575" cap="flat" cmpd="sng" algn="ctr">
                      <a:solidFill>
                        <a:srgbClr val="0099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99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251" name=""/>
        <p:cNvGrpSpPr/>
        <p:nvPr/>
      </p:nvGrpSpPr>
      <p:grpSpPr>
        <a:xfrm>
          <a:off x="0" y="0"/>
          <a:ext cx="0" cy="0"/>
          <a:chOff x="0" y="0"/>
          <a:chExt cx="0" cy="0"/>
        </a:xfrm>
      </p:grpSpPr>
      <p:graphicFrame>
        <p:nvGraphicFramePr>
          <p:cNvPr id="4194330" name="Group 2"/>
          <p:cNvGraphicFramePr>
            <a:graphicFrameLocks noGrp="1"/>
          </p:cNvGraphicFramePr>
          <p:nvPr>
            <p:ph type="tbl" idx="1"/>
          </p:nvPr>
        </p:nvGraphicFramePr>
        <p:xfrm>
          <a:off x="509588" y="882652"/>
          <a:ext cx="8229600" cy="3932237"/>
        </p:xfrm>
        <a:graphic>
          <a:graphicData uri="http://schemas.openxmlformats.org/drawingml/2006/table">
            <a:tbl>
              <a:tblPr/>
              <a:tblGrid>
                <a:gridCol w="630237"/>
                <a:gridCol w="2386013"/>
                <a:gridCol w="1271587"/>
                <a:gridCol w="3941763"/>
              </a:tblGrid>
              <a:tr h="883991">
                <a:tc>
                  <a:txBody>
                    <a:bodyPr/>
                    <a:p>
                      <a:pPr algn="ctr" defTabSz="914400" eaLnBrk="1" fontAlgn="base" hangingPunct="1" indent="0" latinLnBrk="0" lvl="0" marL="0" marR="0" rtl="0">
                        <a:lnSpc>
                          <a:spcPct val="100000"/>
                        </a:lnSpc>
                        <a:spcBef>
                          <a:spcPct val="0"/>
                        </a:spcBef>
                        <a:spcAft>
                          <a:spcPct val="0"/>
                        </a:spcAft>
                        <a:buClrTx/>
                        <a:buSzTx/>
                        <a:buFontTx/>
                        <a:buNone/>
                      </a:pPr>
                      <a:r>
                        <a:rPr altLang="en-US" baseline="0" b="1" cap="none" dirty="0"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序</a:t>
                      </a:r>
                    </a:p>
                    <a:p>
                      <a:pPr algn="ctr" defTabSz="914400" eaLnBrk="1" fontAlgn="base" hangingPunct="1" indent="0" latinLnBrk="0" lvl="0" marL="0" marR="0" rtl="0">
                        <a:lnSpc>
                          <a:spcPct val="100000"/>
                        </a:lnSpc>
                        <a:spcBef>
                          <a:spcPct val="0"/>
                        </a:spcBef>
                        <a:spcAft>
                          <a:spcPct val="0"/>
                        </a:spcAft>
                        <a:buClrTx/>
                        <a:buSzTx/>
                        <a:buFontTx/>
                        <a:buNone/>
                      </a:pPr>
                      <a:r>
                        <a:rPr altLang="en-US" baseline="0" b="1" cap="none" dirty="0"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号</a:t>
                      </a:r>
                    </a:p>
                  </a:txBody>
                  <a:tcPr marT="45724" marB="45724" horzOverflow="overflow">
                    <a:lnL w="28575" cap="flat" cmpd="sng" algn="ctr">
                      <a:solidFill>
                        <a:srgbClr val="0099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99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FF99"/>
                    </a:solidFill>
                  </a:tcPr>
                </a:tc>
                <a:tc>
                  <a:txBody>
                    <a:bodyPr/>
                    <a:p>
                      <a:pPr algn="ctr" defTabSz="914400" eaLnBrk="1" fontAlgn="base" hangingPunct="1" indent="0" latinLnBrk="0" lvl="0" marL="0" marR="0" rtl="0">
                        <a:lnSpc>
                          <a:spcPct val="100000"/>
                        </a:lnSpc>
                        <a:spcBef>
                          <a:spcPct val="0"/>
                        </a:spcBef>
                        <a:spcAft>
                          <a:spcPct val="0"/>
                        </a:spcAft>
                        <a:buClrTx/>
                        <a:buSzTx/>
                        <a:buFontTx/>
                        <a:buNone/>
                        <a:tabLst>
                          <a:tab algn="r" pos="266700"/>
                          <a:tab algn="ctr" pos="2636838"/>
                          <a:tab algn="r" pos="5273675"/>
                        </a:tabLst>
                      </a:pP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重载操作</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99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FF99"/>
                    </a:solidFill>
                  </a:tcPr>
                </a:tc>
                <a:tc>
                  <a:txBody>
                    <a:bodyPr/>
                    <a:p>
                      <a:pPr algn="ctr" defTabSz="914400" eaLnBrk="1" fontAlgn="base" hangingPunct="1" indent="0" latinLnBrk="0" lvl="0" marL="0" marR="0" rtl="0">
                        <a:lnSpc>
                          <a:spcPct val="100000"/>
                        </a:lnSpc>
                        <a:spcBef>
                          <a:spcPct val="0"/>
                        </a:spcBef>
                        <a:spcAft>
                          <a:spcPct val="0"/>
                        </a:spcAft>
                        <a:buClrTx/>
                        <a:buSzTx/>
                        <a:buFontTx/>
                        <a:buNone/>
                      </a:pP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操作</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99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FF99"/>
                    </a:solidFill>
                  </a:tcPr>
                </a:tc>
                <a:tc>
                  <a:txBody>
                    <a:bodyPr/>
                    <a:p>
                      <a:pPr algn="l" defTabSz="914400" eaLnBrk="1" fontAlgn="base" hangingPunct="1" indent="0" latinLnBrk="0" lvl="0" marL="0" marR="0" rtl="0">
                        <a:lnSpc>
                          <a:spcPct val="100000"/>
                        </a:lnSpc>
                        <a:spcBef>
                          <a:spcPct val="0"/>
                        </a:spcBef>
                        <a:spcAft>
                          <a:spcPct val="0"/>
                        </a:spcAft>
                        <a:buClrTx/>
                        <a:buSzTx/>
                        <a:buFontTx/>
                        <a:buNone/>
                      </a:pP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使用示例 </a:t>
                      </a: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a:t>
                      </a: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设使用操作的当前串为</a:t>
                      </a: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S</a:t>
                      </a: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a:t>
                      </a:r>
                      <a:r>
                        <a:rPr altLang="zh-CN" baseline="0" b="1" cap="none" sz="2600" i="0" kumimoji="0" lang="en-US" normalizeH="0" strike="noStrike" u="none">
                          <a:ln>
                            <a:noFill/>
                          </a:ln>
                          <a:solidFill>
                            <a:schemeClr val="tx2"/>
                          </a:solidFill>
                          <a:effectLst/>
                          <a:latin typeface="Times New Roman" pitchFamily="18" charset="0"/>
                          <a:ea typeface="仿宋_GB2312" pitchFamily="49" charset="-122"/>
                          <a:cs typeface="Times New Roman" pitchFamily="18" charset="0"/>
                        </a:rPr>
                        <a:t>good</a:t>
                      </a: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a:t>
                      </a:r>
                    </a:p>
                  </a:txBody>
                  <a:tcPr marT="45724" marB="45724" horzOverflow="overflow">
                    <a:lnL w="12700" cap="flat" cmpd="sng" algn="ctr">
                      <a:solidFill>
                        <a:srgbClr val="000000"/>
                      </a:solidFill>
                      <a:prstDash val="solid"/>
                      <a:round/>
                      <a:headEnd type="none" w="med" len="med"/>
                      <a:tailEnd type="none" w="med" len="med"/>
                    </a:lnL>
                    <a:lnR w="28575" cap="flat" cmpd="sng" algn="ctr">
                      <a:solidFill>
                        <a:srgbClr val="009900"/>
                      </a:solidFill>
                      <a:prstDash val="solid"/>
                      <a:round/>
                      <a:headEnd type="none" w="med" len="med"/>
                      <a:tailEnd type="none" w="med" len="med"/>
                    </a:lnR>
                    <a:lnT w="28575" cap="flat" cmpd="sng" algn="ctr">
                      <a:solidFill>
                        <a:srgbClr val="0099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FF99"/>
                    </a:solidFill>
                  </a:tcPr>
                </a:tc>
              </a:tr>
              <a:tr h="883991">
                <a:tc>
                  <a:txBody>
                    <a:bodyPr/>
                    <a:p>
                      <a:pPr algn="l" defTabSz="914400" eaLnBrk="1" fontAlgn="base" hangingPunct="1" indent="0" latinLnBrk="0" lvl="0" marL="0" marR="0" rtl="0">
                        <a:lnSpc>
                          <a:spcPct val="100000"/>
                        </a:lnSpc>
                        <a:spcBef>
                          <a:spcPct val="0"/>
                        </a:spcBef>
                        <a:spcAft>
                          <a:spcPct val="0"/>
                        </a:spcAft>
                        <a:buClrTx/>
                        <a:buSzTx/>
                        <a:buFontTx/>
                        <a:buNone/>
                      </a:pPr>
                      <a:r>
                        <a:rPr altLang="zh-CN" baseline="0" b="1" cap="none" dirty="0"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5</a:t>
                      </a:r>
                    </a:p>
                  </a:txBody>
                  <a:tcPr marT="45724" marB="45724" horzOverflow="overflow">
                    <a:lnL w="28575" cap="flat" cmpd="sng" algn="ctr">
                      <a:solidFill>
                        <a:srgbClr val="0099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c>
                  <a:txBody>
                    <a:bodyPr/>
                    <a:p>
                      <a:pPr algn="l" defTabSz="914400" eaLnBrk="1" fontAlgn="base" hangingPunct="1" indent="0" latinLnBrk="0" lvl="0" marL="0" marR="0" rtl="0">
                        <a:lnSpc>
                          <a:spcPct val="100000"/>
                        </a:lnSpc>
                        <a:spcBef>
                          <a:spcPct val="0"/>
                        </a:spcBef>
                        <a:spcAft>
                          <a:spcPct val="0"/>
                        </a:spcAft>
                        <a:buClrTx/>
                        <a:buSzTx/>
                        <a:buFontTx/>
                        <a:buNone/>
                      </a:pPr>
                      <a:r>
                        <a:rPr altLang="zh-CN" baseline="0" b="1" cap="none" dirty="0"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a:t>
                      </a:r>
                      <a:r>
                        <a:rPr altLang="zh-CN" baseline="0" b="1" cap="none" dirty="0" sz="2600" i="0" kumimoji="0" lang="en-US" normalizeH="0" err="1" strike="noStrike" u="none">
                          <a:ln>
                            <a:noFill/>
                          </a:ln>
                          <a:solidFill>
                            <a:schemeClr val="tx1"/>
                          </a:solidFill>
                          <a:effectLst/>
                          <a:latin typeface="Times New Roman" pitchFamily="18" charset="0"/>
                          <a:ea typeface="仿宋_GB2312" pitchFamily="49" charset="-122"/>
                          <a:cs typeface="Times New Roman" pitchFamily="18" charset="0"/>
                        </a:rPr>
                        <a:t>const</a:t>
                      </a:r>
                      <a:endParaRPr altLang="zh-CN" baseline="0" b="1" cap="none" dirty="0"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endParaRPr>
                    </a:p>
                    <a:p>
                      <a:pPr algn="l" defTabSz="914400" eaLnBrk="1" fontAlgn="base" hangingPunct="1" indent="0" latinLnBrk="0" lvl="0" marL="0" marR="0" rtl="0">
                        <a:lnSpc>
                          <a:spcPct val="100000"/>
                        </a:lnSpc>
                        <a:spcBef>
                          <a:spcPct val="0"/>
                        </a:spcBef>
                        <a:spcAft>
                          <a:spcPct val="0"/>
                        </a:spcAft>
                        <a:buClrTx/>
                        <a:buSzTx/>
                        <a:buFontTx/>
                        <a:buNone/>
                      </a:pPr>
                      <a:r>
                        <a:rPr altLang="zh-CN" baseline="0" b="1" cap="none" dirty="0"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a:t>
                      </a:r>
                      <a:r>
                        <a:rPr altLang="zh-CN" baseline="0" b="1" cap="none" dirty="0" sz="2600" i="0" kumimoji="0" lang="en-US" normalizeH="0" err="1" strike="noStrike" u="none">
                          <a:ln>
                            <a:noFill/>
                          </a:ln>
                          <a:solidFill>
                            <a:schemeClr val="tx1"/>
                          </a:solidFill>
                          <a:effectLst/>
                          <a:latin typeface="Times New Roman" pitchFamily="18" charset="0"/>
                          <a:ea typeface="仿宋_GB2312" pitchFamily="49" charset="-122"/>
                          <a:cs typeface="Times New Roman" pitchFamily="18" charset="0"/>
                        </a:rPr>
                        <a:t>AString</a:t>
                      </a:r>
                      <a:r>
                        <a:rPr altLang="zh-CN" baseline="0" b="1" cap="none" dirty="0"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&amp; </a:t>
                      </a:r>
                      <a:r>
                        <a:rPr altLang="zh-CN" baseline="0" b="1" cap="none" dirty="0" sz="2600" i="0" kumimoji="0" lang="en-US" normalizeH="0" err="1" strike="noStrike" u="none">
                          <a:ln>
                            <a:noFill/>
                          </a:ln>
                          <a:solidFill>
                            <a:schemeClr val="tx1"/>
                          </a:solidFill>
                          <a:effectLst/>
                          <a:latin typeface="Times New Roman" pitchFamily="18" charset="0"/>
                          <a:ea typeface="仿宋_GB2312" pitchFamily="49" charset="-122"/>
                          <a:cs typeface="Times New Roman" pitchFamily="18" charset="0"/>
                        </a:rPr>
                        <a:t>ob</a:t>
                      </a:r>
                      <a:r>
                        <a:rPr altLang="zh-CN" baseline="0" b="1" cap="none" dirty="0"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c>
                  <a:txBody>
                    <a:bodyPr/>
                    <a:p>
                      <a:pPr algn="l" defTabSz="914400" eaLnBrk="1" fontAlgn="base" hangingPunct="1" indent="0" latinLnBrk="0" lvl="0" marL="0" marR="0" rtl="0">
                        <a:lnSpc>
                          <a:spcPct val="100000"/>
                        </a:lnSpc>
                        <a:spcBef>
                          <a:spcPct val="0"/>
                        </a:spcBef>
                        <a:spcAft>
                          <a:spcPct val="0"/>
                        </a:spcAft>
                        <a:buClrTx/>
                        <a:buSzTx/>
                        <a:buFontTx/>
                        <a:buNone/>
                      </a:pP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串赋值</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c>
                  <a:txBody>
                    <a:bodyPr/>
                    <a:p>
                      <a:pPr algn="l" defTabSz="914400" eaLnBrk="1" fontAlgn="base" hangingPunct="1" indent="0" latinLnBrk="0" lvl="0" marL="0" marR="0" rtl="0">
                        <a:lnSpc>
                          <a:spcPct val="100000"/>
                        </a:lnSpc>
                        <a:spcBef>
                          <a:spcPct val="0"/>
                        </a:spcBef>
                        <a:spcAft>
                          <a:spcPct val="0"/>
                        </a:spcAft>
                        <a:buClrTx/>
                        <a:buSzTx/>
                        <a:buFontTx/>
                        <a:buNone/>
                      </a:pPr>
                      <a:r>
                        <a:rPr altLang="zh-CN" baseline="0" b="1" cap="none" sz="2600" i="0" kumimoji="0" lang="en-US" normalizeH="0" strike="noStrike" u="none">
                          <a:ln>
                            <a:noFill/>
                          </a:ln>
                          <a:solidFill>
                            <a:srgbClr val="006600"/>
                          </a:solidFill>
                          <a:effectLst/>
                          <a:latin typeface="Times New Roman" pitchFamily="18" charset="0"/>
                          <a:ea typeface="仿宋_GB2312" pitchFamily="49" charset="-122"/>
                          <a:cs typeface="Times New Roman" pitchFamily="18" charset="0"/>
                        </a:rPr>
                        <a:t>S1</a:t>
                      </a: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a:t>
                      </a:r>
                      <a:r>
                        <a:rPr altLang="zh-CN" baseline="0" b="1" cap="none" sz="2600" i="0" kumimoji="0" lang="en-US" normalizeH="0" strike="noStrike" u="none">
                          <a:ln>
                            <a:noFill/>
                          </a:ln>
                          <a:solidFill>
                            <a:schemeClr val="tx2"/>
                          </a:solidFill>
                          <a:effectLst/>
                          <a:latin typeface="Times New Roman" pitchFamily="18" charset="0"/>
                          <a:ea typeface="仿宋_GB2312" pitchFamily="49" charset="-122"/>
                          <a:cs typeface="Times New Roman" pitchFamily="18" charset="0"/>
                        </a:rPr>
                        <a:t>= S</a:t>
                      </a: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a:t>
                      </a:r>
                      <a:r>
                        <a:rPr altLang="zh-CN" baseline="0" b="1" cap="none" sz="2600" i="0" kumimoji="0" lang="en-US" normalizeH="0" strike="noStrike" u="none">
                          <a:ln>
                            <a:noFill/>
                          </a:ln>
                          <a:solidFill>
                            <a:srgbClr val="006600"/>
                          </a:solidFill>
                          <a:effectLst/>
                          <a:latin typeface="Times New Roman" pitchFamily="18" charset="0"/>
                          <a:ea typeface="仿宋_GB2312" pitchFamily="49" charset="-122"/>
                          <a:cs typeface="Times New Roman" pitchFamily="18" charset="0"/>
                        </a:rPr>
                        <a:t>S1</a:t>
                      </a: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结果为‘</a:t>
                      </a: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good’</a:t>
                      </a:r>
                    </a:p>
                  </a:txBody>
                  <a:tcPr marT="45724" marB="45724" horzOverflow="overflow">
                    <a:lnL w="12700" cap="flat" cmpd="sng" algn="ctr">
                      <a:solidFill>
                        <a:srgbClr val="000000"/>
                      </a:solidFill>
                      <a:prstDash val="solid"/>
                      <a:round/>
                      <a:headEnd type="none" w="med" len="med"/>
                      <a:tailEnd type="none" w="med" len="med"/>
                    </a:lnL>
                    <a:lnR w="28575" cap="flat" cmpd="sng" algn="ctr">
                      <a:solidFill>
                        <a:srgbClr val="0099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r>
              <a:tr h="1280264">
                <a:tc>
                  <a:txBody>
                    <a:bodyPr/>
                    <a:p>
                      <a:pPr algn="l" defTabSz="914400" eaLnBrk="1" fontAlgn="base" hangingPunct="1" indent="0" latinLnBrk="0" lvl="0" marL="0" marR="0" rtl="0">
                        <a:lnSpc>
                          <a:spcPct val="100000"/>
                        </a:lnSpc>
                        <a:spcBef>
                          <a:spcPct val="0"/>
                        </a:spcBef>
                        <a:spcAft>
                          <a:spcPct val="0"/>
                        </a:spcAft>
                        <a:buClrTx/>
                        <a:buSzTx/>
                        <a:buFontTx/>
                        <a:buNone/>
                      </a:pP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6</a:t>
                      </a:r>
                    </a:p>
                  </a:txBody>
                  <a:tcPr marT="45724" marB="45724" horzOverflow="overflow">
                    <a:lnL w="28575" cap="flat" cmpd="sng" algn="ctr">
                      <a:solidFill>
                        <a:srgbClr val="0099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c>
                  <a:txBody>
                    <a:bodyPr/>
                    <a:p>
                      <a:pPr algn="l" defTabSz="914400" eaLnBrk="1" fontAlgn="base" hangingPunct="1" indent="0" latinLnBrk="0" lvl="0" marL="0" marR="0" rtl="0">
                        <a:lnSpc>
                          <a:spcPct val="100000"/>
                        </a:lnSpc>
                        <a:spcBef>
                          <a:spcPct val="0"/>
                        </a:spcBef>
                        <a:spcAft>
                          <a:spcPct val="0"/>
                        </a:spcAft>
                        <a:buClrTx/>
                        <a:buSzTx/>
                        <a:buFontTx/>
                        <a:buNone/>
                      </a:pP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(const</a:t>
                      </a:r>
                    </a:p>
                    <a:p>
                      <a:pPr algn="l" defTabSz="914400" eaLnBrk="1" fontAlgn="base" hangingPunct="1" indent="0" latinLnBrk="0" lvl="0" marL="0" marR="0" rtl="0">
                        <a:lnSpc>
                          <a:spcPct val="100000"/>
                        </a:lnSpc>
                        <a:spcBef>
                          <a:spcPct val="0"/>
                        </a:spcBef>
                        <a:spcAft>
                          <a:spcPct val="0"/>
                        </a:spcAft>
                        <a:buClrTx/>
                        <a:buSzTx/>
                        <a:buFontTx/>
                        <a:buNone/>
                      </a:pP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AString&amp; ob)</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c>
                  <a:txBody>
                    <a:bodyPr/>
                    <a:p>
                      <a:pPr algn="l" defTabSz="914400" eaLnBrk="1" fontAlgn="base" hangingPunct="1" indent="0" latinLnBrk="0" lvl="0" marL="0" marR="0" rtl="0">
                        <a:lnSpc>
                          <a:spcPct val="100000"/>
                        </a:lnSpc>
                        <a:spcBef>
                          <a:spcPct val="0"/>
                        </a:spcBef>
                        <a:spcAft>
                          <a:spcPct val="0"/>
                        </a:spcAft>
                        <a:buClrTx/>
                        <a:buSzTx/>
                        <a:buFontTx/>
                        <a:buNone/>
                      </a:pPr>
                      <a:r>
                        <a:rPr altLang="en-US" baseline="0" b="1" cap="none" dirty="0"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串连接</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c>
                  <a:txBody>
                    <a:bodyPr/>
                    <a:p>
                      <a:pPr algn="l" defTabSz="914400" eaLnBrk="1" fontAlgn="base" hangingPunct="1" indent="0" latinLnBrk="0" lvl="0" marL="0" marR="0" rtl="0">
                        <a:lnSpc>
                          <a:spcPct val="100000"/>
                        </a:lnSpc>
                        <a:spcBef>
                          <a:spcPct val="0"/>
                        </a:spcBef>
                        <a:spcAft>
                          <a:spcPct val="0"/>
                        </a:spcAft>
                        <a:buClrTx/>
                        <a:buSzTx/>
                        <a:buFontTx/>
                        <a:buNone/>
                      </a:pPr>
                      <a:r>
                        <a:rPr altLang="en-US" baseline="0" b="1" cap="none" dirty="0"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若设</a:t>
                      </a:r>
                      <a:r>
                        <a:rPr altLang="zh-CN" baseline="0" b="1" cap="none" dirty="0"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S1</a:t>
                      </a:r>
                      <a:r>
                        <a:rPr altLang="en-US" baseline="0" b="1" cap="none" dirty="0"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为‘ </a:t>
                      </a:r>
                      <a:r>
                        <a:rPr altLang="zh-CN" baseline="0" b="1" cap="none" dirty="0"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morning’, </a:t>
                      </a:r>
                      <a:r>
                        <a:rPr altLang="en-US" baseline="0" b="1" cap="none" dirty="0"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执行</a:t>
                      </a:r>
                      <a:r>
                        <a:rPr altLang="zh-CN" baseline="0" b="1" cap="none" dirty="0" sz="2600" i="0" kumimoji="0" lang="en-US" normalizeH="0" strike="noStrike" u="none">
                          <a:ln>
                            <a:noFill/>
                          </a:ln>
                          <a:solidFill>
                            <a:srgbClr val="006600"/>
                          </a:solidFill>
                          <a:effectLst/>
                          <a:latin typeface="Times New Roman" pitchFamily="18" charset="0"/>
                          <a:ea typeface="仿宋_GB2312" pitchFamily="49" charset="-122"/>
                          <a:cs typeface="Times New Roman" pitchFamily="18" charset="0"/>
                        </a:rPr>
                        <a:t>S</a:t>
                      </a:r>
                      <a:r>
                        <a:rPr altLang="zh-CN" baseline="0" b="1" cap="none" dirty="0"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a:t>
                      </a:r>
                      <a:r>
                        <a:rPr altLang="zh-CN" baseline="0" b="1" cap="none" dirty="0" sz="2600" i="0" kumimoji="0" lang="en-US" normalizeH="0" strike="noStrike" u="none">
                          <a:ln>
                            <a:noFill/>
                          </a:ln>
                          <a:solidFill>
                            <a:schemeClr val="tx2"/>
                          </a:solidFill>
                          <a:effectLst/>
                          <a:latin typeface="Times New Roman" pitchFamily="18" charset="0"/>
                          <a:ea typeface="仿宋_GB2312" pitchFamily="49" charset="-122"/>
                          <a:cs typeface="Times New Roman" pitchFamily="18" charset="0"/>
                        </a:rPr>
                        <a:t>+= S1</a:t>
                      </a:r>
                      <a:r>
                        <a:rPr altLang="zh-CN" baseline="0" b="1" cap="none" dirty="0"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a:t>
                      </a:r>
                      <a:r>
                        <a:rPr altLang="zh-CN" baseline="0" b="1" cap="none" dirty="0" sz="2600" i="0" kumimoji="0" lang="en-US" normalizeH="0" strike="noStrike" u="none">
                          <a:ln>
                            <a:noFill/>
                          </a:ln>
                          <a:solidFill>
                            <a:srgbClr val="006600"/>
                          </a:solidFill>
                          <a:effectLst/>
                          <a:latin typeface="Times New Roman" pitchFamily="18" charset="0"/>
                          <a:ea typeface="仿宋_GB2312" pitchFamily="49" charset="-122"/>
                          <a:cs typeface="Times New Roman" pitchFamily="18" charset="0"/>
                        </a:rPr>
                        <a:t>S</a:t>
                      </a:r>
                      <a:r>
                        <a:rPr altLang="en-US" baseline="0" b="1" cap="none" dirty="0"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结果为‘</a:t>
                      </a:r>
                      <a:r>
                        <a:rPr altLang="zh-CN" baseline="0" b="1" cap="none" dirty="0"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good morning’</a:t>
                      </a:r>
                    </a:p>
                  </a:txBody>
                  <a:tcPr marT="45724" marB="45724" horzOverflow="overflow">
                    <a:lnL w="12700" cap="flat" cmpd="sng" algn="ctr">
                      <a:solidFill>
                        <a:srgbClr val="000000"/>
                      </a:solidFill>
                      <a:prstDash val="solid"/>
                      <a:round/>
                      <a:headEnd type="none" w="med" len="med"/>
                      <a:tailEnd type="none" w="med" len="med"/>
                    </a:lnL>
                    <a:lnR w="28575" cap="flat" cmpd="sng" algn="ctr">
                      <a:solidFill>
                        <a:srgbClr val="0099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r>
              <a:tr h="883991">
                <a:tc>
                  <a:txBody>
                    <a:bodyPr/>
                    <a:p>
                      <a:pPr algn="l" defTabSz="914400" eaLnBrk="1" fontAlgn="base" hangingPunct="1" indent="0" latinLnBrk="0" lvl="0" marL="0" marR="0" rtl="0">
                        <a:lnSpc>
                          <a:spcPct val="100000"/>
                        </a:lnSpc>
                        <a:spcBef>
                          <a:spcPct val="0"/>
                        </a:spcBef>
                        <a:spcAft>
                          <a:spcPct val="0"/>
                        </a:spcAft>
                        <a:buClrTx/>
                        <a:buSzTx/>
                        <a:buFontTx/>
                        <a:buNone/>
                      </a:pP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7</a:t>
                      </a:r>
                    </a:p>
                  </a:txBody>
                  <a:tcPr marT="45724" marB="45724" horzOverflow="overflow">
                    <a:lnL w="28575" cap="flat" cmpd="sng" algn="ctr">
                      <a:solidFill>
                        <a:srgbClr val="0099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99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c>
                  <a:txBody>
                    <a:bodyPr/>
                    <a:p>
                      <a:pPr algn="l" defTabSz="914400" eaLnBrk="1" fontAlgn="base" hangingPunct="1" indent="0" latinLnBrk="0" lvl="0" marL="0" marR="0" rtl="0">
                        <a:lnSpc>
                          <a:spcPct val="100000"/>
                        </a:lnSpc>
                        <a:spcBef>
                          <a:spcPct val="0"/>
                        </a:spcBef>
                        <a:spcAft>
                          <a:spcPct val="0"/>
                        </a:spcAft>
                        <a:buClrTx/>
                        <a:buSzTx/>
                        <a:buFontTx/>
                        <a:buNone/>
                      </a:pP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 (int i)</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99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c>
                  <a:txBody>
                    <a:bodyPr/>
                    <a:p>
                      <a:pPr algn="ctr" defTabSz="914400" eaLnBrk="1" fontAlgn="base" hangingPunct="1" indent="0" latinLnBrk="0" lvl="0" marL="0" marR="0" rtl="0">
                        <a:lnSpc>
                          <a:spcPct val="100000"/>
                        </a:lnSpc>
                        <a:spcBef>
                          <a:spcPct val="0"/>
                        </a:spcBef>
                        <a:spcAft>
                          <a:spcPct val="0"/>
                        </a:spcAft>
                        <a:buClrTx/>
                        <a:buSzTx/>
                        <a:buFontTx/>
                        <a:buNone/>
                      </a:pP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取第 </a:t>
                      </a:r>
                      <a:r>
                        <a:rPr altLang="zh-CN" baseline="0" b="1" cap="none"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i</a:t>
                      </a:r>
                    </a:p>
                    <a:p>
                      <a:pPr algn="ctr" defTabSz="914400" eaLnBrk="1" fontAlgn="base" hangingPunct="1" indent="0" latinLnBrk="0" lvl="0" marL="0" marR="0" rtl="0">
                        <a:lnSpc>
                          <a:spcPct val="100000"/>
                        </a:lnSpc>
                        <a:spcBef>
                          <a:spcPct val="0"/>
                        </a:spcBef>
                        <a:spcAft>
                          <a:spcPct val="0"/>
                        </a:spcAft>
                        <a:buClrTx/>
                        <a:buSzTx/>
                        <a:buFontTx/>
                        <a:buNone/>
                      </a:pPr>
                      <a:r>
                        <a:rPr altLang="en-US" baseline="0" b="1" cap="none"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个字符</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99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c>
                  <a:txBody>
                    <a:bodyPr/>
                    <a:p>
                      <a:pPr algn="l" defTabSz="914400" eaLnBrk="1" fontAlgn="base" hangingPunct="1" indent="0" latinLnBrk="0" lvl="0" marL="0" marR="0" rtl="0">
                        <a:lnSpc>
                          <a:spcPct val="100000"/>
                        </a:lnSpc>
                        <a:spcBef>
                          <a:spcPct val="0"/>
                        </a:spcBef>
                        <a:spcAft>
                          <a:spcPct val="0"/>
                        </a:spcAft>
                        <a:buClrTx/>
                        <a:buSzTx/>
                        <a:buFontTx/>
                        <a:buNone/>
                      </a:pPr>
                      <a:r>
                        <a:rPr altLang="zh-CN" baseline="0" b="1" cap="none" dirty="0" sz="2600" i="0" kumimoji="0" lang="en-US" normalizeH="0" strike="noStrike" u="none">
                          <a:ln>
                            <a:noFill/>
                          </a:ln>
                          <a:solidFill>
                            <a:srgbClr val="006600"/>
                          </a:solidFill>
                          <a:effectLst/>
                          <a:latin typeface="Times New Roman" pitchFamily="18" charset="0"/>
                          <a:ea typeface="仿宋_GB2312" pitchFamily="49" charset="-122"/>
                          <a:cs typeface="Times New Roman" pitchFamily="18" charset="0"/>
                        </a:rPr>
                        <a:t>S</a:t>
                      </a:r>
                      <a:r>
                        <a:rPr altLang="zh-CN" baseline="0" b="1" cap="none" dirty="0" sz="2600" i="0" kumimoji="0" lang="en-US" normalizeH="0" strike="noStrike" u="none">
                          <a:ln>
                            <a:noFill/>
                          </a:ln>
                          <a:solidFill>
                            <a:schemeClr val="tx2"/>
                          </a:solidFill>
                          <a:effectLst/>
                          <a:latin typeface="Times New Roman" pitchFamily="18" charset="0"/>
                          <a:ea typeface="仿宋_GB2312" pitchFamily="49" charset="-122"/>
                          <a:cs typeface="Times New Roman" pitchFamily="18" charset="0"/>
                        </a:rPr>
                        <a:t>[3]</a:t>
                      </a:r>
                      <a:r>
                        <a:rPr altLang="zh-CN" baseline="0" b="1" cap="none" dirty="0"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  //</a:t>
                      </a:r>
                      <a:r>
                        <a:rPr altLang="en-US" baseline="0" b="1" cap="none" dirty="0" sz="2600" i="0" kumimoji="0" lang="zh-CN" normalizeH="0" strike="noStrike" u="none">
                          <a:ln>
                            <a:noFill/>
                          </a:ln>
                          <a:solidFill>
                            <a:schemeClr val="tx1"/>
                          </a:solidFill>
                          <a:effectLst/>
                          <a:latin typeface="Times New Roman" pitchFamily="18" charset="0"/>
                          <a:ea typeface="仿宋_GB2312" pitchFamily="49" charset="-122"/>
                          <a:cs typeface="Times New Roman" pitchFamily="18" charset="0"/>
                        </a:rPr>
                        <a:t>取出字符为‘</a:t>
                      </a:r>
                      <a:r>
                        <a:rPr altLang="zh-CN" baseline="0" b="1" cap="none" dirty="0" sz="2600" i="0" kumimoji="0" lang="en-US" normalizeH="0" strike="noStrike" u="none">
                          <a:ln>
                            <a:noFill/>
                          </a:ln>
                          <a:solidFill>
                            <a:schemeClr val="tx1"/>
                          </a:solidFill>
                          <a:effectLst/>
                          <a:latin typeface="Times New Roman" pitchFamily="18" charset="0"/>
                          <a:ea typeface="仿宋_GB2312" pitchFamily="49" charset="-122"/>
                          <a:cs typeface="Times New Roman" pitchFamily="18" charset="0"/>
                        </a:rPr>
                        <a:t>d’</a:t>
                      </a:r>
                    </a:p>
                  </a:txBody>
                  <a:tcPr marT="45724" marB="45724" horzOverflow="overflow">
                    <a:lnL w="12700" cap="flat" cmpd="sng" algn="ctr">
                      <a:solidFill>
                        <a:srgbClr val="000000"/>
                      </a:solidFill>
                      <a:prstDash val="solid"/>
                      <a:round/>
                      <a:headEnd type="none" w="med" len="med"/>
                      <a:tailEnd type="none" w="med" len="med"/>
                    </a:lnL>
                    <a:lnR w="28575" cap="flat" cmpd="sng" algn="ctr">
                      <a:solidFill>
                        <a:srgbClr val="0099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99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CCFFCC"/>
                    </a:solidFill>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253" name=""/>
        <p:cNvGrpSpPr/>
        <p:nvPr/>
      </p:nvGrpSpPr>
      <p:grpSpPr>
        <a:xfrm>
          <a:off x="0" y="0"/>
          <a:ext cx="0" cy="0"/>
          <a:chOff x="0" y="0"/>
          <a:chExt cx="0" cy="0"/>
        </a:xfrm>
      </p:grpSpPr>
      <p:sp>
        <p:nvSpPr>
          <p:cNvPr id="1049395" name="Rectangle 2"/>
          <p:cNvSpPr>
            <a:spLocks noGrp="1" noChangeArrowheads="1"/>
          </p:cNvSpPr>
          <p:nvPr>
            <p:ph type="title"/>
          </p:nvPr>
        </p:nvSpPr>
        <p:spPr>
          <a:xfrm>
            <a:off x="1966913" y="361950"/>
            <a:ext cx="5334000" cy="571500"/>
          </a:xfrm>
        </p:spPr>
        <p:txBody>
          <a:bodyPr>
            <a:normAutofit fontScale="90000"/>
          </a:bodyPr>
          <a:p>
            <a:pPr eaLnBrk="1" hangingPunct="1"/>
            <a:r>
              <a:rPr altLang="en-US" b="1" sz="4000" lang="zh-CN">
                <a:solidFill>
                  <a:srgbClr val="CC0000"/>
                </a:solidFill>
                <a:ea typeface="华文新魏" panose="02010800040101010101" pitchFamily="2" charset="-122"/>
              </a:rPr>
              <a:t>提取子串的算法示例</a:t>
            </a:r>
            <a:endParaRPr altLang="en-US" sz="4000" lang="zh-CN">
              <a:ea typeface="华文新魏" panose="02010800040101010101" pitchFamily="2" charset="-122"/>
            </a:endParaRPr>
          </a:p>
        </p:txBody>
      </p:sp>
      <p:sp>
        <p:nvSpPr>
          <p:cNvPr id="1049396" name="Text Box 3"/>
          <p:cNvSpPr txBox="1">
            <a:spLocks noChangeArrowheads="1"/>
          </p:cNvSpPr>
          <p:nvPr/>
        </p:nvSpPr>
        <p:spPr bwMode="auto">
          <a:xfrm>
            <a:off x="1066800" y="4343400"/>
            <a:ext cx="8229600" cy="1500188"/>
          </a:xfrm>
          <a:prstGeom prst="rect"/>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15000"/>
              </a:spcBef>
              <a:buFontTx/>
              <a:buNone/>
            </a:pPr>
            <a:r>
              <a:rPr altLang="zh-CN" b="1" dirty="0" sz="2800" kumimoji="1" lang="en-US">
                <a:solidFill>
                  <a:srgbClr val="006600"/>
                </a:solidFill>
                <a:latin typeface="Times New Roman" panose="02020603050405020304" pitchFamily="18" charset="0"/>
              </a:rPr>
              <a:t>pos+len</a:t>
            </a:r>
            <a:r>
              <a:rPr altLang="zh-CN" b="1" dirty="0" sz="2800" kumimoji="1" lang="en-US">
                <a:solidFill>
                  <a:srgbClr val="006600"/>
                </a:solidFill>
                <a:latin typeface="宋体" panose="02010600030101010101" pitchFamily="2" charset="-122"/>
              </a:rPr>
              <a:t>-</a:t>
            </a:r>
            <a:r>
              <a:rPr altLang="zh-CN" b="1" dirty="0" sz="2800" kumimoji="1" lang="en-US">
                <a:solidFill>
                  <a:srgbClr val="006600"/>
                </a:solidFill>
                <a:latin typeface="Times New Roman" panose="02020603050405020304" pitchFamily="18" charset="0"/>
              </a:rPr>
              <a:t>1 	                            </a:t>
            </a:r>
            <a:r>
              <a:rPr altLang="zh-CN" b="1" dirty="0" sz="2800" kumimoji="1" lang="en-US" err="1">
                <a:solidFill>
                  <a:srgbClr val="006600"/>
                </a:solidFill>
                <a:latin typeface="Times New Roman" panose="02020603050405020304" pitchFamily="18" charset="0"/>
              </a:rPr>
              <a:t>pos+len</a:t>
            </a:r>
            <a:r>
              <a:rPr altLang="zh-CN" b="1" dirty="0" sz="2800" kumimoji="1" lang="en-US">
                <a:solidFill>
                  <a:srgbClr val="006600"/>
                </a:solidFill>
                <a:latin typeface="Times New Roman" panose="02020603050405020304" pitchFamily="18" charset="0"/>
              </a:rPr>
              <a:t> </a:t>
            </a:r>
            <a:r>
              <a:rPr altLang="zh-CN" b="1" dirty="0" sz="2800" kumimoji="1" lang="en-US">
                <a:solidFill>
                  <a:srgbClr val="006600"/>
                </a:solidFill>
                <a:latin typeface="宋体" panose="02010600030101010101" pitchFamily="2" charset="-122"/>
              </a:rPr>
              <a:t>-</a:t>
            </a:r>
            <a:r>
              <a:rPr altLang="zh-CN" b="1" dirty="0" sz="2800" kumimoji="1" lang="en-US">
                <a:solidFill>
                  <a:srgbClr val="006600"/>
                </a:solidFill>
                <a:latin typeface="Times New Roman" panose="02020603050405020304" pitchFamily="18" charset="0"/>
              </a:rPr>
              <a:t>1 </a:t>
            </a:r>
          </a:p>
          <a:p>
            <a:pPr eaLnBrk="1" hangingPunct="1">
              <a:spcBef>
                <a:spcPct val="15000"/>
              </a:spcBef>
              <a:buFontTx/>
              <a:buNone/>
            </a:pPr>
            <a:r>
              <a:rPr altLang="zh-CN" b="1" dirty="0" sz="2800" kumimoji="1" lang="en-US">
                <a:solidFill>
                  <a:srgbClr val="006600"/>
                </a:solidFill>
                <a:latin typeface="Times New Roman" panose="02020603050405020304" pitchFamily="18" charset="0"/>
                <a:sym typeface="Symbol" panose="05050102010706020507" pitchFamily="18" charset="2"/>
              </a:rPr>
              <a:t>  </a:t>
            </a:r>
            <a:r>
              <a:rPr altLang="zh-CN" b="1" dirty="0" sz="2800" kumimoji="1" lang="en-US">
                <a:solidFill>
                  <a:srgbClr val="006600"/>
                </a:solidFill>
                <a:latin typeface="Times New Roman" panose="02020603050405020304" pitchFamily="18" charset="0"/>
              </a:rPr>
              <a:t> curLength</a:t>
            </a:r>
            <a:r>
              <a:rPr altLang="zh-CN" b="1" dirty="0" sz="2800" kumimoji="1" lang="en-US">
                <a:solidFill>
                  <a:srgbClr val="006600"/>
                </a:solidFill>
                <a:latin typeface="宋体" panose="02010600030101010101" pitchFamily="2" charset="-122"/>
              </a:rPr>
              <a:t>-</a:t>
            </a:r>
            <a:r>
              <a:rPr altLang="zh-CN" b="1" dirty="0" sz="2800" kumimoji="1" lang="en-US">
                <a:solidFill>
                  <a:srgbClr val="006600"/>
                </a:solidFill>
                <a:latin typeface="Times New Roman" panose="02020603050405020304" pitchFamily="18" charset="0"/>
              </a:rPr>
              <a:t>1                               </a:t>
            </a:r>
            <a:r>
              <a:rPr altLang="zh-CN" b="1" dirty="0" sz="2800" kumimoji="1" lang="en-US">
                <a:solidFill>
                  <a:srgbClr val="006600"/>
                </a:solidFill>
                <a:latin typeface="Times New Roman" panose="02020603050405020304" pitchFamily="18" charset="0"/>
                <a:sym typeface="Symbol" panose="05050102010706020507" pitchFamily="18" charset="2"/>
              </a:rPr>
              <a:t></a:t>
            </a:r>
            <a:r>
              <a:rPr altLang="zh-CN" b="1" dirty="0" sz="2800" kumimoji="1" lang="en-US">
                <a:solidFill>
                  <a:srgbClr val="006600"/>
                </a:solidFill>
                <a:latin typeface="Times New Roman" panose="02020603050405020304" pitchFamily="18" charset="0"/>
              </a:rPr>
              <a:t> </a:t>
            </a:r>
            <a:r>
              <a:rPr altLang="zh-CN" b="1" dirty="0" sz="2800" kumimoji="1" lang="en-US" err="1">
                <a:solidFill>
                  <a:srgbClr val="006600"/>
                </a:solidFill>
                <a:latin typeface="Times New Roman" panose="02020603050405020304" pitchFamily="18" charset="0"/>
              </a:rPr>
              <a:t>curLength</a:t>
            </a:r>
            <a:endParaRPr altLang="zh-CN" dirty="0" sz="2800" kumimoji="1" lang="en-US">
              <a:solidFill>
                <a:srgbClr val="006600"/>
              </a:solidFill>
              <a:latin typeface="Times New Roman" panose="02020603050405020304" pitchFamily="18" charset="0"/>
            </a:endParaRPr>
          </a:p>
          <a:p>
            <a:pPr eaLnBrk="1" hangingPunct="1">
              <a:spcBef>
                <a:spcPct val="15000"/>
              </a:spcBef>
              <a:buFontTx/>
              <a:buNone/>
            </a:pPr>
            <a:r>
              <a:rPr altLang="en-US" b="1" dirty="0" sz="2800" kumimoji="1" lang="zh-CN">
                <a:latin typeface="Times New Roman" panose="02020603050405020304" pitchFamily="18" charset="0"/>
                <a:ea typeface="仿宋_GB2312" pitchFamily="49" charset="-122"/>
              </a:rPr>
              <a:t>可以全部提取                      只能从</a:t>
            </a:r>
            <a:r>
              <a:rPr altLang="zh-CN" b="1" dirty="0" sz="2800" kumimoji="1" lang="en-US">
                <a:latin typeface="Times New Roman" panose="02020603050405020304" pitchFamily="18" charset="0"/>
                <a:ea typeface="仿宋_GB2312" pitchFamily="49" charset="-122"/>
              </a:rPr>
              <a:t>pos</a:t>
            </a:r>
            <a:r>
              <a:rPr altLang="en-US" b="1" dirty="0" sz="2800" kumimoji="1" lang="zh-CN">
                <a:latin typeface="Times New Roman" panose="02020603050405020304" pitchFamily="18" charset="0"/>
                <a:ea typeface="仿宋_GB2312" pitchFamily="49" charset="-122"/>
              </a:rPr>
              <a:t>取到串尾</a:t>
            </a:r>
          </a:p>
        </p:txBody>
      </p:sp>
      <p:sp>
        <p:nvSpPr>
          <p:cNvPr id="1049397" name="Rectangle 4" descr="新闻纸"/>
          <p:cNvSpPr>
            <a:spLocks noChangeArrowheads="1"/>
          </p:cNvSpPr>
          <p:nvPr/>
        </p:nvSpPr>
        <p:spPr bwMode="auto">
          <a:xfrm>
            <a:off x="838200" y="1905000"/>
            <a:ext cx="3124200" cy="533400"/>
          </a:xfrm>
          <a:prstGeom prst="rect"/>
          <a:blipFill rotWithShape="0" dpi="0">
            <a:blip xmlns:r="http://schemas.openxmlformats.org/officeDocument/2006/relationships" r:embed="rId1"/>
            <a:srcRect/>
            <a:tile algn="tl" flip="none" sx="100000" sy="100000" tx="0" ty="0"/>
          </a:blipFill>
          <a:ln w="9525">
            <a:solidFill>
              <a:schemeClr val="tx1"/>
            </a:solidFill>
            <a:miter lim="800000"/>
            <a:headEnd/>
            <a:tailEnd/>
          </a:ln>
          <a:effectLst>
            <a:outerShdw algn="ctr" dir="2700000" dist="107763"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398" name="Text Box 5"/>
          <p:cNvSpPr txBox="1">
            <a:spLocks noChangeArrowheads="1"/>
          </p:cNvSpPr>
          <p:nvPr/>
        </p:nvSpPr>
        <p:spPr bwMode="auto">
          <a:xfrm>
            <a:off x="923927" y="1858965"/>
            <a:ext cx="3192780" cy="574041"/>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kumimoji="1" lang="en-US">
                <a:solidFill>
                  <a:srgbClr val="FF5050"/>
                </a:solidFill>
              </a:rPr>
              <a:t>i  n  f  i  n  i   t  y</a:t>
            </a:r>
            <a:endParaRPr altLang="zh-CN" sz="2400" kumimoji="1" lang="en-US">
              <a:latin typeface="Times New Roman" panose="02020603050405020304" pitchFamily="18" charset="0"/>
            </a:endParaRPr>
          </a:p>
        </p:txBody>
      </p:sp>
      <p:sp>
        <p:nvSpPr>
          <p:cNvPr id="1049399" name="Line 6"/>
          <p:cNvSpPr>
            <a:spLocks noChangeShapeType="1"/>
          </p:cNvSpPr>
          <p:nvPr/>
        </p:nvSpPr>
        <p:spPr bwMode="auto">
          <a:xfrm>
            <a:off x="1219200" y="1905000"/>
            <a:ext cx="0" cy="533400"/>
          </a:xfrm>
          <a:prstGeom prst="line"/>
          <a:noFill/>
          <a:ln w="9525">
            <a:solidFill>
              <a:schemeClr val="tx1"/>
            </a:solidFill>
            <a:round/>
            <a:headEnd/>
            <a:tailEnd/>
          </a:ln>
          <a:effectLst/>
        </p:spPr>
        <p:txBody>
          <a:bodyPr anchor="ctr" wrap="none"/>
          <a:p>
            <a:endParaRPr altLang="en-US" lang="zh-CN"/>
          </a:p>
        </p:txBody>
      </p:sp>
      <p:sp>
        <p:nvSpPr>
          <p:cNvPr id="1049400" name="Line 7"/>
          <p:cNvSpPr>
            <a:spLocks noChangeShapeType="1"/>
          </p:cNvSpPr>
          <p:nvPr/>
        </p:nvSpPr>
        <p:spPr bwMode="auto">
          <a:xfrm>
            <a:off x="1600200" y="1905000"/>
            <a:ext cx="0" cy="533400"/>
          </a:xfrm>
          <a:prstGeom prst="line"/>
          <a:noFill/>
          <a:ln w="9525">
            <a:solidFill>
              <a:schemeClr val="tx1"/>
            </a:solidFill>
            <a:round/>
            <a:headEnd/>
            <a:tailEnd/>
          </a:ln>
          <a:effectLst/>
        </p:spPr>
        <p:txBody>
          <a:bodyPr anchor="ctr" wrap="none"/>
          <a:p>
            <a:endParaRPr altLang="en-US" lang="zh-CN"/>
          </a:p>
        </p:txBody>
      </p:sp>
      <p:sp>
        <p:nvSpPr>
          <p:cNvPr id="1049401" name="Line 8"/>
          <p:cNvSpPr>
            <a:spLocks noChangeShapeType="1"/>
          </p:cNvSpPr>
          <p:nvPr/>
        </p:nvSpPr>
        <p:spPr bwMode="auto">
          <a:xfrm>
            <a:off x="1981200" y="1905000"/>
            <a:ext cx="0" cy="533400"/>
          </a:xfrm>
          <a:prstGeom prst="line"/>
          <a:noFill/>
          <a:ln w="9525">
            <a:solidFill>
              <a:schemeClr val="tx1"/>
            </a:solidFill>
            <a:round/>
            <a:headEnd/>
            <a:tailEnd/>
          </a:ln>
          <a:effectLst/>
        </p:spPr>
        <p:txBody>
          <a:bodyPr anchor="ctr" wrap="none"/>
          <a:p>
            <a:endParaRPr altLang="en-US" lang="zh-CN"/>
          </a:p>
        </p:txBody>
      </p:sp>
      <p:sp>
        <p:nvSpPr>
          <p:cNvPr id="1049402" name="Line 9"/>
          <p:cNvSpPr>
            <a:spLocks noChangeShapeType="1"/>
          </p:cNvSpPr>
          <p:nvPr/>
        </p:nvSpPr>
        <p:spPr bwMode="auto">
          <a:xfrm>
            <a:off x="2362200" y="1905000"/>
            <a:ext cx="0" cy="533400"/>
          </a:xfrm>
          <a:prstGeom prst="line"/>
          <a:noFill/>
          <a:ln w="9525">
            <a:solidFill>
              <a:schemeClr val="tx1"/>
            </a:solidFill>
            <a:round/>
            <a:headEnd/>
            <a:tailEnd/>
          </a:ln>
          <a:effectLst/>
        </p:spPr>
        <p:txBody>
          <a:bodyPr anchor="ctr" wrap="none"/>
          <a:p>
            <a:endParaRPr altLang="en-US" lang="zh-CN"/>
          </a:p>
        </p:txBody>
      </p:sp>
      <p:sp>
        <p:nvSpPr>
          <p:cNvPr id="1049403" name="Line 10"/>
          <p:cNvSpPr>
            <a:spLocks noChangeShapeType="1"/>
          </p:cNvSpPr>
          <p:nvPr/>
        </p:nvSpPr>
        <p:spPr bwMode="auto">
          <a:xfrm>
            <a:off x="3124200" y="1905000"/>
            <a:ext cx="0" cy="533400"/>
          </a:xfrm>
          <a:prstGeom prst="line"/>
          <a:noFill/>
          <a:ln w="9525">
            <a:solidFill>
              <a:schemeClr val="tx1"/>
            </a:solidFill>
            <a:round/>
            <a:headEnd/>
            <a:tailEnd/>
          </a:ln>
          <a:effectLst/>
        </p:spPr>
        <p:txBody>
          <a:bodyPr anchor="ctr" wrap="none"/>
          <a:p>
            <a:endParaRPr altLang="en-US" lang="zh-CN"/>
          </a:p>
        </p:txBody>
      </p:sp>
      <p:sp>
        <p:nvSpPr>
          <p:cNvPr id="1049404" name="Line 11"/>
          <p:cNvSpPr>
            <a:spLocks noChangeShapeType="1"/>
          </p:cNvSpPr>
          <p:nvPr/>
        </p:nvSpPr>
        <p:spPr bwMode="auto">
          <a:xfrm>
            <a:off x="3505200" y="1905000"/>
            <a:ext cx="0" cy="533400"/>
          </a:xfrm>
          <a:prstGeom prst="line"/>
          <a:noFill/>
          <a:ln w="9525">
            <a:solidFill>
              <a:schemeClr val="tx1"/>
            </a:solidFill>
            <a:round/>
            <a:headEnd/>
            <a:tailEnd/>
          </a:ln>
          <a:effectLst/>
        </p:spPr>
        <p:txBody>
          <a:bodyPr anchor="ctr" wrap="none"/>
          <a:p>
            <a:endParaRPr altLang="en-US" lang="zh-CN"/>
          </a:p>
        </p:txBody>
      </p:sp>
      <p:sp>
        <p:nvSpPr>
          <p:cNvPr id="1049405" name="Rectangle 12" descr="新闻纸"/>
          <p:cNvSpPr>
            <a:spLocks noChangeArrowheads="1"/>
          </p:cNvSpPr>
          <p:nvPr/>
        </p:nvSpPr>
        <p:spPr bwMode="auto">
          <a:xfrm>
            <a:off x="4724400" y="1905000"/>
            <a:ext cx="3124200" cy="533400"/>
          </a:xfrm>
          <a:prstGeom prst="rect"/>
          <a:blipFill rotWithShape="0" dpi="0">
            <a:blip xmlns:r="http://schemas.openxmlformats.org/officeDocument/2006/relationships" r:embed="rId1"/>
            <a:srcRect/>
            <a:tile algn="tl" flip="none" sx="100000" sy="100000" tx="0" ty="0"/>
          </a:blipFill>
          <a:ln w="9525">
            <a:solidFill>
              <a:schemeClr val="tx1"/>
            </a:solidFill>
            <a:miter lim="800000"/>
            <a:headEnd/>
            <a:tailEnd/>
          </a:ln>
          <a:effectLst>
            <a:outerShdw algn="ctr" dir="2700000" dist="107763"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406" name="Text Box 13"/>
          <p:cNvSpPr txBox="1">
            <a:spLocks noChangeArrowheads="1"/>
          </p:cNvSpPr>
          <p:nvPr/>
        </p:nvSpPr>
        <p:spPr bwMode="auto">
          <a:xfrm>
            <a:off x="4810127" y="1858965"/>
            <a:ext cx="3192779" cy="574041"/>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kumimoji="1" lang="en-US">
                <a:solidFill>
                  <a:srgbClr val="FF5050"/>
                </a:solidFill>
              </a:rPr>
              <a:t>i  n  f  i  n  i   t  y</a:t>
            </a:r>
            <a:endParaRPr altLang="zh-CN" sz="2400" kumimoji="1" lang="en-US">
              <a:latin typeface="Times New Roman" panose="02020603050405020304" pitchFamily="18" charset="0"/>
            </a:endParaRPr>
          </a:p>
        </p:txBody>
      </p:sp>
      <p:sp>
        <p:nvSpPr>
          <p:cNvPr id="1049407" name="Line 14"/>
          <p:cNvSpPr>
            <a:spLocks noChangeShapeType="1"/>
          </p:cNvSpPr>
          <p:nvPr/>
        </p:nvSpPr>
        <p:spPr bwMode="auto">
          <a:xfrm>
            <a:off x="5105400" y="1905000"/>
            <a:ext cx="0" cy="533400"/>
          </a:xfrm>
          <a:prstGeom prst="line"/>
          <a:noFill/>
          <a:ln w="9525">
            <a:solidFill>
              <a:schemeClr val="tx1"/>
            </a:solidFill>
            <a:round/>
            <a:headEnd/>
            <a:tailEnd/>
          </a:ln>
          <a:effectLst/>
        </p:spPr>
        <p:txBody>
          <a:bodyPr anchor="ctr" wrap="none"/>
          <a:p>
            <a:endParaRPr altLang="en-US" lang="zh-CN"/>
          </a:p>
        </p:txBody>
      </p:sp>
      <p:sp>
        <p:nvSpPr>
          <p:cNvPr id="1049408" name="Line 15"/>
          <p:cNvSpPr>
            <a:spLocks noChangeShapeType="1"/>
          </p:cNvSpPr>
          <p:nvPr/>
        </p:nvSpPr>
        <p:spPr bwMode="auto">
          <a:xfrm>
            <a:off x="5486400" y="1905000"/>
            <a:ext cx="0" cy="533400"/>
          </a:xfrm>
          <a:prstGeom prst="line"/>
          <a:noFill/>
          <a:ln w="9525">
            <a:solidFill>
              <a:schemeClr val="tx1"/>
            </a:solidFill>
            <a:round/>
            <a:headEnd/>
            <a:tailEnd/>
          </a:ln>
          <a:effectLst/>
        </p:spPr>
        <p:txBody>
          <a:bodyPr anchor="ctr" wrap="none"/>
          <a:p>
            <a:endParaRPr altLang="en-US" lang="zh-CN"/>
          </a:p>
        </p:txBody>
      </p:sp>
      <p:sp>
        <p:nvSpPr>
          <p:cNvPr id="1049409" name="Line 16"/>
          <p:cNvSpPr>
            <a:spLocks noChangeShapeType="1"/>
          </p:cNvSpPr>
          <p:nvPr/>
        </p:nvSpPr>
        <p:spPr bwMode="auto">
          <a:xfrm>
            <a:off x="5867400" y="1905000"/>
            <a:ext cx="0" cy="533400"/>
          </a:xfrm>
          <a:prstGeom prst="line"/>
          <a:noFill/>
          <a:ln w="9525">
            <a:solidFill>
              <a:schemeClr val="tx1"/>
            </a:solidFill>
            <a:round/>
            <a:headEnd/>
            <a:tailEnd/>
          </a:ln>
          <a:effectLst/>
        </p:spPr>
        <p:txBody>
          <a:bodyPr anchor="ctr" wrap="none"/>
          <a:p>
            <a:endParaRPr altLang="en-US" lang="zh-CN"/>
          </a:p>
        </p:txBody>
      </p:sp>
      <p:sp>
        <p:nvSpPr>
          <p:cNvPr id="1049410" name="Line 17"/>
          <p:cNvSpPr>
            <a:spLocks noChangeShapeType="1"/>
          </p:cNvSpPr>
          <p:nvPr/>
        </p:nvSpPr>
        <p:spPr bwMode="auto">
          <a:xfrm>
            <a:off x="6248400" y="1905000"/>
            <a:ext cx="0" cy="533400"/>
          </a:xfrm>
          <a:prstGeom prst="line"/>
          <a:noFill/>
          <a:ln w="9525">
            <a:solidFill>
              <a:schemeClr val="tx1"/>
            </a:solidFill>
            <a:round/>
            <a:headEnd/>
            <a:tailEnd/>
          </a:ln>
          <a:effectLst/>
        </p:spPr>
        <p:txBody>
          <a:bodyPr anchor="ctr" wrap="none"/>
          <a:p>
            <a:endParaRPr altLang="en-US" lang="zh-CN"/>
          </a:p>
        </p:txBody>
      </p:sp>
      <p:sp>
        <p:nvSpPr>
          <p:cNvPr id="1049411" name="Line 18"/>
          <p:cNvSpPr>
            <a:spLocks noChangeShapeType="1"/>
          </p:cNvSpPr>
          <p:nvPr/>
        </p:nvSpPr>
        <p:spPr bwMode="auto">
          <a:xfrm>
            <a:off x="6629400" y="1905000"/>
            <a:ext cx="0" cy="533400"/>
          </a:xfrm>
          <a:prstGeom prst="line"/>
          <a:noFill/>
          <a:ln w="9525">
            <a:solidFill>
              <a:schemeClr val="tx1"/>
            </a:solidFill>
            <a:round/>
            <a:headEnd/>
            <a:tailEnd/>
          </a:ln>
          <a:effectLst/>
        </p:spPr>
        <p:txBody>
          <a:bodyPr anchor="ctr" wrap="none"/>
          <a:p>
            <a:endParaRPr altLang="en-US" lang="zh-CN"/>
          </a:p>
        </p:txBody>
      </p:sp>
      <p:sp>
        <p:nvSpPr>
          <p:cNvPr id="1049412" name="Line 19"/>
          <p:cNvSpPr>
            <a:spLocks noChangeShapeType="1"/>
          </p:cNvSpPr>
          <p:nvPr/>
        </p:nvSpPr>
        <p:spPr bwMode="auto">
          <a:xfrm>
            <a:off x="7010400" y="1905000"/>
            <a:ext cx="0" cy="533400"/>
          </a:xfrm>
          <a:prstGeom prst="line"/>
          <a:noFill/>
          <a:ln w="9525">
            <a:solidFill>
              <a:schemeClr val="tx1"/>
            </a:solidFill>
            <a:round/>
            <a:headEnd/>
            <a:tailEnd/>
          </a:ln>
          <a:effectLst/>
        </p:spPr>
        <p:txBody>
          <a:bodyPr anchor="ctr" wrap="none"/>
          <a:p>
            <a:endParaRPr altLang="en-US" lang="zh-CN"/>
          </a:p>
        </p:txBody>
      </p:sp>
      <p:sp>
        <p:nvSpPr>
          <p:cNvPr id="1049413" name="Line 20"/>
          <p:cNvSpPr>
            <a:spLocks noChangeShapeType="1"/>
          </p:cNvSpPr>
          <p:nvPr/>
        </p:nvSpPr>
        <p:spPr bwMode="auto">
          <a:xfrm>
            <a:off x="7391400" y="1905000"/>
            <a:ext cx="0" cy="533400"/>
          </a:xfrm>
          <a:prstGeom prst="line"/>
          <a:noFill/>
          <a:ln w="9525">
            <a:solidFill>
              <a:schemeClr val="tx1"/>
            </a:solidFill>
            <a:round/>
            <a:headEnd/>
            <a:tailEnd/>
          </a:ln>
          <a:effectLst/>
        </p:spPr>
        <p:txBody>
          <a:bodyPr anchor="ctr" wrap="none"/>
          <a:p>
            <a:endParaRPr altLang="en-US" lang="zh-CN"/>
          </a:p>
        </p:txBody>
      </p:sp>
      <p:sp>
        <p:nvSpPr>
          <p:cNvPr id="1049414" name="Line 21"/>
          <p:cNvSpPr>
            <a:spLocks noChangeShapeType="1"/>
          </p:cNvSpPr>
          <p:nvPr/>
        </p:nvSpPr>
        <p:spPr bwMode="auto">
          <a:xfrm>
            <a:off x="2743200" y="1905000"/>
            <a:ext cx="0" cy="533400"/>
          </a:xfrm>
          <a:prstGeom prst="line"/>
          <a:noFill/>
          <a:ln w="9525">
            <a:solidFill>
              <a:schemeClr val="tx1"/>
            </a:solidFill>
            <a:round/>
            <a:headEnd/>
            <a:tailEnd/>
          </a:ln>
          <a:effectLst/>
        </p:spPr>
        <p:txBody>
          <a:bodyPr anchor="ctr" wrap="none"/>
          <a:p>
            <a:endParaRPr altLang="en-US" lang="zh-CN"/>
          </a:p>
        </p:txBody>
      </p:sp>
      <p:sp>
        <p:nvSpPr>
          <p:cNvPr id="1049415" name="Text Box 22"/>
          <p:cNvSpPr txBox="1">
            <a:spLocks noChangeArrowheads="1"/>
          </p:cNvSpPr>
          <p:nvPr/>
        </p:nvSpPr>
        <p:spPr bwMode="auto">
          <a:xfrm>
            <a:off x="990602" y="1343027"/>
            <a:ext cx="2773680" cy="5105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tx2"/>
                </a:solidFill>
                <a:latin typeface="Times New Roman" panose="02020603050405020304" pitchFamily="18" charset="0"/>
              </a:rPr>
              <a:t>pos = 2,  len = 3</a:t>
            </a:r>
            <a:endParaRPr altLang="zh-CN" sz="2800" kumimoji="1" lang="en-US">
              <a:solidFill>
                <a:schemeClr val="tx2"/>
              </a:solidFill>
              <a:latin typeface="Times New Roman" panose="02020603050405020304" pitchFamily="18" charset="0"/>
            </a:endParaRPr>
          </a:p>
        </p:txBody>
      </p:sp>
      <p:sp>
        <p:nvSpPr>
          <p:cNvPr id="1049416" name="Text Box 23"/>
          <p:cNvSpPr txBox="1">
            <a:spLocks noChangeArrowheads="1"/>
          </p:cNvSpPr>
          <p:nvPr/>
        </p:nvSpPr>
        <p:spPr bwMode="auto">
          <a:xfrm>
            <a:off x="5662615" y="1343027"/>
            <a:ext cx="2773680" cy="5105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tx2"/>
                </a:solidFill>
                <a:latin typeface="Times New Roman" panose="02020603050405020304" pitchFamily="18" charset="0"/>
              </a:rPr>
              <a:t>pos = 5,  len = 4</a:t>
            </a:r>
            <a:endParaRPr altLang="zh-CN" sz="2800" kumimoji="1" lang="en-US">
              <a:solidFill>
                <a:schemeClr val="tx2"/>
              </a:solidFill>
              <a:latin typeface="Times New Roman" panose="02020603050405020304" pitchFamily="18" charset="0"/>
            </a:endParaRPr>
          </a:p>
        </p:txBody>
      </p:sp>
      <p:sp>
        <p:nvSpPr>
          <p:cNvPr id="1049417" name="Line 24"/>
          <p:cNvSpPr>
            <a:spLocks noChangeShapeType="1"/>
          </p:cNvSpPr>
          <p:nvPr/>
        </p:nvSpPr>
        <p:spPr bwMode="auto">
          <a:xfrm flipV="1">
            <a:off x="1828800" y="2514600"/>
            <a:ext cx="0" cy="457200"/>
          </a:xfrm>
          <a:prstGeom prst="line"/>
          <a:noFill/>
          <a:ln w="28575">
            <a:solidFill>
              <a:schemeClr val="tx2"/>
            </a:solidFill>
            <a:round/>
            <a:headEnd/>
            <a:tailEnd type="triangle" w="med" len="lg"/>
          </a:ln>
          <a:effectLst/>
        </p:spPr>
        <p:txBody>
          <a:bodyPr anchor="ctr" wrap="none"/>
          <a:p>
            <a:endParaRPr altLang="en-US" lang="zh-CN"/>
          </a:p>
        </p:txBody>
      </p:sp>
      <p:sp>
        <p:nvSpPr>
          <p:cNvPr id="1049418" name="Line 25"/>
          <p:cNvSpPr>
            <a:spLocks noChangeShapeType="1"/>
          </p:cNvSpPr>
          <p:nvPr/>
        </p:nvSpPr>
        <p:spPr bwMode="auto">
          <a:xfrm>
            <a:off x="1905000" y="2819400"/>
            <a:ext cx="762000" cy="0"/>
          </a:xfrm>
          <a:prstGeom prst="line"/>
          <a:noFill/>
          <a:ln w="28575">
            <a:solidFill>
              <a:srgbClr val="009900"/>
            </a:solidFill>
            <a:round/>
            <a:headEnd/>
            <a:tailEnd type="triangle" w="med" len="lg"/>
          </a:ln>
          <a:effectLst/>
        </p:spPr>
        <p:txBody>
          <a:bodyPr anchor="ctr" wrap="none"/>
          <a:p>
            <a:endParaRPr altLang="en-US" lang="zh-CN"/>
          </a:p>
        </p:txBody>
      </p:sp>
      <p:sp>
        <p:nvSpPr>
          <p:cNvPr id="1049419" name="Line 26"/>
          <p:cNvSpPr>
            <a:spLocks noChangeShapeType="1"/>
          </p:cNvSpPr>
          <p:nvPr/>
        </p:nvSpPr>
        <p:spPr bwMode="auto">
          <a:xfrm>
            <a:off x="2667000" y="2667000"/>
            <a:ext cx="0" cy="304800"/>
          </a:xfrm>
          <a:prstGeom prst="line"/>
          <a:noFill/>
          <a:ln w="28575">
            <a:solidFill>
              <a:srgbClr val="009900"/>
            </a:solidFill>
            <a:round/>
            <a:headEnd/>
            <a:tailEnd/>
          </a:ln>
          <a:effectLst/>
        </p:spPr>
        <p:txBody>
          <a:bodyPr anchor="ctr" wrap="none"/>
          <a:p>
            <a:endParaRPr altLang="en-US" lang="zh-CN"/>
          </a:p>
        </p:txBody>
      </p:sp>
      <p:sp>
        <p:nvSpPr>
          <p:cNvPr id="1049420" name="Line 27"/>
          <p:cNvSpPr>
            <a:spLocks noChangeShapeType="1"/>
          </p:cNvSpPr>
          <p:nvPr/>
        </p:nvSpPr>
        <p:spPr bwMode="auto">
          <a:xfrm flipV="1">
            <a:off x="6858000" y="2514600"/>
            <a:ext cx="0" cy="457200"/>
          </a:xfrm>
          <a:prstGeom prst="line"/>
          <a:noFill/>
          <a:ln w="28575">
            <a:solidFill>
              <a:schemeClr val="tx2"/>
            </a:solidFill>
            <a:round/>
            <a:headEnd/>
            <a:tailEnd type="triangle" w="med" len="lg"/>
          </a:ln>
          <a:effectLst/>
        </p:spPr>
        <p:txBody>
          <a:bodyPr anchor="ctr" wrap="none"/>
          <a:p>
            <a:endParaRPr altLang="en-US" lang="zh-CN"/>
          </a:p>
        </p:txBody>
      </p:sp>
      <p:sp>
        <p:nvSpPr>
          <p:cNvPr id="1049421" name="Line 28"/>
          <p:cNvSpPr>
            <a:spLocks noChangeShapeType="1"/>
          </p:cNvSpPr>
          <p:nvPr/>
        </p:nvSpPr>
        <p:spPr bwMode="auto">
          <a:xfrm>
            <a:off x="6934200" y="2819400"/>
            <a:ext cx="1143000" cy="0"/>
          </a:xfrm>
          <a:prstGeom prst="line"/>
          <a:noFill/>
          <a:ln w="28575">
            <a:solidFill>
              <a:srgbClr val="009900"/>
            </a:solidFill>
            <a:round/>
            <a:headEnd/>
            <a:tailEnd type="triangle" w="med" len="lg"/>
          </a:ln>
          <a:effectLst/>
        </p:spPr>
        <p:txBody>
          <a:bodyPr anchor="ctr" wrap="none"/>
          <a:p>
            <a:endParaRPr altLang="en-US" lang="zh-CN"/>
          </a:p>
        </p:txBody>
      </p:sp>
      <p:sp>
        <p:nvSpPr>
          <p:cNvPr id="1049422" name="Rectangle 29" descr="新闻纸"/>
          <p:cNvSpPr>
            <a:spLocks noChangeArrowheads="1"/>
          </p:cNvSpPr>
          <p:nvPr/>
        </p:nvSpPr>
        <p:spPr bwMode="auto">
          <a:xfrm>
            <a:off x="1600200" y="3733800"/>
            <a:ext cx="1143000" cy="533400"/>
          </a:xfrm>
          <a:prstGeom prst="rect"/>
          <a:blipFill rotWithShape="0" dpi="0">
            <a:blip xmlns:r="http://schemas.openxmlformats.org/officeDocument/2006/relationships" r:embed="rId1"/>
            <a:srcRect/>
            <a:tile algn="tl" flip="none" sx="100000" sy="100000" tx="0" ty="0"/>
          </a:blipFill>
          <a:ln w="9525">
            <a:solidFill>
              <a:schemeClr val="tx1"/>
            </a:solidFill>
            <a:miter lim="800000"/>
            <a:headEnd/>
            <a:tailEnd/>
          </a:ln>
          <a:effectLst>
            <a:outerShdw algn="ctr" dir="2700000" dist="107763"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423" name="Line 30"/>
          <p:cNvSpPr>
            <a:spLocks noChangeShapeType="1"/>
          </p:cNvSpPr>
          <p:nvPr/>
        </p:nvSpPr>
        <p:spPr bwMode="auto">
          <a:xfrm>
            <a:off x="1981200" y="3733800"/>
            <a:ext cx="0" cy="533400"/>
          </a:xfrm>
          <a:prstGeom prst="line"/>
          <a:noFill/>
          <a:ln w="9525">
            <a:solidFill>
              <a:schemeClr val="tx1"/>
            </a:solidFill>
            <a:round/>
            <a:headEnd/>
            <a:tailEnd/>
          </a:ln>
          <a:effectLst/>
        </p:spPr>
        <p:txBody>
          <a:bodyPr anchor="ctr" wrap="none"/>
          <a:p>
            <a:endParaRPr altLang="en-US" lang="zh-CN"/>
          </a:p>
        </p:txBody>
      </p:sp>
      <p:sp>
        <p:nvSpPr>
          <p:cNvPr id="1049424" name="Line 31"/>
          <p:cNvSpPr>
            <a:spLocks noChangeShapeType="1"/>
          </p:cNvSpPr>
          <p:nvPr/>
        </p:nvSpPr>
        <p:spPr bwMode="auto">
          <a:xfrm>
            <a:off x="2362200" y="3733800"/>
            <a:ext cx="0" cy="533400"/>
          </a:xfrm>
          <a:prstGeom prst="line"/>
          <a:noFill/>
          <a:ln w="9525">
            <a:solidFill>
              <a:schemeClr val="tx1"/>
            </a:solidFill>
            <a:round/>
            <a:headEnd/>
            <a:tailEnd/>
          </a:ln>
          <a:effectLst/>
        </p:spPr>
        <p:txBody>
          <a:bodyPr anchor="ctr" wrap="none"/>
          <a:p>
            <a:endParaRPr altLang="en-US" lang="zh-CN"/>
          </a:p>
        </p:txBody>
      </p:sp>
      <p:sp>
        <p:nvSpPr>
          <p:cNvPr id="1049425" name="Text Box 32"/>
          <p:cNvSpPr txBox="1">
            <a:spLocks noChangeArrowheads="1"/>
          </p:cNvSpPr>
          <p:nvPr/>
        </p:nvSpPr>
        <p:spPr bwMode="auto">
          <a:xfrm>
            <a:off x="1712915" y="3733800"/>
            <a:ext cx="1122679" cy="574041"/>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kumimoji="1" lang="en-US">
                <a:solidFill>
                  <a:schemeClr val="accent2"/>
                </a:solidFill>
              </a:rPr>
              <a:t>f  i  n</a:t>
            </a:r>
            <a:endParaRPr altLang="zh-CN" sz="2400" kumimoji="1" lang="en-US">
              <a:latin typeface="Times New Roman" panose="02020603050405020304" pitchFamily="18" charset="0"/>
            </a:endParaRPr>
          </a:p>
        </p:txBody>
      </p:sp>
      <p:sp>
        <p:nvSpPr>
          <p:cNvPr id="1049426" name="Rectangle 33" descr="新闻纸"/>
          <p:cNvSpPr>
            <a:spLocks noChangeArrowheads="1"/>
          </p:cNvSpPr>
          <p:nvPr/>
        </p:nvSpPr>
        <p:spPr bwMode="auto">
          <a:xfrm>
            <a:off x="6629400" y="3733800"/>
            <a:ext cx="1143000" cy="533400"/>
          </a:xfrm>
          <a:prstGeom prst="rect"/>
          <a:blipFill rotWithShape="0" dpi="0">
            <a:blip xmlns:r="http://schemas.openxmlformats.org/officeDocument/2006/relationships" r:embed="rId1"/>
            <a:srcRect/>
            <a:tile algn="tl" flip="none" sx="100000" sy="100000" tx="0" ty="0"/>
          </a:blipFill>
          <a:ln w="9525">
            <a:solidFill>
              <a:schemeClr val="tx1"/>
            </a:solidFill>
            <a:miter lim="800000"/>
            <a:headEnd/>
            <a:tailEnd/>
          </a:ln>
          <a:effectLst>
            <a:outerShdw algn="ctr" dir="2700000" dist="107763"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427" name="Line 34"/>
          <p:cNvSpPr>
            <a:spLocks noChangeShapeType="1"/>
          </p:cNvSpPr>
          <p:nvPr/>
        </p:nvSpPr>
        <p:spPr bwMode="auto">
          <a:xfrm>
            <a:off x="7010400" y="3733800"/>
            <a:ext cx="0" cy="609600"/>
          </a:xfrm>
          <a:prstGeom prst="line"/>
          <a:noFill/>
          <a:ln w="9525">
            <a:solidFill>
              <a:schemeClr val="tx1"/>
            </a:solidFill>
            <a:round/>
            <a:headEnd/>
            <a:tailEnd/>
          </a:ln>
          <a:effectLst/>
        </p:spPr>
        <p:txBody>
          <a:bodyPr anchor="ctr" wrap="none"/>
          <a:p>
            <a:endParaRPr altLang="en-US" lang="zh-CN"/>
          </a:p>
        </p:txBody>
      </p:sp>
      <p:sp>
        <p:nvSpPr>
          <p:cNvPr id="1049428" name="Line 35"/>
          <p:cNvSpPr>
            <a:spLocks noChangeShapeType="1"/>
          </p:cNvSpPr>
          <p:nvPr/>
        </p:nvSpPr>
        <p:spPr bwMode="auto">
          <a:xfrm>
            <a:off x="7391400" y="3733800"/>
            <a:ext cx="0" cy="533400"/>
          </a:xfrm>
          <a:prstGeom prst="line"/>
          <a:noFill/>
          <a:ln w="9525">
            <a:solidFill>
              <a:schemeClr val="tx1"/>
            </a:solidFill>
            <a:round/>
            <a:headEnd/>
            <a:tailEnd/>
          </a:ln>
          <a:effectLst/>
        </p:spPr>
        <p:txBody>
          <a:bodyPr anchor="ctr" wrap="none"/>
          <a:p>
            <a:endParaRPr altLang="en-US" lang="zh-CN"/>
          </a:p>
        </p:txBody>
      </p:sp>
      <p:sp>
        <p:nvSpPr>
          <p:cNvPr id="1049429" name="Text Box 36"/>
          <p:cNvSpPr txBox="1">
            <a:spLocks noChangeArrowheads="1"/>
          </p:cNvSpPr>
          <p:nvPr/>
        </p:nvSpPr>
        <p:spPr bwMode="auto">
          <a:xfrm>
            <a:off x="6708775" y="3763965"/>
            <a:ext cx="1109979" cy="5740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kumimoji="1" lang="en-US">
                <a:solidFill>
                  <a:schemeClr val="tx2"/>
                </a:solidFill>
              </a:rPr>
              <a:t>i  t  y</a:t>
            </a:r>
            <a:endParaRPr altLang="zh-CN" sz="2400" kumimoji="1" lang="en-US">
              <a:latin typeface="Times New Roman" panose="02020603050405020304" pitchFamily="18" charset="0"/>
            </a:endParaRPr>
          </a:p>
        </p:txBody>
      </p:sp>
      <p:sp>
        <p:nvSpPr>
          <p:cNvPr id="1049430" name="AutoShape 37" descr="粉色砂纸"/>
          <p:cNvSpPr>
            <a:spLocks noChangeArrowheads="1"/>
          </p:cNvSpPr>
          <p:nvPr/>
        </p:nvSpPr>
        <p:spPr bwMode="auto">
          <a:xfrm>
            <a:off x="1752600" y="3048000"/>
            <a:ext cx="838200" cy="609600"/>
          </a:xfrm>
          <a:prstGeom prst="downArrow">
            <a:avLst>
              <a:gd name="adj1" fmla="val 50000"/>
              <a:gd name="adj2" fmla="val 25000"/>
            </a:avLst>
          </a:prstGeom>
          <a:blipFill rotWithShape="0" dpi="0">
            <a:blip xmlns:r="http://schemas.openxmlformats.org/officeDocument/2006/relationships" r:embed="rId2"/>
            <a:srcRect/>
            <a:tile algn="tl" flip="none" sx="100000" sy="100000" tx="0" ty="0"/>
          </a:blipFill>
          <a:ln w="9525">
            <a:solidFill>
              <a:schemeClr val="tx1"/>
            </a:solidFill>
            <a:miter lim="800000"/>
            <a:headEnd/>
            <a:tailEnd/>
          </a:ln>
          <a:effectLst>
            <a:outerShdw algn="ctr" dir="2700000" dist="107763" rotWithShape="0">
              <a:schemeClr val="bg2"/>
            </a:outerShdw>
          </a:effectLst>
        </p:spPr>
        <p:txBody>
          <a:bodyPr anchor="ctr" vert="eaVert"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431" name="AutoShape 38" descr="粉色砂纸"/>
          <p:cNvSpPr>
            <a:spLocks noChangeArrowheads="1"/>
          </p:cNvSpPr>
          <p:nvPr/>
        </p:nvSpPr>
        <p:spPr bwMode="auto">
          <a:xfrm>
            <a:off x="6781800" y="3048000"/>
            <a:ext cx="838200" cy="609600"/>
          </a:xfrm>
          <a:prstGeom prst="downArrow">
            <a:avLst>
              <a:gd name="adj1" fmla="val 50000"/>
              <a:gd name="adj2" fmla="val 25000"/>
            </a:avLst>
          </a:prstGeom>
          <a:blipFill rotWithShape="0" dpi="0">
            <a:blip xmlns:r="http://schemas.openxmlformats.org/officeDocument/2006/relationships" r:embed="rId2"/>
            <a:srcRect/>
            <a:tile algn="tl" flip="none" sx="100000" sy="100000" tx="0" ty="0"/>
          </a:blipFill>
          <a:ln w="9525">
            <a:solidFill>
              <a:schemeClr val="tx1"/>
            </a:solidFill>
            <a:miter lim="800000"/>
            <a:headEnd/>
            <a:tailEnd/>
          </a:ln>
          <a:effectLst>
            <a:outerShdw algn="ctr" dir="2700000" dist="107763" rotWithShape="0">
              <a:schemeClr val="bg2"/>
            </a:outerShdw>
          </a:effectLst>
        </p:spPr>
        <p:txBody>
          <a:bodyPr anchor="ctr" vert="eaVert"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432" name="Text Box 39"/>
          <p:cNvSpPr txBox="1">
            <a:spLocks noChangeArrowheads="1"/>
          </p:cNvSpPr>
          <p:nvPr/>
        </p:nvSpPr>
        <p:spPr bwMode="auto">
          <a:xfrm>
            <a:off x="7480302" y="2901952"/>
            <a:ext cx="898525" cy="519113"/>
          </a:xfrm>
          <a:prstGeom prst="rect"/>
          <a:solidFill>
            <a:srgbClr val="FFFFCC"/>
          </a:solidFill>
          <a:ln>
            <a:noFill/>
          </a:ln>
          <a:effectLst/>
        </p:spPr>
        <p:txBody>
          <a:bodyPr wrap="none">
            <a:spAutoFit/>
          </a:bodyPr>
          <a:p>
            <a:pPr eaLnBrk="1" hangingPunct="1"/>
            <a:r>
              <a:rPr altLang="en-US" b="1" sz="2800" kumimoji="1" lang="zh-CN">
                <a:solidFill>
                  <a:srgbClr val="FF5050"/>
                </a:solidFill>
                <a:effectLst>
                  <a:outerShdw algn="tl" blurRad="38100" dir="2700000" dist="38100">
                    <a:srgbClr val="000000"/>
                  </a:outerShdw>
                </a:effectLst>
                <a:latin typeface="Times New Roman" pitchFamily="18" charset="0"/>
                <a:ea typeface="楷体_GB2312" pitchFamily="49" charset="-122"/>
              </a:rPr>
              <a:t>超出</a:t>
            </a:r>
            <a:endParaRPr altLang="en-US" sz="2800" kumimoji="1" lang="zh-CN">
              <a:latin typeface="Times New Roman" pitchFamily="18" charset="0"/>
              <a:ea typeface="宋体" charset="-122"/>
            </a:endParaRPr>
          </a:p>
        </p:txBody>
      </p:sp>
      <p:sp>
        <p:nvSpPr>
          <p:cNvPr id="1049433" name="Line 40"/>
          <p:cNvSpPr>
            <a:spLocks noChangeShapeType="1"/>
          </p:cNvSpPr>
          <p:nvPr/>
        </p:nvSpPr>
        <p:spPr bwMode="auto">
          <a:xfrm>
            <a:off x="8077200" y="2667000"/>
            <a:ext cx="0" cy="304800"/>
          </a:xfrm>
          <a:prstGeom prst="line"/>
          <a:noFill/>
          <a:ln w="28575">
            <a:solidFill>
              <a:srgbClr val="009900"/>
            </a:solidFill>
            <a:round/>
            <a:headEnd/>
            <a:tailEnd/>
          </a:ln>
          <a:effectLst/>
        </p:spPr>
        <p:txBody>
          <a:bodyPr anchor="ctr" wrap="none"/>
          <a:p>
            <a:endParaRPr altLang="en-US" lang="zh-CN"/>
          </a:p>
        </p:txBody>
      </p:sp>
      <p:sp>
        <p:nvSpPr>
          <p:cNvPr id="1049434" name="对话气泡: 圆角矩形 1"/>
          <p:cNvSpPr/>
          <p:nvPr/>
        </p:nvSpPr>
        <p:spPr>
          <a:xfrm>
            <a:off x="5105400" y="6025344"/>
            <a:ext cx="3352800" cy="579437"/>
          </a:xfrm>
          <a:prstGeom prst="wedgeRoundRectCallout">
            <a:avLst>
              <a:gd name="adj1" fmla="val -4664"/>
              <a:gd name="adj2" fmla="val -82874"/>
              <a:gd name="adj3" fmla="val 16667"/>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altLang="en-US" dirty="0" lang="zh-CN">
                <a:solidFill>
                  <a:schemeClr val="tx1"/>
                </a:solidFill>
              </a:rPr>
              <a:t>需调整</a:t>
            </a:r>
            <a:r>
              <a:rPr altLang="zh-CN" dirty="0" lang="en-US">
                <a:solidFill>
                  <a:schemeClr val="tx1"/>
                </a:solidFill>
              </a:rPr>
              <a:t>Len</a:t>
            </a:r>
            <a:r>
              <a:rPr altLang="en-US" dirty="0" lang="zh-CN">
                <a:solidFill>
                  <a:schemeClr val="tx1"/>
                </a:solidFill>
              </a:rPr>
              <a:t>为 </a:t>
            </a:r>
            <a:r>
              <a:rPr altLang="zh-CN" dirty="0" lang="en-US" err="1">
                <a:solidFill>
                  <a:schemeClr val="tx1"/>
                </a:solidFill>
              </a:rPr>
              <a:t>curLength</a:t>
            </a:r>
            <a:r>
              <a:rPr altLang="zh-CN" dirty="0" lang="en-US">
                <a:solidFill>
                  <a:schemeClr val="tx1"/>
                </a:solidFill>
              </a:rPr>
              <a:t>-pos</a:t>
            </a:r>
            <a:endParaRPr altLang="en-US" dirty="0" lang="zh-CN">
              <a:solidFill>
                <a:schemeClr val="tx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254" name=""/>
        <p:cNvGrpSpPr/>
        <p:nvPr/>
      </p:nvGrpSpPr>
      <p:grpSpPr>
        <a:xfrm>
          <a:off x="0" y="0"/>
          <a:ext cx="0" cy="0"/>
          <a:chOff x="0" y="0"/>
          <a:chExt cx="0" cy="0"/>
        </a:xfrm>
      </p:grpSpPr>
      <p:sp>
        <p:nvSpPr>
          <p:cNvPr id="1049435" name="Rectangle 2"/>
          <p:cNvSpPr>
            <a:spLocks noGrp="1" noChangeArrowheads="1"/>
          </p:cNvSpPr>
          <p:nvPr>
            <p:ph type="title"/>
          </p:nvPr>
        </p:nvSpPr>
        <p:spPr>
          <a:xfrm>
            <a:off x="457200" y="274640"/>
            <a:ext cx="8229600" cy="801687"/>
          </a:xfrm>
        </p:spPr>
        <p:txBody>
          <a:bodyPr/>
          <a:p>
            <a:pPr eaLnBrk="1" hangingPunct="1"/>
            <a:r>
              <a:rPr altLang="en-US" b="1" sz="4000" lang="zh-CN">
                <a:latin typeface="华文新魏" panose="02010800040101010101" pitchFamily="2" charset="-122"/>
                <a:ea typeface="华文新魏" panose="02010800040101010101" pitchFamily="2" charset="-122"/>
              </a:rPr>
              <a:t>串重载操作：</a:t>
            </a:r>
            <a:r>
              <a:rPr altLang="en-US" b="1" sz="4000" lang="zh-CN">
                <a:solidFill>
                  <a:srgbClr val="CC0000"/>
                </a:solidFill>
                <a:ea typeface="华文新魏" panose="02010800040101010101" pitchFamily="2" charset="-122"/>
              </a:rPr>
              <a:t>提取子串</a:t>
            </a:r>
          </a:p>
        </p:txBody>
      </p:sp>
      <p:sp>
        <p:nvSpPr>
          <p:cNvPr id="1049436" name="Rectangle 3"/>
          <p:cNvSpPr>
            <a:spLocks noGrp="1" noChangeArrowheads="1"/>
          </p:cNvSpPr>
          <p:nvPr>
            <p:ph idx="1"/>
          </p:nvPr>
        </p:nvSpPr>
        <p:spPr>
          <a:xfrm>
            <a:off x="625475" y="1401763"/>
            <a:ext cx="8229600" cy="4946650"/>
          </a:xfrm>
        </p:spPr>
        <p:txBody>
          <a:bodyPr>
            <a:normAutofit fontScale="96429"/>
          </a:bodyPr>
          <a:p>
            <a:pPr eaLnBrk="1" hangingPunct="1">
              <a:lnSpc>
                <a:spcPct val="105000"/>
              </a:lnSpc>
              <a:spcBef>
                <a:spcPct val="5000"/>
              </a:spcBef>
              <a:buFontTx/>
              <a:buNone/>
            </a:pPr>
            <a:r>
              <a:rPr altLang="zh-CN" dirty="0" lang="en-US" err="1">
                <a:latin typeface="Times New Roman" panose="02020603050405020304" pitchFamily="18" charset="0"/>
                <a:ea typeface="隶书" panose="02010509060101010101" pitchFamily="49" charset="-122"/>
              </a:rPr>
              <a:t>AS</a:t>
            </a:r>
            <a:r>
              <a:rPr altLang="zh-CN" dirty="0" kumimoji="1" lang="en-US" err="1">
                <a:latin typeface="Times New Roman" panose="02020603050405020304" pitchFamily="18" charset="0"/>
                <a:ea typeface="隶书" panose="02010509060101010101" pitchFamily="49" charset="-122"/>
              </a:rPr>
              <a:t>tring</a:t>
            </a:r>
            <a:r>
              <a:rPr altLang="zh-CN" b="1"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AString</a:t>
            </a:r>
            <a:r>
              <a:rPr altLang="zh-CN" b="1" dirty="0" kumimoji="1" lang="en-US">
                <a:latin typeface="Times New Roman" panose="02020603050405020304" pitchFamily="18" charset="0"/>
                <a:ea typeface="隶书" panose="02010509060101010101" pitchFamily="49" charset="-122"/>
              </a:rPr>
              <a:t>::operator </a:t>
            </a: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int </a:t>
            </a:r>
            <a:r>
              <a:rPr altLang="zh-CN" dirty="0" kumimoji="1" lang="en-US">
                <a:latin typeface="Times New Roman" panose="02020603050405020304" pitchFamily="18" charset="0"/>
                <a:ea typeface="隶书" panose="02010509060101010101" pitchFamily="49" charset="-122"/>
              </a:rPr>
              <a:t>pos, </a:t>
            </a:r>
            <a:r>
              <a:rPr altLang="zh-CN" b="1" dirty="0" kumimoji="1" lang="en-US">
                <a:latin typeface="Times New Roman" panose="02020603050405020304" pitchFamily="18" charset="0"/>
                <a:ea typeface="隶书" panose="02010509060101010101" pitchFamily="49" charset="-122"/>
              </a:rPr>
              <a:t>int</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len</a:t>
            </a: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从串中第</a:t>
            </a:r>
            <a:r>
              <a:rPr altLang="en-US" b="1" dirty="0" kumimoji="1" lang="zh-CN">
                <a:solidFill>
                  <a:schemeClr val="tx2"/>
                </a:solidFill>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pos </a:t>
            </a:r>
            <a:r>
              <a:rPr altLang="en-US" dirty="0" kumimoji="1" lang="zh-CN">
                <a:solidFill>
                  <a:schemeClr val="tx2"/>
                </a:solidFill>
                <a:latin typeface="Times New Roman" panose="02020603050405020304" pitchFamily="18" charset="0"/>
                <a:ea typeface="隶书" panose="02010509060101010101" pitchFamily="49" charset="-122"/>
              </a:rPr>
              <a:t>个位置起连续提取</a:t>
            </a:r>
            <a:r>
              <a:rPr altLang="en-US" b="1" dirty="0" kumimoji="1" lang="zh-CN">
                <a:solidFill>
                  <a:schemeClr val="tx2"/>
                </a:solidFill>
                <a:latin typeface="Times New Roman" panose="02020603050405020304" pitchFamily="18" charset="0"/>
                <a:ea typeface="隶书" panose="02010509060101010101" pitchFamily="49" charset="-122"/>
              </a:rPr>
              <a:t> </a:t>
            </a:r>
            <a:r>
              <a:rPr altLang="zh-CN" b="1" dirty="0" kumimoji="1" lang="en-US" err="1">
                <a:solidFill>
                  <a:schemeClr val="tx2"/>
                </a:solidFill>
                <a:latin typeface="Times New Roman" panose="02020603050405020304" pitchFamily="18" charset="0"/>
                <a:ea typeface="隶书" panose="02010509060101010101" pitchFamily="49" charset="-122"/>
              </a:rPr>
              <a:t>len</a:t>
            </a:r>
            <a:r>
              <a:rPr altLang="zh-CN" b="1" dirty="0" kumimoji="1" lang="en-US">
                <a:solidFill>
                  <a:schemeClr val="tx2"/>
                </a:solidFill>
                <a:latin typeface="Times New Roman" panose="02020603050405020304" pitchFamily="18" charset="0"/>
                <a:ea typeface="隶书" panose="02010509060101010101" pitchFamily="49" charset="-122"/>
              </a:rPr>
              <a:t> </a:t>
            </a:r>
            <a:r>
              <a:rPr altLang="en-US" dirty="0" kumimoji="1" lang="zh-CN">
                <a:solidFill>
                  <a:schemeClr val="tx2"/>
                </a:solidFill>
                <a:latin typeface="Times New Roman" panose="02020603050405020304" pitchFamily="18" charset="0"/>
                <a:ea typeface="隶书" panose="02010509060101010101" pitchFamily="49" charset="-122"/>
              </a:rPr>
              <a:t>个字符形成</a:t>
            </a:r>
          </a:p>
          <a:p>
            <a:pPr eaLnBrk="1" hangingPunct="1">
              <a:lnSpc>
                <a:spcPct val="105000"/>
              </a:lnSpc>
              <a:spcBef>
                <a:spcPct val="5000"/>
              </a:spcBef>
              <a:buFontTx/>
              <a:buNone/>
            </a:pP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子串返回 </a:t>
            </a:r>
            <a:r>
              <a:rPr altLang="en-US" b="1" dirty="0" kumimoji="1" lang="zh-CN">
                <a:solidFill>
                  <a:schemeClr val="tx2"/>
                </a:solidFill>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altLang="en-US" dirty="0" kumimoji="1" lang="zh-CN">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AString</a:t>
            </a:r>
            <a:r>
              <a:rPr altLang="zh-CN" dirty="0" kumimoji="1" lang="en-US">
                <a:latin typeface="Times New Roman" panose="02020603050405020304" pitchFamily="18" charset="0"/>
                <a:ea typeface="隶书" panose="02010509060101010101" pitchFamily="49" charset="-122"/>
              </a:rPr>
              <a:t>  temp</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建立空串对象</a:t>
            </a:r>
            <a:endParaRPr altLang="zh-CN" dirty="0" kumimoji="1" lang="en-US">
              <a:solidFill>
                <a:schemeClr val="tx2"/>
              </a:solidFill>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altLang="zh-CN" b="1" dirty="0" kumimoji="1" lang="en-US">
                <a:latin typeface="Times New Roman" panose="02020603050405020304" pitchFamily="18" charset="0"/>
                <a:ea typeface="隶书" panose="02010509060101010101" pitchFamily="49" charset="-122"/>
              </a:rPr>
              <a:t>     if</a:t>
            </a:r>
            <a:r>
              <a:rPr altLang="zh-CN" dirty="0" kumimoji="1" lang="en-US">
                <a:latin typeface="Times New Roman" panose="02020603050405020304" pitchFamily="18" charset="0"/>
                <a:ea typeface="隶书" panose="02010509060101010101" pitchFamily="49" charset="-122"/>
              </a:rPr>
              <a:t> (pos &gt;= 0 </a:t>
            </a:r>
            <a:r>
              <a:rPr altLang="zh-CN" b="1" dirty="0" kumimoji="1" lang="en-US">
                <a:latin typeface="Times New Roman" panose="02020603050405020304" pitchFamily="18" charset="0"/>
                <a:ea typeface="隶书" panose="02010509060101010101" pitchFamily="49" charset="-122"/>
              </a:rPr>
              <a:t>&amp;&amp;</a:t>
            </a:r>
            <a:r>
              <a:rPr altLang="zh-CN" dirty="0" kumimoji="1" lang="en-US">
                <a:latin typeface="Times New Roman" panose="02020603050405020304" pitchFamily="18" charset="0"/>
                <a:ea typeface="隶书" panose="02010509060101010101" pitchFamily="49" charset="-122"/>
              </a:rPr>
              <a:t> pos+len</a:t>
            </a:r>
            <a:r>
              <a:rPr altLang="zh-CN" dirty="0" kumimoji="1" lang="en-US">
                <a:latin typeface="Courier New" panose="02070309020205020404" pitchFamily="49"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1 &lt; </a:t>
            </a:r>
            <a:r>
              <a:rPr altLang="zh-CN" dirty="0" kumimoji="1" lang="en-US" err="1">
                <a:latin typeface="Times New Roman" panose="02020603050405020304" pitchFamily="18" charset="0"/>
                <a:ea typeface="隶书" panose="02010509060101010101" pitchFamily="49" charset="-122"/>
              </a:rPr>
              <a:t>maxSize</a:t>
            </a: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&amp;&amp;</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len</a:t>
            </a:r>
            <a:r>
              <a:rPr altLang="zh-CN" dirty="0" kumimoji="1" lang="en-US">
                <a:latin typeface="Times New Roman" panose="02020603050405020304" pitchFamily="18" charset="0"/>
                <a:ea typeface="隶书" panose="02010509060101010101" pitchFamily="49" charset="-122"/>
              </a:rPr>
              <a:t> &gt; 0)</a:t>
            </a:r>
          </a:p>
          <a:p>
            <a:pPr eaLnBrk="1" hangingPunct="1">
              <a:lnSpc>
                <a:spcPct val="105000"/>
              </a:lnSpc>
              <a:spcBef>
                <a:spcPct val="5000"/>
              </a:spcBef>
              <a:buFontTx/>
              <a:buNone/>
            </a:pP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提取子串</a:t>
            </a:r>
            <a:endParaRPr altLang="en-US" b="1" dirty="0" kumimoji="1" lang="zh-CN">
              <a:solidFill>
                <a:schemeClr val="tx2"/>
              </a:solidFill>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altLang="en-US" dirty="0" kumimoji="1" lang="zh-CN">
                <a:latin typeface="Times New Roman" panose="02020603050405020304" pitchFamily="18" charset="0"/>
                <a:ea typeface="隶书" panose="02010509060101010101" pitchFamily="49" charset="-122"/>
              </a:rPr>
              <a:t>	      </a:t>
            </a:r>
            <a:r>
              <a:rPr altLang="zh-CN" b="1" dirty="0" kumimoji="1" lang="en-US">
                <a:solidFill>
                  <a:srgbClr val="0070C0"/>
                </a:solidFill>
                <a:latin typeface="Times New Roman" panose="02020603050405020304" pitchFamily="18" charset="0"/>
                <a:ea typeface="隶书" panose="02010509060101010101" pitchFamily="49" charset="-122"/>
              </a:rPr>
              <a:t>if</a:t>
            </a:r>
            <a:r>
              <a:rPr altLang="zh-CN" dirty="0" kumimoji="1" lang="en-US">
                <a:solidFill>
                  <a:srgbClr val="0070C0"/>
                </a:solidFill>
                <a:latin typeface="Times New Roman" panose="02020603050405020304" pitchFamily="18" charset="0"/>
                <a:ea typeface="隶书" panose="02010509060101010101" pitchFamily="49" charset="-122"/>
              </a:rPr>
              <a:t> (pos+len</a:t>
            </a:r>
            <a:r>
              <a:rPr altLang="zh-CN" dirty="0" kumimoji="1" lang="en-US">
                <a:solidFill>
                  <a:srgbClr val="0070C0"/>
                </a:solidFill>
                <a:latin typeface="Courier New" panose="02070309020205020404" pitchFamily="49" charset="0"/>
                <a:ea typeface="隶书" panose="02010509060101010101" pitchFamily="49" charset="-122"/>
              </a:rPr>
              <a:t>-</a:t>
            </a:r>
            <a:r>
              <a:rPr altLang="zh-CN" dirty="0" kumimoji="1" lang="en-US">
                <a:solidFill>
                  <a:srgbClr val="0070C0"/>
                </a:solidFill>
                <a:latin typeface="Times New Roman" panose="02020603050405020304" pitchFamily="18" charset="0"/>
                <a:ea typeface="隶书" panose="02010509060101010101" pitchFamily="49" charset="-122"/>
              </a:rPr>
              <a:t>1 &gt;= </a:t>
            </a:r>
            <a:r>
              <a:rPr altLang="zh-CN" dirty="0" kumimoji="1" lang="en-US" err="1">
                <a:solidFill>
                  <a:srgbClr val="0070C0"/>
                </a:solidFill>
                <a:latin typeface="Times New Roman" panose="02020603050405020304" pitchFamily="18" charset="0"/>
                <a:ea typeface="隶书" panose="02010509060101010101" pitchFamily="49" charset="-122"/>
              </a:rPr>
              <a:t>curLength</a:t>
            </a:r>
            <a:r>
              <a:rPr altLang="zh-CN" dirty="0" kumimoji="1" lang="en-US">
                <a:solidFill>
                  <a:srgbClr val="0070C0"/>
                </a:solidFill>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altLang="zh-CN" dirty="0" kumimoji="1" lang="en-US">
                <a:solidFill>
                  <a:srgbClr val="0070C0"/>
                </a:solidFill>
                <a:latin typeface="Times New Roman" panose="02020603050405020304" pitchFamily="18" charset="0"/>
                <a:ea typeface="隶书" panose="02010509060101010101" pitchFamily="49" charset="-122"/>
              </a:rPr>
              <a:t>               </a:t>
            </a:r>
            <a:r>
              <a:rPr altLang="zh-CN" dirty="0" kumimoji="1" lang="en-US" err="1">
                <a:solidFill>
                  <a:srgbClr val="0070C0"/>
                </a:solidFill>
                <a:latin typeface="Times New Roman" panose="02020603050405020304" pitchFamily="18" charset="0"/>
                <a:ea typeface="隶书" panose="02010509060101010101" pitchFamily="49" charset="-122"/>
              </a:rPr>
              <a:t>len</a:t>
            </a:r>
            <a:r>
              <a:rPr altLang="zh-CN" dirty="0" kumimoji="1" lang="en-US">
                <a:solidFill>
                  <a:srgbClr val="0070C0"/>
                </a:solidFill>
                <a:latin typeface="Times New Roman" panose="02020603050405020304" pitchFamily="18" charset="0"/>
                <a:ea typeface="隶书" panose="02010509060101010101" pitchFamily="49" charset="-122"/>
              </a:rPr>
              <a:t> = </a:t>
            </a:r>
            <a:r>
              <a:rPr altLang="zh-CN" dirty="0" kumimoji="1" lang="en-US" err="1">
                <a:solidFill>
                  <a:srgbClr val="0070C0"/>
                </a:solidFill>
                <a:latin typeface="Times New Roman" panose="02020603050405020304" pitchFamily="18" charset="0"/>
                <a:ea typeface="隶书" panose="02010509060101010101" pitchFamily="49" charset="-122"/>
              </a:rPr>
              <a:t>curLength</a:t>
            </a:r>
            <a:r>
              <a:rPr altLang="zh-CN" dirty="0" kumimoji="1" lang="en-US">
                <a:solidFill>
                  <a:srgbClr val="0070C0"/>
                </a:solidFill>
                <a:latin typeface="Times New Roman" panose="02020603050405020304" pitchFamily="18" charset="0"/>
                <a:ea typeface="隶书" panose="02010509060101010101" pitchFamily="49" charset="-122"/>
              </a:rPr>
              <a:t> </a:t>
            </a:r>
            <a:r>
              <a:rPr altLang="zh-CN" dirty="0" kumimoji="1" lang="en-US">
                <a:solidFill>
                  <a:srgbClr val="0070C0"/>
                </a:solidFill>
                <a:latin typeface="Courier New" panose="02070309020205020404" pitchFamily="49" charset="0"/>
                <a:ea typeface="隶书" panose="02010509060101010101" pitchFamily="49" charset="-122"/>
              </a:rPr>
              <a:t>-</a:t>
            </a:r>
            <a:r>
              <a:rPr altLang="zh-CN" dirty="0" kumimoji="1" lang="en-US">
                <a:solidFill>
                  <a:srgbClr val="0070C0"/>
                </a:solidFill>
                <a:latin typeface="Times New Roman" panose="02020603050405020304" pitchFamily="18" charset="0"/>
                <a:ea typeface="隶书" panose="02010509060101010101" pitchFamily="49" charset="-122"/>
              </a:rPr>
              <a:t> pos</a:t>
            </a:r>
            <a:r>
              <a:rPr altLang="zh-CN" b="1" dirty="0" kumimoji="1" lang="en-US">
                <a:solidFill>
                  <a:srgbClr val="0070C0"/>
                </a:solidFill>
                <a:latin typeface="Times New Roman" panose="02020603050405020304" pitchFamily="18" charset="0"/>
                <a:ea typeface="隶书" panose="02010509060101010101" pitchFamily="49" charset="-122"/>
              </a:rPr>
              <a:t>;</a:t>
            </a:r>
            <a:r>
              <a:rPr altLang="zh-CN" dirty="0" kumimoji="1" lang="en-US">
                <a:solidFill>
                  <a:srgbClr val="0070C0"/>
                </a:solidFill>
                <a:latin typeface="Times New Roman" panose="02020603050405020304" pitchFamily="18" charset="0"/>
                <a:ea typeface="隶书" panose="02010509060101010101" pitchFamily="49" charset="-122"/>
              </a:rPr>
              <a:t>   </a:t>
            </a:r>
            <a:r>
              <a:rPr altLang="zh-CN" b="1" dirty="0" kumimoji="1" lang="en-US">
                <a:solidFill>
                  <a:srgbClr val="0070C0"/>
                </a:solidFill>
                <a:latin typeface="Times New Roman" panose="02020603050405020304" pitchFamily="18" charset="0"/>
                <a:ea typeface="隶书" panose="02010509060101010101" pitchFamily="49" charset="-122"/>
              </a:rPr>
              <a:t>  //</a:t>
            </a:r>
            <a:r>
              <a:rPr altLang="en-US" dirty="0" kumimoji="1" lang="zh-CN">
                <a:solidFill>
                  <a:srgbClr val="0070C0"/>
                </a:solidFill>
                <a:latin typeface="Times New Roman" panose="02020603050405020304" pitchFamily="18" charset="0"/>
                <a:ea typeface="隶书" panose="02010509060101010101" pitchFamily="49" charset="-122"/>
              </a:rPr>
              <a:t>调整提取字符数</a:t>
            </a:r>
          </a:p>
          <a:p>
            <a:pPr eaLnBrk="1" hangingPunct="1">
              <a:lnSpc>
                <a:spcPct val="105000"/>
              </a:lnSpc>
              <a:spcBef>
                <a:spcPct val="5000"/>
              </a:spcBef>
              <a:buFontTx/>
              <a:buNone/>
            </a:pPr>
            <a:r>
              <a:rPr altLang="en-US" dirty="0" kumimoji="1" lang="zh-CN">
                <a:solidFill>
                  <a:srgbClr val="CC0000"/>
                </a:solidFill>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temp.curLength</a:t>
            </a:r>
            <a:r>
              <a:rPr altLang="zh-CN" dirty="0" kumimoji="1" lang="en-US">
                <a:latin typeface="Times New Roman" panose="02020603050405020304" pitchFamily="18" charset="0"/>
                <a:ea typeface="隶书" panose="02010509060101010101" pitchFamily="49" charset="-122"/>
              </a:rPr>
              <a:t> = </a:t>
            </a:r>
            <a:r>
              <a:rPr altLang="zh-CN" dirty="0" kumimoji="1" lang="en-US" err="1">
                <a:latin typeface="Times New Roman" panose="02020603050405020304" pitchFamily="18" charset="0"/>
                <a:ea typeface="隶书" panose="02010509060101010101" pitchFamily="49" charset="-122"/>
              </a:rPr>
              <a:t>len</a:t>
            </a:r>
            <a:r>
              <a:rPr altLang="zh-CN" b="1" dirty="0" kumimoji="1" lang="en-US">
                <a:latin typeface="Times New Roman" panose="02020603050405020304" pitchFamily="18" charset="0"/>
                <a:ea typeface="隶书" panose="02010509060101010101" pitchFamily="49" charset="-122"/>
              </a:rPr>
              <a:t>;</a:t>
            </a:r>
            <a:r>
              <a:rPr altLang="zh-CN" b="1" dirty="0" kumimoji="1" lang="en-US">
                <a:solidFill>
                  <a:srgbClr val="CC0000"/>
                </a:solidFill>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子串长度</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0" presetSubtype="0">
                                  <p:stCondLst>
                                    <p:cond delay="0"/>
                                  </p:stCondLst>
                                  <p:childTnLst>
                                    <p:set>
                                      <p:cBhvr>
                                        <p:cTn dur="1" fill="hold" id="6">
                                          <p:stCondLst>
                                            <p:cond delay="0"/>
                                          </p:stCondLst>
                                        </p:cTn>
                                        <p:tgtEl>
                                          <p:spTgt spid="1049436">
                                            <p:txEl>
                                              <p:pRg st="6" end="6"/>
                                            </p:txEl>
                                          </p:spTgt>
                                        </p:tgtEl>
                                        <p:attrNameLst>
                                          <p:attrName>style.visibility</p:attrName>
                                        </p:attrNameLst>
                                      </p:cBhvr>
                                      <p:to>
                                        <p:strVal val="visible"/>
                                      </p:to>
                                    </p:set>
                                    <p:animEffect transition="in" filter="fade">
                                      <p:cBhvr>
                                        <p:cTn dur="500" id="7"/>
                                        <p:tgtEl>
                                          <p:spTgt spid="1049436">
                                            <p:txEl>
                                              <p:pRg st="6" end="6"/>
                                            </p:txEl>
                                          </p:spTgt>
                                        </p:tgtEl>
                                      </p:cBhvr>
                                    </p:animEffect>
                                  </p:childTnLst>
                                </p:cTn>
                              </p:par>
                              <p:par>
                                <p:cTn fill="hold" id="8" nodeType="withEffect" presetClass="entr" presetID="10" presetSubtype="0">
                                  <p:stCondLst>
                                    <p:cond delay="0"/>
                                  </p:stCondLst>
                                  <p:childTnLst>
                                    <p:set>
                                      <p:cBhvr>
                                        <p:cTn dur="1" fill="hold" id="9">
                                          <p:stCondLst>
                                            <p:cond delay="0"/>
                                          </p:stCondLst>
                                        </p:cTn>
                                        <p:tgtEl>
                                          <p:spTgt spid="1049436">
                                            <p:txEl>
                                              <p:pRg st="7" end="7"/>
                                            </p:txEl>
                                          </p:spTgt>
                                        </p:tgtEl>
                                        <p:attrNameLst>
                                          <p:attrName>style.visibility</p:attrName>
                                        </p:attrNameLst>
                                      </p:cBhvr>
                                      <p:to>
                                        <p:strVal val="visible"/>
                                      </p:to>
                                    </p:set>
                                    <p:animEffect transition="in" filter="fade">
                                      <p:cBhvr>
                                        <p:cTn dur="500" id="10"/>
                                        <p:tgtEl>
                                          <p:spTgt spid="1049436">
                                            <p:txEl>
                                              <p:pRg st="7" end="7"/>
                                            </p:txEl>
                                          </p:spTgt>
                                        </p:tgtEl>
                                      </p:cBhvr>
                                    </p:animEffect>
                                  </p:childTnLst>
                                </p:cTn>
                              </p:par>
                              <p:par>
                                <p:cTn fill="hold" id="11" nodeType="withEffect" presetClass="entr" presetID="10" presetSubtype="0">
                                  <p:stCondLst>
                                    <p:cond delay="0"/>
                                  </p:stCondLst>
                                  <p:childTnLst>
                                    <p:set>
                                      <p:cBhvr>
                                        <p:cTn dur="1" fill="hold" id="12">
                                          <p:stCondLst>
                                            <p:cond delay="0"/>
                                          </p:stCondLst>
                                        </p:cTn>
                                        <p:tgtEl>
                                          <p:spTgt spid="1049436">
                                            <p:txEl>
                                              <p:pRg st="8" end="8"/>
                                            </p:txEl>
                                          </p:spTgt>
                                        </p:tgtEl>
                                        <p:attrNameLst>
                                          <p:attrName>style.visibility</p:attrName>
                                        </p:attrNameLst>
                                      </p:cBhvr>
                                      <p:to>
                                        <p:strVal val="visible"/>
                                      </p:to>
                                    </p:set>
                                    <p:animEffect transition="in" filter="fade">
                                      <p:cBhvr>
                                        <p:cTn dur="500" id="13"/>
                                        <p:tgtEl>
                                          <p:spTgt spid="104943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255" name=""/>
        <p:cNvGrpSpPr/>
        <p:nvPr/>
      </p:nvGrpSpPr>
      <p:grpSpPr>
        <a:xfrm>
          <a:off x="0" y="0"/>
          <a:ext cx="0" cy="0"/>
          <a:chOff x="0" y="0"/>
          <a:chExt cx="0" cy="0"/>
        </a:xfrm>
      </p:grpSpPr>
      <p:sp>
        <p:nvSpPr>
          <p:cNvPr id="1049437" name="Rectangle 2"/>
          <p:cNvSpPr>
            <a:spLocks noGrp="1" noChangeArrowheads="1"/>
          </p:cNvSpPr>
          <p:nvPr>
            <p:ph idx="1"/>
          </p:nvPr>
        </p:nvSpPr>
        <p:spPr>
          <a:xfrm>
            <a:off x="642938" y="766764"/>
            <a:ext cx="8229600" cy="5786437"/>
          </a:xfrm>
        </p:spPr>
        <p:txBody>
          <a:bodyPr/>
          <a:p>
            <a:pPr eaLnBrk="1" hangingPunct="1">
              <a:lnSpc>
                <a:spcPct val="105000"/>
              </a:lnSpc>
              <a:spcBef>
                <a:spcPct val="5000"/>
              </a:spcBef>
              <a:buFontTx/>
              <a:buNone/>
            </a:pPr>
            <a:r>
              <a:rPr altLang="zh-CN" b="1" dirty="0" kumimoji="1" lang="en-US">
                <a:latin typeface="Times New Roman" panose="02020603050405020304" pitchFamily="18" charset="0"/>
                <a:ea typeface="隶书" panose="02010509060101010101" pitchFamily="49" charset="-122"/>
              </a:rPr>
              <a:t>          for </a:t>
            </a:r>
            <a:r>
              <a:rPr altLang="zh-CN" dirty="0" kumimoji="1" lang="en-US">
                <a:latin typeface="Times New Roman" panose="02020603050405020304" pitchFamily="18" charset="0"/>
                <a:ea typeface="隶书" panose="02010509060101010101" pitchFamily="49" charset="-122"/>
              </a:rPr>
              <a:t>(</a:t>
            </a:r>
            <a:r>
              <a:rPr altLang="zh-CN" b="1" dirty="0" kumimoji="1" lang="en-US">
                <a:latin typeface="Times New Roman" panose="02020603050405020304" pitchFamily="18" charset="0"/>
                <a:ea typeface="隶书" panose="02010509060101010101" pitchFamily="49" charset="-122"/>
              </a:rPr>
              <a:t>int</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i</a:t>
            </a:r>
            <a:r>
              <a:rPr altLang="zh-CN" dirty="0" kumimoji="1" lang="en-US">
                <a:latin typeface="Times New Roman" panose="02020603050405020304" pitchFamily="18" charset="0"/>
                <a:ea typeface="隶书" panose="02010509060101010101" pitchFamily="49" charset="-122"/>
              </a:rPr>
              <a:t> = 0, j = pos</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i</a:t>
            </a:r>
            <a:r>
              <a:rPr altLang="zh-CN" dirty="0" kumimoji="1" lang="en-US">
                <a:latin typeface="Times New Roman" panose="02020603050405020304" pitchFamily="18" charset="0"/>
                <a:ea typeface="隶书" panose="02010509060101010101" pitchFamily="49" charset="-122"/>
              </a:rPr>
              <a:t> &lt; </a:t>
            </a:r>
            <a:r>
              <a:rPr altLang="zh-CN" dirty="0" kumimoji="1" lang="en-US" err="1">
                <a:latin typeface="Times New Roman" panose="02020603050405020304" pitchFamily="18" charset="0"/>
                <a:ea typeface="隶书" panose="02010509060101010101" pitchFamily="49" charset="-122"/>
              </a:rPr>
              <a:t>len</a:t>
            </a: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i</a:t>
            </a:r>
            <a:r>
              <a:rPr altLang="zh-CN"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j++</a:t>
            </a:r>
            <a:r>
              <a:rPr altLang="zh-CN" dirty="0" kumimoji="1" lang="en-US">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altLang="zh-CN" dirty="0" kumimoji="1" lang="en-US">
                <a:latin typeface="Times New Roman" panose="02020603050405020304" pitchFamily="18" charset="0"/>
                <a:ea typeface="隶书" panose="02010509060101010101" pitchFamily="49" charset="-122"/>
              </a:rPr>
              <a:t>	           </a:t>
            </a:r>
            <a:r>
              <a:rPr altLang="zh-CN" dirty="0" kumimoji="1" lang="en-US">
                <a:solidFill>
                  <a:srgbClr val="0070C0"/>
                </a:solidFill>
                <a:latin typeface="Times New Roman" panose="02020603050405020304" pitchFamily="18" charset="0"/>
                <a:ea typeface="隶书" panose="02010509060101010101" pitchFamily="49" charset="-122"/>
              </a:rPr>
              <a:t>temp</a:t>
            </a:r>
            <a:r>
              <a:rPr altLang="zh-CN" dirty="0" kumimoji="1" lang="en-US">
                <a:latin typeface="Times New Roman" panose="02020603050405020304" pitchFamily="18" charset="0"/>
                <a:ea typeface="隶书" panose="02010509060101010101" pitchFamily="49" charset="-122"/>
              </a:rPr>
              <a:t>.ch[</a:t>
            </a:r>
            <a:r>
              <a:rPr altLang="zh-CN" dirty="0" kumimoji="1" lang="en-US" err="1">
                <a:latin typeface="Times New Roman" panose="02020603050405020304" pitchFamily="18" charset="0"/>
                <a:ea typeface="隶书" panose="02010509060101010101" pitchFamily="49" charset="-122"/>
              </a:rPr>
              <a:t>i</a:t>
            </a:r>
            <a:r>
              <a:rPr altLang="zh-CN" dirty="0" kumimoji="1" lang="en-US">
                <a:latin typeface="Times New Roman" panose="02020603050405020304" pitchFamily="18" charset="0"/>
                <a:ea typeface="隶书" panose="02010509060101010101" pitchFamily="49" charset="-122"/>
              </a:rPr>
              <a:t>] = </a:t>
            </a:r>
            <a:r>
              <a:rPr altLang="zh-CN" dirty="0" kumimoji="1" lang="en-US" err="1">
                <a:latin typeface="Times New Roman" panose="02020603050405020304" pitchFamily="18" charset="0"/>
                <a:ea typeface="隶书" panose="02010509060101010101" pitchFamily="49" charset="-122"/>
              </a:rPr>
              <a:t>ch</a:t>
            </a:r>
            <a:r>
              <a:rPr altLang="zh-CN" dirty="0" kumimoji="1" lang="en-US">
                <a:latin typeface="Times New Roman" panose="02020603050405020304" pitchFamily="18" charset="0"/>
                <a:ea typeface="隶书" panose="02010509060101010101" pitchFamily="49" charset="-122"/>
              </a:rPr>
              <a:t>[j]</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传送串数组</a:t>
            </a:r>
          </a:p>
          <a:p>
            <a:pPr eaLnBrk="1" hangingPunct="1">
              <a:lnSpc>
                <a:spcPct val="105000"/>
              </a:lnSpc>
              <a:spcBef>
                <a:spcPct val="5000"/>
              </a:spcBef>
              <a:buFontTx/>
              <a:buNone/>
            </a:pPr>
            <a:r>
              <a:rPr altLang="en-US" dirty="0" kumimoji="1" lang="zh-CN">
                <a:latin typeface="Times New Roman" panose="02020603050405020304" pitchFamily="18" charset="0"/>
                <a:ea typeface="隶书" panose="02010509060101010101" pitchFamily="49" charset="-122"/>
              </a:rPr>
              <a:t>	      </a:t>
            </a:r>
            <a:r>
              <a:rPr altLang="zh-CN" dirty="0" kumimoji="1" lang="en-US">
                <a:solidFill>
                  <a:srgbClr val="0070C0"/>
                </a:solidFill>
                <a:latin typeface="Times New Roman" panose="02020603050405020304" pitchFamily="18" charset="0"/>
                <a:ea typeface="隶书" panose="02010509060101010101" pitchFamily="49" charset="-122"/>
              </a:rPr>
              <a:t>temp</a:t>
            </a:r>
            <a:r>
              <a:rPr altLang="zh-CN" dirty="0" kumimoji="1" lang="en-US">
                <a:latin typeface="Times New Roman" panose="02020603050405020304" pitchFamily="18" charset="0"/>
                <a:ea typeface="隶书" panose="02010509060101010101" pitchFamily="49" charset="-122"/>
              </a:rPr>
              <a:t>.ch[</a:t>
            </a:r>
            <a:r>
              <a:rPr altLang="zh-CN" dirty="0" kumimoji="1" lang="en-US" err="1">
                <a:latin typeface="Times New Roman" panose="02020603050405020304" pitchFamily="18" charset="0"/>
                <a:ea typeface="隶书" panose="02010509060101010101" pitchFamily="49" charset="-122"/>
              </a:rPr>
              <a:t>len</a:t>
            </a:r>
            <a:r>
              <a:rPr altLang="zh-CN" dirty="0" kumimoji="1" lang="en-US">
                <a:latin typeface="Times New Roman" panose="02020603050405020304" pitchFamily="18" charset="0"/>
                <a:ea typeface="隶书" panose="02010509060101010101" pitchFamily="49" charset="-122"/>
              </a:rPr>
              <a:t>] = ‘\0’</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子串结束</a:t>
            </a:r>
            <a:endParaRPr altLang="en-US" b="1" dirty="0" kumimoji="1" lang="zh-CN">
              <a:solidFill>
                <a:schemeClr val="tx2"/>
              </a:solidFill>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altLang="en-US" dirty="0" kumimoji="1" lang="zh-CN">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b="1" dirty="0" kumimoji="1" lang="en-US">
                <a:latin typeface="Times New Roman" panose="02020603050405020304" pitchFamily="18" charset="0"/>
                <a:ea typeface="隶书" panose="02010509060101010101" pitchFamily="49" charset="-122"/>
              </a:rPr>
              <a:t>     else </a:t>
            </a:r>
          </a:p>
          <a:p>
            <a:pPr eaLnBrk="1" hangingPunct="1">
              <a:lnSpc>
                <a:spcPct val="105000"/>
              </a:lnSpc>
              <a:spcBef>
                <a:spcPct val="5000"/>
              </a:spcBef>
              <a:buFontTx/>
              <a:buNone/>
            </a:pPr>
            <a:r>
              <a:rPr altLang="zh-CN" b="1" dirty="0" kumimoji="1" lang="en-US">
                <a:latin typeface="Times New Roman" panose="02020603050405020304" pitchFamily="18" charset="0"/>
                <a:ea typeface="隶书" panose="02010509060101010101" pitchFamily="49" charset="-122"/>
              </a:rPr>
              <a:t>     { </a:t>
            </a:r>
            <a:r>
              <a:rPr altLang="zh-CN" dirty="0" kumimoji="1" lang="en-US" err="1">
                <a:latin typeface="Times New Roman" panose="02020603050405020304" pitchFamily="18" charset="0"/>
                <a:ea typeface="隶书" panose="02010509060101010101" pitchFamily="49" charset="-122"/>
              </a:rPr>
              <a:t>temp.curLength</a:t>
            </a:r>
            <a:r>
              <a:rPr altLang="zh-CN" dirty="0" kumimoji="1" lang="en-US">
                <a:latin typeface="Times New Roman" panose="02020603050405020304" pitchFamily="18" charset="0"/>
                <a:ea typeface="隶书" panose="02010509060101010101" pitchFamily="49" charset="-122"/>
              </a:rPr>
              <a:t> = 0</a:t>
            </a:r>
            <a:r>
              <a:rPr altLang="zh-CN" b="1" dirty="0" kumimoji="1" lang="en-US">
                <a:latin typeface="Times New Roman" panose="02020603050405020304" pitchFamily="18" charset="0"/>
                <a:ea typeface="隶书" panose="02010509060101010101" pitchFamily="49" charset="-122"/>
              </a:rPr>
              <a:t>;    </a:t>
            </a:r>
            <a:r>
              <a:rPr altLang="zh-CN" dirty="0" kumimoji="1" lang="en-US">
                <a:latin typeface="Times New Roman" panose="02020603050405020304" pitchFamily="18" charset="0"/>
                <a:ea typeface="隶书" panose="02010509060101010101" pitchFamily="49" charset="-122"/>
              </a:rPr>
              <a:t>temp.ch[0] = ‘\0’</a:t>
            </a:r>
            <a:r>
              <a:rPr altLang="zh-CN" b="1" dirty="0" kumimoji="1" lang="en-US">
                <a:latin typeface="Times New Roman" panose="02020603050405020304" pitchFamily="18" charset="0"/>
                <a:ea typeface="隶书" panose="02010509060101010101" pitchFamily="49" charset="-122"/>
              </a:rPr>
              <a:t>;</a:t>
            </a:r>
            <a:r>
              <a:rPr altLang="zh-CN" b="1" dirty="0" kumimoji="1" lang="en-US">
                <a:solidFill>
                  <a:srgbClr val="CC0000"/>
                </a:solidFill>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dirty="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return</a:t>
            </a:r>
            <a:r>
              <a:rPr altLang="zh-CN" dirty="0" kumimoji="1" lang="en-US">
                <a:latin typeface="Times New Roman" panose="02020603050405020304" pitchFamily="18" charset="0"/>
                <a:ea typeface="隶书" panose="02010509060101010101" pitchFamily="49" charset="-122"/>
              </a:rPr>
              <a:t>  </a:t>
            </a:r>
            <a:r>
              <a:rPr altLang="zh-CN" dirty="0" kumimoji="1" lang="en-US">
                <a:solidFill>
                  <a:srgbClr val="0070C0"/>
                </a:solidFill>
                <a:latin typeface="Times New Roman" panose="02020603050405020304" pitchFamily="18" charset="0"/>
                <a:ea typeface="隶书" panose="02010509060101010101" pitchFamily="49" charset="-122"/>
              </a:rPr>
              <a:t>temp</a:t>
            </a:r>
            <a:r>
              <a:rPr altLang="zh-CN" b="1" dirty="0" kumimoji="1"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b="1" dirty="0" kumimoji="1" lang="en-US">
                <a:latin typeface="Times New Roman" panose="02020603050405020304" pitchFamily="18" charset="0"/>
                <a:ea typeface="隶书" panose="02010509060101010101" pitchFamily="49" charset="-122"/>
              </a:rPr>
              <a:t>};</a:t>
            </a:r>
            <a:r>
              <a:rPr altLang="zh-CN" dirty="0" kumimoji="1" lang="en-US">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endParaRPr altLang="zh-CN" dirty="0" sz="1800" lang="en-US">
              <a:latin typeface="Times New Roman" panose="02020603050405020304" pitchFamily="18" charset="0"/>
              <a:ea typeface="隶书" panose="02010509060101010101" pitchFamily="49" charset="-122"/>
            </a:endParaRPr>
          </a:p>
          <a:p>
            <a:pPr eaLnBrk="1" hangingPunct="1">
              <a:buClr>
                <a:srgbClr val="990099"/>
              </a:buClr>
              <a:buSzPct val="50000"/>
            </a:pPr>
            <a:r>
              <a:rPr altLang="en-US" b="1" dirty="0" sz="3000" kumimoji="1" lang="zh-CN">
                <a:latin typeface="Times New Roman" panose="02020603050405020304" pitchFamily="18" charset="0"/>
                <a:ea typeface="仿宋_GB2312" pitchFamily="49" charset="-122"/>
              </a:rPr>
              <a:t>例：串 </a:t>
            </a:r>
            <a:r>
              <a:rPr altLang="zh-CN" b="1" dirty="0" sz="3000" kumimoji="1" lang="en-US" err="1">
                <a:latin typeface="Times New Roman" panose="02020603050405020304" pitchFamily="18" charset="0"/>
                <a:ea typeface="仿宋_GB2312" pitchFamily="49" charset="-122"/>
              </a:rPr>
              <a:t>st</a:t>
            </a:r>
            <a:r>
              <a:rPr altLang="zh-CN" b="1" dirty="0" sz="3000" kumimoji="1" lang="en-US">
                <a:latin typeface="Times New Roman" panose="02020603050405020304" pitchFamily="18" charset="0"/>
                <a:ea typeface="仿宋_GB2312" pitchFamily="49" charset="-122"/>
              </a:rPr>
              <a:t> = “</a:t>
            </a:r>
            <a:r>
              <a:rPr altLang="zh-CN" b="1" dirty="0" sz="3000" kumimoji="1" lang="en-US">
                <a:solidFill>
                  <a:schemeClr val="tx2"/>
                </a:solidFill>
                <a:latin typeface="Times New Roman" panose="02020603050405020304" pitchFamily="18" charset="0"/>
                <a:ea typeface="仿宋_GB2312" pitchFamily="49" charset="-122"/>
              </a:rPr>
              <a:t>uni</a:t>
            </a:r>
            <a:r>
              <a:rPr altLang="zh-CN" b="1" dirty="0" sz="3000" kumimoji="1" lang="en-US" u="sng">
                <a:solidFill>
                  <a:schemeClr val="tx2"/>
                </a:solidFill>
                <a:latin typeface="Times New Roman" panose="02020603050405020304" pitchFamily="18" charset="0"/>
                <a:ea typeface="仿宋_GB2312" pitchFamily="49" charset="-122"/>
              </a:rPr>
              <a:t>vers</a:t>
            </a:r>
            <a:r>
              <a:rPr altLang="zh-CN" b="1" dirty="0" sz="3000" kumimoji="1" lang="en-US">
                <a:solidFill>
                  <a:schemeClr val="tx2"/>
                </a:solidFill>
                <a:latin typeface="Times New Roman" panose="02020603050405020304" pitchFamily="18" charset="0"/>
                <a:ea typeface="仿宋_GB2312" pitchFamily="49" charset="-122"/>
              </a:rPr>
              <a:t>ity</a:t>
            </a:r>
            <a:r>
              <a:rPr altLang="zh-CN" b="1" dirty="0" sz="3000" kumimoji="1" lang="en-US">
                <a:latin typeface="Times New Roman" panose="02020603050405020304" pitchFamily="18" charset="0"/>
                <a:ea typeface="仿宋_GB2312" pitchFamily="49" charset="-122"/>
              </a:rPr>
              <a:t>”, </a:t>
            </a:r>
            <a:r>
              <a:rPr altLang="zh-CN" b="1" dirty="0" sz="3000" i="1" kumimoji="1" lang="en-US">
                <a:latin typeface="Times New Roman" panose="02020603050405020304" pitchFamily="18" charset="0"/>
                <a:ea typeface="仿宋_GB2312" pitchFamily="49" charset="-122"/>
              </a:rPr>
              <a:t> </a:t>
            </a:r>
            <a:r>
              <a:rPr altLang="zh-CN" b="1" dirty="0" sz="3000" kumimoji="1" lang="en-US">
                <a:latin typeface="Times New Roman" panose="02020603050405020304" pitchFamily="18" charset="0"/>
                <a:ea typeface="仿宋_GB2312" pitchFamily="49" charset="-122"/>
              </a:rPr>
              <a:t>pos = 3,  </a:t>
            </a:r>
            <a:r>
              <a:rPr altLang="zh-CN" b="1" dirty="0" sz="3000" kumimoji="1" lang="en-US" err="1">
                <a:latin typeface="Times New Roman" panose="02020603050405020304" pitchFamily="18" charset="0"/>
                <a:ea typeface="仿宋_GB2312" pitchFamily="49" charset="-122"/>
              </a:rPr>
              <a:t>len</a:t>
            </a:r>
            <a:r>
              <a:rPr altLang="zh-CN" b="1" dirty="0" sz="3000" kumimoji="1" lang="en-US">
                <a:latin typeface="Times New Roman" panose="02020603050405020304" pitchFamily="18" charset="0"/>
                <a:ea typeface="仿宋_GB2312" pitchFamily="49" charset="-122"/>
              </a:rPr>
              <a:t> = 4</a:t>
            </a:r>
          </a:p>
          <a:p>
            <a:pPr eaLnBrk="1" hangingPunct="1">
              <a:buClr>
                <a:srgbClr val="990099"/>
              </a:buClr>
              <a:buSzPct val="50000"/>
              <a:buFontTx/>
              <a:buNone/>
            </a:pPr>
            <a:r>
              <a:rPr altLang="zh-CN" b="1" dirty="0" sz="3000" kumimoji="1" lang="en-US">
                <a:latin typeface="Times New Roman" panose="02020603050405020304" pitchFamily="18" charset="0"/>
                <a:ea typeface="仿宋_GB2312" pitchFamily="49" charset="-122"/>
              </a:rPr>
              <a:t>	</a:t>
            </a:r>
            <a:r>
              <a:rPr altLang="en-US" b="1" dirty="0" sz="3000" kumimoji="1" lang="zh-CN">
                <a:latin typeface="Times New Roman" panose="02020603050405020304" pitchFamily="18" charset="0"/>
                <a:ea typeface="仿宋_GB2312" pitchFamily="49" charset="-122"/>
              </a:rPr>
              <a:t>使用示例   </a:t>
            </a:r>
            <a:r>
              <a:rPr altLang="zh-CN" b="1" dirty="0" sz="3000" kumimoji="1" lang="en-US" err="1">
                <a:latin typeface="Times New Roman" panose="02020603050405020304" pitchFamily="18" charset="0"/>
                <a:ea typeface="仿宋_GB2312" pitchFamily="49" charset="-122"/>
              </a:rPr>
              <a:t>subSt</a:t>
            </a:r>
            <a:r>
              <a:rPr altLang="zh-CN" b="1" dirty="0" sz="3000" kumimoji="1" lang="en-US">
                <a:latin typeface="Times New Roman" panose="02020603050405020304" pitchFamily="18" charset="0"/>
                <a:ea typeface="仿宋_GB2312" pitchFamily="49" charset="-122"/>
              </a:rPr>
              <a:t> = </a:t>
            </a:r>
            <a:r>
              <a:rPr altLang="zh-CN" b="1" dirty="0" sz="3000" kumimoji="1" lang="en-US" err="1">
                <a:solidFill>
                  <a:srgbClr val="006600"/>
                </a:solidFill>
                <a:latin typeface="Times New Roman" panose="02020603050405020304" pitchFamily="18" charset="0"/>
                <a:ea typeface="仿宋_GB2312" pitchFamily="49" charset="-122"/>
              </a:rPr>
              <a:t>st</a:t>
            </a:r>
            <a:r>
              <a:rPr altLang="zh-CN" b="1" dirty="0" sz="3000" kumimoji="1" lang="en-US">
                <a:solidFill>
                  <a:schemeClr val="tx2"/>
                </a:solidFill>
                <a:latin typeface="Times New Roman" panose="02020603050405020304" pitchFamily="18" charset="0"/>
                <a:ea typeface="仿宋_GB2312" pitchFamily="49" charset="-122"/>
              </a:rPr>
              <a:t>(3, 4)</a:t>
            </a:r>
          </a:p>
          <a:p>
            <a:pPr eaLnBrk="1" hangingPunct="1">
              <a:buClr>
                <a:srgbClr val="990099"/>
              </a:buClr>
              <a:buSzPct val="50000"/>
              <a:buFontTx/>
              <a:buNone/>
            </a:pPr>
            <a:r>
              <a:rPr altLang="zh-CN" b="1" dirty="0" sz="3000" kumimoji="1" lang="en-US">
                <a:latin typeface="Times New Roman" panose="02020603050405020304" pitchFamily="18" charset="0"/>
                <a:ea typeface="仿宋_GB2312" pitchFamily="49" charset="-122"/>
              </a:rPr>
              <a:t>	</a:t>
            </a:r>
            <a:r>
              <a:rPr altLang="en-US" b="1" dirty="0" sz="3000" kumimoji="1" lang="zh-CN">
                <a:latin typeface="Times New Roman" panose="02020603050405020304" pitchFamily="18" charset="0"/>
                <a:ea typeface="仿宋_GB2312" pitchFamily="49" charset="-122"/>
              </a:rPr>
              <a:t>提取子串</a:t>
            </a:r>
            <a:r>
              <a:rPr altLang="en-US" b="1" dirty="0" sz="3000" kumimoji="1" lang="en-US">
                <a:latin typeface="Times New Roman" panose="02020603050405020304" pitchFamily="18" charset="0"/>
                <a:ea typeface="仿宋_GB2312" pitchFamily="49" charset="-122"/>
              </a:rPr>
              <a:t>   </a:t>
            </a:r>
            <a:r>
              <a:rPr altLang="zh-CN" b="1" dirty="0" sz="3000" kumimoji="1" lang="en-US" err="1">
                <a:latin typeface="Times New Roman" panose="02020603050405020304" pitchFamily="18" charset="0"/>
                <a:ea typeface="仿宋_GB2312" pitchFamily="49" charset="-122"/>
              </a:rPr>
              <a:t>subSt</a:t>
            </a:r>
            <a:r>
              <a:rPr altLang="zh-CN" b="1" dirty="0" sz="3000" kumimoji="1" lang="en-US">
                <a:latin typeface="Times New Roman" panose="02020603050405020304" pitchFamily="18" charset="0"/>
                <a:ea typeface="仿宋_GB2312" pitchFamily="49" charset="-122"/>
              </a:rPr>
              <a:t> = “</a:t>
            </a:r>
            <a:r>
              <a:rPr altLang="zh-CN" b="1" dirty="0" sz="3000" kumimoji="1" lang="en-US" err="1">
                <a:solidFill>
                  <a:schemeClr val="tx2"/>
                </a:solidFill>
                <a:latin typeface="Times New Roman" panose="02020603050405020304" pitchFamily="18" charset="0"/>
                <a:ea typeface="仿宋_GB2312" pitchFamily="49" charset="-122"/>
              </a:rPr>
              <a:t>vers</a:t>
            </a:r>
            <a:r>
              <a:rPr altLang="zh-CN" b="1" dirty="0" sz="3000" kumimoji="1" lang="en-US">
                <a:latin typeface="Times New Roman" panose="02020603050405020304" pitchFamily="18" charset="0"/>
                <a:ea typeface="仿宋_GB2312" pitchFamily="49" charset="-122"/>
              </a:rPr>
              <a:t>”</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0" presetSubtype="0">
                                  <p:stCondLst>
                                    <p:cond delay="0"/>
                                  </p:stCondLst>
                                  <p:childTnLst>
                                    <p:set>
                                      <p:cBhvr>
                                        <p:cTn dur="1" fill="hold" id="6">
                                          <p:stCondLst>
                                            <p:cond delay="0"/>
                                          </p:stCondLst>
                                        </p:cTn>
                                        <p:tgtEl>
                                          <p:spTgt spid="1049437">
                                            <p:txEl>
                                              <p:pRg st="0" end="0"/>
                                            </p:txEl>
                                          </p:spTgt>
                                        </p:tgtEl>
                                        <p:attrNameLst>
                                          <p:attrName>style.visibility</p:attrName>
                                        </p:attrNameLst>
                                      </p:cBhvr>
                                      <p:to>
                                        <p:strVal val="visible"/>
                                      </p:to>
                                    </p:set>
                                    <p:animEffect transition="in" filter="fade">
                                      <p:cBhvr>
                                        <p:cTn dur="500" id="7"/>
                                        <p:tgtEl>
                                          <p:spTgt spid="1049437">
                                            <p:txEl>
                                              <p:pRg st="0" end="0"/>
                                            </p:txEl>
                                          </p:spTgt>
                                        </p:tgtEl>
                                      </p:cBhvr>
                                    </p:animEffect>
                                  </p:childTnLst>
                                </p:cTn>
                              </p:par>
                              <p:par>
                                <p:cTn fill="hold" id="8" nodeType="withEffect" presetClass="entr" presetID="10" presetSubtype="0">
                                  <p:stCondLst>
                                    <p:cond delay="0"/>
                                  </p:stCondLst>
                                  <p:childTnLst>
                                    <p:set>
                                      <p:cBhvr>
                                        <p:cTn dur="1" fill="hold" id="9">
                                          <p:stCondLst>
                                            <p:cond delay="0"/>
                                          </p:stCondLst>
                                        </p:cTn>
                                        <p:tgtEl>
                                          <p:spTgt spid="1049437">
                                            <p:txEl>
                                              <p:pRg st="1" end="1"/>
                                            </p:txEl>
                                          </p:spTgt>
                                        </p:tgtEl>
                                        <p:attrNameLst>
                                          <p:attrName>style.visibility</p:attrName>
                                        </p:attrNameLst>
                                      </p:cBhvr>
                                      <p:to>
                                        <p:strVal val="visible"/>
                                      </p:to>
                                    </p:set>
                                    <p:animEffect transition="in" filter="fade">
                                      <p:cBhvr>
                                        <p:cTn dur="500" id="10"/>
                                        <p:tgtEl>
                                          <p:spTgt spid="1049437">
                                            <p:txEl>
                                              <p:pRg st="1" end="1"/>
                                            </p:txEl>
                                          </p:spTgt>
                                        </p:tgtEl>
                                      </p:cBhvr>
                                    </p:animEffec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0" presetSubtype="0">
                                  <p:stCondLst>
                                    <p:cond delay="0"/>
                                  </p:stCondLst>
                                  <p:childTnLst>
                                    <p:set>
                                      <p:cBhvr>
                                        <p:cTn dur="1" fill="hold" id="14">
                                          <p:stCondLst>
                                            <p:cond delay="0"/>
                                          </p:stCondLst>
                                        </p:cTn>
                                        <p:tgtEl>
                                          <p:spTgt spid="1049437">
                                            <p:txEl>
                                              <p:pRg st="2" end="2"/>
                                            </p:txEl>
                                          </p:spTgt>
                                        </p:tgtEl>
                                        <p:attrNameLst>
                                          <p:attrName>style.visibility</p:attrName>
                                        </p:attrNameLst>
                                      </p:cBhvr>
                                      <p:to>
                                        <p:strVal val="visible"/>
                                      </p:to>
                                    </p:set>
                                    <p:animEffect transition="in" filter="fade">
                                      <p:cBhvr>
                                        <p:cTn dur="500" id="15"/>
                                        <p:tgtEl>
                                          <p:spTgt spid="1049437">
                                            <p:txEl>
                                              <p:pRg st="2" end="2"/>
                                            </p:txEl>
                                          </p:spTgt>
                                        </p:tgtEl>
                                      </p:cBhvr>
                                    </p:animEffect>
                                  </p:childTnLst>
                                </p:cTn>
                              </p:par>
                            </p:childTnLst>
                          </p:cTn>
                        </p:par>
                      </p:childTnLst>
                    </p:cTn>
                  </p:par>
                  <p:par>
                    <p:cTn fill="hold" id="16">
                      <p:stCondLst>
                        <p:cond delay="indefinite"/>
                      </p:stCondLst>
                      <p:childTnLst>
                        <p:par>
                          <p:cTn fill="hold" id="17">
                            <p:stCondLst>
                              <p:cond delay="0"/>
                            </p:stCondLst>
                            <p:childTnLst>
                              <p:par>
                                <p:cTn fill="hold" id="18" nodeType="clickEffect" presetClass="entr" presetID="10" presetSubtype="0">
                                  <p:stCondLst>
                                    <p:cond delay="0"/>
                                  </p:stCondLst>
                                  <p:childTnLst>
                                    <p:set>
                                      <p:cBhvr>
                                        <p:cTn dur="1" fill="hold" id="19">
                                          <p:stCondLst>
                                            <p:cond delay="0"/>
                                          </p:stCondLst>
                                        </p:cTn>
                                        <p:tgtEl>
                                          <p:spTgt spid="1049437">
                                            <p:txEl>
                                              <p:pRg st="6" end="6"/>
                                            </p:txEl>
                                          </p:spTgt>
                                        </p:tgtEl>
                                        <p:attrNameLst>
                                          <p:attrName>style.visibility</p:attrName>
                                        </p:attrNameLst>
                                      </p:cBhvr>
                                      <p:to>
                                        <p:strVal val="visible"/>
                                      </p:to>
                                    </p:set>
                                    <p:animEffect transition="in" filter="fade">
                                      <p:cBhvr>
                                        <p:cTn dur="500" id="20"/>
                                        <p:tgtEl>
                                          <p:spTgt spid="104943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256" name=""/>
        <p:cNvGrpSpPr/>
        <p:nvPr/>
      </p:nvGrpSpPr>
      <p:grpSpPr>
        <a:xfrm>
          <a:off x="0" y="0"/>
          <a:ext cx="0" cy="0"/>
          <a:chOff x="0" y="0"/>
          <a:chExt cx="0" cy="0"/>
        </a:xfrm>
      </p:grpSpPr>
      <p:sp>
        <p:nvSpPr>
          <p:cNvPr id="1049438" name="Rectangle 2"/>
          <p:cNvSpPr>
            <a:spLocks noGrp="1" noChangeArrowheads="1"/>
          </p:cNvSpPr>
          <p:nvPr>
            <p:ph type="title"/>
          </p:nvPr>
        </p:nvSpPr>
        <p:spPr>
          <a:xfrm>
            <a:off x="457200" y="446090"/>
            <a:ext cx="8229600" cy="879475"/>
          </a:xfrm>
        </p:spPr>
        <p:txBody>
          <a:bodyPr/>
          <a:p>
            <a:pPr eaLnBrk="1" hangingPunct="1"/>
            <a:r>
              <a:rPr altLang="en-US" b="1" sz="4000" lang="zh-CN">
                <a:latin typeface="华文新魏" panose="02010800040101010101" pitchFamily="2" charset="-122"/>
                <a:ea typeface="华文新魏" panose="02010800040101010101" pitchFamily="2" charset="-122"/>
              </a:rPr>
              <a:t>串重载操作</a:t>
            </a:r>
            <a:r>
              <a:rPr altLang="zh-CN" b="1" sz="4000" lang="en-US">
                <a:latin typeface="华文新魏" panose="02010800040101010101" pitchFamily="2" charset="-122"/>
                <a:ea typeface="华文新魏" panose="02010800040101010101" pitchFamily="2" charset="-122"/>
              </a:rPr>
              <a:t>: </a:t>
            </a:r>
            <a:r>
              <a:rPr altLang="en-US" b="1" sz="4000" lang="zh-CN">
                <a:latin typeface="华文新魏" panose="02010800040101010101" pitchFamily="2" charset="-122"/>
                <a:ea typeface="华文新魏" panose="02010800040101010101" pitchFamily="2" charset="-122"/>
              </a:rPr>
              <a:t>串赋值</a:t>
            </a:r>
          </a:p>
        </p:txBody>
      </p:sp>
      <p:sp>
        <p:nvSpPr>
          <p:cNvPr id="1049439" name="Rectangle 3"/>
          <p:cNvSpPr>
            <a:spLocks noGrp="1" noChangeArrowheads="1"/>
          </p:cNvSpPr>
          <p:nvPr>
            <p:ph idx="1"/>
          </p:nvPr>
        </p:nvSpPr>
        <p:spPr>
          <a:xfrm>
            <a:off x="558800" y="1257300"/>
            <a:ext cx="8229600" cy="5157788"/>
          </a:xfrm>
        </p:spPr>
        <p:txBody>
          <a:bodyPr>
            <a:normAutofit fontScale="96429"/>
          </a:bodyPr>
          <a:p>
            <a:pPr eaLnBrk="1" hangingPunct="1">
              <a:lnSpc>
                <a:spcPct val="105000"/>
              </a:lnSpc>
              <a:spcBef>
                <a:spcPct val="0"/>
              </a:spcBef>
              <a:buFontTx/>
              <a:buNone/>
            </a:pPr>
            <a:r>
              <a:rPr altLang="zh-CN" lang="en-US">
                <a:latin typeface="Times New Roman" panose="02020603050405020304" pitchFamily="18" charset="0"/>
                <a:ea typeface="隶书" panose="02010509060101010101" pitchFamily="49" charset="-122"/>
              </a:rPr>
              <a:t>AString</a:t>
            </a:r>
            <a:r>
              <a:rPr altLang="zh-CN" b="1" lang="en-US">
                <a:latin typeface="Times New Roman" panose="02020603050405020304" pitchFamily="18" charset="0"/>
                <a:ea typeface="隶书" panose="02010509060101010101" pitchFamily="49" charset="-122"/>
              </a:rPr>
              <a:t>&amp;</a:t>
            </a:r>
            <a:r>
              <a:rPr altLang="zh-CN" lang="en-US">
                <a:latin typeface="Times New Roman" panose="02020603050405020304" pitchFamily="18" charset="0"/>
                <a:ea typeface="隶书" panose="02010509060101010101" pitchFamily="49" charset="-122"/>
              </a:rPr>
              <a:t> AString</a:t>
            </a:r>
            <a:r>
              <a:rPr altLang="zh-CN" b="1" lang="en-US">
                <a:latin typeface="Times New Roman" panose="02020603050405020304" pitchFamily="18" charset="0"/>
                <a:ea typeface="隶书" panose="02010509060101010101" pitchFamily="49" charset="-122"/>
              </a:rPr>
              <a:t>::operator =</a:t>
            </a: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const</a:t>
            </a:r>
            <a:r>
              <a:rPr altLang="zh-CN" lang="en-US">
                <a:latin typeface="Times New Roman" panose="02020603050405020304" pitchFamily="18" charset="0"/>
                <a:ea typeface="隶书" panose="02010509060101010101" pitchFamily="49" charset="-122"/>
              </a:rPr>
              <a:t> AString</a:t>
            </a:r>
            <a:r>
              <a:rPr altLang="zh-CN" b="1" lang="en-US">
                <a:latin typeface="Times New Roman" panose="02020603050405020304" pitchFamily="18" charset="0"/>
                <a:ea typeface="隶书" panose="02010509060101010101" pitchFamily="49" charset="-122"/>
              </a:rPr>
              <a:t>&amp;</a:t>
            </a:r>
            <a:r>
              <a:rPr altLang="zh-CN" lang="en-US">
                <a:latin typeface="Times New Roman" panose="02020603050405020304" pitchFamily="18" charset="0"/>
                <a:ea typeface="隶书" panose="02010509060101010101" pitchFamily="49" charset="-122"/>
              </a:rPr>
              <a:t> ob) </a:t>
            </a:r>
            <a:r>
              <a:rPr altLang="zh-CN" b="1" lang="en-US">
                <a:latin typeface="Times New Roman" panose="02020603050405020304" pitchFamily="18" charset="0"/>
                <a:ea typeface="隶书" panose="02010509060101010101" pitchFamily="49" charset="-122"/>
              </a:rPr>
              <a:t>{</a:t>
            </a:r>
            <a:endParaRPr altLang="zh-CN" lang="en-US">
              <a:latin typeface="Times New Roman" panose="02020603050405020304" pitchFamily="18" charset="0"/>
              <a:ea typeface="隶书" panose="02010509060101010101" pitchFamily="49" charset="-122"/>
            </a:endParaRPr>
          </a:p>
          <a:p>
            <a:pPr eaLnBrk="1" hangingPunct="1">
              <a:lnSpc>
                <a:spcPct val="105000"/>
              </a:lnSpc>
              <a:spcBef>
                <a:spcPct val="0"/>
              </a:spcBef>
              <a:buFontTx/>
              <a:buNone/>
            </a:pP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if</a:t>
            </a: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&amp;</a:t>
            </a:r>
            <a:r>
              <a:rPr altLang="zh-CN" lang="en-US">
                <a:latin typeface="Times New Roman" panose="02020603050405020304" pitchFamily="18" charset="0"/>
                <a:ea typeface="隶书" panose="02010509060101010101" pitchFamily="49" charset="-122"/>
              </a:rPr>
              <a:t>ob != </a:t>
            </a:r>
            <a:r>
              <a:rPr altLang="zh-CN" b="1" lang="en-US">
                <a:latin typeface="Times New Roman" panose="02020603050405020304" pitchFamily="18" charset="0"/>
                <a:ea typeface="隶书" panose="02010509060101010101" pitchFamily="49" charset="-122"/>
              </a:rPr>
              <a:t>this</a:t>
            </a: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a:t>
            </a:r>
            <a:r>
              <a:rPr altLang="zh-CN"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若两个串相等为自我赋值</a:t>
            </a:r>
          </a:p>
          <a:p>
            <a:pPr eaLnBrk="1" hangingPunct="1">
              <a:lnSpc>
                <a:spcPct val="105000"/>
              </a:lnSpc>
              <a:spcBef>
                <a:spcPct val="0"/>
              </a:spcBef>
              <a:buFontTx/>
              <a:buNone/>
            </a:pPr>
            <a:r>
              <a:rPr altLang="en-US" lang="zh-CN">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delete</a:t>
            </a:r>
            <a:r>
              <a:rPr altLang="zh-CN" lang="en-US">
                <a:latin typeface="Times New Roman" panose="02020603050405020304" pitchFamily="18" charset="0"/>
                <a:ea typeface="隶书" panose="02010509060101010101" pitchFamily="49" charset="-122"/>
              </a:rPr>
              <a:t> []ch</a:t>
            </a:r>
            <a:r>
              <a:rPr altLang="zh-CN" b="1" lang="en-US">
                <a:latin typeface="Times New Roman" panose="02020603050405020304" pitchFamily="18" charset="0"/>
                <a:ea typeface="隶书" panose="02010509060101010101" pitchFamily="49" charset="-122"/>
              </a:rPr>
              <a:t>;</a:t>
            </a:r>
            <a:r>
              <a:rPr altLang="zh-CN" lang="en-US">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altLang="zh-CN" lang="en-US">
                <a:latin typeface="Times New Roman" panose="02020603050405020304" pitchFamily="18" charset="0"/>
                <a:ea typeface="隶书" panose="02010509060101010101" pitchFamily="49" charset="-122"/>
              </a:rPr>
              <a:t>		ch = </a:t>
            </a:r>
            <a:r>
              <a:rPr altLang="zh-CN" b="1" lang="en-US">
                <a:latin typeface="Times New Roman" panose="02020603050405020304" pitchFamily="18" charset="0"/>
                <a:ea typeface="隶书" panose="02010509060101010101" pitchFamily="49" charset="-122"/>
              </a:rPr>
              <a:t>new</a:t>
            </a: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char</a:t>
            </a:r>
            <a:r>
              <a:rPr altLang="zh-CN" lang="en-US">
                <a:latin typeface="Times New Roman" panose="02020603050405020304" pitchFamily="18" charset="0"/>
                <a:ea typeface="隶书" panose="02010509060101010101" pitchFamily="49" charset="-122"/>
              </a:rPr>
              <a:t>[maxSize+1</a:t>
            </a:r>
            <a:r>
              <a:rPr altLang="zh-CN" b="1"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重新分配</a:t>
            </a:r>
            <a:r>
              <a:rPr altLang="en-US" lang="zh-CN">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altLang="en-US" lang="zh-CN">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if </a:t>
            </a:r>
            <a:r>
              <a:rPr altLang="zh-CN" lang="en-US">
                <a:latin typeface="Times New Roman" panose="02020603050405020304" pitchFamily="18" charset="0"/>
                <a:ea typeface="隶书" panose="02010509060101010101" pitchFamily="49" charset="-122"/>
              </a:rPr>
              <a:t>(ch </a:t>
            </a:r>
            <a:r>
              <a:rPr altLang="zh-CN" i="1" lang="en-US">
                <a:latin typeface="Times New Roman" panose="02020603050405020304" pitchFamily="18" charset="0"/>
                <a:ea typeface="隶书" panose="02010509060101010101" pitchFamily="49" charset="-122"/>
              </a:rPr>
              <a:t>==</a:t>
            </a:r>
            <a:r>
              <a:rPr altLang="zh-CN" lang="en-US">
                <a:latin typeface="Times New Roman" panose="02020603050405020304" pitchFamily="18" charset="0"/>
                <a:ea typeface="隶书" panose="02010509060101010101" pitchFamily="49" charset="-122"/>
              </a:rPr>
              <a:t> NULL) </a:t>
            </a:r>
          </a:p>
          <a:p>
            <a:pPr eaLnBrk="1" hangingPunct="1">
              <a:lnSpc>
                <a:spcPct val="105000"/>
              </a:lnSpc>
              <a:spcBef>
                <a:spcPct val="0"/>
              </a:spcBef>
              <a:buFontTx/>
              <a:buNone/>
            </a:pP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 cerr &lt;&lt;</a:t>
            </a:r>
            <a:r>
              <a:rPr altLang="zh-CN" lang="en-US">
                <a:latin typeface="Times New Roman" panose="02020603050405020304" pitchFamily="18" charset="0"/>
                <a:ea typeface="隶书" panose="02010509060101010101" pitchFamily="49" charset="-122"/>
              </a:rPr>
              <a:t> “</a:t>
            </a:r>
            <a:r>
              <a:rPr altLang="en-US" lang="zh-CN">
                <a:latin typeface="Times New Roman" panose="02020603050405020304" pitchFamily="18" charset="0"/>
                <a:ea typeface="隶书" panose="02010509060101010101" pitchFamily="49" charset="-122"/>
              </a:rPr>
              <a:t>存储分配失败</a:t>
            </a:r>
            <a:r>
              <a:rPr altLang="zh-CN" lang="en-US">
                <a:latin typeface="Times New Roman" panose="02020603050405020304" pitchFamily="18" charset="0"/>
                <a:ea typeface="隶书" panose="02010509060101010101" pitchFamily="49" charset="-122"/>
              </a:rPr>
              <a:t>!\n ”</a:t>
            </a:r>
            <a:r>
              <a:rPr altLang="zh-CN" b="1" lang="en-US">
                <a:latin typeface="Times New Roman" panose="02020603050405020304" pitchFamily="18" charset="0"/>
                <a:ea typeface="隶书" panose="02010509060101010101" pitchFamily="49" charset="-122"/>
              </a:rPr>
              <a:t>;  exit</a:t>
            </a:r>
            <a:r>
              <a:rPr altLang="zh-CN" lang="en-US">
                <a:latin typeface="Times New Roman" panose="02020603050405020304" pitchFamily="18" charset="0"/>
                <a:ea typeface="隶书" panose="02010509060101010101" pitchFamily="49" charset="-122"/>
              </a:rPr>
              <a:t>(1)</a:t>
            </a:r>
            <a:r>
              <a:rPr altLang="zh-CN" b="1" lang="en-US">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altLang="zh-CN" lang="en-US">
                <a:latin typeface="Times New Roman" panose="02020603050405020304" pitchFamily="18" charset="0"/>
                <a:ea typeface="隶书" panose="02010509060101010101" pitchFamily="49" charset="-122"/>
              </a:rPr>
              <a:t>		curLength = ob.curLength</a:t>
            </a:r>
            <a:r>
              <a:rPr altLang="zh-CN" b="1" lang="en-US">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strcpy(ch,ob.ch)</a:t>
            </a:r>
            <a:r>
              <a:rPr altLang="zh-CN" b="1" lang="en-US">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else cout &lt;&lt;</a:t>
            </a:r>
            <a:r>
              <a:rPr altLang="zh-CN" lang="en-US">
                <a:latin typeface="Times New Roman" panose="02020603050405020304" pitchFamily="18" charset="0"/>
                <a:ea typeface="隶书" panose="02010509060101010101" pitchFamily="49" charset="-122"/>
              </a:rPr>
              <a:t> “</a:t>
            </a:r>
            <a:r>
              <a:rPr altLang="en-US" lang="zh-CN">
                <a:latin typeface="Times New Roman" panose="02020603050405020304" pitchFamily="18" charset="0"/>
                <a:ea typeface="隶书" panose="02010509060101010101" pitchFamily="49" charset="-122"/>
              </a:rPr>
              <a:t>字符串自身赋值出错</a:t>
            </a:r>
            <a:r>
              <a:rPr altLang="zh-CN" lang="en-US">
                <a:latin typeface="Times New Roman" panose="02020603050405020304" pitchFamily="18" charset="0"/>
                <a:ea typeface="隶书" panose="02010509060101010101" pitchFamily="49" charset="-122"/>
              </a:rPr>
              <a:t>!\n</a:t>
            </a:r>
            <a:r>
              <a:rPr altLang="zh-CN" b="1" lang="en-US">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return this;</a:t>
            </a:r>
          </a:p>
          <a:p>
            <a:pPr eaLnBrk="1" hangingPunct="1">
              <a:lnSpc>
                <a:spcPct val="105000"/>
              </a:lnSpc>
              <a:spcBef>
                <a:spcPct val="0"/>
              </a:spcBef>
              <a:buFontTx/>
              <a:buNone/>
            </a:pPr>
            <a:r>
              <a:rPr altLang="zh-CN" b="1" lang="en-US">
                <a:latin typeface="Times New Roman" panose="02020603050405020304" pitchFamily="18" charset="0"/>
                <a:ea typeface="隶书" panose="02010509060101010101" pitchFamily="49" charset="-122"/>
              </a:rPr>
              <a:t>};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257" name=""/>
        <p:cNvGrpSpPr/>
        <p:nvPr/>
      </p:nvGrpSpPr>
      <p:grpSpPr>
        <a:xfrm>
          <a:off x="0" y="0"/>
          <a:ext cx="0" cy="0"/>
          <a:chOff x="0" y="0"/>
          <a:chExt cx="0" cy="0"/>
        </a:xfrm>
      </p:grpSpPr>
      <p:sp>
        <p:nvSpPr>
          <p:cNvPr id="1049440" name="Rectangle 2"/>
          <p:cNvSpPr>
            <a:spLocks noGrp="1" noChangeArrowheads="1"/>
          </p:cNvSpPr>
          <p:nvPr>
            <p:ph type="title"/>
          </p:nvPr>
        </p:nvSpPr>
        <p:spPr>
          <a:xfrm>
            <a:off x="457200" y="328613"/>
            <a:ext cx="8229600" cy="723900"/>
          </a:xfrm>
        </p:spPr>
        <p:txBody>
          <a:bodyPr/>
          <a:p>
            <a:pPr eaLnBrk="1" hangingPunct="1"/>
            <a:r>
              <a:rPr altLang="en-US" b="1" sz="4000" lang="zh-CN">
                <a:latin typeface="华文新魏" panose="02010800040101010101" pitchFamily="2" charset="-122"/>
                <a:ea typeface="华文新魏" panose="02010800040101010101" pitchFamily="2" charset="-122"/>
              </a:rPr>
              <a:t>串重载操作：取串的第</a:t>
            </a:r>
            <a:r>
              <a:rPr altLang="zh-CN" b="1" sz="4000" lang="en-US">
                <a:latin typeface="华文新魏" panose="02010800040101010101" pitchFamily="2" charset="-122"/>
                <a:ea typeface="华文新魏" panose="02010800040101010101" pitchFamily="2" charset="-122"/>
              </a:rPr>
              <a:t>i</a:t>
            </a:r>
            <a:r>
              <a:rPr altLang="en-US" b="1" sz="4000" lang="zh-CN">
                <a:latin typeface="华文新魏" panose="02010800040101010101" pitchFamily="2" charset="-122"/>
                <a:ea typeface="华文新魏" panose="02010800040101010101" pitchFamily="2" charset="-122"/>
              </a:rPr>
              <a:t>个字符</a:t>
            </a:r>
            <a:endParaRPr altLang="en-US" sz="4000" lang="zh-CN"/>
          </a:p>
        </p:txBody>
      </p:sp>
      <p:sp>
        <p:nvSpPr>
          <p:cNvPr id="1049441" name="Rectangle 3"/>
          <p:cNvSpPr>
            <a:spLocks noGrp="1" noChangeArrowheads="1"/>
          </p:cNvSpPr>
          <p:nvPr>
            <p:ph idx="1"/>
          </p:nvPr>
        </p:nvSpPr>
        <p:spPr>
          <a:xfrm>
            <a:off x="622300" y="1308102"/>
            <a:ext cx="8229600" cy="5172075"/>
          </a:xfrm>
        </p:spPr>
        <p:txBody>
          <a:bodyPr/>
          <a:p>
            <a:pPr eaLnBrk="1" hangingPunct="1">
              <a:lnSpc>
                <a:spcPct val="105000"/>
              </a:lnSpc>
              <a:spcBef>
                <a:spcPct val="0"/>
              </a:spcBef>
              <a:buFontTx/>
              <a:buNone/>
            </a:pPr>
            <a:r>
              <a:rPr altLang="zh-CN" b="1" lang="en-US">
                <a:latin typeface="Times New Roman" panose="02020603050405020304" pitchFamily="18" charset="0"/>
                <a:ea typeface="隶书" panose="02010509060101010101" pitchFamily="49" charset="-122"/>
              </a:rPr>
              <a:t>char </a:t>
            </a:r>
            <a:r>
              <a:rPr altLang="zh-CN" lang="en-US">
                <a:latin typeface="Times New Roman" panose="02020603050405020304" pitchFamily="18" charset="0"/>
                <a:ea typeface="隶书" panose="02010509060101010101" pitchFamily="49" charset="-122"/>
              </a:rPr>
              <a:t>AString</a:t>
            </a:r>
            <a:r>
              <a:rPr altLang="zh-CN" b="1" lang="en-US">
                <a:latin typeface="Times New Roman" panose="02020603050405020304" pitchFamily="18" charset="0"/>
                <a:ea typeface="隶书" panose="02010509060101010101" pitchFamily="49" charset="-122"/>
              </a:rPr>
              <a:t>::operator [ ]</a:t>
            </a: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int </a:t>
            </a:r>
            <a:r>
              <a:rPr altLang="zh-CN" lang="en-US">
                <a:latin typeface="Times New Roman" panose="02020603050405020304" pitchFamily="18" charset="0"/>
                <a:ea typeface="隶书" panose="02010509060101010101" pitchFamily="49" charset="-122"/>
              </a:rPr>
              <a:t>i) </a:t>
            </a:r>
            <a:r>
              <a:rPr altLang="zh-CN" b="1" lang="en-US">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串重载操作：取当前串*</a:t>
            </a:r>
            <a:r>
              <a:rPr altLang="zh-CN" lang="en-US">
                <a:solidFill>
                  <a:schemeClr val="tx2"/>
                </a:solidFill>
                <a:latin typeface="Times New Roman" panose="02020603050405020304" pitchFamily="18" charset="0"/>
                <a:ea typeface="隶书" panose="02010509060101010101" pitchFamily="49" charset="-122"/>
              </a:rPr>
              <a:t>this</a:t>
            </a:r>
            <a:r>
              <a:rPr altLang="en-US" lang="zh-CN">
                <a:solidFill>
                  <a:schemeClr val="tx2"/>
                </a:solidFill>
                <a:latin typeface="Times New Roman" panose="02020603050405020304" pitchFamily="18" charset="0"/>
                <a:ea typeface="隶书" panose="02010509060101010101" pitchFamily="49" charset="-122"/>
              </a:rPr>
              <a:t>的第</a:t>
            </a:r>
            <a:r>
              <a:rPr altLang="zh-CN" lang="en-US">
                <a:solidFill>
                  <a:schemeClr val="tx2"/>
                </a:solidFill>
                <a:latin typeface="Times New Roman" panose="02020603050405020304" pitchFamily="18" charset="0"/>
                <a:ea typeface="隶书" panose="02010509060101010101" pitchFamily="49" charset="-122"/>
              </a:rPr>
              <a:t>i</a:t>
            </a:r>
            <a:r>
              <a:rPr altLang="en-US" lang="zh-CN">
                <a:solidFill>
                  <a:schemeClr val="tx2"/>
                </a:solidFill>
                <a:latin typeface="Times New Roman" panose="02020603050405020304" pitchFamily="18" charset="0"/>
                <a:ea typeface="隶书" panose="02010509060101010101" pitchFamily="49" charset="-122"/>
              </a:rPr>
              <a:t>个字符</a:t>
            </a:r>
          </a:p>
          <a:p>
            <a:pPr eaLnBrk="1" hangingPunct="1">
              <a:lnSpc>
                <a:spcPct val="105000"/>
              </a:lnSpc>
              <a:spcBef>
                <a:spcPct val="0"/>
              </a:spcBef>
              <a:buFontTx/>
              <a:buNone/>
            </a:pPr>
            <a:r>
              <a:rPr altLang="en-US" lang="zh-CN">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if</a:t>
            </a:r>
            <a:r>
              <a:rPr altLang="zh-CN" lang="en-US">
                <a:latin typeface="Times New Roman" panose="02020603050405020304" pitchFamily="18" charset="0"/>
                <a:ea typeface="隶书" panose="02010509060101010101" pitchFamily="49" charset="-122"/>
              </a:rPr>
              <a:t> (i &lt; 0 </a:t>
            </a:r>
            <a:r>
              <a:rPr altLang="zh-CN" b="1" lang="en-US">
                <a:latin typeface="Times New Roman" panose="02020603050405020304" pitchFamily="18" charset="0"/>
                <a:ea typeface="隶书" panose="02010509060101010101" pitchFamily="49" charset="-122"/>
              </a:rPr>
              <a:t>&amp;&amp;</a:t>
            </a:r>
            <a:r>
              <a:rPr altLang="zh-CN" lang="en-US">
                <a:latin typeface="Times New Roman" panose="02020603050405020304" pitchFamily="18" charset="0"/>
                <a:ea typeface="隶书" panose="02010509060101010101" pitchFamily="49" charset="-122"/>
              </a:rPr>
              <a:t> i &gt;= curLength) </a:t>
            </a:r>
          </a:p>
          <a:p>
            <a:pPr eaLnBrk="1" hangingPunct="1">
              <a:lnSpc>
                <a:spcPct val="105000"/>
              </a:lnSpc>
              <a:spcBef>
                <a:spcPct val="0"/>
              </a:spcBef>
              <a:buFontTx/>
              <a:buNone/>
            </a:pP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 cout &lt;&lt;</a:t>
            </a:r>
            <a:r>
              <a:rPr altLang="zh-CN" lang="en-US">
                <a:latin typeface="Times New Roman" panose="02020603050405020304" pitchFamily="18" charset="0"/>
                <a:ea typeface="隶书" panose="02010509060101010101" pitchFamily="49" charset="-122"/>
              </a:rPr>
              <a:t> “</a:t>
            </a:r>
            <a:r>
              <a:rPr altLang="en-US" lang="zh-CN">
                <a:latin typeface="Times New Roman" panose="02020603050405020304" pitchFamily="18" charset="0"/>
                <a:ea typeface="隶书" panose="02010509060101010101" pitchFamily="49" charset="-122"/>
              </a:rPr>
              <a:t>字符串下标超界</a:t>
            </a:r>
            <a:r>
              <a:rPr altLang="zh-CN" lang="en-US">
                <a:latin typeface="Times New Roman" panose="02020603050405020304" pitchFamily="18" charset="0"/>
                <a:ea typeface="隶书" panose="02010509060101010101" pitchFamily="49" charset="-122"/>
              </a:rPr>
              <a:t>!\n ”</a:t>
            </a:r>
            <a:r>
              <a:rPr altLang="zh-CN" b="1" lang="en-US">
                <a:latin typeface="Times New Roman" panose="02020603050405020304" pitchFamily="18" charset="0"/>
                <a:ea typeface="隶书" panose="02010509060101010101" pitchFamily="49" charset="-122"/>
              </a:rPr>
              <a:t>;</a:t>
            </a: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exi</a:t>
            </a:r>
            <a:r>
              <a:rPr altLang="zh-CN" lang="en-US">
                <a:latin typeface="Times New Roman" panose="02020603050405020304" pitchFamily="18" charset="0"/>
                <a:ea typeface="隶书" panose="02010509060101010101" pitchFamily="49" charset="-122"/>
              </a:rPr>
              <a:t>t(1)</a:t>
            </a:r>
            <a:r>
              <a:rPr altLang="zh-CN" b="1" lang="en-US">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 return </a:t>
            </a:r>
            <a:r>
              <a:rPr altLang="zh-CN" lang="en-US">
                <a:latin typeface="Times New Roman" panose="02020603050405020304" pitchFamily="18" charset="0"/>
                <a:ea typeface="隶书" panose="02010509060101010101" pitchFamily="49" charset="-122"/>
              </a:rPr>
              <a:t>ch[i</a:t>
            </a:r>
            <a:r>
              <a:rPr altLang="zh-CN" b="1" lang="en-US">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altLang="zh-CN" b="1" lang="en-US">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endParaRPr altLang="zh-CN" b="1" sz="1400" lang="en-US">
              <a:latin typeface="Times New Roman" panose="02020603050405020304" pitchFamily="18" charset="0"/>
              <a:ea typeface="隶书" panose="02010509060101010101" pitchFamily="49" charset="-122"/>
            </a:endParaRPr>
          </a:p>
          <a:p>
            <a:pPr eaLnBrk="1" hangingPunct="1">
              <a:lnSpc>
                <a:spcPct val="105000"/>
              </a:lnSpc>
              <a:spcBef>
                <a:spcPct val="10000"/>
              </a:spcBef>
              <a:buClr>
                <a:srgbClr val="990099"/>
              </a:buClr>
              <a:buSzPct val="50000"/>
            </a:pPr>
            <a:r>
              <a:rPr altLang="en-US" b="1" kumimoji="1" lang="zh-CN">
                <a:latin typeface="Times New Roman" panose="02020603050405020304" pitchFamily="18" charset="0"/>
                <a:ea typeface="仿宋_GB2312" pitchFamily="49" charset="-122"/>
              </a:rPr>
              <a:t>例：串 </a:t>
            </a:r>
            <a:r>
              <a:rPr altLang="zh-CN" b="1" kumimoji="1" lang="en-US">
                <a:latin typeface="Times New Roman" panose="02020603050405020304" pitchFamily="18" charset="0"/>
                <a:ea typeface="仿宋_GB2312" pitchFamily="49" charset="-122"/>
              </a:rPr>
              <a:t>st = “</a:t>
            </a:r>
            <a:r>
              <a:rPr altLang="zh-CN" b="1" kumimoji="1" lang="en-US">
                <a:solidFill>
                  <a:schemeClr val="tx2"/>
                </a:solidFill>
                <a:latin typeface="Times New Roman" panose="02020603050405020304" pitchFamily="18" charset="0"/>
                <a:ea typeface="仿宋_GB2312" pitchFamily="49" charset="-122"/>
              </a:rPr>
              <a:t>university</a:t>
            </a:r>
            <a:r>
              <a:rPr altLang="zh-CN" b="1" kumimoji="1" lang="en-US">
                <a:latin typeface="Times New Roman" panose="02020603050405020304" pitchFamily="18" charset="0"/>
                <a:ea typeface="仿宋_GB2312" pitchFamily="49" charset="-122"/>
              </a:rPr>
              <a:t>”, </a:t>
            </a:r>
          </a:p>
          <a:p>
            <a:pPr eaLnBrk="1" hangingPunct="1">
              <a:lnSpc>
                <a:spcPct val="105000"/>
              </a:lnSpc>
              <a:spcBef>
                <a:spcPct val="10000"/>
              </a:spcBef>
              <a:buClr>
                <a:srgbClr val="990099"/>
              </a:buClr>
              <a:buSzPct val="50000"/>
              <a:buFontTx/>
              <a:buNone/>
            </a:pPr>
            <a:r>
              <a:rPr altLang="zh-CN" b="1" kumimoji="1" lang="en-US">
                <a:latin typeface="Times New Roman" panose="02020603050405020304" pitchFamily="18" charset="0"/>
                <a:ea typeface="仿宋_GB2312" pitchFamily="49" charset="-122"/>
              </a:rPr>
              <a:t> 	</a:t>
            </a:r>
            <a:r>
              <a:rPr altLang="en-US" b="1" kumimoji="1" lang="zh-CN">
                <a:latin typeface="Times New Roman" panose="02020603050405020304" pitchFamily="18" charset="0"/>
                <a:ea typeface="仿宋_GB2312" pitchFamily="49" charset="-122"/>
              </a:rPr>
              <a:t>使用示例   </a:t>
            </a:r>
            <a:r>
              <a:rPr altLang="zh-CN" b="1" kumimoji="1" lang="en-US">
                <a:solidFill>
                  <a:srgbClr val="006600"/>
                </a:solidFill>
                <a:latin typeface="Times New Roman" panose="02020603050405020304" pitchFamily="18" charset="0"/>
                <a:ea typeface="仿宋_GB2312" pitchFamily="49" charset="-122"/>
              </a:rPr>
              <a:t>newSt </a:t>
            </a:r>
            <a:r>
              <a:rPr altLang="zh-CN" b="1" kumimoji="1" lang="en-US">
                <a:solidFill>
                  <a:schemeClr val="tx2"/>
                </a:solidFill>
                <a:latin typeface="Times New Roman" panose="02020603050405020304" pitchFamily="18" charset="0"/>
                <a:ea typeface="仿宋_GB2312" pitchFamily="49" charset="-122"/>
              </a:rPr>
              <a:t>= st</a:t>
            </a:r>
            <a:r>
              <a:rPr altLang="en-US" b="1" kumimoji="1" lang="zh-CN">
                <a:latin typeface="Times New Roman" panose="02020603050405020304" pitchFamily="18" charset="0"/>
                <a:ea typeface="仿宋_GB2312" pitchFamily="49" charset="-122"/>
              </a:rPr>
              <a:t>；</a:t>
            </a:r>
            <a:r>
              <a:rPr altLang="zh-CN" b="1" kumimoji="1" lang="en-US">
                <a:solidFill>
                  <a:srgbClr val="006600"/>
                </a:solidFill>
                <a:latin typeface="Times New Roman" panose="02020603050405020304" pitchFamily="18" charset="0"/>
                <a:ea typeface="仿宋_GB2312" pitchFamily="49" charset="-122"/>
              </a:rPr>
              <a:t>newChar </a:t>
            </a:r>
            <a:r>
              <a:rPr altLang="zh-CN" b="1" kumimoji="1" lang="en-US">
                <a:solidFill>
                  <a:schemeClr val="tx2"/>
                </a:solidFill>
                <a:latin typeface="Times New Roman" panose="02020603050405020304" pitchFamily="18" charset="0"/>
                <a:ea typeface="仿宋_GB2312" pitchFamily="49" charset="-122"/>
              </a:rPr>
              <a:t>= st[1]</a:t>
            </a:r>
            <a:r>
              <a:rPr altLang="zh-CN" b="1" kumimoji="1" lang="en-US">
                <a:latin typeface="Times New Roman" panose="02020603050405020304" pitchFamily="18" charset="0"/>
                <a:ea typeface="仿宋_GB2312" pitchFamily="49" charset="-122"/>
              </a:rPr>
              <a:t>;</a:t>
            </a:r>
          </a:p>
          <a:p>
            <a:pPr eaLnBrk="1" hangingPunct="1">
              <a:lnSpc>
                <a:spcPct val="105000"/>
              </a:lnSpc>
              <a:spcBef>
                <a:spcPct val="10000"/>
              </a:spcBef>
              <a:buClr>
                <a:srgbClr val="990099"/>
              </a:buClr>
              <a:buSzPct val="50000"/>
              <a:buFontTx/>
              <a:buNone/>
            </a:pPr>
            <a:r>
              <a:rPr altLang="zh-CN" b="1" kumimoji="1" lang="en-US">
                <a:latin typeface="Times New Roman" panose="02020603050405020304" pitchFamily="18" charset="0"/>
                <a:ea typeface="仿宋_GB2312" pitchFamily="49" charset="-122"/>
              </a:rPr>
              <a:t>	</a:t>
            </a:r>
            <a:r>
              <a:rPr altLang="en-US" b="1" kumimoji="1" lang="zh-CN">
                <a:latin typeface="Times New Roman" panose="02020603050405020304" pitchFamily="18" charset="0"/>
                <a:ea typeface="仿宋_GB2312" pitchFamily="49" charset="-122"/>
              </a:rPr>
              <a:t>数组赋值结果</a:t>
            </a:r>
            <a:r>
              <a:rPr altLang="en-US" b="1" kumimoji="1" lang="en-US">
                <a:latin typeface="Times New Roman" panose="02020603050405020304" pitchFamily="18" charset="0"/>
                <a:ea typeface="仿宋_GB2312" pitchFamily="49" charset="-122"/>
              </a:rPr>
              <a:t>   </a:t>
            </a:r>
            <a:r>
              <a:rPr altLang="zh-CN" b="1" kumimoji="1" lang="en-US">
                <a:solidFill>
                  <a:srgbClr val="006600"/>
                </a:solidFill>
                <a:latin typeface="Times New Roman" panose="02020603050405020304" pitchFamily="18" charset="0"/>
                <a:ea typeface="仿宋_GB2312" pitchFamily="49" charset="-122"/>
              </a:rPr>
              <a:t>newSt </a:t>
            </a:r>
            <a:r>
              <a:rPr altLang="zh-CN" b="1" kumimoji="1" lang="en-US">
                <a:latin typeface="Times New Roman" panose="02020603050405020304" pitchFamily="18" charset="0"/>
                <a:ea typeface="仿宋_GB2312" pitchFamily="49" charset="-122"/>
              </a:rPr>
              <a:t>= “</a:t>
            </a:r>
            <a:r>
              <a:rPr altLang="zh-CN" b="1" kumimoji="1" lang="en-US">
                <a:solidFill>
                  <a:schemeClr val="tx2"/>
                </a:solidFill>
                <a:latin typeface="Times New Roman" panose="02020603050405020304" pitchFamily="18" charset="0"/>
                <a:ea typeface="仿宋_GB2312" pitchFamily="49" charset="-122"/>
              </a:rPr>
              <a:t>university</a:t>
            </a:r>
            <a:r>
              <a:rPr altLang="zh-CN" b="1" kumimoji="1" lang="en-US">
                <a:latin typeface="Times New Roman" panose="02020603050405020304" pitchFamily="18" charset="0"/>
                <a:ea typeface="仿宋_GB2312" pitchFamily="49" charset="-122"/>
              </a:rPr>
              <a:t>”</a:t>
            </a:r>
          </a:p>
          <a:p>
            <a:pPr eaLnBrk="1" hangingPunct="1">
              <a:lnSpc>
                <a:spcPct val="105000"/>
              </a:lnSpc>
              <a:spcBef>
                <a:spcPct val="10000"/>
              </a:spcBef>
              <a:buClr>
                <a:srgbClr val="990099"/>
              </a:buClr>
              <a:buSzPct val="50000"/>
              <a:buFontTx/>
              <a:buNone/>
            </a:pPr>
            <a:r>
              <a:rPr altLang="zh-CN" b="1" kumimoji="1" lang="en-US">
                <a:latin typeface="Times New Roman" panose="02020603050405020304" pitchFamily="18" charset="0"/>
                <a:ea typeface="仿宋_GB2312" pitchFamily="49" charset="-122"/>
              </a:rPr>
              <a:t>	</a:t>
            </a:r>
            <a:r>
              <a:rPr altLang="en-US" b="1" kumimoji="1" lang="zh-CN">
                <a:latin typeface="Times New Roman" panose="02020603050405020304" pitchFamily="18" charset="0"/>
                <a:ea typeface="仿宋_GB2312" pitchFamily="49" charset="-122"/>
              </a:rPr>
              <a:t>提取字符结果   </a:t>
            </a:r>
            <a:r>
              <a:rPr altLang="zh-CN" b="1" kumimoji="1" lang="en-US">
                <a:solidFill>
                  <a:srgbClr val="006600"/>
                </a:solidFill>
                <a:latin typeface="Times New Roman" panose="02020603050405020304" pitchFamily="18" charset="0"/>
                <a:ea typeface="仿宋_GB2312" pitchFamily="49" charset="-122"/>
              </a:rPr>
              <a:t>newChar</a:t>
            </a:r>
            <a:r>
              <a:rPr altLang="zh-CN" b="1" kumimoji="1" lang="en-US">
                <a:latin typeface="Times New Roman" panose="02020603050405020304" pitchFamily="18" charset="0"/>
                <a:ea typeface="仿宋_GB2312" pitchFamily="49" charset="-122"/>
              </a:rPr>
              <a:t> = ‘</a:t>
            </a:r>
            <a:r>
              <a:rPr altLang="zh-CN" b="1" kumimoji="1" lang="en-US">
                <a:solidFill>
                  <a:schemeClr val="tx2"/>
                </a:solidFill>
                <a:latin typeface="Times New Roman" panose="02020603050405020304" pitchFamily="18" charset="0"/>
                <a:ea typeface="仿宋_GB2312" pitchFamily="49" charset="-122"/>
              </a:rPr>
              <a:t>n</a:t>
            </a:r>
            <a:r>
              <a:rPr altLang="zh-CN" b="1" kumimoji="1" lang="en-US">
                <a:latin typeface="Times New Roman" panose="02020603050405020304" pitchFamily="18" charset="0"/>
                <a:ea typeface="仿宋_GB2312" pitchFamily="49" charset="-122"/>
              </a:rPr>
              <a:t>’</a:t>
            </a:r>
            <a:r>
              <a:rPr altLang="zh-CN" b="1" lang="en-US">
                <a:latin typeface="Times New Roman" panose="02020603050405020304" pitchFamily="18" charset="0"/>
                <a:ea typeface="仿宋_GB2312" pitchFamily="49" charset="-122"/>
              </a:rPr>
              <a:t>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258" name=""/>
        <p:cNvGrpSpPr/>
        <p:nvPr/>
      </p:nvGrpSpPr>
      <p:grpSpPr>
        <a:xfrm>
          <a:off x="0" y="0"/>
          <a:ext cx="0" cy="0"/>
          <a:chOff x="0" y="0"/>
          <a:chExt cx="0" cy="0"/>
        </a:xfrm>
      </p:grpSpPr>
      <p:sp>
        <p:nvSpPr>
          <p:cNvPr id="1049442" name="Rectangle 2"/>
          <p:cNvSpPr>
            <a:spLocks noGrp="1" noChangeArrowheads="1"/>
          </p:cNvSpPr>
          <p:nvPr>
            <p:ph type="title"/>
          </p:nvPr>
        </p:nvSpPr>
        <p:spPr>
          <a:xfrm>
            <a:off x="457200" y="433388"/>
            <a:ext cx="8229600" cy="931862"/>
          </a:xfrm>
        </p:spPr>
        <p:txBody>
          <a:bodyPr/>
          <a:p>
            <a:pPr eaLnBrk="1" hangingPunct="1"/>
            <a:r>
              <a:rPr altLang="en-US" b="1" sz="4000" lang="zh-CN">
                <a:latin typeface="华文新魏" panose="02010800040101010101" pitchFamily="2" charset="-122"/>
                <a:ea typeface="华文新魏" panose="02010800040101010101" pitchFamily="2" charset="-122"/>
              </a:rPr>
              <a:t>串重载操作</a:t>
            </a:r>
            <a:r>
              <a:rPr altLang="zh-CN" b="1" sz="4000" lang="en-US">
                <a:latin typeface="华文新魏" panose="02010800040101010101" pitchFamily="2" charset="-122"/>
                <a:ea typeface="华文新魏" panose="02010800040101010101" pitchFamily="2" charset="-122"/>
              </a:rPr>
              <a:t>: </a:t>
            </a:r>
            <a:r>
              <a:rPr altLang="en-US" b="1" sz="4000" lang="zh-CN">
                <a:latin typeface="华文新魏" panose="02010800040101010101" pitchFamily="2" charset="-122"/>
                <a:ea typeface="华文新魏" panose="02010800040101010101" pitchFamily="2" charset="-122"/>
              </a:rPr>
              <a:t>串连接</a:t>
            </a:r>
          </a:p>
        </p:txBody>
      </p:sp>
      <p:sp>
        <p:nvSpPr>
          <p:cNvPr id="1049443" name="Rectangle 3"/>
          <p:cNvSpPr>
            <a:spLocks noGrp="1" noChangeArrowheads="1"/>
          </p:cNvSpPr>
          <p:nvPr>
            <p:ph idx="1"/>
          </p:nvPr>
        </p:nvSpPr>
        <p:spPr>
          <a:xfrm>
            <a:off x="558802" y="1244602"/>
            <a:ext cx="8296275" cy="5368925"/>
          </a:xfrm>
        </p:spPr>
        <p:txBody>
          <a:bodyPr>
            <a:normAutofit fontScale="96429"/>
          </a:bodyPr>
          <a:p>
            <a:pPr eaLnBrk="1" hangingPunct="1">
              <a:lnSpc>
                <a:spcPct val="105000"/>
              </a:lnSpc>
              <a:spcBef>
                <a:spcPct val="0"/>
              </a:spcBef>
              <a:buFontTx/>
              <a:buNone/>
            </a:pPr>
            <a:r>
              <a:rPr altLang="zh-CN" dirty="0" lang="en-US" err="1">
                <a:latin typeface="Times New Roman" panose="02020603050405020304" pitchFamily="18" charset="0"/>
                <a:ea typeface="隶书" panose="02010509060101010101" pitchFamily="49" charset="-122"/>
              </a:rPr>
              <a:t>AString</a:t>
            </a:r>
            <a:r>
              <a:rPr altLang="zh-CN" b="1" dirty="0" lang="en-US">
                <a:latin typeface="Times New Roman" panose="02020603050405020304" pitchFamily="18" charset="0"/>
                <a:ea typeface="隶书" panose="02010509060101010101" pitchFamily="49" charset="-122"/>
              </a:rPr>
              <a:t>&amp;</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AString</a:t>
            </a:r>
            <a:r>
              <a:rPr altLang="zh-CN" b="1" dirty="0" lang="en-US">
                <a:latin typeface="Times New Roman" panose="02020603050405020304" pitchFamily="18" charset="0"/>
                <a:ea typeface="隶书" panose="02010509060101010101" pitchFamily="49" charset="-122"/>
              </a:rPr>
              <a:t>::operator +=</a:t>
            </a:r>
            <a:r>
              <a:rPr altLang="zh-CN" dirty="0" lang="en-US">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const</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AString</a:t>
            </a:r>
            <a:r>
              <a:rPr altLang="zh-CN" b="1" dirty="0" lang="en-US">
                <a:latin typeface="Times New Roman" panose="02020603050405020304" pitchFamily="18" charset="0"/>
                <a:ea typeface="隶书" panose="02010509060101010101" pitchFamily="49" charset="-122"/>
              </a:rPr>
              <a:t>&amp;</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ob</a:t>
            </a:r>
            <a:r>
              <a:rPr altLang="zh-CN" dirty="0" lang="en-US">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altLang="zh-CN" b="1" dirty="0" lang="en-US">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altLang="zh-CN" dirty="0" lang="en-US">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char</a:t>
            </a:r>
            <a:r>
              <a:rPr altLang="zh-CN" dirty="0" lang="en-US">
                <a:latin typeface="Times New Roman" panose="02020603050405020304" pitchFamily="18" charset="0"/>
                <a:ea typeface="隶书" panose="02010509060101010101" pitchFamily="49" charset="-122"/>
              </a:rPr>
              <a:t> *temp = </a:t>
            </a:r>
            <a:r>
              <a:rPr altLang="zh-CN" dirty="0" lang="en-US" err="1">
                <a:latin typeface="Times New Roman" panose="02020603050405020304" pitchFamily="18" charset="0"/>
                <a:ea typeface="隶书" panose="02010509060101010101" pitchFamily="49" charset="-122"/>
              </a:rPr>
              <a:t>ch</a:t>
            </a:r>
            <a:r>
              <a:rPr altLang="zh-CN" b="1"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暂存原串数组</a:t>
            </a:r>
          </a:p>
          <a:p>
            <a:pPr eaLnBrk="1" hangingPunct="1">
              <a:lnSpc>
                <a:spcPct val="105000"/>
              </a:lnSpc>
              <a:spcBef>
                <a:spcPct val="0"/>
              </a:spcBef>
              <a:buFontTx/>
              <a:buNone/>
            </a:pPr>
            <a:r>
              <a:rPr altLang="en-US" dirty="0" lang="zh-CN">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int</a:t>
            </a:r>
            <a:r>
              <a:rPr altLang="zh-CN" dirty="0" lang="en-US">
                <a:latin typeface="Times New Roman" panose="02020603050405020304" pitchFamily="18" charset="0"/>
                <a:ea typeface="隶书" panose="02010509060101010101" pitchFamily="49" charset="-122"/>
              </a:rPr>
              <a:t> n = </a:t>
            </a:r>
            <a:r>
              <a:rPr altLang="zh-CN" dirty="0" lang="en-US" err="1">
                <a:latin typeface="Times New Roman" panose="02020603050405020304" pitchFamily="18" charset="0"/>
                <a:ea typeface="隶书" panose="02010509060101010101" pitchFamily="49" charset="-122"/>
              </a:rPr>
              <a:t>curLength</a:t>
            </a:r>
            <a:r>
              <a:rPr altLang="zh-CN" dirty="0" lang="en-US">
                <a:latin typeface="Times New Roman" panose="02020603050405020304" pitchFamily="18" charset="0"/>
                <a:ea typeface="隶书" panose="02010509060101010101" pitchFamily="49" charset="-122"/>
              </a:rPr>
              <a:t> + </a:t>
            </a:r>
            <a:r>
              <a:rPr altLang="zh-CN" dirty="0" lang="en-US" err="1">
                <a:latin typeface="Times New Roman" panose="02020603050405020304" pitchFamily="18" charset="0"/>
                <a:ea typeface="隶书" panose="02010509060101010101" pitchFamily="49" charset="-122"/>
              </a:rPr>
              <a:t>ob.curLength</a:t>
            </a:r>
            <a:r>
              <a:rPr altLang="zh-CN" b="1"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串长度累加</a:t>
            </a:r>
          </a:p>
          <a:p>
            <a:pPr eaLnBrk="1" hangingPunct="1">
              <a:lnSpc>
                <a:spcPct val="105000"/>
              </a:lnSpc>
              <a:spcBef>
                <a:spcPct val="0"/>
              </a:spcBef>
              <a:buFontTx/>
              <a:buNone/>
            </a:pPr>
            <a:r>
              <a:rPr altLang="en-US" dirty="0" lang="zh-CN">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int </a:t>
            </a:r>
            <a:r>
              <a:rPr altLang="zh-CN" dirty="0" lang="en-US">
                <a:latin typeface="Times New Roman" panose="02020603050405020304" pitchFamily="18" charset="0"/>
                <a:ea typeface="隶书" panose="02010509060101010101" pitchFamily="49" charset="-122"/>
              </a:rPr>
              <a:t>m = (</a:t>
            </a:r>
            <a:r>
              <a:rPr altLang="zh-CN" dirty="0" lang="en-US" err="1">
                <a:latin typeface="Times New Roman" panose="02020603050405020304" pitchFamily="18" charset="0"/>
                <a:ea typeface="隶书" panose="02010509060101010101" pitchFamily="49" charset="-122"/>
              </a:rPr>
              <a:t>maxSize</a:t>
            </a:r>
            <a:r>
              <a:rPr altLang="zh-CN" dirty="0" lang="en-US">
                <a:latin typeface="Times New Roman" panose="02020603050405020304" pitchFamily="18" charset="0"/>
                <a:ea typeface="隶书" panose="02010509060101010101" pitchFamily="49" charset="-122"/>
              </a:rPr>
              <a:t> &gt;= n) </a:t>
            </a:r>
            <a:r>
              <a:rPr altLang="zh-CN" b="1" dirty="0" lang="en-US">
                <a:latin typeface="Times New Roman" panose="02020603050405020304" pitchFamily="18"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maxSize</a:t>
            </a:r>
            <a:r>
              <a:rPr altLang="zh-CN" dirty="0" lang="en-US">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 n</a:t>
            </a:r>
            <a:r>
              <a:rPr altLang="zh-CN" b="1"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新空间大小</a:t>
            </a:r>
            <a:endParaRPr altLang="en-US" dirty="0" lang="zh-CN">
              <a:latin typeface="Times New Roman" panose="02020603050405020304" pitchFamily="18" charset="0"/>
              <a:ea typeface="隶书" panose="02010509060101010101" pitchFamily="49" charset="-122"/>
            </a:endParaRPr>
          </a:p>
          <a:p>
            <a:pPr eaLnBrk="1" hangingPunct="1">
              <a:lnSpc>
                <a:spcPct val="105000"/>
              </a:lnSpc>
              <a:spcBef>
                <a:spcPct val="0"/>
              </a:spcBef>
              <a:buFontTx/>
              <a:buNone/>
            </a:pPr>
            <a:r>
              <a:rPr altLang="en-US" dirty="0" lang="zh-CN">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ch</a:t>
            </a:r>
            <a:r>
              <a:rPr altLang="zh-CN" dirty="0" lang="en-US">
                <a:latin typeface="Times New Roman" panose="02020603050405020304" pitchFamily="18" charset="0"/>
                <a:ea typeface="隶书" panose="02010509060101010101" pitchFamily="49" charset="-122"/>
              </a:rPr>
              <a:t> = </a:t>
            </a:r>
            <a:r>
              <a:rPr altLang="zh-CN" b="1" dirty="0" lang="en-US">
                <a:latin typeface="Times New Roman" panose="02020603050405020304" pitchFamily="18" charset="0"/>
                <a:ea typeface="隶书" panose="02010509060101010101" pitchFamily="49" charset="-122"/>
              </a:rPr>
              <a:t>new</a:t>
            </a:r>
            <a:r>
              <a:rPr altLang="zh-CN" dirty="0" lang="en-US">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char</a:t>
            </a:r>
            <a:r>
              <a:rPr altLang="zh-CN" dirty="0" lang="en-US">
                <a:latin typeface="Times New Roman" panose="02020603050405020304" pitchFamily="18" charset="0"/>
                <a:ea typeface="隶书" panose="02010509060101010101" pitchFamily="49" charset="-122"/>
              </a:rPr>
              <a:t>[m]</a:t>
            </a:r>
            <a:r>
              <a:rPr altLang="zh-CN" b="1" dirty="0" lang="en-US">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altLang="zh-CN" dirty="0" lang="en-US">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if </a:t>
            </a:r>
            <a:r>
              <a:rPr altLang="zh-CN" dirty="0" lang="en-US">
                <a:latin typeface="Times New Roman" panose="02020603050405020304" pitchFamily="18" charset="0"/>
                <a:ea typeface="隶书" panose="02010509060101010101" pitchFamily="49" charset="-122"/>
              </a:rPr>
              <a:t>(</a:t>
            </a:r>
            <a:r>
              <a:rPr altLang="zh-CN" dirty="0" lang="en-US" err="1">
                <a:latin typeface="Times New Roman" panose="02020603050405020304" pitchFamily="18" charset="0"/>
                <a:ea typeface="隶书" panose="02010509060101010101" pitchFamily="49" charset="-122"/>
              </a:rPr>
              <a:t>ch</a:t>
            </a:r>
            <a:r>
              <a:rPr altLang="zh-CN" dirty="0" lang="en-US">
                <a:latin typeface="Times New Roman" panose="02020603050405020304" pitchFamily="18" charset="0"/>
                <a:ea typeface="隶书" panose="02010509060101010101" pitchFamily="49" charset="-122"/>
              </a:rPr>
              <a:t> </a:t>
            </a:r>
            <a:r>
              <a:rPr altLang="zh-CN" dirty="0" i="1" lang="en-US">
                <a:latin typeface="Times New Roman" panose="02020603050405020304" pitchFamily="18"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 NULL) </a:t>
            </a:r>
          </a:p>
          <a:p>
            <a:pPr eaLnBrk="1" hangingPunct="1">
              <a:lnSpc>
                <a:spcPct val="105000"/>
              </a:lnSpc>
              <a:spcBef>
                <a:spcPct val="0"/>
              </a:spcBef>
              <a:buFontTx/>
              <a:buNone/>
            </a:pPr>
            <a:r>
              <a:rPr altLang="zh-CN" dirty="0" lang="en-US">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 </a:t>
            </a:r>
            <a:r>
              <a:rPr altLang="zh-CN" b="1" dirty="0" lang="en-US" err="1">
                <a:latin typeface="Times New Roman" panose="02020603050405020304" pitchFamily="18" charset="0"/>
                <a:ea typeface="隶书" panose="02010509060101010101" pitchFamily="49" charset="-122"/>
              </a:rPr>
              <a:t>cerr</a:t>
            </a:r>
            <a:r>
              <a:rPr altLang="zh-CN" b="1" dirty="0" lang="en-US">
                <a:latin typeface="Times New Roman" panose="02020603050405020304" pitchFamily="18" charset="0"/>
                <a:ea typeface="隶书" panose="02010509060101010101" pitchFamily="49" charset="-122"/>
              </a:rPr>
              <a:t> &lt;&lt;</a:t>
            </a:r>
            <a:r>
              <a:rPr altLang="zh-CN" dirty="0" lang="en-US">
                <a:latin typeface="Times New Roman" panose="02020603050405020304" pitchFamily="18" charset="0"/>
                <a:ea typeface="隶书" panose="02010509060101010101" pitchFamily="49" charset="-122"/>
              </a:rPr>
              <a:t> “</a:t>
            </a:r>
            <a:r>
              <a:rPr altLang="en-US" dirty="0" lang="zh-CN">
                <a:latin typeface="Times New Roman" panose="02020603050405020304" pitchFamily="18" charset="0"/>
                <a:ea typeface="隶书" panose="02010509060101010101" pitchFamily="49" charset="-122"/>
              </a:rPr>
              <a:t>存储分配错</a:t>
            </a:r>
            <a:r>
              <a:rPr altLang="zh-CN" dirty="0" lang="en-US">
                <a:latin typeface="Times New Roman" panose="02020603050405020304" pitchFamily="18" charset="0"/>
                <a:ea typeface="隶书" panose="02010509060101010101" pitchFamily="49" charset="-122"/>
              </a:rPr>
              <a:t>!\n ”</a:t>
            </a:r>
            <a:r>
              <a:rPr altLang="zh-CN" b="1" dirty="0" lang="en-US">
                <a:latin typeface="Times New Roman" panose="02020603050405020304" pitchFamily="18" charset="0"/>
                <a:ea typeface="隶书" panose="02010509060101010101" pitchFamily="49" charset="-122"/>
              </a:rPr>
              <a:t>;  exit</a:t>
            </a:r>
            <a:r>
              <a:rPr altLang="zh-CN" dirty="0" lang="en-US">
                <a:latin typeface="Times New Roman" panose="02020603050405020304" pitchFamily="18" charset="0"/>
                <a:ea typeface="隶书" panose="02010509060101010101" pitchFamily="49" charset="-122"/>
              </a:rPr>
              <a:t>(1)</a:t>
            </a:r>
            <a:r>
              <a:rPr altLang="zh-CN" b="1" dirty="0" lang="en-US">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maxSize</a:t>
            </a:r>
            <a:r>
              <a:rPr altLang="zh-CN" dirty="0" lang="en-US">
                <a:latin typeface="Times New Roman" panose="02020603050405020304" pitchFamily="18" charset="0"/>
                <a:ea typeface="隶书" panose="02010509060101010101" pitchFamily="49" charset="-122"/>
              </a:rPr>
              <a:t> = m</a:t>
            </a:r>
            <a:r>
              <a:rPr altLang="zh-CN" b="1" dirty="0" lang="en-US">
                <a:latin typeface="Times New Roman" panose="02020603050405020304" pitchFamily="18"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curLength</a:t>
            </a:r>
            <a:r>
              <a:rPr altLang="zh-CN" dirty="0" lang="en-US">
                <a:latin typeface="Times New Roman" panose="02020603050405020304" pitchFamily="18" charset="0"/>
                <a:ea typeface="隶书" panose="02010509060101010101" pitchFamily="49" charset="-122"/>
              </a:rPr>
              <a:t> = n</a:t>
            </a:r>
            <a:r>
              <a:rPr altLang="zh-CN" b="1" dirty="0" lang="en-US">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strcpy</a:t>
            </a:r>
            <a:r>
              <a:rPr altLang="zh-CN" dirty="0" lang="en-US">
                <a:latin typeface="Times New Roman" panose="02020603050405020304" pitchFamily="18" charset="0"/>
                <a:ea typeface="隶书" panose="02010509060101010101" pitchFamily="49" charset="-122"/>
              </a:rPr>
              <a:t>(</a:t>
            </a:r>
            <a:r>
              <a:rPr altLang="zh-CN" dirty="0" lang="en-US" err="1">
                <a:latin typeface="Times New Roman" panose="02020603050405020304" pitchFamily="18" charset="0"/>
                <a:ea typeface="隶书" panose="02010509060101010101" pitchFamily="49" charset="-122"/>
              </a:rPr>
              <a:t>ch</a:t>
            </a:r>
            <a:r>
              <a:rPr altLang="zh-CN" dirty="0" lang="en-US">
                <a:latin typeface="Times New Roman" panose="02020603050405020304" pitchFamily="18" charset="0"/>
                <a:ea typeface="隶书" panose="02010509060101010101" pitchFamily="49" charset="-122"/>
              </a:rPr>
              <a:t>, temp)</a:t>
            </a:r>
            <a:r>
              <a:rPr altLang="zh-CN" b="1" dirty="0" lang="en-US">
                <a:latin typeface="Times New Roman" panose="02020603050405020304" pitchFamily="18" charset="0"/>
                <a:ea typeface="隶书" panose="02010509060101010101" pitchFamily="49" charset="-122"/>
              </a:rPr>
              <a:t>;        </a:t>
            </a:r>
            <a:r>
              <a:rPr altLang="zh-CN"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拷贝原串数组</a:t>
            </a:r>
          </a:p>
          <a:p>
            <a:pPr eaLnBrk="1" hangingPunct="1">
              <a:lnSpc>
                <a:spcPct val="105000"/>
              </a:lnSpc>
              <a:spcBef>
                <a:spcPct val="0"/>
              </a:spcBef>
              <a:buFontTx/>
              <a:buNone/>
            </a:pPr>
            <a:r>
              <a:rPr altLang="en-US" dirty="0" lang="zh-CN">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strcat</a:t>
            </a:r>
            <a:r>
              <a:rPr altLang="zh-CN" dirty="0" lang="en-US">
                <a:latin typeface="Times New Roman" panose="02020603050405020304" pitchFamily="18" charset="0"/>
                <a:ea typeface="隶书" panose="02010509060101010101" pitchFamily="49" charset="-122"/>
              </a:rPr>
              <a:t>(</a:t>
            </a:r>
            <a:r>
              <a:rPr altLang="zh-CN" dirty="0" lang="en-US" err="1">
                <a:latin typeface="Times New Roman" panose="02020603050405020304" pitchFamily="18" charset="0"/>
                <a:ea typeface="隶书" panose="02010509060101010101" pitchFamily="49" charset="-122"/>
              </a:rPr>
              <a:t>ch</a:t>
            </a:r>
            <a:r>
              <a:rPr altLang="zh-CN" dirty="0" lang="en-US">
                <a:latin typeface="Times New Roman" panose="02020603050405020304" pitchFamily="18" charset="0"/>
                <a:ea typeface="隶书" panose="02010509060101010101" pitchFamily="49" charset="-122"/>
              </a:rPr>
              <a:t>, ob.ch)</a:t>
            </a:r>
            <a:r>
              <a:rPr altLang="zh-CN" b="1"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连接</a:t>
            </a:r>
            <a:r>
              <a:rPr altLang="zh-CN" dirty="0" lang="en-US" err="1">
                <a:solidFill>
                  <a:schemeClr val="tx2"/>
                </a:solidFill>
                <a:latin typeface="Times New Roman" panose="02020603050405020304" pitchFamily="18" charset="0"/>
                <a:ea typeface="隶书" panose="02010509060101010101" pitchFamily="49" charset="-122"/>
              </a:rPr>
              <a:t>ob</a:t>
            </a:r>
            <a:r>
              <a:rPr altLang="en-US" dirty="0" lang="zh-CN">
                <a:solidFill>
                  <a:schemeClr val="tx2"/>
                </a:solidFill>
                <a:latin typeface="Times New Roman" panose="02020603050405020304" pitchFamily="18" charset="0"/>
                <a:ea typeface="隶书" panose="02010509060101010101" pitchFamily="49" charset="-122"/>
              </a:rPr>
              <a:t>串数组</a:t>
            </a:r>
            <a:r>
              <a:rPr altLang="en-US" dirty="0" lang="zh-CN">
                <a:latin typeface="Times New Roman" panose="02020603050405020304" pitchFamily="18" charset="0"/>
                <a:ea typeface="隶书" panose="02010509060101010101" pitchFamily="49" charset="-122"/>
              </a:rPr>
              <a:t>  	</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0" presetSubtype="0">
                                  <p:stCondLst>
                                    <p:cond delay="0"/>
                                  </p:stCondLst>
                                  <p:childTnLst>
                                    <p:set>
                                      <p:cBhvr>
                                        <p:cTn dur="1" fill="hold" id="6">
                                          <p:stCondLst>
                                            <p:cond delay="0"/>
                                          </p:stCondLst>
                                        </p:cTn>
                                        <p:tgtEl>
                                          <p:spTgt spid="1049443">
                                            <p:txEl>
                                              <p:pRg st="8" end="8"/>
                                            </p:txEl>
                                          </p:spTgt>
                                        </p:tgtEl>
                                        <p:attrNameLst>
                                          <p:attrName>style.visibility</p:attrName>
                                        </p:attrNameLst>
                                      </p:cBhvr>
                                      <p:to>
                                        <p:strVal val="visible"/>
                                      </p:to>
                                    </p:set>
                                    <p:animEffect transition="in" filter="fade">
                                      <p:cBhvr>
                                        <p:cTn dur="500" id="7"/>
                                        <p:tgtEl>
                                          <p:spTgt spid="1049443">
                                            <p:txEl>
                                              <p:pRg st="8" end="8"/>
                                            </p:txEl>
                                          </p:spTgt>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10" presetSubtype="0">
                                  <p:stCondLst>
                                    <p:cond delay="0"/>
                                  </p:stCondLst>
                                  <p:childTnLst>
                                    <p:set>
                                      <p:cBhvr>
                                        <p:cTn dur="1" fill="hold" id="11">
                                          <p:stCondLst>
                                            <p:cond delay="0"/>
                                          </p:stCondLst>
                                        </p:cTn>
                                        <p:tgtEl>
                                          <p:spTgt spid="1049443">
                                            <p:txEl>
                                              <p:pRg st="9" end="9"/>
                                            </p:txEl>
                                          </p:spTgt>
                                        </p:tgtEl>
                                        <p:attrNameLst>
                                          <p:attrName>style.visibility</p:attrName>
                                        </p:attrNameLst>
                                      </p:cBhvr>
                                      <p:to>
                                        <p:strVal val="visible"/>
                                      </p:to>
                                    </p:set>
                                    <p:animEffect transition="in" filter="fade">
                                      <p:cBhvr>
                                        <p:cTn dur="500" id="12"/>
                                        <p:tgtEl>
                                          <p:spTgt spid="1049443">
                                            <p:txEl>
                                              <p:pRg st="9" end="9"/>
                                            </p:txEl>
                                          </p:spTgt>
                                        </p:tgtEl>
                                      </p:cBhvr>
                                    </p:animEffec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0" presetSubtype="0">
                                  <p:stCondLst>
                                    <p:cond delay="0"/>
                                  </p:stCondLst>
                                  <p:childTnLst>
                                    <p:set>
                                      <p:cBhvr>
                                        <p:cTn dur="1" fill="hold" id="16">
                                          <p:stCondLst>
                                            <p:cond delay="0"/>
                                          </p:stCondLst>
                                        </p:cTn>
                                        <p:tgtEl>
                                          <p:spTgt spid="1049443">
                                            <p:txEl>
                                              <p:pRg st="10" end="10"/>
                                            </p:txEl>
                                          </p:spTgt>
                                        </p:tgtEl>
                                        <p:attrNameLst>
                                          <p:attrName>style.visibility</p:attrName>
                                        </p:attrNameLst>
                                      </p:cBhvr>
                                      <p:to>
                                        <p:strVal val="visible"/>
                                      </p:to>
                                    </p:set>
                                    <p:animEffect transition="in" filter="fade">
                                      <p:cBhvr>
                                        <p:cTn dur="500" id="17"/>
                                        <p:tgtEl>
                                          <p:spTgt spid="104944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259" name=""/>
        <p:cNvGrpSpPr/>
        <p:nvPr/>
      </p:nvGrpSpPr>
      <p:grpSpPr>
        <a:xfrm>
          <a:off x="0" y="0"/>
          <a:ext cx="0" cy="0"/>
          <a:chOff x="0" y="0"/>
          <a:chExt cx="0" cy="0"/>
        </a:xfrm>
      </p:grpSpPr>
      <p:sp>
        <p:nvSpPr>
          <p:cNvPr id="1049444" name="Rectangle 2"/>
          <p:cNvSpPr>
            <a:spLocks noGrp="1" noChangeArrowheads="1"/>
          </p:cNvSpPr>
          <p:nvPr>
            <p:ph idx="1"/>
          </p:nvPr>
        </p:nvSpPr>
        <p:spPr>
          <a:xfrm>
            <a:off x="571502" y="698502"/>
            <a:ext cx="8296275" cy="5368925"/>
          </a:xfrm>
        </p:spPr>
        <p:txBody>
          <a:bodyPr/>
          <a:p>
            <a:pPr eaLnBrk="1" hangingPunct="1">
              <a:lnSpc>
                <a:spcPct val="105000"/>
              </a:lnSpc>
              <a:spcBef>
                <a:spcPct val="0"/>
              </a:spcBef>
              <a:buFontTx/>
              <a:buNone/>
            </a:pP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delete</a:t>
            </a:r>
            <a:r>
              <a:rPr altLang="zh-CN" lang="en-US">
                <a:latin typeface="Times New Roman" panose="02020603050405020304" pitchFamily="18" charset="0"/>
                <a:ea typeface="隶书" panose="02010509060101010101" pitchFamily="49" charset="-122"/>
              </a:rPr>
              <a:t> []temp</a:t>
            </a:r>
            <a:r>
              <a:rPr altLang="zh-CN" b="1" lang="en-US">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altLang="zh-CN" b="1" lang="en-US">
                <a:latin typeface="Times New Roman" panose="02020603050405020304" pitchFamily="18" charset="0"/>
                <a:ea typeface="隶书" panose="02010509060101010101" pitchFamily="49" charset="-122"/>
              </a:rPr>
              <a:t>     return</a:t>
            </a: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this;</a:t>
            </a:r>
          </a:p>
          <a:p>
            <a:pPr eaLnBrk="1" hangingPunct="1">
              <a:lnSpc>
                <a:spcPct val="105000"/>
              </a:lnSpc>
              <a:spcBef>
                <a:spcPct val="0"/>
              </a:spcBef>
              <a:buFontTx/>
              <a:buNone/>
            </a:pPr>
            <a:r>
              <a:rPr altLang="zh-CN" b="1" lang="en-US">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endParaRPr altLang="zh-CN" b="1" sz="2000" lang="en-US">
              <a:latin typeface="Times New Roman" panose="02020603050405020304" pitchFamily="18" charset="0"/>
              <a:ea typeface="隶书" panose="02010509060101010101" pitchFamily="49" charset="-122"/>
            </a:endParaRPr>
          </a:p>
          <a:p>
            <a:pPr eaLnBrk="1" hangingPunct="1">
              <a:lnSpc>
                <a:spcPct val="80000"/>
              </a:lnSpc>
              <a:buClr>
                <a:srgbClr val="990099"/>
              </a:buClr>
              <a:buSzPct val="50000"/>
            </a:pPr>
            <a:r>
              <a:rPr altLang="en-US" b="1" sz="3000" kumimoji="1" lang="zh-CN">
                <a:latin typeface="Times New Roman" panose="02020603050405020304" pitchFamily="18" charset="0"/>
                <a:ea typeface="仿宋_GB2312" pitchFamily="49" charset="-122"/>
              </a:rPr>
              <a:t>例：串 </a:t>
            </a:r>
            <a:r>
              <a:rPr altLang="zh-CN" b="1" sz="3000" kumimoji="1" lang="en-US">
                <a:latin typeface="Times New Roman" panose="02020603050405020304" pitchFamily="18" charset="0"/>
                <a:ea typeface="仿宋_GB2312" pitchFamily="49" charset="-122"/>
              </a:rPr>
              <a:t>st1 = “</a:t>
            </a:r>
            <a:r>
              <a:rPr altLang="zh-CN" b="1" sz="3000" kumimoji="1" lang="en-US">
                <a:solidFill>
                  <a:schemeClr val="tx2"/>
                </a:solidFill>
                <a:latin typeface="Times New Roman" panose="02020603050405020304" pitchFamily="18" charset="0"/>
                <a:ea typeface="仿宋_GB2312" pitchFamily="49" charset="-122"/>
              </a:rPr>
              <a:t>beijing </a:t>
            </a:r>
            <a:r>
              <a:rPr altLang="zh-CN" b="1" sz="3000" kumimoji="1" lang="en-US">
                <a:latin typeface="Times New Roman" panose="02020603050405020304" pitchFamily="18" charset="0"/>
                <a:ea typeface="仿宋_GB2312" pitchFamily="49" charset="-122"/>
              </a:rPr>
              <a:t>”,  </a:t>
            </a:r>
          </a:p>
          <a:p>
            <a:pPr eaLnBrk="1" hangingPunct="1">
              <a:lnSpc>
                <a:spcPct val="80000"/>
              </a:lnSpc>
              <a:buClr>
                <a:srgbClr val="990099"/>
              </a:buClr>
              <a:buSzPct val="50000"/>
              <a:buFontTx/>
              <a:buNone/>
            </a:pPr>
            <a:r>
              <a:rPr altLang="zh-CN" b="1" sz="3000" kumimoji="1" lang="en-US">
                <a:latin typeface="Times New Roman" panose="02020603050405020304" pitchFamily="18" charset="0"/>
                <a:ea typeface="仿宋_GB2312" pitchFamily="49" charset="-122"/>
              </a:rPr>
              <a:t>	             st2 = “</a:t>
            </a:r>
            <a:r>
              <a:rPr altLang="zh-CN" b="1" sz="3000" kumimoji="1" lang="en-US">
                <a:solidFill>
                  <a:schemeClr val="tx2"/>
                </a:solidFill>
                <a:latin typeface="Times New Roman" panose="02020603050405020304" pitchFamily="18" charset="0"/>
                <a:ea typeface="仿宋_GB2312" pitchFamily="49" charset="-122"/>
              </a:rPr>
              <a:t>university</a:t>
            </a:r>
            <a:r>
              <a:rPr altLang="zh-CN" b="1" sz="3000" kumimoji="1" lang="en-US">
                <a:latin typeface="Times New Roman" panose="02020603050405020304" pitchFamily="18" charset="0"/>
                <a:ea typeface="仿宋_GB2312" pitchFamily="49" charset="-122"/>
              </a:rPr>
              <a:t>”, </a:t>
            </a:r>
          </a:p>
          <a:p>
            <a:pPr eaLnBrk="1" hangingPunct="1">
              <a:lnSpc>
                <a:spcPct val="80000"/>
              </a:lnSpc>
              <a:buClr>
                <a:srgbClr val="990099"/>
              </a:buClr>
              <a:buSzPct val="50000"/>
              <a:buFontTx/>
              <a:buNone/>
            </a:pPr>
            <a:r>
              <a:rPr altLang="zh-CN" b="1" sz="3000" kumimoji="1" lang="en-US">
                <a:latin typeface="Times New Roman" panose="02020603050405020304" pitchFamily="18" charset="0"/>
                <a:ea typeface="仿宋_GB2312" pitchFamily="49" charset="-122"/>
              </a:rPr>
              <a:t>	</a:t>
            </a:r>
            <a:r>
              <a:rPr altLang="en-US" b="1" sz="3000" kumimoji="1" lang="zh-CN">
                <a:latin typeface="Times New Roman" panose="02020603050405020304" pitchFamily="18" charset="0"/>
                <a:ea typeface="仿宋_GB2312" pitchFamily="49" charset="-122"/>
              </a:rPr>
              <a:t>使用示例   </a:t>
            </a:r>
            <a:r>
              <a:rPr altLang="zh-CN" b="1" sz="3000" kumimoji="1" lang="en-US">
                <a:latin typeface="Times New Roman" panose="02020603050405020304" pitchFamily="18" charset="0"/>
                <a:ea typeface="仿宋_GB2312" pitchFamily="49" charset="-122"/>
              </a:rPr>
              <a:t>st1 </a:t>
            </a:r>
            <a:r>
              <a:rPr altLang="zh-CN" b="1" sz="3000" kumimoji="1" lang="en-US">
                <a:solidFill>
                  <a:schemeClr val="tx2"/>
                </a:solidFill>
                <a:latin typeface="Times New Roman" panose="02020603050405020304" pitchFamily="18" charset="0"/>
                <a:ea typeface="仿宋_GB2312" pitchFamily="49" charset="-122"/>
              </a:rPr>
              <a:t>+= st2</a:t>
            </a:r>
            <a:r>
              <a:rPr altLang="zh-CN" b="1" sz="3000" kumimoji="1" lang="en-US">
                <a:latin typeface="Times New Roman" panose="02020603050405020304" pitchFamily="18" charset="0"/>
                <a:ea typeface="仿宋_GB2312" pitchFamily="49" charset="-122"/>
              </a:rPr>
              <a:t>;</a:t>
            </a:r>
          </a:p>
          <a:p>
            <a:pPr eaLnBrk="1" hangingPunct="1">
              <a:lnSpc>
                <a:spcPct val="80000"/>
              </a:lnSpc>
              <a:buClr>
                <a:srgbClr val="990099"/>
              </a:buClr>
              <a:buSzPct val="50000"/>
              <a:buFontTx/>
              <a:buNone/>
            </a:pPr>
            <a:r>
              <a:rPr altLang="zh-CN" sz="3000" kumimoji="1" lang="en-US">
                <a:latin typeface="Times New Roman" panose="02020603050405020304" pitchFamily="18" charset="0"/>
                <a:ea typeface="仿宋_GB2312" pitchFamily="49" charset="-122"/>
              </a:rPr>
              <a:t>	</a:t>
            </a:r>
            <a:r>
              <a:rPr altLang="en-US" b="1" sz="3000" kumimoji="1" lang="zh-CN">
                <a:latin typeface="Times New Roman" panose="02020603050405020304" pitchFamily="18" charset="0"/>
                <a:ea typeface="仿宋_GB2312" pitchFamily="49" charset="-122"/>
              </a:rPr>
              <a:t>连接结果</a:t>
            </a:r>
            <a:r>
              <a:rPr altLang="en-US" b="1" sz="3000" kumimoji="1" lang="en-US">
                <a:latin typeface="Times New Roman" panose="02020603050405020304" pitchFamily="18" charset="0"/>
                <a:ea typeface="仿宋_GB2312" pitchFamily="49" charset="-122"/>
              </a:rPr>
              <a:t>   </a:t>
            </a:r>
            <a:r>
              <a:rPr altLang="zh-CN" b="1" sz="3000" kumimoji="1" lang="en-US">
                <a:latin typeface="Times New Roman" panose="02020603050405020304" pitchFamily="18" charset="0"/>
                <a:ea typeface="仿宋_GB2312" pitchFamily="49" charset="-122"/>
              </a:rPr>
              <a:t>st1 = “</a:t>
            </a:r>
            <a:r>
              <a:rPr altLang="zh-CN" b="1" sz="3000" kumimoji="1" lang="en-US">
                <a:solidFill>
                  <a:schemeClr val="tx2"/>
                </a:solidFill>
                <a:latin typeface="Times New Roman" panose="02020603050405020304" pitchFamily="18" charset="0"/>
                <a:ea typeface="仿宋_GB2312" pitchFamily="49" charset="-122"/>
              </a:rPr>
              <a:t>beijing university</a:t>
            </a:r>
            <a:r>
              <a:rPr altLang="zh-CN" b="1" sz="3000" kumimoji="1" lang="en-US">
                <a:latin typeface="Times New Roman" panose="02020603050405020304" pitchFamily="18" charset="0"/>
                <a:ea typeface="仿宋_GB2312" pitchFamily="49" charset="-122"/>
              </a:rPr>
              <a:t>”</a:t>
            </a:r>
          </a:p>
          <a:p>
            <a:pPr eaLnBrk="1" hangingPunct="1">
              <a:lnSpc>
                <a:spcPct val="80000"/>
              </a:lnSpc>
              <a:buClr>
                <a:srgbClr val="990099"/>
              </a:buClr>
              <a:buSzPct val="50000"/>
              <a:buFontTx/>
              <a:buNone/>
            </a:pPr>
            <a:r>
              <a:rPr altLang="zh-CN" b="1" sz="3000" kumimoji="1" lang="en-US">
                <a:latin typeface="Times New Roman" panose="02020603050405020304" pitchFamily="18" charset="0"/>
                <a:ea typeface="仿宋_GB2312" pitchFamily="49" charset="-122"/>
              </a:rPr>
              <a:t>	                   st2 = “</a:t>
            </a:r>
            <a:r>
              <a:rPr altLang="zh-CN" b="1" sz="3000" kumimoji="1" lang="en-US">
                <a:solidFill>
                  <a:schemeClr val="tx2"/>
                </a:solidFill>
                <a:latin typeface="Times New Roman" panose="02020603050405020304" pitchFamily="18" charset="0"/>
                <a:ea typeface="仿宋_GB2312" pitchFamily="49" charset="-122"/>
              </a:rPr>
              <a:t>university</a:t>
            </a:r>
            <a:r>
              <a:rPr altLang="zh-CN" b="1" sz="3000" kumimoji="1" lang="en-US">
                <a:latin typeface="Times New Roman" panose="02020603050405020304" pitchFamily="18" charset="0"/>
                <a:ea typeface="仿宋_GB2312" pitchFamily="49" charset="-122"/>
              </a:rPr>
              <a: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260" name=""/>
        <p:cNvGrpSpPr/>
        <p:nvPr/>
      </p:nvGrpSpPr>
      <p:grpSpPr>
        <a:xfrm>
          <a:off x="0" y="0"/>
          <a:ext cx="0" cy="0"/>
          <a:chOff x="0" y="0"/>
          <a:chExt cx="0" cy="0"/>
        </a:xfrm>
      </p:grpSpPr>
      <p:sp>
        <p:nvSpPr>
          <p:cNvPr id="1049445" name="Rectangle 2"/>
          <p:cNvSpPr>
            <a:spLocks noGrp="1" noChangeArrowheads="1"/>
          </p:cNvSpPr>
          <p:nvPr>
            <p:ph type="title"/>
          </p:nvPr>
        </p:nvSpPr>
        <p:spPr>
          <a:xfrm>
            <a:off x="2743200" y="338140"/>
            <a:ext cx="3886200" cy="725487"/>
          </a:xfrm>
        </p:spPr>
        <p:txBody>
          <a:bodyPr/>
          <a:p>
            <a:pPr eaLnBrk="1" hangingPunct="1"/>
            <a:r>
              <a:rPr altLang="en-US" b="1" lang="zh-CN">
                <a:ea typeface="华文新魏" panose="02010800040101010101" pitchFamily="2" charset="-122"/>
              </a:rPr>
              <a:t>串的模式匹配</a:t>
            </a:r>
            <a:endParaRPr altLang="en-US" sz="4800" lang="zh-CN">
              <a:ea typeface="华文新魏" panose="02010800040101010101" pitchFamily="2" charset="-122"/>
            </a:endParaRPr>
          </a:p>
        </p:txBody>
      </p:sp>
      <p:sp>
        <p:nvSpPr>
          <p:cNvPr id="1049446" name="Rectangle 3"/>
          <p:cNvSpPr>
            <a:spLocks noGrp="1" noChangeArrowheads="1"/>
          </p:cNvSpPr>
          <p:nvPr>
            <p:ph idx="1"/>
          </p:nvPr>
        </p:nvSpPr>
        <p:spPr>
          <a:xfrm>
            <a:off x="774702" y="1460500"/>
            <a:ext cx="7720013" cy="4648200"/>
          </a:xfrm>
        </p:spPr>
        <p:txBody>
          <a:bodyPr/>
          <a:p>
            <a:pPr eaLnBrk="1" hangingPunct="1">
              <a:buClr>
                <a:srgbClr val="990099"/>
              </a:buClr>
              <a:buSzPct val="50000"/>
            </a:pPr>
            <a:r>
              <a:rPr altLang="en-US" b="1" sz="3000" lang="zh-CN" u="sng">
                <a:solidFill>
                  <a:schemeClr val="tx2"/>
                </a:solidFill>
                <a:latin typeface="Times New Roman" panose="02020603050405020304" pitchFamily="18" charset="0"/>
                <a:ea typeface="仿宋_GB2312" pitchFamily="49" charset="-122"/>
              </a:rPr>
              <a:t>定义</a:t>
            </a:r>
            <a:r>
              <a:rPr altLang="en-US" b="1" sz="3000" lang="zh-CN">
                <a:solidFill>
                  <a:schemeClr val="tx2"/>
                </a:solidFill>
                <a:latin typeface="Times New Roman" panose="02020603050405020304" pitchFamily="18" charset="0"/>
                <a:ea typeface="仿宋_GB2312" pitchFamily="49" charset="-122"/>
              </a:rPr>
              <a:t> </a:t>
            </a:r>
            <a:r>
              <a:rPr altLang="en-US" b="1" sz="3000" lang="zh-CN">
                <a:latin typeface="Times New Roman" panose="02020603050405020304" pitchFamily="18" charset="0"/>
                <a:ea typeface="仿宋_GB2312" pitchFamily="49" charset="-122"/>
              </a:rPr>
              <a:t> 在主串中寻找子串（第一个字符）在串中的位置</a:t>
            </a:r>
          </a:p>
          <a:p>
            <a:pPr eaLnBrk="1" hangingPunct="1">
              <a:buClr>
                <a:srgbClr val="990099"/>
              </a:buClr>
              <a:buSzPct val="50000"/>
            </a:pPr>
            <a:r>
              <a:rPr altLang="en-US" b="1" sz="3000" lang="zh-CN" u="sng">
                <a:solidFill>
                  <a:schemeClr val="tx2"/>
                </a:solidFill>
                <a:latin typeface="Times New Roman" panose="02020603050405020304" pitchFamily="18" charset="0"/>
                <a:ea typeface="仿宋_GB2312" pitchFamily="49" charset="-122"/>
              </a:rPr>
              <a:t>词汇</a:t>
            </a:r>
            <a:r>
              <a:rPr altLang="en-US" b="1" sz="3000" lang="zh-CN">
                <a:solidFill>
                  <a:schemeClr val="tx2"/>
                </a:solidFill>
                <a:latin typeface="Times New Roman" panose="02020603050405020304" pitchFamily="18" charset="0"/>
                <a:ea typeface="仿宋_GB2312" pitchFamily="49" charset="-122"/>
              </a:rPr>
              <a:t>  </a:t>
            </a:r>
            <a:r>
              <a:rPr altLang="en-US" b="1" sz="3000" lang="zh-CN">
                <a:latin typeface="Times New Roman" panose="02020603050405020304" pitchFamily="18" charset="0"/>
                <a:ea typeface="仿宋_GB2312" pitchFamily="49" charset="-122"/>
              </a:rPr>
              <a:t>在模式匹配中，子串称为模式，主串称为目标。</a:t>
            </a:r>
          </a:p>
          <a:p>
            <a:pPr eaLnBrk="1" hangingPunct="1">
              <a:buClr>
                <a:srgbClr val="990099"/>
              </a:buClr>
              <a:buSzPct val="50000"/>
            </a:pPr>
            <a:r>
              <a:rPr altLang="en-US" b="1" sz="3000" lang="zh-CN" u="sng">
                <a:latin typeface="Times New Roman" panose="02020603050405020304" pitchFamily="18" charset="0"/>
                <a:ea typeface="仿宋_GB2312" pitchFamily="49" charset="-122"/>
              </a:rPr>
              <a:t>示例</a:t>
            </a:r>
            <a:r>
              <a:rPr altLang="en-US" b="1" sz="3000" lang="zh-CN">
                <a:latin typeface="Times New Roman" panose="02020603050405020304" pitchFamily="18" charset="0"/>
                <a:ea typeface="仿宋_GB2312" pitchFamily="49" charset="-122"/>
              </a:rPr>
              <a:t>  目标 </a:t>
            </a:r>
            <a:r>
              <a:rPr altLang="zh-CN" b="1" sz="3000" lang="en-US">
                <a:latin typeface="Times New Roman" panose="02020603050405020304" pitchFamily="18" charset="0"/>
                <a:ea typeface="仿宋_GB2312" pitchFamily="49" charset="-122"/>
              </a:rPr>
              <a:t>T : “Bei</a:t>
            </a:r>
            <a:r>
              <a:rPr altLang="zh-CN" b="1" sz="3000" lang="en-US" u="sng">
                <a:latin typeface="Times New Roman" panose="02020603050405020304" pitchFamily="18" charset="0"/>
                <a:ea typeface="仿宋_GB2312" pitchFamily="49" charset="-122"/>
              </a:rPr>
              <a:t>jin</a:t>
            </a:r>
            <a:r>
              <a:rPr altLang="zh-CN" b="1" sz="3000" lang="en-US">
                <a:latin typeface="Times New Roman" panose="02020603050405020304" pitchFamily="18" charset="0"/>
                <a:ea typeface="仿宋_GB2312" pitchFamily="49" charset="-122"/>
              </a:rPr>
              <a:t>g”</a:t>
            </a:r>
          </a:p>
          <a:p>
            <a:pPr eaLnBrk="1" hangingPunct="1">
              <a:buClr>
                <a:srgbClr val="990099"/>
              </a:buClr>
              <a:buSzPct val="50000"/>
              <a:buFontTx/>
              <a:buNone/>
            </a:pPr>
            <a:r>
              <a:rPr altLang="zh-CN" b="1" sz="3000" lang="en-US">
                <a:latin typeface="Times New Roman" panose="02020603050405020304" pitchFamily="18" charset="0"/>
                <a:ea typeface="仿宋_GB2312" pitchFamily="49" charset="-122"/>
              </a:rPr>
              <a:t>              </a:t>
            </a:r>
            <a:r>
              <a:rPr altLang="en-US" b="1" sz="3000" lang="zh-CN">
                <a:latin typeface="Times New Roman" panose="02020603050405020304" pitchFamily="18" charset="0"/>
                <a:ea typeface="仿宋_GB2312" pitchFamily="49" charset="-122"/>
              </a:rPr>
              <a:t>模式 </a:t>
            </a:r>
            <a:r>
              <a:rPr altLang="zh-CN" b="1" sz="3000" lang="en-US">
                <a:latin typeface="Times New Roman" panose="02020603050405020304" pitchFamily="18" charset="0"/>
                <a:ea typeface="仿宋_GB2312" pitchFamily="49" charset="-122"/>
              </a:rPr>
              <a:t>P : “jin”</a:t>
            </a:r>
          </a:p>
          <a:p>
            <a:pPr eaLnBrk="1" hangingPunct="1">
              <a:buClr>
                <a:srgbClr val="990099"/>
              </a:buClr>
              <a:buSzPct val="50000"/>
              <a:buFontTx/>
              <a:buNone/>
            </a:pPr>
            <a:r>
              <a:rPr altLang="zh-CN" b="1" sz="3000" lang="en-US">
                <a:latin typeface="Times New Roman" panose="02020603050405020304" pitchFamily="18" charset="0"/>
                <a:ea typeface="仿宋_GB2312" pitchFamily="49" charset="-122"/>
              </a:rPr>
              <a:t>              </a:t>
            </a:r>
            <a:r>
              <a:rPr altLang="en-US" b="1" sz="3000" lang="zh-CN">
                <a:latin typeface="Times New Roman" panose="02020603050405020304" pitchFamily="18" charset="0"/>
                <a:ea typeface="仿宋_GB2312" pitchFamily="49" charset="-122"/>
              </a:rPr>
              <a:t>匹配结果 </a:t>
            </a:r>
            <a:r>
              <a:rPr altLang="zh-CN" b="1" sz="3000" lang="en-US">
                <a:latin typeface="Times New Roman" panose="02020603050405020304" pitchFamily="18" charset="0"/>
                <a:ea typeface="仿宋_GB2312" pitchFamily="49" charset="-122"/>
              </a:rPr>
              <a:t>= 3   </a:t>
            </a:r>
            <a:r>
              <a:rPr altLang="en-US" b="1" sz="3000" lang="en-US">
                <a:latin typeface="Times New Roman" panose="02020603050405020304" pitchFamily="18" charset="0"/>
                <a:ea typeface="仿宋_GB2312" pitchFamily="49" charset="-122"/>
              </a:rPr>
              <a:t> </a:t>
            </a:r>
            <a:endParaRPr altLang="zh-CN" b="1" sz="3000" lang="en-US">
              <a:latin typeface="Times New Roman" panose="02020603050405020304" pitchFamily="18" charset="0"/>
              <a:ea typeface="仿宋_GB2312" pitchFamily="49"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263" name=""/>
        <p:cNvGrpSpPr/>
        <p:nvPr/>
      </p:nvGrpSpPr>
      <p:grpSpPr>
        <a:xfrm>
          <a:off x="0" y="0"/>
          <a:ext cx="0" cy="0"/>
          <a:chOff x="0" y="0"/>
          <a:chExt cx="0" cy="0"/>
        </a:xfrm>
      </p:grpSpPr>
      <p:sp>
        <p:nvSpPr>
          <p:cNvPr id="1049450" name="Rectangle 2"/>
          <p:cNvSpPr>
            <a:spLocks noGrp="1" noChangeArrowheads="1"/>
          </p:cNvSpPr>
          <p:nvPr>
            <p:ph type="title"/>
          </p:nvPr>
        </p:nvSpPr>
        <p:spPr>
          <a:xfrm>
            <a:off x="457200" y="274638"/>
            <a:ext cx="8229600" cy="836612"/>
          </a:xfrm>
        </p:spPr>
        <p:txBody>
          <a:bodyPr/>
          <a:p>
            <a:pPr eaLnBrk="1" hangingPunct="1"/>
            <a:r>
              <a:rPr altLang="en-US" b="1" sz="4000" lang="zh-CN">
                <a:ea typeface="华文新魏" panose="02010800040101010101" pitchFamily="2" charset="-122"/>
              </a:rPr>
              <a:t>朴素的模式匹配</a:t>
            </a:r>
            <a:r>
              <a:rPr altLang="en-US" b="1" sz="4000" lang="zh-CN">
                <a:latin typeface="华文新魏" panose="02010800040101010101" pitchFamily="2" charset="-122"/>
                <a:ea typeface="华文新魏" panose="02010800040101010101" pitchFamily="2" charset="-122"/>
              </a:rPr>
              <a:t>（</a:t>
            </a:r>
            <a:r>
              <a:rPr altLang="zh-CN" b="1" sz="4000" lang="en-US">
                <a:latin typeface="华文新魏" panose="02010800040101010101" pitchFamily="2" charset="-122"/>
                <a:ea typeface="华文新魏" panose="02010800040101010101" pitchFamily="2" charset="-122"/>
              </a:rPr>
              <a:t>B-F</a:t>
            </a:r>
            <a:r>
              <a:rPr altLang="en-US" b="1" sz="4000" lang="zh-CN">
                <a:latin typeface="华文新魏" panose="02010800040101010101" pitchFamily="2" charset="-122"/>
                <a:ea typeface="华文新魏" panose="02010800040101010101" pitchFamily="2" charset="-122"/>
              </a:rPr>
              <a:t>算法）</a:t>
            </a:r>
            <a:r>
              <a:rPr altLang="en-US" lang="zh-CN"/>
              <a:t> </a:t>
            </a:r>
          </a:p>
        </p:txBody>
      </p:sp>
      <p:sp>
        <p:nvSpPr>
          <p:cNvPr id="1049451" name="Rectangle 3"/>
          <p:cNvSpPr>
            <a:spLocks noGrp="1" noChangeArrowheads="1"/>
          </p:cNvSpPr>
          <p:nvPr>
            <p:ph idx="1"/>
          </p:nvPr>
        </p:nvSpPr>
        <p:spPr>
          <a:xfrm>
            <a:off x="615950" y="1619252"/>
            <a:ext cx="3576638" cy="3890963"/>
          </a:xfrm>
        </p:spPr>
        <p:txBody>
          <a:bodyPr>
            <a:normAutofit fontScale="96429"/>
          </a:bodyPr>
          <a:p>
            <a:pPr eaLnBrk="1" hangingPunct="1">
              <a:spcBef>
                <a:spcPct val="0"/>
              </a:spcBef>
              <a:buClr>
                <a:srgbClr val="990099"/>
              </a:buClr>
              <a:buSzPct val="50000"/>
              <a:buFontTx/>
              <a:buNone/>
            </a:pPr>
            <a:r>
              <a:rPr altLang="en-US" b="1" dirty="0" kumimoji="1" lang="zh-CN">
                <a:solidFill>
                  <a:srgbClr val="FF3300"/>
                </a:solidFill>
                <a:latin typeface="Times New Roman" panose="02020603050405020304" pitchFamily="18" charset="0"/>
                <a:ea typeface="仿宋_GB2312" pitchFamily="49" charset="-122"/>
              </a:rPr>
              <a:t>第</a:t>
            </a:r>
            <a:r>
              <a:rPr altLang="zh-CN" b="1" dirty="0" kumimoji="1" lang="en-US">
                <a:solidFill>
                  <a:srgbClr val="FF3300"/>
                </a:solidFill>
                <a:latin typeface="Times New Roman" panose="02020603050405020304" pitchFamily="18" charset="0"/>
                <a:ea typeface="仿宋_GB2312" pitchFamily="49" charset="-122"/>
              </a:rPr>
              <a:t>1</a:t>
            </a:r>
            <a:r>
              <a:rPr altLang="en-US" b="1" dirty="0" kumimoji="1" lang="zh-CN">
                <a:solidFill>
                  <a:srgbClr val="FF3300"/>
                </a:solidFill>
                <a:latin typeface="Times New Roman" panose="02020603050405020304" pitchFamily="18" charset="0"/>
                <a:ea typeface="仿宋_GB2312" pitchFamily="49" charset="-122"/>
              </a:rPr>
              <a:t>趟</a:t>
            </a:r>
            <a:r>
              <a:rPr altLang="en-US" b="1" dirty="0" kumimoji="1" lang="zh-CN">
                <a:solidFill>
                  <a:srgbClr val="000099"/>
                </a:solidFill>
                <a:latin typeface="Times New Roman" panose="02020603050405020304" pitchFamily="18" charset="0"/>
                <a:ea typeface="仿宋_GB2312" pitchFamily="49" charset="-122"/>
              </a:rPr>
              <a:t>    </a:t>
            </a:r>
            <a:r>
              <a:rPr altLang="zh-CN" b="1" dirty="0" i="1" kumimoji="1" lang="en-US">
                <a:solidFill>
                  <a:srgbClr val="000099"/>
                </a:solidFill>
                <a:latin typeface="Times New Roman" panose="02020603050405020304" pitchFamily="18" charset="0"/>
                <a:ea typeface="仿宋_GB2312" pitchFamily="49" charset="-122"/>
              </a:rPr>
              <a:t>T   </a:t>
            </a:r>
            <a:r>
              <a:rPr altLang="zh-CN" b="1" dirty="0" kumimoji="1" lang="en-US">
                <a:solidFill>
                  <a:srgbClr val="000099"/>
                </a:solidFill>
                <a:latin typeface="Times New Roman" panose="02020603050405020304" pitchFamily="18" charset="0"/>
                <a:ea typeface="仿宋_GB2312" pitchFamily="49" charset="-122"/>
              </a:rPr>
              <a:t>a b </a:t>
            </a:r>
            <a:r>
              <a:rPr altLang="zh-CN" b="1" dirty="0" kumimoji="1" lang="en-US" err="1">
                <a:solidFill>
                  <a:schemeClr val="tx2"/>
                </a:solidFill>
                <a:latin typeface="Times New Roman" panose="02020603050405020304" pitchFamily="18" charset="0"/>
                <a:ea typeface="仿宋_GB2312" pitchFamily="49" charset="-122"/>
              </a:rPr>
              <a:t>b</a:t>
            </a:r>
            <a:r>
              <a:rPr altLang="zh-CN" b="1" dirty="0" kumimoji="1" lang="en-US">
                <a:solidFill>
                  <a:srgbClr val="000099"/>
                </a:solidFill>
                <a:latin typeface="Times New Roman" panose="02020603050405020304" pitchFamily="18" charset="0"/>
                <a:ea typeface="仿宋_GB2312" pitchFamily="49" charset="-122"/>
              </a:rPr>
              <a:t> a b a   </a:t>
            </a:r>
          </a:p>
          <a:p>
            <a:pPr eaLnBrk="1" hangingPunct="1">
              <a:spcBef>
                <a:spcPct val="0"/>
              </a:spcBef>
              <a:buClr>
                <a:srgbClr val="990099"/>
              </a:buClr>
              <a:buSzPct val="50000"/>
              <a:buFontTx/>
              <a:buNone/>
            </a:pPr>
            <a:r>
              <a:rPr altLang="zh-CN" b="1" dirty="0" i="1" kumimoji="1" lang="en-US">
                <a:solidFill>
                  <a:srgbClr val="000099"/>
                </a:solidFill>
                <a:latin typeface="Times New Roman" panose="02020603050405020304" pitchFamily="18" charset="0"/>
                <a:ea typeface="仿宋_GB2312" pitchFamily="49" charset="-122"/>
              </a:rPr>
              <a:t>	            P   </a:t>
            </a:r>
            <a:r>
              <a:rPr altLang="zh-CN" b="1" dirty="0" kumimoji="1" lang="en-US">
                <a:solidFill>
                  <a:srgbClr val="000099"/>
                </a:solidFill>
                <a:latin typeface="Times New Roman" panose="02020603050405020304" pitchFamily="18" charset="0"/>
                <a:ea typeface="仿宋_GB2312" pitchFamily="49" charset="-122"/>
              </a:rPr>
              <a:t>a b </a:t>
            </a:r>
            <a:r>
              <a:rPr altLang="zh-CN" b="1" dirty="0" kumimoji="1" lang="en-US">
                <a:solidFill>
                  <a:schemeClr val="tx2"/>
                </a:solidFill>
                <a:latin typeface="Times New Roman" panose="02020603050405020304" pitchFamily="18" charset="0"/>
                <a:ea typeface="仿宋_GB2312" pitchFamily="49" charset="-122"/>
              </a:rPr>
              <a:t>a</a:t>
            </a:r>
            <a:r>
              <a:rPr altLang="zh-CN" b="1" dirty="0" kumimoji="1" lang="en-US">
                <a:solidFill>
                  <a:srgbClr val="000099"/>
                </a:solidFill>
                <a:latin typeface="Times New Roman" panose="02020603050405020304" pitchFamily="18" charset="0"/>
                <a:ea typeface="仿宋_GB2312" pitchFamily="49" charset="-122"/>
              </a:rPr>
              <a:t>	</a:t>
            </a:r>
          </a:p>
          <a:p>
            <a:pPr eaLnBrk="1" hangingPunct="1">
              <a:spcBef>
                <a:spcPct val="0"/>
              </a:spcBef>
              <a:buClr>
                <a:srgbClr val="990099"/>
              </a:buClr>
              <a:buSzPct val="50000"/>
              <a:buFontTx/>
              <a:buNone/>
            </a:pPr>
            <a:endParaRPr altLang="zh-CN" b="1" dirty="0" kumimoji="1" lang="en-US">
              <a:solidFill>
                <a:srgbClr val="000099"/>
              </a:solidFill>
              <a:latin typeface="Times New Roman" panose="02020603050405020304" pitchFamily="18" charset="0"/>
              <a:ea typeface="仿宋_GB2312" pitchFamily="49" charset="-122"/>
            </a:endParaRPr>
          </a:p>
          <a:p>
            <a:pPr eaLnBrk="1" hangingPunct="1">
              <a:spcBef>
                <a:spcPct val="0"/>
              </a:spcBef>
              <a:buClr>
                <a:srgbClr val="990099"/>
              </a:buClr>
              <a:buSzPct val="50000"/>
              <a:buFontTx/>
              <a:buNone/>
            </a:pPr>
            <a:r>
              <a:rPr altLang="zh-CN" b="1" dirty="0" kumimoji="1" lang="en-US">
                <a:solidFill>
                  <a:srgbClr val="000099"/>
                </a:solidFill>
                <a:latin typeface="Times New Roman" panose="02020603050405020304" pitchFamily="18" charset="0"/>
                <a:ea typeface="仿宋_GB2312" pitchFamily="49" charset="-122"/>
              </a:rPr>
              <a:t>		 	</a:t>
            </a:r>
          </a:p>
          <a:p>
            <a:pPr eaLnBrk="1" hangingPunct="1">
              <a:spcBef>
                <a:spcPct val="0"/>
              </a:spcBef>
              <a:buClr>
                <a:srgbClr val="990099"/>
              </a:buClr>
              <a:buSzPct val="50000"/>
              <a:buFontTx/>
              <a:buNone/>
            </a:pPr>
            <a:endParaRPr altLang="zh-CN" b="1" dirty="0" kumimoji="1" lang="en-US">
              <a:solidFill>
                <a:srgbClr val="FF3300"/>
              </a:solidFill>
              <a:latin typeface="Times New Roman" panose="02020603050405020304" pitchFamily="18" charset="0"/>
              <a:ea typeface="仿宋_GB2312" pitchFamily="49" charset="-122"/>
            </a:endParaRPr>
          </a:p>
          <a:p>
            <a:pPr eaLnBrk="1" hangingPunct="1">
              <a:spcBef>
                <a:spcPct val="0"/>
              </a:spcBef>
              <a:buClr>
                <a:srgbClr val="990099"/>
              </a:buClr>
              <a:buSzPct val="50000"/>
              <a:buFontTx/>
              <a:buNone/>
            </a:pPr>
            <a:endParaRPr altLang="zh-CN" b="1" dirty="0" kumimoji="1" lang="en-US">
              <a:solidFill>
                <a:srgbClr val="FF3300"/>
              </a:solidFill>
              <a:latin typeface="Times New Roman" panose="02020603050405020304" pitchFamily="18" charset="0"/>
              <a:ea typeface="仿宋_GB2312" pitchFamily="49" charset="-122"/>
            </a:endParaRPr>
          </a:p>
          <a:p>
            <a:pPr eaLnBrk="1" hangingPunct="1">
              <a:spcBef>
                <a:spcPct val="0"/>
              </a:spcBef>
              <a:buClr>
                <a:srgbClr val="990099"/>
              </a:buClr>
              <a:buSzPct val="50000"/>
              <a:buFontTx/>
              <a:buNone/>
            </a:pPr>
            <a:r>
              <a:rPr altLang="en-US" b="1" dirty="0" kumimoji="1" lang="zh-CN">
                <a:solidFill>
                  <a:srgbClr val="FF3300"/>
                </a:solidFill>
                <a:latin typeface="Times New Roman" panose="02020603050405020304" pitchFamily="18" charset="0"/>
                <a:ea typeface="仿宋_GB2312" pitchFamily="49" charset="-122"/>
              </a:rPr>
              <a:t>第</a:t>
            </a:r>
            <a:r>
              <a:rPr altLang="zh-CN" b="1" dirty="0" kumimoji="1" lang="en-US">
                <a:solidFill>
                  <a:srgbClr val="FF3300"/>
                </a:solidFill>
                <a:latin typeface="Times New Roman" panose="02020603050405020304" pitchFamily="18" charset="0"/>
                <a:ea typeface="仿宋_GB2312" pitchFamily="49" charset="-122"/>
              </a:rPr>
              <a:t>2</a:t>
            </a:r>
            <a:r>
              <a:rPr altLang="en-US" b="1" dirty="0" kumimoji="1" lang="zh-CN">
                <a:solidFill>
                  <a:srgbClr val="FF3300"/>
                </a:solidFill>
                <a:latin typeface="Times New Roman" panose="02020603050405020304" pitchFamily="18" charset="0"/>
                <a:ea typeface="仿宋_GB2312" pitchFamily="49" charset="-122"/>
              </a:rPr>
              <a:t>趟</a:t>
            </a:r>
            <a:r>
              <a:rPr altLang="en-US" b="1" dirty="0" kumimoji="1" lang="zh-CN">
                <a:solidFill>
                  <a:srgbClr val="000099"/>
                </a:solidFill>
                <a:latin typeface="Times New Roman" panose="02020603050405020304" pitchFamily="18" charset="0"/>
                <a:ea typeface="仿宋_GB2312" pitchFamily="49" charset="-122"/>
              </a:rPr>
              <a:t>	   </a:t>
            </a:r>
            <a:r>
              <a:rPr altLang="zh-CN" b="1" dirty="0" i="1" kumimoji="1" lang="en-US">
                <a:solidFill>
                  <a:srgbClr val="000099"/>
                </a:solidFill>
                <a:latin typeface="Times New Roman" panose="02020603050405020304" pitchFamily="18" charset="0"/>
                <a:ea typeface="仿宋_GB2312" pitchFamily="49" charset="-122"/>
              </a:rPr>
              <a:t>T  </a:t>
            </a:r>
            <a:r>
              <a:rPr altLang="zh-CN" b="1" dirty="0" kumimoji="1" lang="en-US">
                <a:solidFill>
                  <a:srgbClr val="000099"/>
                </a:solidFill>
                <a:latin typeface="Times New Roman" panose="02020603050405020304" pitchFamily="18" charset="0"/>
                <a:ea typeface="仿宋_GB2312" pitchFamily="49" charset="-122"/>
              </a:rPr>
              <a:t> a </a:t>
            </a:r>
            <a:r>
              <a:rPr altLang="zh-CN" b="1" dirty="0" kumimoji="1" lang="en-US">
                <a:solidFill>
                  <a:schemeClr val="tx2"/>
                </a:solidFill>
                <a:latin typeface="Times New Roman" panose="02020603050405020304" pitchFamily="18" charset="0"/>
                <a:ea typeface="仿宋_GB2312" pitchFamily="49" charset="-122"/>
              </a:rPr>
              <a:t>b</a:t>
            </a:r>
            <a:r>
              <a:rPr altLang="zh-CN" b="1" dirty="0" kumimoji="1" lang="en-US">
                <a:solidFill>
                  <a:srgbClr val="000099"/>
                </a:solidFill>
                <a:latin typeface="Times New Roman" panose="02020603050405020304" pitchFamily="18" charset="0"/>
                <a:ea typeface="仿宋_GB2312" pitchFamily="49" charset="-122"/>
              </a:rPr>
              <a:t> </a:t>
            </a:r>
            <a:r>
              <a:rPr altLang="zh-CN" b="1" dirty="0" kumimoji="1" lang="en-US" err="1">
                <a:solidFill>
                  <a:srgbClr val="000099"/>
                </a:solidFill>
                <a:latin typeface="Times New Roman" panose="02020603050405020304" pitchFamily="18" charset="0"/>
                <a:ea typeface="仿宋_GB2312" pitchFamily="49" charset="-122"/>
              </a:rPr>
              <a:t>b</a:t>
            </a:r>
            <a:r>
              <a:rPr altLang="zh-CN" b="1" dirty="0" kumimoji="1" lang="en-US">
                <a:solidFill>
                  <a:srgbClr val="000099"/>
                </a:solidFill>
                <a:latin typeface="Times New Roman" panose="02020603050405020304" pitchFamily="18" charset="0"/>
                <a:ea typeface="仿宋_GB2312" pitchFamily="49" charset="-122"/>
              </a:rPr>
              <a:t> a b a</a:t>
            </a:r>
          </a:p>
          <a:p>
            <a:pPr eaLnBrk="1" hangingPunct="1">
              <a:spcBef>
                <a:spcPct val="0"/>
              </a:spcBef>
              <a:buClr>
                <a:srgbClr val="990099"/>
              </a:buClr>
              <a:buSzPct val="50000"/>
              <a:buFontTx/>
              <a:buNone/>
            </a:pPr>
            <a:r>
              <a:rPr altLang="zh-CN" b="1" dirty="0" i="1" kumimoji="1" lang="en-US">
                <a:solidFill>
                  <a:srgbClr val="000099"/>
                </a:solidFill>
                <a:latin typeface="Times New Roman" panose="02020603050405020304" pitchFamily="18" charset="0"/>
                <a:ea typeface="仿宋_GB2312" pitchFamily="49" charset="-122"/>
              </a:rPr>
              <a:t>		   P</a:t>
            </a:r>
            <a:r>
              <a:rPr altLang="zh-CN" b="1" dirty="0" kumimoji="1" lang="en-US">
                <a:solidFill>
                  <a:srgbClr val="000099"/>
                </a:solidFill>
                <a:latin typeface="Times New Roman" panose="02020603050405020304" pitchFamily="18" charset="0"/>
                <a:ea typeface="仿宋_GB2312" pitchFamily="49" charset="-122"/>
              </a:rPr>
              <a:t>      </a:t>
            </a:r>
            <a:r>
              <a:rPr altLang="zh-CN" b="1" dirty="0" kumimoji="1" lang="en-US">
                <a:solidFill>
                  <a:schemeClr val="tx2"/>
                </a:solidFill>
                <a:latin typeface="Times New Roman" panose="02020603050405020304" pitchFamily="18" charset="0"/>
                <a:ea typeface="仿宋_GB2312" pitchFamily="49" charset="-122"/>
              </a:rPr>
              <a:t>a</a:t>
            </a:r>
            <a:r>
              <a:rPr altLang="zh-CN" b="1" dirty="0" kumimoji="1" lang="en-US">
                <a:solidFill>
                  <a:srgbClr val="000099"/>
                </a:solidFill>
                <a:latin typeface="Times New Roman" panose="02020603050405020304" pitchFamily="18" charset="0"/>
                <a:ea typeface="仿宋_GB2312" pitchFamily="49" charset="-122"/>
              </a:rPr>
              <a:t> b a</a:t>
            </a:r>
            <a:r>
              <a:rPr altLang="zh-CN" b="1" dirty="0" i="1" kumimoji="1" lang="en-US">
                <a:solidFill>
                  <a:srgbClr val="000099"/>
                </a:solidFill>
                <a:latin typeface="Times New Roman" panose="02020603050405020304" pitchFamily="18" charset="0"/>
                <a:ea typeface="仿宋_GB2312" pitchFamily="49" charset="-122"/>
              </a:rPr>
              <a:t>	</a:t>
            </a:r>
            <a:endParaRPr altLang="zh-CN" b="1" dirty="0" kumimoji="1" lang="en-US">
              <a:solidFill>
                <a:srgbClr val="000099"/>
              </a:solidFill>
              <a:latin typeface="Times New Roman" panose="02020603050405020304" pitchFamily="18" charset="0"/>
              <a:ea typeface="仿宋_GB2312" pitchFamily="49" charset="-122"/>
            </a:endParaRPr>
          </a:p>
        </p:txBody>
      </p:sp>
      <p:grpSp>
        <p:nvGrpSpPr>
          <p:cNvPr id="264" name="Group 4"/>
          <p:cNvGrpSpPr/>
          <p:nvPr/>
        </p:nvGrpSpPr>
        <p:grpSpPr bwMode="auto">
          <a:xfrm>
            <a:off x="2592390" y="1247863"/>
            <a:ext cx="1646237" cy="3876675"/>
            <a:chOff x="1681" y="906"/>
            <a:chExt cx="1037" cy="2442"/>
          </a:xfrm>
        </p:grpSpPr>
        <p:sp>
          <p:nvSpPr>
            <p:cNvPr id="1049452" name="AutoShape 5"/>
            <p:cNvSpPr>
              <a:spLocks noChangeArrowheads="1"/>
            </p:cNvSpPr>
            <p:nvPr/>
          </p:nvSpPr>
          <p:spPr bwMode="auto">
            <a:xfrm>
              <a:off x="1915" y="1203"/>
              <a:ext cx="167" cy="543"/>
            </a:xfrm>
            <a:prstGeom prst="roundRect">
              <a:avLst>
                <a:gd name="adj" fmla="val 16667"/>
              </a:avLst>
            </a:prstGeom>
            <a:solidFill>
              <a:schemeClr val="accent2">
                <a:alpha val="30196"/>
              </a:scheme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453" name="AutoShape 6"/>
            <p:cNvSpPr>
              <a:spLocks noChangeArrowheads="1"/>
            </p:cNvSpPr>
            <p:nvPr/>
          </p:nvSpPr>
          <p:spPr bwMode="auto">
            <a:xfrm>
              <a:off x="1681" y="2547"/>
              <a:ext cx="167" cy="543"/>
            </a:xfrm>
            <a:prstGeom prst="roundRect">
              <a:avLst>
                <a:gd name="adj" fmla="val 16667"/>
              </a:avLst>
            </a:prstGeom>
            <a:solidFill>
              <a:schemeClr val="accent2">
                <a:alpha val="30196"/>
              </a:scheme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454" name="Line 7"/>
            <p:cNvSpPr>
              <a:spLocks noChangeShapeType="1"/>
            </p:cNvSpPr>
            <p:nvPr/>
          </p:nvSpPr>
          <p:spPr bwMode="auto">
            <a:xfrm flipH="1">
              <a:off x="1985" y="1027"/>
              <a:ext cx="0" cy="192"/>
            </a:xfrm>
            <a:prstGeom prst="line"/>
            <a:noFill/>
            <a:ln w="25400">
              <a:solidFill>
                <a:schemeClr val="tx2"/>
              </a:solidFill>
              <a:round/>
              <a:headEnd/>
              <a:tailEnd type="triangle" w="med" len="lg"/>
            </a:ln>
            <a:effectLst/>
          </p:spPr>
          <p:txBody>
            <a:bodyPr/>
            <a:p>
              <a:endParaRPr altLang="en-US" lang="zh-CN"/>
            </a:p>
          </p:txBody>
        </p:sp>
        <p:sp>
          <p:nvSpPr>
            <p:cNvPr id="1049455" name="Text Box 8"/>
            <p:cNvSpPr txBox="1">
              <a:spLocks noChangeArrowheads="1"/>
            </p:cNvSpPr>
            <p:nvPr/>
          </p:nvSpPr>
          <p:spPr bwMode="auto">
            <a:xfrm>
              <a:off x="2034" y="906"/>
              <a:ext cx="416" cy="308"/>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altLang="zh-CN" b="1" sz="2600" kumimoji="1" lang="en-US">
                  <a:solidFill>
                    <a:srgbClr val="008000"/>
                  </a:solidFill>
                  <a:latin typeface="Times New Roman" panose="02020603050405020304" pitchFamily="18" charset="0"/>
                </a:rPr>
                <a:t>i=2</a:t>
              </a:r>
            </a:p>
          </p:txBody>
        </p:sp>
        <p:sp>
          <p:nvSpPr>
            <p:cNvPr id="1049456" name="Line 9"/>
            <p:cNvSpPr>
              <a:spLocks noChangeShapeType="1"/>
            </p:cNvSpPr>
            <p:nvPr/>
          </p:nvSpPr>
          <p:spPr bwMode="auto">
            <a:xfrm rot="10800000">
              <a:off x="1986" y="1770"/>
              <a:ext cx="0" cy="182"/>
            </a:xfrm>
            <a:prstGeom prst="line"/>
            <a:noFill/>
            <a:ln w="25400">
              <a:solidFill>
                <a:schemeClr val="tx2"/>
              </a:solidFill>
              <a:round/>
              <a:headEnd/>
              <a:tailEnd type="triangle" w="med" len="med"/>
            </a:ln>
            <a:effectLst/>
          </p:spPr>
          <p:txBody>
            <a:bodyPr/>
            <a:p>
              <a:endParaRPr altLang="en-US" lang="zh-CN"/>
            </a:p>
          </p:txBody>
        </p:sp>
        <p:sp>
          <p:nvSpPr>
            <p:cNvPr id="1049457" name="Text Box 10"/>
            <p:cNvSpPr txBox="1">
              <a:spLocks noChangeArrowheads="1"/>
            </p:cNvSpPr>
            <p:nvPr/>
          </p:nvSpPr>
          <p:spPr bwMode="auto">
            <a:xfrm>
              <a:off x="2042" y="1698"/>
              <a:ext cx="676" cy="308"/>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altLang="zh-CN" b="1" sz="2600" kumimoji="1" lang="en-US">
                  <a:solidFill>
                    <a:srgbClr val="008000"/>
                  </a:solidFill>
                  <a:latin typeface="Times New Roman" panose="02020603050405020304" pitchFamily="18" charset="0"/>
                </a:rPr>
                <a:t>j=2</a:t>
              </a:r>
            </a:p>
          </p:txBody>
        </p:sp>
        <p:sp>
          <p:nvSpPr>
            <p:cNvPr id="1049458" name="Text Box 11"/>
            <p:cNvSpPr txBox="1">
              <a:spLocks noChangeArrowheads="1"/>
            </p:cNvSpPr>
            <p:nvPr/>
          </p:nvSpPr>
          <p:spPr bwMode="auto">
            <a:xfrm>
              <a:off x="1812" y="2261"/>
              <a:ext cx="416" cy="308"/>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altLang="zh-CN" b="1" sz="2600" kumimoji="1" lang="en-US">
                  <a:solidFill>
                    <a:srgbClr val="008000"/>
                  </a:solidFill>
                  <a:latin typeface="Times New Roman" panose="02020603050405020304" pitchFamily="18" charset="0"/>
                </a:rPr>
                <a:t>i=1</a:t>
              </a:r>
            </a:p>
          </p:txBody>
        </p:sp>
        <p:sp>
          <p:nvSpPr>
            <p:cNvPr id="1049459" name="Line 12"/>
            <p:cNvSpPr>
              <a:spLocks noChangeShapeType="1"/>
            </p:cNvSpPr>
            <p:nvPr/>
          </p:nvSpPr>
          <p:spPr bwMode="auto">
            <a:xfrm flipH="1">
              <a:off x="1766" y="2361"/>
              <a:ext cx="0" cy="192"/>
            </a:xfrm>
            <a:prstGeom prst="line"/>
            <a:noFill/>
            <a:ln w="25400">
              <a:solidFill>
                <a:schemeClr val="tx2"/>
              </a:solidFill>
              <a:round/>
              <a:headEnd/>
              <a:tailEnd type="triangle" w="med" len="lg"/>
            </a:ln>
            <a:effectLst/>
          </p:spPr>
          <p:txBody>
            <a:bodyPr/>
            <a:p>
              <a:endParaRPr altLang="en-US" lang="zh-CN"/>
            </a:p>
          </p:txBody>
        </p:sp>
        <p:sp>
          <p:nvSpPr>
            <p:cNvPr id="1049460" name="Line 13"/>
            <p:cNvSpPr>
              <a:spLocks noChangeShapeType="1"/>
            </p:cNvSpPr>
            <p:nvPr/>
          </p:nvSpPr>
          <p:spPr bwMode="auto">
            <a:xfrm rot="10800000">
              <a:off x="1771" y="3094"/>
              <a:ext cx="0" cy="182"/>
            </a:xfrm>
            <a:prstGeom prst="line"/>
            <a:noFill/>
            <a:ln w="25400">
              <a:solidFill>
                <a:schemeClr val="tx2"/>
              </a:solidFill>
              <a:round/>
              <a:headEnd/>
              <a:tailEnd type="triangle" w="med" len="med"/>
            </a:ln>
            <a:effectLst/>
          </p:spPr>
          <p:txBody>
            <a:bodyPr/>
            <a:p>
              <a:endParaRPr altLang="en-US" lang="zh-CN"/>
            </a:p>
          </p:txBody>
        </p:sp>
        <p:sp>
          <p:nvSpPr>
            <p:cNvPr id="1049461" name="Text Box 14"/>
            <p:cNvSpPr txBox="1">
              <a:spLocks noChangeArrowheads="1"/>
            </p:cNvSpPr>
            <p:nvPr/>
          </p:nvSpPr>
          <p:spPr bwMode="auto">
            <a:xfrm>
              <a:off x="1808" y="3040"/>
              <a:ext cx="676" cy="308"/>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altLang="zh-CN" b="1" sz="2600" kumimoji="1" lang="en-US">
                  <a:solidFill>
                    <a:srgbClr val="008000"/>
                  </a:solidFill>
                  <a:latin typeface="Times New Roman" panose="02020603050405020304" pitchFamily="18" charset="0"/>
                </a:rPr>
                <a:t>j=0</a:t>
              </a:r>
            </a:p>
          </p:txBody>
        </p:sp>
      </p:grpSp>
      <p:sp>
        <p:nvSpPr>
          <p:cNvPr id="1049462" name="Rectangle 15"/>
          <p:cNvSpPr>
            <a:spLocks noChangeArrowheads="1"/>
          </p:cNvSpPr>
          <p:nvPr/>
        </p:nvSpPr>
        <p:spPr bwMode="auto">
          <a:xfrm>
            <a:off x="4532315" y="1984375"/>
            <a:ext cx="3578225" cy="3341688"/>
          </a:xfrm>
          <a:prstGeom prst="rect"/>
          <a:noFill/>
          <a:ln>
            <a:noFill/>
          </a:ln>
          <a:effectLst/>
        </p:spPr>
        <p:txBody>
          <a:bodyPr/>
          <a:lstStyle>
            <a:lvl1pPr indent="-342900" marL="342900">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
                <a:srgbClr val="990099"/>
              </a:buClr>
              <a:buSzPct val="50000"/>
              <a:buFontTx/>
              <a:buNone/>
            </a:pPr>
            <a:r>
              <a:rPr altLang="en-US" b="1" dirty="0" sz="2800" kumimoji="1" lang="zh-CN">
                <a:solidFill>
                  <a:srgbClr val="FF3300"/>
                </a:solidFill>
                <a:latin typeface="Times New Roman" panose="02020603050405020304" pitchFamily="18" charset="0"/>
                <a:ea typeface="仿宋_GB2312" pitchFamily="49" charset="-122"/>
              </a:rPr>
              <a:t>第</a:t>
            </a:r>
            <a:r>
              <a:rPr altLang="zh-CN" b="1" dirty="0" sz="2800" kumimoji="1" lang="en-US">
                <a:solidFill>
                  <a:srgbClr val="FF3300"/>
                </a:solidFill>
                <a:latin typeface="Times New Roman" panose="02020603050405020304" pitchFamily="18" charset="0"/>
                <a:ea typeface="仿宋_GB2312" pitchFamily="49" charset="-122"/>
              </a:rPr>
              <a:t>3</a:t>
            </a:r>
            <a:r>
              <a:rPr altLang="en-US" b="1" dirty="0" sz="2800" kumimoji="1" lang="zh-CN">
                <a:solidFill>
                  <a:srgbClr val="FF3300"/>
                </a:solidFill>
                <a:latin typeface="Times New Roman" panose="02020603050405020304" pitchFamily="18" charset="0"/>
                <a:ea typeface="仿宋_GB2312" pitchFamily="49" charset="-122"/>
              </a:rPr>
              <a:t>趟</a:t>
            </a:r>
            <a:r>
              <a:rPr altLang="en-US" b="1" dirty="0" sz="2800" kumimoji="1" lang="zh-CN">
                <a:solidFill>
                  <a:srgbClr val="000099"/>
                </a:solidFill>
                <a:latin typeface="Times New Roman" panose="02020603050405020304" pitchFamily="18" charset="0"/>
                <a:ea typeface="仿宋_GB2312" pitchFamily="49" charset="-122"/>
              </a:rPr>
              <a:t>    </a:t>
            </a:r>
            <a:r>
              <a:rPr altLang="zh-CN" b="1" dirty="0" sz="2800" i="1" kumimoji="1" lang="en-US">
                <a:solidFill>
                  <a:srgbClr val="000099"/>
                </a:solidFill>
                <a:latin typeface="Times New Roman" panose="02020603050405020304" pitchFamily="18" charset="0"/>
                <a:ea typeface="仿宋_GB2312" pitchFamily="49" charset="-122"/>
              </a:rPr>
              <a:t>T   </a:t>
            </a:r>
            <a:r>
              <a:rPr altLang="zh-CN" b="1" dirty="0" sz="2800" kumimoji="1" lang="en-US">
                <a:solidFill>
                  <a:srgbClr val="000099"/>
                </a:solidFill>
                <a:latin typeface="Times New Roman" panose="02020603050405020304" pitchFamily="18" charset="0"/>
                <a:ea typeface="仿宋_GB2312" pitchFamily="49" charset="-122"/>
              </a:rPr>
              <a:t>a b </a:t>
            </a:r>
            <a:r>
              <a:rPr altLang="zh-CN" b="1" dirty="0" sz="2800" kumimoji="1" lang="en-US" err="1">
                <a:solidFill>
                  <a:schemeClr val="tx2"/>
                </a:solidFill>
                <a:latin typeface="Times New Roman" panose="02020603050405020304" pitchFamily="18" charset="0"/>
                <a:ea typeface="仿宋_GB2312" pitchFamily="49" charset="-122"/>
              </a:rPr>
              <a:t>b</a:t>
            </a:r>
            <a:r>
              <a:rPr altLang="zh-CN" b="1" dirty="0" sz="2800" kumimoji="1" lang="en-US">
                <a:solidFill>
                  <a:srgbClr val="000099"/>
                </a:solidFill>
                <a:latin typeface="Times New Roman" panose="02020603050405020304" pitchFamily="18" charset="0"/>
                <a:ea typeface="仿宋_GB2312" pitchFamily="49" charset="-122"/>
              </a:rPr>
              <a:t> a b a   </a:t>
            </a:r>
          </a:p>
          <a:p>
            <a:pPr eaLnBrk="1" hangingPunct="1">
              <a:spcBef>
                <a:spcPct val="0"/>
              </a:spcBef>
              <a:buClr>
                <a:srgbClr val="990099"/>
              </a:buClr>
              <a:buSzPct val="50000"/>
              <a:buFontTx/>
              <a:buNone/>
            </a:pPr>
            <a:r>
              <a:rPr altLang="zh-CN" b="1" dirty="0" sz="2800" i="1" kumimoji="1" lang="en-US">
                <a:solidFill>
                  <a:srgbClr val="000099"/>
                </a:solidFill>
                <a:latin typeface="Times New Roman" panose="02020603050405020304" pitchFamily="18" charset="0"/>
                <a:ea typeface="仿宋_GB2312" pitchFamily="49" charset="-122"/>
              </a:rPr>
              <a:t>	          P          </a:t>
            </a:r>
            <a:r>
              <a:rPr altLang="zh-CN" b="1" dirty="0" sz="2800" kumimoji="1" lang="en-US">
                <a:solidFill>
                  <a:schemeClr val="tx2"/>
                </a:solidFill>
                <a:latin typeface="Times New Roman" panose="02020603050405020304" pitchFamily="18" charset="0"/>
                <a:ea typeface="仿宋_GB2312" pitchFamily="49" charset="-122"/>
              </a:rPr>
              <a:t>a</a:t>
            </a:r>
            <a:r>
              <a:rPr altLang="zh-CN" b="1" dirty="0" sz="2800" kumimoji="1" lang="en-US">
                <a:solidFill>
                  <a:srgbClr val="000099"/>
                </a:solidFill>
                <a:latin typeface="Times New Roman" panose="02020603050405020304" pitchFamily="18" charset="0"/>
                <a:ea typeface="仿宋_GB2312" pitchFamily="49" charset="-122"/>
              </a:rPr>
              <a:t> b</a:t>
            </a:r>
            <a:r>
              <a:rPr altLang="zh-CN" b="1" dirty="0" sz="2800" kumimoji="1" lang="en-US">
                <a:latin typeface="Times New Roman" panose="02020603050405020304" pitchFamily="18" charset="0"/>
                <a:ea typeface="仿宋_GB2312" pitchFamily="49" charset="-122"/>
              </a:rPr>
              <a:t> a</a:t>
            </a:r>
            <a:r>
              <a:rPr altLang="zh-CN" b="1" dirty="0" sz="2800" kumimoji="1" lang="en-US">
                <a:solidFill>
                  <a:srgbClr val="000099"/>
                </a:solidFill>
                <a:latin typeface="Times New Roman" panose="02020603050405020304" pitchFamily="18" charset="0"/>
                <a:ea typeface="仿宋_GB2312" pitchFamily="49" charset="-122"/>
              </a:rPr>
              <a:t>	</a:t>
            </a:r>
          </a:p>
          <a:p>
            <a:pPr eaLnBrk="1" hangingPunct="1">
              <a:spcBef>
                <a:spcPct val="0"/>
              </a:spcBef>
              <a:buClr>
                <a:srgbClr val="990099"/>
              </a:buClr>
              <a:buSzPct val="50000"/>
              <a:buFontTx/>
              <a:buNone/>
            </a:pPr>
            <a:endParaRPr altLang="zh-CN" b="1" dirty="0" sz="2800" kumimoji="1" lang="en-US">
              <a:solidFill>
                <a:srgbClr val="000099"/>
              </a:solidFill>
              <a:latin typeface="Times New Roman" panose="02020603050405020304" pitchFamily="18" charset="0"/>
              <a:ea typeface="仿宋_GB2312" pitchFamily="49" charset="-122"/>
            </a:endParaRPr>
          </a:p>
          <a:p>
            <a:pPr eaLnBrk="1" hangingPunct="1">
              <a:spcBef>
                <a:spcPct val="0"/>
              </a:spcBef>
              <a:buClr>
                <a:srgbClr val="990099"/>
              </a:buClr>
              <a:buSzPct val="50000"/>
              <a:buFontTx/>
              <a:buNone/>
            </a:pPr>
            <a:r>
              <a:rPr altLang="zh-CN" b="1" dirty="0" sz="2800" kumimoji="1" lang="en-US">
                <a:solidFill>
                  <a:srgbClr val="000099"/>
                </a:solidFill>
                <a:latin typeface="Times New Roman" panose="02020603050405020304" pitchFamily="18" charset="0"/>
                <a:ea typeface="仿宋_GB2312" pitchFamily="49" charset="-122"/>
              </a:rPr>
              <a:t>		 	</a:t>
            </a:r>
          </a:p>
          <a:p>
            <a:pPr eaLnBrk="1" hangingPunct="1">
              <a:spcBef>
                <a:spcPct val="0"/>
              </a:spcBef>
              <a:buClr>
                <a:srgbClr val="990099"/>
              </a:buClr>
              <a:buSzPct val="50000"/>
              <a:buFontTx/>
              <a:buNone/>
            </a:pPr>
            <a:r>
              <a:rPr altLang="en-US" b="1" dirty="0" sz="2800" kumimoji="1" lang="zh-CN">
                <a:solidFill>
                  <a:srgbClr val="FF3300"/>
                </a:solidFill>
                <a:latin typeface="Times New Roman" panose="02020603050405020304" pitchFamily="18" charset="0"/>
                <a:ea typeface="仿宋_GB2312" pitchFamily="49" charset="-122"/>
              </a:rPr>
              <a:t>第</a:t>
            </a:r>
            <a:r>
              <a:rPr altLang="zh-CN" b="1" dirty="0" sz="2800" kumimoji="1" lang="en-US">
                <a:solidFill>
                  <a:srgbClr val="FF3300"/>
                </a:solidFill>
                <a:latin typeface="Times New Roman" panose="02020603050405020304" pitchFamily="18" charset="0"/>
                <a:ea typeface="仿宋_GB2312" pitchFamily="49" charset="-122"/>
              </a:rPr>
              <a:t>4</a:t>
            </a:r>
            <a:r>
              <a:rPr altLang="en-US" b="1" dirty="0" sz="2800" kumimoji="1" lang="zh-CN">
                <a:solidFill>
                  <a:srgbClr val="FF3300"/>
                </a:solidFill>
                <a:latin typeface="Times New Roman" panose="02020603050405020304" pitchFamily="18" charset="0"/>
                <a:ea typeface="仿宋_GB2312" pitchFamily="49" charset="-122"/>
              </a:rPr>
              <a:t>趟</a:t>
            </a:r>
            <a:r>
              <a:rPr altLang="en-US" b="1" dirty="0" sz="2800" kumimoji="1" lang="zh-CN">
                <a:solidFill>
                  <a:srgbClr val="000099"/>
                </a:solidFill>
                <a:latin typeface="Times New Roman" panose="02020603050405020304" pitchFamily="18" charset="0"/>
                <a:ea typeface="仿宋_GB2312" pitchFamily="49" charset="-122"/>
              </a:rPr>
              <a:t>	    </a:t>
            </a:r>
            <a:r>
              <a:rPr altLang="zh-CN" b="1" dirty="0" sz="2800" i="1" kumimoji="1" lang="en-US">
                <a:solidFill>
                  <a:srgbClr val="000099"/>
                </a:solidFill>
                <a:latin typeface="Times New Roman" panose="02020603050405020304" pitchFamily="18" charset="0"/>
                <a:ea typeface="仿宋_GB2312" pitchFamily="49" charset="-122"/>
              </a:rPr>
              <a:t>T  </a:t>
            </a:r>
            <a:r>
              <a:rPr altLang="zh-CN" b="1" dirty="0" sz="2800" kumimoji="1" lang="en-US">
                <a:solidFill>
                  <a:srgbClr val="000099"/>
                </a:solidFill>
                <a:latin typeface="Times New Roman" panose="02020603050405020304" pitchFamily="18" charset="0"/>
                <a:ea typeface="仿宋_GB2312" pitchFamily="49" charset="-122"/>
              </a:rPr>
              <a:t> a </a:t>
            </a:r>
            <a:r>
              <a:rPr altLang="zh-CN" b="1" dirty="0" sz="2800" kumimoji="1" lang="en-US">
                <a:latin typeface="Times New Roman" panose="02020603050405020304" pitchFamily="18" charset="0"/>
                <a:ea typeface="仿宋_GB2312" pitchFamily="49" charset="-122"/>
              </a:rPr>
              <a:t>b</a:t>
            </a:r>
            <a:r>
              <a:rPr altLang="zh-CN" b="1" dirty="0" sz="2800" kumimoji="1" lang="en-US">
                <a:solidFill>
                  <a:srgbClr val="000099"/>
                </a:solidFill>
                <a:latin typeface="Times New Roman" panose="02020603050405020304" pitchFamily="18" charset="0"/>
                <a:ea typeface="仿宋_GB2312" pitchFamily="49" charset="-122"/>
              </a:rPr>
              <a:t> </a:t>
            </a:r>
            <a:r>
              <a:rPr altLang="zh-CN" b="1" dirty="0" sz="2800" kumimoji="1" lang="en-US" err="1">
                <a:solidFill>
                  <a:srgbClr val="000099"/>
                </a:solidFill>
                <a:latin typeface="Times New Roman" panose="02020603050405020304" pitchFamily="18" charset="0"/>
                <a:ea typeface="仿宋_GB2312" pitchFamily="49" charset="-122"/>
              </a:rPr>
              <a:t>b</a:t>
            </a:r>
            <a:r>
              <a:rPr altLang="zh-CN" b="1" dirty="0" sz="2800" kumimoji="1" lang="en-US">
                <a:solidFill>
                  <a:srgbClr val="000099"/>
                </a:solidFill>
                <a:latin typeface="Times New Roman" panose="02020603050405020304" pitchFamily="18" charset="0"/>
                <a:ea typeface="仿宋_GB2312" pitchFamily="49" charset="-122"/>
              </a:rPr>
              <a:t> a b a</a:t>
            </a:r>
          </a:p>
          <a:p>
            <a:pPr eaLnBrk="1" hangingPunct="1">
              <a:spcBef>
                <a:spcPct val="0"/>
              </a:spcBef>
              <a:buClr>
                <a:srgbClr val="990099"/>
              </a:buClr>
              <a:buSzPct val="50000"/>
              <a:buFontTx/>
              <a:buNone/>
            </a:pPr>
            <a:r>
              <a:rPr altLang="zh-CN" b="1" dirty="0" sz="2800" i="1" kumimoji="1" lang="en-US">
                <a:solidFill>
                  <a:srgbClr val="000099"/>
                </a:solidFill>
                <a:latin typeface="Times New Roman" panose="02020603050405020304" pitchFamily="18" charset="0"/>
                <a:ea typeface="仿宋_GB2312" pitchFamily="49" charset="-122"/>
              </a:rPr>
              <a:t>		         P</a:t>
            </a:r>
            <a:r>
              <a:rPr altLang="zh-CN" b="1" dirty="0" sz="2800" kumimoji="1" lang="en-US">
                <a:solidFill>
                  <a:srgbClr val="000099"/>
                </a:solidFill>
                <a:latin typeface="Times New Roman" panose="02020603050405020304" pitchFamily="18" charset="0"/>
                <a:ea typeface="仿宋_GB2312" pitchFamily="49" charset="-122"/>
              </a:rPr>
              <a:t>             </a:t>
            </a:r>
            <a:r>
              <a:rPr altLang="zh-CN" b="1" dirty="0" sz="2800" kumimoji="1" lang="en-US">
                <a:latin typeface="Times New Roman" panose="02020603050405020304" pitchFamily="18" charset="0"/>
                <a:ea typeface="仿宋_GB2312" pitchFamily="49" charset="-122"/>
              </a:rPr>
              <a:t>a</a:t>
            </a:r>
            <a:r>
              <a:rPr altLang="zh-CN" b="1" dirty="0" sz="2800" kumimoji="1" lang="en-US">
                <a:solidFill>
                  <a:srgbClr val="000099"/>
                </a:solidFill>
                <a:latin typeface="Times New Roman" panose="02020603050405020304" pitchFamily="18" charset="0"/>
                <a:ea typeface="仿宋_GB2312" pitchFamily="49" charset="-122"/>
              </a:rPr>
              <a:t> b a</a:t>
            </a:r>
            <a:r>
              <a:rPr altLang="zh-CN" b="1" dirty="0" sz="2800" i="1" kumimoji="1" lang="en-US">
                <a:solidFill>
                  <a:srgbClr val="000099"/>
                </a:solidFill>
                <a:latin typeface="Times New Roman" panose="02020603050405020304" pitchFamily="18" charset="0"/>
                <a:ea typeface="仿宋_GB2312" pitchFamily="49" charset="-122"/>
              </a:rPr>
              <a:t>	</a:t>
            </a:r>
            <a:endParaRPr altLang="zh-CN" b="1" dirty="0" sz="2800" kumimoji="1" lang="en-US">
              <a:solidFill>
                <a:srgbClr val="000099"/>
              </a:solidFill>
              <a:latin typeface="Times New Roman" panose="02020603050405020304" pitchFamily="18" charset="0"/>
              <a:ea typeface="仿宋_GB2312" pitchFamily="49" charset="-122"/>
            </a:endParaRPr>
          </a:p>
        </p:txBody>
      </p:sp>
      <p:sp>
        <p:nvSpPr>
          <p:cNvPr id="1049463" name="AutoShape 16"/>
          <p:cNvSpPr>
            <a:spLocks noChangeArrowheads="1"/>
          </p:cNvSpPr>
          <p:nvPr/>
        </p:nvSpPr>
        <p:spPr bwMode="auto">
          <a:xfrm>
            <a:off x="6900863" y="2065338"/>
            <a:ext cx="265112" cy="862012"/>
          </a:xfrm>
          <a:prstGeom prst="roundRect">
            <a:avLst>
              <a:gd name="adj" fmla="val 16667"/>
            </a:avLst>
          </a:prstGeom>
          <a:solidFill>
            <a:schemeClr val="accent2">
              <a:alpha val="30196"/>
            </a:scheme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464" name="Line 17"/>
          <p:cNvSpPr>
            <a:spLocks noChangeShapeType="1"/>
          </p:cNvSpPr>
          <p:nvPr/>
        </p:nvSpPr>
        <p:spPr bwMode="auto">
          <a:xfrm flipH="1">
            <a:off x="7005638" y="1731963"/>
            <a:ext cx="0" cy="304800"/>
          </a:xfrm>
          <a:prstGeom prst="line"/>
          <a:noFill/>
          <a:ln w="25400">
            <a:solidFill>
              <a:schemeClr val="tx2"/>
            </a:solidFill>
            <a:round/>
            <a:headEnd/>
            <a:tailEnd type="triangle" w="med" len="lg"/>
          </a:ln>
          <a:effectLst/>
        </p:spPr>
        <p:txBody>
          <a:bodyPr/>
          <a:p>
            <a:endParaRPr altLang="en-US" lang="zh-CN"/>
          </a:p>
        </p:txBody>
      </p:sp>
      <p:sp>
        <p:nvSpPr>
          <p:cNvPr id="1049465" name="Text Box 18"/>
          <p:cNvSpPr txBox="1">
            <a:spLocks noChangeArrowheads="1"/>
          </p:cNvSpPr>
          <p:nvPr/>
        </p:nvSpPr>
        <p:spPr bwMode="auto">
          <a:xfrm>
            <a:off x="7058025" y="1552575"/>
            <a:ext cx="660400" cy="488950"/>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altLang="zh-CN" b="1" sz="2600" kumimoji="1" lang="en-US">
                <a:solidFill>
                  <a:srgbClr val="008000"/>
                </a:solidFill>
                <a:latin typeface="Times New Roman" panose="02020603050405020304" pitchFamily="18" charset="0"/>
              </a:rPr>
              <a:t>i=2</a:t>
            </a:r>
          </a:p>
        </p:txBody>
      </p:sp>
      <p:sp>
        <p:nvSpPr>
          <p:cNvPr id="1049466" name="Line 19"/>
          <p:cNvSpPr>
            <a:spLocks noChangeShapeType="1"/>
          </p:cNvSpPr>
          <p:nvPr/>
        </p:nvSpPr>
        <p:spPr bwMode="auto">
          <a:xfrm rot="10800000">
            <a:off x="7019925" y="2911477"/>
            <a:ext cx="0" cy="288925"/>
          </a:xfrm>
          <a:prstGeom prst="line"/>
          <a:noFill/>
          <a:ln w="25400">
            <a:solidFill>
              <a:schemeClr val="tx2"/>
            </a:solidFill>
            <a:round/>
            <a:headEnd/>
            <a:tailEnd type="triangle" w="med" len="med"/>
          </a:ln>
          <a:effectLst/>
        </p:spPr>
        <p:txBody>
          <a:bodyPr/>
          <a:p>
            <a:endParaRPr altLang="en-US" lang="zh-CN"/>
          </a:p>
        </p:txBody>
      </p:sp>
      <p:sp>
        <p:nvSpPr>
          <p:cNvPr id="1049467" name="Text Box 20"/>
          <p:cNvSpPr txBox="1">
            <a:spLocks noChangeArrowheads="1"/>
          </p:cNvSpPr>
          <p:nvPr/>
        </p:nvSpPr>
        <p:spPr bwMode="auto">
          <a:xfrm>
            <a:off x="7045325" y="2847975"/>
            <a:ext cx="1073150" cy="488950"/>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altLang="zh-CN" b="1" sz="2600" kumimoji="1" lang="en-US">
                <a:solidFill>
                  <a:srgbClr val="008000"/>
                </a:solidFill>
                <a:latin typeface="Times New Roman" panose="02020603050405020304" pitchFamily="18" charset="0"/>
              </a:rPr>
              <a:t>j=0</a:t>
            </a:r>
          </a:p>
        </p:txBody>
      </p:sp>
      <p:grpSp>
        <p:nvGrpSpPr>
          <p:cNvPr id="265" name="Group 21"/>
          <p:cNvGrpSpPr/>
          <p:nvPr/>
        </p:nvGrpSpPr>
        <p:grpSpPr bwMode="auto">
          <a:xfrm>
            <a:off x="8053387" y="3287800"/>
            <a:ext cx="949325" cy="1722438"/>
            <a:chOff x="5026" y="2546"/>
            <a:chExt cx="598" cy="1085"/>
          </a:xfrm>
        </p:grpSpPr>
        <p:sp>
          <p:nvSpPr>
            <p:cNvPr id="1049468" name="AutoShape 22"/>
            <p:cNvSpPr>
              <a:spLocks noChangeArrowheads="1"/>
            </p:cNvSpPr>
            <p:nvPr/>
          </p:nvSpPr>
          <p:spPr bwMode="auto">
            <a:xfrm>
              <a:off x="5026" y="2834"/>
              <a:ext cx="167" cy="543"/>
            </a:xfrm>
            <a:prstGeom prst="roundRect">
              <a:avLst>
                <a:gd name="adj" fmla="val 16667"/>
              </a:avLst>
            </a:prstGeom>
            <a:solidFill>
              <a:schemeClr val="accent2">
                <a:alpha val="30196"/>
              </a:schemeClr>
            </a:solidFill>
            <a:ln>
              <a:noFill/>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469" name="Text Box 23"/>
            <p:cNvSpPr txBox="1">
              <a:spLocks noChangeArrowheads="1"/>
            </p:cNvSpPr>
            <p:nvPr/>
          </p:nvSpPr>
          <p:spPr bwMode="auto">
            <a:xfrm>
              <a:off x="5104" y="2546"/>
              <a:ext cx="416" cy="308"/>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altLang="zh-CN" b="1" sz="2600" kumimoji="1" lang="en-US">
                  <a:solidFill>
                    <a:srgbClr val="006600"/>
                  </a:solidFill>
                  <a:latin typeface="Times New Roman" panose="02020603050405020304" pitchFamily="18" charset="0"/>
                </a:rPr>
                <a:t>i=6</a:t>
              </a:r>
            </a:p>
          </p:txBody>
        </p:sp>
        <p:sp>
          <p:nvSpPr>
            <p:cNvPr id="1049470" name="Line 24"/>
            <p:cNvSpPr>
              <a:spLocks noChangeShapeType="1"/>
            </p:cNvSpPr>
            <p:nvPr/>
          </p:nvSpPr>
          <p:spPr bwMode="auto">
            <a:xfrm flipH="1">
              <a:off x="5079" y="2651"/>
              <a:ext cx="0" cy="192"/>
            </a:xfrm>
            <a:prstGeom prst="line"/>
            <a:noFill/>
            <a:ln w="25400">
              <a:solidFill>
                <a:schemeClr val="tx2"/>
              </a:solidFill>
              <a:round/>
              <a:headEnd/>
              <a:tailEnd type="triangle" w="med" len="lg"/>
            </a:ln>
            <a:effectLst/>
          </p:spPr>
          <p:txBody>
            <a:bodyPr/>
            <a:p>
              <a:endParaRPr altLang="en-US" lang="zh-CN"/>
            </a:p>
          </p:txBody>
        </p:sp>
        <p:sp>
          <p:nvSpPr>
            <p:cNvPr id="1049471" name="Line 25"/>
            <p:cNvSpPr>
              <a:spLocks noChangeShapeType="1"/>
            </p:cNvSpPr>
            <p:nvPr/>
          </p:nvSpPr>
          <p:spPr bwMode="auto">
            <a:xfrm rot="10800000">
              <a:off x="5089" y="3354"/>
              <a:ext cx="0" cy="182"/>
            </a:xfrm>
            <a:prstGeom prst="line"/>
            <a:noFill/>
            <a:ln w="25400">
              <a:solidFill>
                <a:schemeClr val="tx2"/>
              </a:solidFill>
              <a:round/>
              <a:headEnd/>
              <a:tailEnd type="triangle" w="med" len="med"/>
            </a:ln>
            <a:effectLst/>
          </p:spPr>
          <p:txBody>
            <a:bodyPr/>
            <a:p>
              <a:endParaRPr altLang="en-US" lang="zh-CN"/>
            </a:p>
          </p:txBody>
        </p:sp>
        <p:sp>
          <p:nvSpPr>
            <p:cNvPr id="1049472" name="Text Box 26"/>
            <p:cNvSpPr txBox="1">
              <a:spLocks noChangeArrowheads="1"/>
            </p:cNvSpPr>
            <p:nvPr/>
          </p:nvSpPr>
          <p:spPr bwMode="auto">
            <a:xfrm>
              <a:off x="5132" y="3323"/>
              <a:ext cx="492" cy="308"/>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altLang="zh-CN" b="1" sz="2600" kumimoji="1" lang="en-US">
                  <a:solidFill>
                    <a:srgbClr val="006600"/>
                  </a:solidFill>
                  <a:latin typeface="Times New Roman" panose="02020603050405020304" pitchFamily="18" charset="0"/>
                </a:rPr>
                <a:t>j=3</a:t>
              </a: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266" name=""/>
        <p:cNvGrpSpPr/>
        <p:nvPr/>
      </p:nvGrpSpPr>
      <p:grpSpPr>
        <a:xfrm>
          <a:off x="0" y="0"/>
          <a:ext cx="0" cy="0"/>
          <a:chOff x="0" y="0"/>
          <a:chExt cx="0" cy="0"/>
        </a:xfrm>
      </p:grpSpPr>
      <p:sp>
        <p:nvSpPr>
          <p:cNvPr id="1049473" name="Rectangle 2"/>
          <p:cNvSpPr>
            <a:spLocks noGrp="1" noChangeArrowheads="1"/>
          </p:cNvSpPr>
          <p:nvPr>
            <p:ph type="title"/>
          </p:nvPr>
        </p:nvSpPr>
        <p:spPr>
          <a:xfrm>
            <a:off x="457200" y="274640"/>
            <a:ext cx="8229600" cy="657225"/>
          </a:xfrm>
        </p:spPr>
        <p:txBody>
          <a:bodyPr/>
          <a:p>
            <a:pPr eaLnBrk="1" hangingPunct="1"/>
            <a:r>
              <a:rPr altLang="en-US" b="1" sz="4000" lang="zh-CN">
                <a:ea typeface="华文新魏" panose="02010800040101010101" pitchFamily="2" charset="-122"/>
              </a:rPr>
              <a:t>朴素的模式匹配算法</a:t>
            </a:r>
          </a:p>
        </p:txBody>
      </p:sp>
      <p:sp>
        <p:nvSpPr>
          <p:cNvPr id="1049474" name="Rectangle 3"/>
          <p:cNvSpPr>
            <a:spLocks noGrp="1" noChangeArrowheads="1"/>
          </p:cNvSpPr>
          <p:nvPr>
            <p:ph idx="1"/>
          </p:nvPr>
        </p:nvSpPr>
        <p:spPr>
          <a:xfrm>
            <a:off x="574675" y="1277940"/>
            <a:ext cx="8229600" cy="5538496"/>
          </a:xfrm>
        </p:spPr>
        <p:txBody>
          <a:bodyPr>
            <a:normAutofit/>
          </a:bodyPr>
          <a:p>
            <a:pPr eaLnBrk="1" hangingPunct="1">
              <a:spcBef>
                <a:spcPct val="5000"/>
              </a:spcBef>
              <a:buFontTx/>
              <a:buNone/>
            </a:pPr>
            <a:r>
              <a:rPr altLang="zh-CN" b="1" dirty="0" lang="en-US">
                <a:latin typeface="Times New Roman" panose="02020603050405020304" pitchFamily="18" charset="0"/>
                <a:ea typeface="隶书" panose="02010509060101010101" pitchFamily="49" charset="-122"/>
              </a:rPr>
              <a:t>int </a:t>
            </a:r>
            <a:r>
              <a:rPr altLang="zh-CN" dirty="0" lang="en-US" err="1">
                <a:latin typeface="Times New Roman" panose="02020603050405020304" pitchFamily="18" charset="0"/>
                <a:ea typeface="隶书" panose="02010509060101010101" pitchFamily="49" charset="-122"/>
              </a:rPr>
              <a:t>AString</a:t>
            </a:r>
            <a:r>
              <a:rPr altLang="zh-CN" b="1" dirty="0" lang="en-US">
                <a:latin typeface="Times New Roman" panose="02020603050405020304" pitchFamily="18"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Find(</a:t>
            </a:r>
            <a:r>
              <a:rPr altLang="zh-CN" dirty="0" lang="en-US" err="1">
                <a:latin typeface="Times New Roman" panose="02020603050405020304" pitchFamily="18" charset="0"/>
                <a:ea typeface="隶书" panose="02010509060101010101" pitchFamily="49" charset="-122"/>
              </a:rPr>
              <a:t>AString</a:t>
            </a:r>
            <a:r>
              <a:rPr altLang="zh-CN" b="1" dirty="0" lang="en-US">
                <a:latin typeface="Times New Roman" panose="02020603050405020304" pitchFamily="18" charset="0"/>
                <a:ea typeface="隶书" panose="02010509060101010101" pitchFamily="49" charset="-122"/>
              </a:rPr>
              <a:t>&amp;</a:t>
            </a:r>
            <a:r>
              <a:rPr altLang="zh-CN" dirty="0" lang="en-US">
                <a:latin typeface="Times New Roman" panose="02020603050405020304" pitchFamily="18" charset="0"/>
                <a:ea typeface="隶书" panose="02010509060101010101" pitchFamily="49" charset="-122"/>
              </a:rPr>
              <a:t> pat</a:t>
            </a:r>
            <a:r>
              <a:rPr altLang="zh-CN" b="1" dirty="0" lang="en-US">
                <a:latin typeface="Times New Roman" panose="02020603050405020304" pitchFamily="18" charset="0"/>
                <a:ea typeface="隶书" panose="02010509060101010101" pitchFamily="49" charset="-122"/>
              </a:rPr>
              <a:t>, int</a:t>
            </a:r>
            <a:r>
              <a:rPr altLang="zh-CN" dirty="0" lang="en-US">
                <a:latin typeface="Times New Roman" panose="02020603050405020304" pitchFamily="18" charset="0"/>
                <a:ea typeface="隶书" panose="02010509060101010101" pitchFamily="49" charset="-122"/>
              </a:rPr>
              <a:t> k) </a:t>
            </a:r>
            <a:r>
              <a:rPr altLang="zh-CN" b="1" dirty="0" lang="en-US">
                <a:latin typeface="Times New Roman" panose="02020603050405020304" pitchFamily="18" charset="0"/>
                <a:ea typeface="隶书" panose="02010509060101010101" pitchFamily="49" charset="-122"/>
              </a:rPr>
              <a:t>const {</a:t>
            </a:r>
          </a:p>
          <a:p>
            <a:pPr eaLnBrk="1" hangingPunct="1">
              <a:spcBef>
                <a:spcPct val="5000"/>
              </a:spcBef>
              <a:buFontTx/>
              <a:buNone/>
            </a:pP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在当前串中从第 </a:t>
            </a:r>
            <a:r>
              <a:rPr altLang="zh-CN" dirty="0" lang="en-US">
                <a:solidFill>
                  <a:schemeClr val="tx2"/>
                </a:solidFill>
                <a:latin typeface="Times New Roman" panose="02020603050405020304" pitchFamily="18" charset="0"/>
                <a:ea typeface="隶书" panose="02010509060101010101" pitchFamily="49" charset="-122"/>
              </a:rPr>
              <a:t>k </a:t>
            </a:r>
            <a:r>
              <a:rPr altLang="en-US" dirty="0" lang="zh-CN">
                <a:solidFill>
                  <a:schemeClr val="tx2"/>
                </a:solidFill>
                <a:latin typeface="Times New Roman" panose="02020603050405020304" pitchFamily="18" charset="0"/>
                <a:ea typeface="隶书" panose="02010509060101010101" pitchFamily="49" charset="-122"/>
              </a:rPr>
              <a:t>个字符开始寻找模式 </a:t>
            </a:r>
            <a:r>
              <a:rPr altLang="zh-CN" dirty="0" lang="en-US">
                <a:solidFill>
                  <a:schemeClr val="tx2"/>
                </a:solidFill>
                <a:latin typeface="Times New Roman" panose="02020603050405020304" pitchFamily="18" charset="0"/>
                <a:ea typeface="隶书" panose="02010509060101010101" pitchFamily="49" charset="-122"/>
              </a:rPr>
              <a:t>pat </a:t>
            </a:r>
            <a:r>
              <a:rPr altLang="en-US" dirty="0" lang="zh-CN">
                <a:solidFill>
                  <a:schemeClr val="tx2"/>
                </a:solidFill>
                <a:latin typeface="Times New Roman" panose="02020603050405020304" pitchFamily="18" charset="0"/>
                <a:ea typeface="隶书" panose="02010509060101010101" pitchFamily="49" charset="-122"/>
              </a:rPr>
              <a:t>在当</a:t>
            </a:r>
          </a:p>
          <a:p>
            <a:pPr eaLnBrk="1" hangingPunct="1">
              <a:spcBef>
                <a:spcPct val="5000"/>
              </a:spcBef>
              <a:buFontTx/>
              <a:buNone/>
            </a:pP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前串中匹配的位置。若匹配成功</a:t>
            </a:r>
            <a:r>
              <a:rPr altLang="zh-CN" dirty="0" lang="en-US">
                <a:solidFill>
                  <a:schemeClr val="tx2"/>
                </a:solidFill>
                <a:latin typeface="Times New Roman" panose="02020603050405020304" pitchFamily="18" charset="0"/>
                <a:ea typeface="隶书" panose="02010509060101010101" pitchFamily="49" charset="-122"/>
              </a:rPr>
              <a:t>, </a:t>
            </a:r>
            <a:r>
              <a:rPr altLang="en-US" dirty="0" lang="zh-CN">
                <a:solidFill>
                  <a:schemeClr val="tx2"/>
                </a:solidFill>
                <a:latin typeface="Times New Roman" panose="02020603050405020304" pitchFamily="18" charset="0"/>
                <a:ea typeface="隶书" panose="02010509060101010101" pitchFamily="49" charset="-122"/>
              </a:rPr>
              <a:t>则函数返回首</a:t>
            </a:r>
          </a:p>
          <a:p>
            <a:pPr eaLnBrk="1" hangingPunct="1">
              <a:spcBef>
                <a:spcPct val="5000"/>
              </a:spcBef>
              <a:buFontTx/>
              <a:buNone/>
            </a:pP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次匹配的位置</a:t>
            </a:r>
            <a:r>
              <a:rPr altLang="zh-CN" dirty="0" lang="en-US">
                <a:solidFill>
                  <a:schemeClr val="tx2"/>
                </a:solidFill>
                <a:latin typeface="Times New Roman" panose="02020603050405020304" pitchFamily="18" charset="0"/>
                <a:ea typeface="隶书" panose="02010509060101010101" pitchFamily="49" charset="-122"/>
              </a:rPr>
              <a:t>, </a:t>
            </a:r>
            <a:r>
              <a:rPr altLang="en-US" dirty="0" lang="zh-CN">
                <a:solidFill>
                  <a:schemeClr val="tx2"/>
                </a:solidFill>
                <a:latin typeface="Times New Roman" panose="02020603050405020304" pitchFamily="18" charset="0"/>
                <a:ea typeface="隶书" panose="02010509060101010101" pitchFamily="49" charset="-122"/>
              </a:rPr>
              <a:t>否则返回</a:t>
            </a:r>
            <a:r>
              <a:rPr altLang="zh-CN" dirty="0" lang="en-US">
                <a:solidFill>
                  <a:schemeClr val="tx2"/>
                </a:solidFill>
                <a:latin typeface="Courier New" panose="02070309020205020404" pitchFamily="49" charset="0"/>
                <a:ea typeface="隶书" panose="02010509060101010101" pitchFamily="49" charset="-122"/>
              </a:rPr>
              <a:t>-</a:t>
            </a:r>
            <a:r>
              <a:rPr altLang="zh-CN" dirty="0" lang="en-US">
                <a:solidFill>
                  <a:schemeClr val="tx2"/>
                </a:solidFill>
                <a:latin typeface="Times New Roman" panose="02020603050405020304" pitchFamily="18" charset="0"/>
                <a:ea typeface="隶书" panose="02010509060101010101" pitchFamily="49" charset="-122"/>
              </a:rPr>
              <a:t>1</a:t>
            </a:r>
            <a:r>
              <a:rPr altLang="en-US" dirty="0" lang="zh-CN">
                <a:solidFill>
                  <a:schemeClr val="tx2"/>
                </a:solidFill>
                <a:latin typeface="Times New Roman" panose="02020603050405020304" pitchFamily="18" charset="0"/>
                <a:ea typeface="隶书" panose="02010509060101010101" pitchFamily="49" charset="-122"/>
              </a:rPr>
              <a:t>。</a:t>
            </a:r>
          </a:p>
          <a:p>
            <a:pPr eaLnBrk="1" hangingPunct="1">
              <a:spcBef>
                <a:spcPct val="5000"/>
              </a:spcBef>
              <a:buFontTx/>
              <a:buNone/>
            </a:pPr>
            <a:r>
              <a:rPr altLang="en-US" dirty="0" lang="zh-CN">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int</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i</a:t>
            </a:r>
            <a:r>
              <a:rPr altLang="zh-CN" b="1" dirty="0" lang="en-US">
                <a:latin typeface="Times New Roman" panose="02020603050405020304" pitchFamily="18"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 j, n = </a:t>
            </a:r>
            <a:r>
              <a:rPr altLang="zh-CN" dirty="0" lang="en-US" err="1">
                <a:latin typeface="Times New Roman" panose="02020603050405020304" pitchFamily="18" charset="0"/>
                <a:ea typeface="隶书" panose="02010509060101010101" pitchFamily="49" charset="-122"/>
              </a:rPr>
              <a:t>curLength</a:t>
            </a:r>
            <a:r>
              <a:rPr altLang="zh-CN" b="1" dirty="0" lang="en-US">
                <a:latin typeface="Times New Roman" panose="02020603050405020304" pitchFamily="18"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 m = </a:t>
            </a:r>
            <a:r>
              <a:rPr altLang="zh-CN" dirty="0" lang="en-US" err="1">
                <a:latin typeface="Times New Roman" panose="02020603050405020304" pitchFamily="18" charset="0"/>
                <a:ea typeface="隶书" panose="02010509060101010101" pitchFamily="49" charset="-122"/>
              </a:rPr>
              <a:t>pat.curLength</a:t>
            </a:r>
            <a:r>
              <a:rPr altLang="zh-CN" b="1" dirty="0" lang="en-US">
                <a:latin typeface="Times New Roman" panose="02020603050405020304" pitchFamily="18" charset="0"/>
                <a:ea typeface="隶书" panose="02010509060101010101" pitchFamily="49" charset="-122"/>
              </a:rPr>
              <a:t>;</a:t>
            </a:r>
            <a:endParaRPr altLang="zh-CN" dirty="0" lang="en-US">
              <a:solidFill>
                <a:schemeClr val="tx2"/>
              </a:solidFill>
              <a:latin typeface="Times New Roman" panose="02020603050405020304" pitchFamily="18" charset="0"/>
              <a:ea typeface="隶书" panose="02010509060101010101" pitchFamily="49" charset="-122"/>
            </a:endParaRPr>
          </a:p>
          <a:p>
            <a:pPr eaLnBrk="1" hangingPunct="1">
              <a:spcBef>
                <a:spcPct val="5000"/>
              </a:spcBef>
              <a:buFontTx/>
              <a:buNone/>
            </a:pPr>
            <a:r>
              <a:rPr altLang="zh-CN" b="1" dirty="0" lang="en-US">
                <a:latin typeface="Times New Roman" panose="02020603050405020304" pitchFamily="18" charset="0"/>
                <a:ea typeface="隶书" panose="02010509060101010101" pitchFamily="49" charset="-122"/>
              </a:rPr>
              <a:t>     for</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i</a:t>
            </a:r>
            <a:r>
              <a:rPr altLang="zh-CN" dirty="0" lang="en-US">
                <a:latin typeface="Times New Roman" panose="02020603050405020304" pitchFamily="18" charset="0"/>
                <a:ea typeface="隶书" panose="02010509060101010101" pitchFamily="49" charset="-122"/>
              </a:rPr>
              <a:t> = k</a:t>
            </a:r>
            <a:r>
              <a:rPr altLang="zh-CN" b="1" dirty="0" lang="en-US">
                <a:latin typeface="Times New Roman" panose="02020603050405020304" pitchFamily="18"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i</a:t>
            </a:r>
            <a:r>
              <a:rPr altLang="zh-CN" dirty="0" lang="en-US">
                <a:latin typeface="Times New Roman" panose="02020603050405020304" pitchFamily="18" charset="0"/>
                <a:ea typeface="隶书" panose="02010509060101010101" pitchFamily="49" charset="-122"/>
              </a:rPr>
              <a:t> &lt;= n</a:t>
            </a:r>
            <a:r>
              <a:rPr altLang="zh-CN" dirty="0" lang="en-US">
                <a:latin typeface="Courier New" panose="02070309020205020404" pitchFamily="49"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m</a:t>
            </a:r>
            <a:r>
              <a:rPr altLang="zh-CN" b="1" dirty="0" lang="en-US">
                <a:latin typeface="Times New Roman" panose="02020603050405020304" pitchFamily="18"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i</a:t>
            </a:r>
            <a:r>
              <a:rPr altLang="zh-CN" dirty="0" lang="en-US">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 </a:t>
            </a:r>
          </a:p>
          <a:p>
            <a:pPr eaLnBrk="1" hangingPunct="1">
              <a:spcBef>
                <a:spcPct val="5000"/>
              </a:spcBef>
              <a:buFontTx/>
              <a:buNone/>
            </a:pPr>
            <a:r>
              <a:rPr altLang="zh-CN" b="1" dirty="0" lang="en-US">
                <a:latin typeface="Times New Roman" panose="02020603050405020304" pitchFamily="18" charset="0"/>
                <a:ea typeface="隶书" panose="02010509060101010101" pitchFamily="49" charset="-122"/>
              </a:rPr>
              <a:t>          	for</a:t>
            </a:r>
            <a:r>
              <a:rPr altLang="zh-CN" dirty="0" lang="en-US">
                <a:latin typeface="Times New Roman" panose="02020603050405020304" pitchFamily="18" charset="0"/>
                <a:ea typeface="隶书" panose="02010509060101010101" pitchFamily="49" charset="-122"/>
              </a:rPr>
              <a:t> (j = 0</a:t>
            </a:r>
            <a:r>
              <a:rPr altLang="zh-CN" b="1" dirty="0" lang="en-US">
                <a:latin typeface="Times New Roman" panose="02020603050405020304" pitchFamily="18"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 j &lt; m</a:t>
            </a:r>
            <a:r>
              <a:rPr altLang="zh-CN" b="1" dirty="0" lang="en-US">
                <a:latin typeface="Times New Roman" panose="02020603050405020304" pitchFamily="18"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j++</a:t>
            </a:r>
            <a:r>
              <a:rPr altLang="zh-CN" dirty="0" lang="en-US">
                <a:latin typeface="Times New Roman" panose="02020603050405020304" pitchFamily="18" charset="0"/>
                <a:ea typeface="隶书" panose="02010509060101010101" pitchFamily="49" charset="-122"/>
              </a:rPr>
              <a:t>)</a:t>
            </a:r>
          </a:p>
          <a:p>
            <a:pPr eaLnBrk="1" hangingPunct="1">
              <a:spcBef>
                <a:spcPct val="5000"/>
              </a:spcBef>
              <a:buFontTx/>
              <a:buNone/>
            </a:pPr>
            <a:r>
              <a:rPr altLang="zh-CN" dirty="0" lang="en-US">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if</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ch</a:t>
            </a:r>
            <a:r>
              <a:rPr altLang="zh-CN" dirty="0" lang="en-US">
                <a:latin typeface="Times New Roman" panose="02020603050405020304" pitchFamily="18" charset="0"/>
                <a:ea typeface="隶书" panose="02010509060101010101" pitchFamily="49" charset="-122"/>
              </a:rPr>
              <a:t>[</a:t>
            </a:r>
            <a:r>
              <a:rPr altLang="zh-CN" dirty="0" lang="en-US" err="1">
                <a:latin typeface="Times New Roman" panose="02020603050405020304" pitchFamily="18" charset="0"/>
                <a:ea typeface="隶书" panose="02010509060101010101" pitchFamily="49" charset="-122"/>
              </a:rPr>
              <a:t>i+j</a:t>
            </a:r>
            <a:r>
              <a:rPr altLang="zh-CN" dirty="0" lang="en-US">
                <a:latin typeface="Times New Roman" panose="02020603050405020304" pitchFamily="18" charset="0"/>
                <a:ea typeface="隶书" panose="02010509060101010101" pitchFamily="49" charset="-122"/>
              </a:rPr>
              <a:t>] != pat.ch[j]) </a:t>
            </a:r>
            <a:r>
              <a:rPr altLang="zh-CN" b="1" dirty="0" lang="en-US">
                <a:latin typeface="Times New Roman" panose="02020603050405020304" pitchFamily="18" charset="0"/>
                <a:ea typeface="隶书" panose="02010509060101010101" pitchFamily="49" charset="-122"/>
              </a:rPr>
              <a:t>break;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本次失配</a:t>
            </a:r>
          </a:p>
          <a:p>
            <a:pPr eaLnBrk="1" hangingPunct="1">
              <a:spcBef>
                <a:spcPct val="5000"/>
              </a:spcBef>
              <a:buFontTx/>
              <a:buNone/>
            </a:pPr>
            <a:r>
              <a:rPr altLang="en-US" dirty="0" lang="zh-CN">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if </a:t>
            </a:r>
            <a:r>
              <a:rPr altLang="zh-CN" dirty="0" lang="en-US">
                <a:latin typeface="Times New Roman" panose="02020603050405020304" pitchFamily="18" charset="0"/>
                <a:ea typeface="隶书" panose="02010509060101010101" pitchFamily="49" charset="-122"/>
              </a:rPr>
              <a:t>(j </a:t>
            </a:r>
            <a:r>
              <a:rPr altLang="zh-CN" dirty="0" i="1" lang="en-US">
                <a:latin typeface="Times New Roman" panose="02020603050405020304" pitchFamily="18"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 m) </a:t>
            </a:r>
            <a:r>
              <a:rPr altLang="zh-CN" b="1" dirty="0" lang="en-US">
                <a:latin typeface="Times New Roman" panose="02020603050405020304" pitchFamily="18" charset="0"/>
                <a:ea typeface="隶书" panose="02010509060101010101" pitchFamily="49" charset="-122"/>
              </a:rPr>
              <a:t>return </a:t>
            </a:r>
            <a:r>
              <a:rPr altLang="zh-CN" dirty="0" lang="en-US" err="1">
                <a:latin typeface="Times New Roman" panose="02020603050405020304" pitchFamily="18" charset="0"/>
                <a:ea typeface="隶书" panose="02010509060101010101" pitchFamily="49" charset="-122"/>
              </a:rPr>
              <a:t>i</a:t>
            </a:r>
            <a:r>
              <a:rPr altLang="zh-CN" b="1" dirty="0" lang="en-US">
                <a:latin typeface="Times New Roman" panose="02020603050405020304" pitchFamily="18" charset="0"/>
                <a:ea typeface="隶书" panose="02010509060101010101" pitchFamily="49" charset="-122"/>
              </a:rPr>
              <a:t>;</a:t>
            </a:r>
          </a:p>
          <a:p>
            <a:pPr eaLnBrk="1" hangingPunct="1">
              <a:spcBef>
                <a:spcPct val="5000"/>
              </a:spcBef>
              <a:buFontTx/>
              <a:buNone/>
            </a:pPr>
            <a:r>
              <a:rPr altLang="zh-CN"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zh-CN" dirty="0" lang="en-US">
                <a:solidFill>
                  <a:schemeClr val="tx2"/>
                </a:solidFill>
                <a:latin typeface="Times New Roman" panose="02020603050405020304" pitchFamily="18" charset="0"/>
                <a:ea typeface="隶书" panose="02010509060101010101" pitchFamily="49" charset="-122"/>
              </a:rPr>
              <a:t>pat</a:t>
            </a:r>
            <a:r>
              <a:rPr altLang="en-US" dirty="0" lang="zh-CN">
                <a:solidFill>
                  <a:schemeClr val="tx2"/>
                </a:solidFill>
                <a:latin typeface="Times New Roman" panose="02020603050405020304" pitchFamily="18" charset="0"/>
                <a:ea typeface="隶书" panose="02010509060101010101" pitchFamily="49" charset="-122"/>
              </a:rPr>
              <a:t>扫描完</a:t>
            </a:r>
            <a:r>
              <a:rPr altLang="zh-CN" dirty="0" lang="en-US">
                <a:solidFill>
                  <a:schemeClr val="tx2"/>
                </a:solidFill>
                <a:latin typeface="Times New Roman" panose="02020603050405020304" pitchFamily="18" charset="0"/>
                <a:ea typeface="隶书" panose="02010509060101010101" pitchFamily="49" charset="-122"/>
              </a:rPr>
              <a:t>, </a:t>
            </a:r>
            <a:r>
              <a:rPr altLang="en-US" dirty="0" lang="zh-CN">
                <a:solidFill>
                  <a:schemeClr val="tx2"/>
                </a:solidFill>
                <a:latin typeface="Times New Roman" panose="02020603050405020304" pitchFamily="18" charset="0"/>
                <a:ea typeface="隶书" panose="02010509060101010101" pitchFamily="49" charset="-122"/>
              </a:rPr>
              <a:t>匹配成功</a:t>
            </a:r>
          </a:p>
          <a:p>
            <a:pPr eaLnBrk="1" hangingPunct="1">
              <a:spcBef>
                <a:spcPct val="5000"/>
              </a:spcBef>
              <a:buFontTx/>
              <a:buNone/>
            </a:pPr>
            <a:r>
              <a:rPr altLang="en-US" dirty="0" lang="zh-CN">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	</a:t>
            </a:r>
          </a:p>
          <a:p>
            <a:pPr indent="0" marL="0">
              <a:lnSpc>
                <a:spcPct val="80000"/>
              </a:lnSpc>
              <a:buNone/>
            </a:pPr>
            <a:r>
              <a:rPr altLang="zh-CN" b="1" dirty="0" lang="en-US">
                <a:latin typeface="Times New Roman" panose="02020603050405020304" pitchFamily="18" charset="0"/>
                <a:ea typeface="隶书" panose="02010509060101010101" pitchFamily="49" charset="-122"/>
              </a:rPr>
              <a:t>    return</a:t>
            </a:r>
            <a:r>
              <a:rPr altLang="zh-CN" dirty="0" lang="en-US">
                <a:latin typeface="Times New Roman" panose="02020603050405020304" pitchFamily="18" charset="0"/>
                <a:ea typeface="隶书" panose="02010509060101010101" pitchFamily="49" charset="-122"/>
              </a:rPr>
              <a:t> </a:t>
            </a:r>
            <a:r>
              <a:rPr altLang="zh-CN" dirty="0" lang="en-US">
                <a:latin typeface="Courier New" panose="02070309020205020404" pitchFamily="49"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1</a:t>
            </a:r>
            <a:r>
              <a:rPr altLang="zh-CN" b="1"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zh-CN" dirty="0" lang="en-US">
                <a:solidFill>
                  <a:schemeClr val="tx2"/>
                </a:solidFill>
                <a:latin typeface="Times New Roman" panose="02020603050405020304" pitchFamily="18" charset="0"/>
                <a:ea typeface="隶书" panose="02010509060101010101" pitchFamily="49" charset="-122"/>
              </a:rPr>
              <a:t>pat</a:t>
            </a:r>
            <a:r>
              <a:rPr altLang="en-US" dirty="0" lang="zh-CN">
                <a:solidFill>
                  <a:schemeClr val="tx2"/>
                </a:solidFill>
                <a:latin typeface="Times New Roman" panose="02020603050405020304" pitchFamily="18" charset="0"/>
                <a:ea typeface="隶书" panose="02010509060101010101" pitchFamily="49" charset="-122"/>
              </a:rPr>
              <a:t>为空或在*</a:t>
            </a:r>
            <a:r>
              <a:rPr altLang="zh-CN" dirty="0" lang="en-US">
                <a:solidFill>
                  <a:schemeClr val="tx2"/>
                </a:solidFill>
                <a:latin typeface="Times New Roman" panose="02020603050405020304" pitchFamily="18" charset="0"/>
                <a:ea typeface="隶书" panose="02010509060101010101" pitchFamily="49" charset="-122"/>
              </a:rPr>
              <a:t>this</a:t>
            </a:r>
            <a:r>
              <a:rPr altLang="en-US" dirty="0" lang="zh-CN">
                <a:solidFill>
                  <a:schemeClr val="tx2"/>
                </a:solidFill>
                <a:latin typeface="Times New Roman" panose="02020603050405020304" pitchFamily="18" charset="0"/>
                <a:ea typeface="隶书" panose="02010509060101010101" pitchFamily="49" charset="-122"/>
              </a:rPr>
              <a:t>中找不到它</a:t>
            </a:r>
          </a:p>
          <a:p>
            <a:pPr indent="0" marL="0">
              <a:lnSpc>
                <a:spcPct val="80000"/>
              </a:lnSpc>
              <a:buNone/>
            </a:pPr>
            <a:r>
              <a:rPr altLang="zh-CN" b="1" dirty="0" lang="en-US">
                <a:latin typeface="Times New Roman" panose="02020603050405020304" pitchFamily="18" charset="0"/>
                <a:ea typeface="隶书" panose="02010509060101010101" pitchFamily="49" charset="-122"/>
              </a:rPr>
              <a:t>};</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0" presetSubtype="0">
                                  <p:stCondLst>
                                    <p:cond delay="0"/>
                                  </p:stCondLst>
                                  <p:childTnLst>
                                    <p:set>
                                      <p:cBhvr>
                                        <p:cTn dur="1" fill="hold" id="6">
                                          <p:stCondLst>
                                            <p:cond delay="0"/>
                                          </p:stCondLst>
                                        </p:cTn>
                                        <p:tgtEl>
                                          <p:spTgt spid="1049474">
                                            <p:txEl>
                                              <p:pRg st="7" end="7"/>
                                            </p:txEl>
                                          </p:spTgt>
                                        </p:tgtEl>
                                        <p:attrNameLst>
                                          <p:attrName>style.visibility</p:attrName>
                                        </p:attrNameLst>
                                      </p:cBhvr>
                                      <p:to>
                                        <p:strVal val="visible"/>
                                      </p:to>
                                    </p:set>
                                    <p:animEffect transition="in" filter="fade">
                                      <p:cBhvr>
                                        <p:cTn dur="500" id="7"/>
                                        <p:tgtEl>
                                          <p:spTgt spid="1049474">
                                            <p:txEl>
                                              <p:pRg st="7" end="7"/>
                                            </p:txEl>
                                          </p:spTgt>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10" presetSubtype="0">
                                  <p:stCondLst>
                                    <p:cond delay="0"/>
                                  </p:stCondLst>
                                  <p:childTnLst>
                                    <p:set>
                                      <p:cBhvr>
                                        <p:cTn dur="1" fill="hold" id="11">
                                          <p:stCondLst>
                                            <p:cond delay="0"/>
                                          </p:stCondLst>
                                        </p:cTn>
                                        <p:tgtEl>
                                          <p:spTgt spid="1049474">
                                            <p:txEl>
                                              <p:pRg st="8" end="8"/>
                                            </p:txEl>
                                          </p:spTgt>
                                        </p:tgtEl>
                                        <p:attrNameLst>
                                          <p:attrName>style.visibility</p:attrName>
                                        </p:attrNameLst>
                                      </p:cBhvr>
                                      <p:to>
                                        <p:strVal val="visible"/>
                                      </p:to>
                                    </p:set>
                                    <p:animEffect transition="in" filter="fade">
                                      <p:cBhvr>
                                        <p:cTn dur="500" id="12"/>
                                        <p:tgtEl>
                                          <p:spTgt spid="1049474">
                                            <p:txEl>
                                              <p:pRg st="8" end="8"/>
                                            </p:txEl>
                                          </p:spTgt>
                                        </p:tgtEl>
                                      </p:cBhvr>
                                    </p:animEffect>
                                  </p:childTnLst>
                                </p:cTn>
                              </p:par>
                              <p:par>
                                <p:cTn fill="hold" id="13" nodeType="withEffect" presetClass="entr" presetID="10" presetSubtype="0">
                                  <p:stCondLst>
                                    <p:cond delay="0"/>
                                  </p:stCondLst>
                                  <p:childTnLst>
                                    <p:set>
                                      <p:cBhvr>
                                        <p:cTn dur="1" fill="hold" id="14">
                                          <p:stCondLst>
                                            <p:cond delay="0"/>
                                          </p:stCondLst>
                                        </p:cTn>
                                        <p:tgtEl>
                                          <p:spTgt spid="1049474">
                                            <p:txEl>
                                              <p:pRg st="9" end="9"/>
                                            </p:txEl>
                                          </p:spTgt>
                                        </p:tgtEl>
                                        <p:attrNameLst>
                                          <p:attrName>style.visibility</p:attrName>
                                        </p:attrNameLst>
                                      </p:cBhvr>
                                      <p:to>
                                        <p:strVal val="visible"/>
                                      </p:to>
                                    </p:set>
                                    <p:animEffect transition="in" filter="fade">
                                      <p:cBhvr>
                                        <p:cTn dur="500" id="15"/>
                                        <p:tgtEl>
                                          <p:spTgt spid="104947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267" name=""/>
        <p:cNvGrpSpPr/>
        <p:nvPr/>
      </p:nvGrpSpPr>
      <p:grpSpPr>
        <a:xfrm>
          <a:off x="0" y="0"/>
          <a:ext cx="0" cy="0"/>
          <a:chOff x="0" y="0"/>
          <a:chExt cx="0" cy="0"/>
        </a:xfrm>
      </p:grpSpPr>
      <p:sp>
        <p:nvSpPr>
          <p:cNvPr id="1049475" name="Rectangle 2"/>
          <p:cNvSpPr>
            <a:spLocks noGrp="1" noChangeArrowheads="1"/>
          </p:cNvSpPr>
          <p:nvPr>
            <p:ph idx="1"/>
          </p:nvPr>
        </p:nvSpPr>
        <p:spPr>
          <a:xfrm>
            <a:off x="708027" y="808040"/>
            <a:ext cx="7845425" cy="5514975"/>
          </a:xfrm>
        </p:spPr>
        <p:txBody>
          <a:bodyPr/>
          <a:p>
            <a:pPr eaLnBrk="1" hangingPunct="1">
              <a:lnSpc>
                <a:spcPct val="80000"/>
              </a:lnSpc>
              <a:buFontTx/>
              <a:buNone/>
            </a:pPr>
            <a:r>
              <a:rPr altLang="zh-CN" dirty="0" lang="en-US">
                <a:latin typeface="Times New Roman" panose="02020603050405020304" pitchFamily="18" charset="0"/>
                <a:ea typeface="隶书" panose="02010509060101010101" pitchFamily="49" charset="-122"/>
              </a:rPr>
              <a:t>     </a:t>
            </a:r>
            <a:endParaRPr altLang="zh-CN" b="1" dirty="0" sz="2000" lang="en-US">
              <a:latin typeface="Times New Roman" panose="02020603050405020304" pitchFamily="18" charset="0"/>
              <a:ea typeface="隶书" panose="02010509060101010101" pitchFamily="49" charset="-122"/>
            </a:endParaRPr>
          </a:p>
          <a:p>
            <a:pPr eaLnBrk="1" hangingPunct="1">
              <a:lnSpc>
                <a:spcPct val="105000"/>
              </a:lnSpc>
              <a:buClr>
                <a:srgbClr val="990099"/>
              </a:buClr>
              <a:buSzPct val="50000"/>
            </a:pPr>
            <a:r>
              <a:rPr altLang="en-US" b="1" dirty="0" sz="3000" lang="zh-CN">
                <a:latin typeface="Times New Roman" panose="02020603050405020304" pitchFamily="18" charset="0"/>
                <a:ea typeface="仿宋_GB2312" pitchFamily="49" charset="-122"/>
              </a:rPr>
              <a:t>在最坏情况下，若设 </a:t>
            </a:r>
            <a:r>
              <a:rPr altLang="zh-CN" b="1" dirty="0" sz="3000" lang="en-US">
                <a:latin typeface="Times New Roman" panose="02020603050405020304" pitchFamily="18" charset="0"/>
                <a:ea typeface="仿宋_GB2312" pitchFamily="49" charset="-122"/>
              </a:rPr>
              <a:t>n </a:t>
            </a:r>
            <a:r>
              <a:rPr altLang="en-US" b="1" dirty="0" sz="3000" lang="zh-CN">
                <a:latin typeface="Times New Roman" panose="02020603050405020304" pitchFamily="18" charset="0"/>
                <a:ea typeface="仿宋_GB2312" pitchFamily="49" charset="-122"/>
              </a:rPr>
              <a:t>为目标串长度，</a:t>
            </a:r>
            <a:r>
              <a:rPr altLang="zh-CN" b="1" dirty="0" sz="3000" lang="en-US">
                <a:latin typeface="Times New Roman" panose="02020603050405020304" pitchFamily="18" charset="0"/>
                <a:ea typeface="仿宋_GB2312" pitchFamily="49" charset="-122"/>
              </a:rPr>
              <a:t>m </a:t>
            </a:r>
            <a:r>
              <a:rPr altLang="en-US" b="1" dirty="0" sz="3000" lang="zh-CN">
                <a:latin typeface="Times New Roman" panose="02020603050405020304" pitchFamily="18" charset="0"/>
                <a:ea typeface="仿宋_GB2312" pitchFamily="49" charset="-122"/>
              </a:rPr>
              <a:t>为模式串长度，则匹配算法最多比较 </a:t>
            </a:r>
            <a:r>
              <a:rPr altLang="zh-CN" b="1" dirty="0" sz="3000" lang="en-US">
                <a:latin typeface="Times New Roman" panose="02020603050405020304" pitchFamily="18" charset="0"/>
                <a:ea typeface="仿宋_GB2312" pitchFamily="49" charset="-122"/>
              </a:rPr>
              <a:t>n</a:t>
            </a:r>
            <a:r>
              <a:rPr altLang="zh-CN" b="1" dirty="0" sz="3000" lang="en-US">
                <a:latin typeface="Courier New" panose="02070309020205020404" pitchFamily="49" charset="0"/>
                <a:ea typeface="仿宋_GB2312" pitchFamily="49" charset="-122"/>
              </a:rPr>
              <a:t>-</a:t>
            </a:r>
            <a:r>
              <a:rPr altLang="zh-CN" b="1" dirty="0" sz="3000" lang="en-US">
                <a:latin typeface="Times New Roman" panose="02020603050405020304" pitchFamily="18" charset="0"/>
                <a:ea typeface="仿宋_GB2312" pitchFamily="49" charset="-122"/>
              </a:rPr>
              <a:t>m+1</a:t>
            </a:r>
            <a:r>
              <a:rPr altLang="en-US" b="1" dirty="0" sz="3000" lang="zh-CN">
                <a:latin typeface="Times New Roman" panose="02020603050405020304" pitchFamily="18" charset="0"/>
                <a:ea typeface="仿宋_GB2312" pitchFamily="49" charset="-122"/>
              </a:rPr>
              <a:t>趟，每趟比较都在比较到模式串尾部才出现不等，要做 </a:t>
            </a:r>
            <a:r>
              <a:rPr altLang="zh-CN" b="1" dirty="0" sz="3000" lang="en-US">
                <a:latin typeface="Times New Roman" panose="02020603050405020304" pitchFamily="18" charset="0"/>
                <a:ea typeface="仿宋_GB2312" pitchFamily="49" charset="-122"/>
              </a:rPr>
              <a:t>m </a:t>
            </a:r>
            <a:r>
              <a:rPr altLang="en-US" b="1" dirty="0" sz="3000" lang="zh-CN">
                <a:latin typeface="Times New Roman" panose="02020603050405020304" pitchFamily="18" charset="0"/>
                <a:ea typeface="仿宋_GB2312" pitchFamily="49" charset="-122"/>
              </a:rPr>
              <a:t>次比较，总比较次数将达到</a:t>
            </a:r>
            <a:r>
              <a:rPr altLang="zh-CN" b="1" dirty="0" sz="3000" lang="en-US">
                <a:latin typeface="Times New Roman" panose="02020603050405020304" pitchFamily="18" charset="0"/>
                <a:ea typeface="仿宋_GB2312" pitchFamily="49" charset="-122"/>
              </a:rPr>
              <a:t>(n</a:t>
            </a:r>
            <a:r>
              <a:rPr altLang="zh-CN" dirty="0" sz="3000" lang="en-US">
                <a:latin typeface="Courier New" panose="02070309020205020404" pitchFamily="49" charset="0"/>
                <a:ea typeface="仿宋_GB2312" pitchFamily="49" charset="-122"/>
              </a:rPr>
              <a:t>-</a:t>
            </a:r>
            <a:r>
              <a:rPr altLang="zh-CN" b="1" dirty="0" sz="3000" lang="en-US">
                <a:latin typeface="Times New Roman" panose="02020603050405020304" pitchFamily="18" charset="0"/>
                <a:ea typeface="仿宋_GB2312" pitchFamily="49" charset="-122"/>
              </a:rPr>
              <a:t>m+1)*m</a:t>
            </a:r>
            <a:r>
              <a:rPr altLang="en-US" b="1" dirty="0" sz="3000" lang="zh-CN">
                <a:latin typeface="Times New Roman" panose="02020603050405020304" pitchFamily="18" charset="0"/>
                <a:ea typeface="仿宋_GB2312" pitchFamily="49" charset="-122"/>
              </a:rPr>
              <a:t>。在多数场合下 </a:t>
            </a:r>
            <a:r>
              <a:rPr altLang="zh-CN" b="1" dirty="0" sz="3000" lang="en-US">
                <a:latin typeface="Times New Roman" panose="02020603050405020304" pitchFamily="18" charset="0"/>
                <a:ea typeface="仿宋_GB2312" pitchFamily="49" charset="-122"/>
              </a:rPr>
              <a:t>m </a:t>
            </a:r>
            <a:r>
              <a:rPr altLang="en-US" b="1" dirty="0" sz="3000" lang="zh-CN">
                <a:latin typeface="Times New Roman" panose="02020603050405020304" pitchFamily="18" charset="0"/>
                <a:ea typeface="仿宋_GB2312" pitchFamily="49" charset="-122"/>
              </a:rPr>
              <a:t>远小于 </a:t>
            </a:r>
            <a:r>
              <a:rPr altLang="zh-CN" b="1" dirty="0" sz="3000" lang="en-US">
                <a:latin typeface="Times New Roman" panose="02020603050405020304" pitchFamily="18" charset="0"/>
                <a:ea typeface="仿宋_GB2312" pitchFamily="49" charset="-122"/>
              </a:rPr>
              <a:t>n</a:t>
            </a:r>
            <a:r>
              <a:rPr altLang="en-US" b="1" dirty="0" sz="3000" lang="zh-CN">
                <a:latin typeface="Times New Roman" panose="02020603050405020304" pitchFamily="18" charset="0"/>
                <a:ea typeface="仿宋_GB2312" pitchFamily="49" charset="-122"/>
              </a:rPr>
              <a:t>，因此，算法的运行时间为</a:t>
            </a:r>
            <a:r>
              <a:rPr altLang="zh-CN" b="1" dirty="0" sz="3000" lang="en-US">
                <a:latin typeface="Times New Roman" panose="02020603050405020304" pitchFamily="18" charset="0"/>
                <a:ea typeface="仿宋_GB2312" pitchFamily="49" charset="-122"/>
              </a:rPr>
              <a:t>O(n*m)</a:t>
            </a:r>
            <a:r>
              <a:rPr altLang="en-US" b="1" dirty="0" sz="3000" lang="zh-CN">
                <a:latin typeface="Times New Roman" panose="02020603050405020304" pitchFamily="18" charset="0"/>
                <a:ea typeface="仿宋_GB2312" pitchFamily="49" charset="-122"/>
              </a:rPr>
              <a:t>。</a:t>
            </a:r>
          </a:p>
          <a:p>
            <a:pPr eaLnBrk="1" hangingPunct="1">
              <a:lnSpc>
                <a:spcPct val="105000"/>
              </a:lnSpc>
              <a:buClr>
                <a:srgbClr val="990099"/>
              </a:buClr>
              <a:buSzPct val="50000"/>
            </a:pPr>
            <a:r>
              <a:rPr altLang="en-US" b="1" dirty="0" sz="3000" kumimoji="1" lang="zh-CN">
                <a:ea typeface="仿宋_GB2312" pitchFamily="49" charset="-122"/>
              </a:rPr>
              <a:t>低效的原因在于每趟重新比较时，目标串的检测指针要回退。</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0" presetSubtype="0">
                                  <p:stCondLst>
                                    <p:cond delay="0"/>
                                  </p:stCondLst>
                                  <p:childTnLst>
                                    <p:set>
                                      <p:cBhvr>
                                        <p:cTn dur="1" fill="hold" id="6">
                                          <p:stCondLst>
                                            <p:cond delay="0"/>
                                          </p:stCondLst>
                                        </p:cTn>
                                        <p:tgtEl>
                                          <p:spTgt spid="1049475">
                                            <p:txEl>
                                              <p:pRg st="0" end="0"/>
                                            </p:txEl>
                                          </p:spTgt>
                                        </p:tgtEl>
                                        <p:attrNameLst>
                                          <p:attrName>style.visibility</p:attrName>
                                        </p:attrNameLst>
                                      </p:cBhvr>
                                      <p:to>
                                        <p:strVal val="visible"/>
                                      </p:to>
                                    </p:set>
                                    <p:animEffect transition="in" filter="fade">
                                      <p:cBhvr>
                                        <p:cTn dur="500" id="7"/>
                                        <p:tgtEl>
                                          <p:spTgt spid="10494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268" name=""/>
        <p:cNvGrpSpPr/>
        <p:nvPr/>
      </p:nvGrpSpPr>
      <p:grpSpPr>
        <a:xfrm>
          <a:off x="0" y="0"/>
          <a:ext cx="0" cy="0"/>
          <a:chOff x="0" y="0"/>
          <a:chExt cx="0" cy="0"/>
        </a:xfrm>
      </p:grpSpPr>
      <p:sp>
        <p:nvSpPr>
          <p:cNvPr id="1049476" name="Rectangle 2"/>
          <p:cNvSpPr>
            <a:spLocks noGrp="1" noChangeArrowheads="1"/>
          </p:cNvSpPr>
          <p:nvPr>
            <p:ph type="title"/>
          </p:nvPr>
        </p:nvSpPr>
        <p:spPr>
          <a:xfrm>
            <a:off x="457200" y="274638"/>
            <a:ext cx="8229600" cy="735012"/>
          </a:xfrm>
        </p:spPr>
        <p:txBody>
          <a:bodyPr/>
          <a:p>
            <a:pPr eaLnBrk="1" hangingPunct="1"/>
            <a:r>
              <a:rPr altLang="en-US" b="1" sz="4000" kumimoji="1" lang="zh-CN">
                <a:ea typeface="华文新魏" panose="02010800040101010101" pitchFamily="2" charset="-122"/>
              </a:rPr>
              <a:t>改进的模式匹配</a:t>
            </a:r>
            <a:r>
              <a:rPr altLang="en-US" b="1" sz="4000" kumimoji="1" lang="zh-CN">
                <a:latin typeface="Times New Roman" panose="02020603050405020304" pitchFamily="18" charset="0"/>
                <a:ea typeface="Arial Unicode MS" pitchFamily="34" charset="-122"/>
                <a:cs typeface="Times New Roman" panose="02020603050405020304" pitchFamily="18" charset="0"/>
              </a:rPr>
              <a:t>（</a:t>
            </a:r>
            <a:r>
              <a:rPr altLang="zh-CN" b="1" sz="4000" lang="en-US">
                <a:latin typeface="Times New Roman" panose="02020603050405020304" pitchFamily="18" charset="0"/>
                <a:ea typeface="Arial Unicode MS" pitchFamily="34" charset="-122"/>
                <a:cs typeface="Times New Roman" panose="02020603050405020304" pitchFamily="18" charset="0"/>
              </a:rPr>
              <a:t> </a:t>
            </a:r>
            <a:r>
              <a:rPr altLang="zh-CN" b="1" sz="4000" kumimoji="1" lang="en-US">
                <a:solidFill>
                  <a:srgbClr val="6600FF"/>
                </a:solidFill>
                <a:latin typeface="Times New Roman" panose="02020603050405020304" pitchFamily="18" charset="0"/>
                <a:ea typeface="华文新魏" panose="02010800040101010101" pitchFamily="2" charset="-122"/>
                <a:cs typeface="Times New Roman" panose="02020603050405020304" pitchFamily="18" charset="0"/>
              </a:rPr>
              <a:t>KMP</a:t>
            </a:r>
            <a:r>
              <a:rPr altLang="en-US" b="1" sz="4000" kumimoji="1" lang="zh-CN">
                <a:solidFill>
                  <a:srgbClr val="6600FF"/>
                </a:solidFill>
                <a:latin typeface="Times New Roman" panose="02020603050405020304" pitchFamily="18" charset="0"/>
                <a:ea typeface="华文新魏" panose="02010800040101010101" pitchFamily="2" charset="-122"/>
                <a:cs typeface="Times New Roman" panose="02020603050405020304" pitchFamily="18" charset="0"/>
              </a:rPr>
              <a:t>算法</a:t>
            </a:r>
            <a:r>
              <a:rPr altLang="en-US" b="1" sz="4000" kumimoji="1" lang="zh-CN">
                <a:latin typeface="Times New Roman" panose="02020603050405020304" pitchFamily="18" charset="0"/>
                <a:ea typeface="Arial Unicode MS" pitchFamily="34" charset="-122"/>
                <a:cs typeface="Times New Roman" panose="02020603050405020304" pitchFamily="18" charset="0"/>
              </a:rPr>
              <a:t>）</a:t>
            </a:r>
          </a:p>
        </p:txBody>
      </p:sp>
      <p:sp>
        <p:nvSpPr>
          <p:cNvPr id="1049477" name="Rectangle 3"/>
          <p:cNvSpPr>
            <a:spLocks noGrp="1" noChangeArrowheads="1"/>
          </p:cNvSpPr>
          <p:nvPr>
            <p:ph idx="1"/>
          </p:nvPr>
        </p:nvSpPr>
        <p:spPr>
          <a:xfrm>
            <a:off x="615952" y="1414463"/>
            <a:ext cx="8018463" cy="4800600"/>
          </a:xfrm>
        </p:spPr>
        <p:txBody>
          <a:bodyPr/>
          <a:p>
            <a:pPr eaLnBrk="1" hangingPunct="1">
              <a:buClr>
                <a:srgbClr val="990099"/>
              </a:buClr>
              <a:buSzPct val="50000"/>
            </a:pPr>
            <a:r>
              <a:rPr altLang="en-US" b="1" sz="3000" lang="zh-CN">
                <a:latin typeface="Times New Roman" panose="02020603050405020304" pitchFamily="18" charset="0"/>
                <a:ea typeface="仿宋_GB2312" pitchFamily="49" charset="-122"/>
              </a:rPr>
              <a:t>只要消除了每趟失配后为实施下一趟比较时目标指针的回退，可以提高模式匹配效率。</a:t>
            </a:r>
          </a:p>
          <a:p>
            <a:pPr eaLnBrk="1" hangingPunct="1">
              <a:buClr>
                <a:srgbClr val="990099"/>
              </a:buClr>
              <a:buSzPct val="50000"/>
            </a:pPr>
            <a:r>
              <a:rPr altLang="en-US" b="1" sz="3000" lang="zh-CN">
                <a:latin typeface="Times New Roman" panose="02020603050405020304" pitchFamily="18" charset="0"/>
                <a:ea typeface="仿宋_GB2312" pitchFamily="49" charset="-122"/>
              </a:rPr>
              <a:t>这种处理思想是由</a:t>
            </a:r>
            <a:r>
              <a:rPr altLang="zh-CN" b="1" sz="3000" lang="en-US">
                <a:latin typeface="Times New Roman" panose="02020603050405020304" pitchFamily="18" charset="0"/>
                <a:ea typeface="仿宋_GB2312" pitchFamily="49" charset="-122"/>
              </a:rPr>
              <a:t>D.E.Knuth</a:t>
            </a:r>
            <a:r>
              <a:rPr altLang="en-US" b="1" sz="3000" lang="zh-CN">
                <a:latin typeface="Times New Roman" panose="02020603050405020304" pitchFamily="18" charset="0"/>
                <a:ea typeface="仿宋_GB2312" pitchFamily="49" charset="-122"/>
              </a:rPr>
              <a:t>、</a:t>
            </a:r>
            <a:r>
              <a:rPr altLang="zh-CN" b="1" sz="3000" lang="en-US">
                <a:latin typeface="Times New Roman" panose="02020603050405020304" pitchFamily="18" charset="0"/>
                <a:ea typeface="仿宋_GB2312" pitchFamily="49" charset="-122"/>
              </a:rPr>
              <a:t>J.H.Morris</a:t>
            </a:r>
            <a:r>
              <a:rPr altLang="en-US" b="1" sz="3000" lang="zh-CN">
                <a:latin typeface="Times New Roman" panose="02020603050405020304" pitchFamily="18" charset="0"/>
                <a:ea typeface="仿宋_GB2312" pitchFamily="49" charset="-122"/>
              </a:rPr>
              <a:t>和</a:t>
            </a:r>
            <a:r>
              <a:rPr altLang="zh-CN" b="1" sz="3000" lang="en-US">
                <a:latin typeface="Times New Roman" panose="02020603050405020304" pitchFamily="18" charset="0"/>
                <a:ea typeface="仿宋_GB2312" pitchFamily="49" charset="-122"/>
              </a:rPr>
              <a:t>V.R.Pratt</a:t>
            </a:r>
            <a:r>
              <a:rPr altLang="en-US" b="1" sz="3000" lang="zh-CN">
                <a:latin typeface="Times New Roman" panose="02020603050405020304" pitchFamily="18" charset="0"/>
                <a:ea typeface="仿宋_GB2312" pitchFamily="49" charset="-122"/>
              </a:rPr>
              <a:t>同时提出来的，故称为</a:t>
            </a:r>
            <a:r>
              <a:rPr altLang="zh-CN" b="1" sz="3000" lang="en-US">
                <a:latin typeface="Times New Roman" panose="02020603050405020304" pitchFamily="18" charset="0"/>
                <a:ea typeface="仿宋_GB2312" pitchFamily="49" charset="-122"/>
              </a:rPr>
              <a:t>KMP</a:t>
            </a:r>
            <a:r>
              <a:rPr altLang="en-US" b="1" sz="3000" lang="zh-CN">
                <a:latin typeface="Times New Roman" panose="02020603050405020304" pitchFamily="18" charset="0"/>
                <a:ea typeface="仿宋_GB2312" pitchFamily="49" charset="-122"/>
              </a:rPr>
              <a:t>算法。</a:t>
            </a:r>
          </a:p>
          <a:p>
            <a:pPr eaLnBrk="1" hangingPunct="1">
              <a:buClr>
                <a:srgbClr val="990099"/>
              </a:buClr>
              <a:buSzPct val="50000"/>
            </a:pPr>
            <a:r>
              <a:rPr altLang="en-US" b="1" sz="3000" lang="zh-CN">
                <a:latin typeface="Times New Roman" panose="02020603050405020304" pitchFamily="18" charset="0"/>
                <a:ea typeface="仿宋_GB2312" pitchFamily="49" charset="-122"/>
              </a:rPr>
              <a:t>实施</a:t>
            </a:r>
            <a:r>
              <a:rPr altLang="zh-CN" b="1" sz="3000" kumimoji="1" lang="en-US">
                <a:latin typeface="Times New Roman" panose="02020603050405020304" pitchFamily="18" charset="0"/>
                <a:ea typeface="仿宋_GB2312" pitchFamily="49" charset="-122"/>
              </a:rPr>
              <a:t>KMP</a:t>
            </a:r>
            <a:r>
              <a:rPr altLang="en-US" b="1" sz="3000" kumimoji="1" lang="zh-CN">
                <a:latin typeface="Times New Roman" panose="02020603050405020304" pitchFamily="18" charset="0"/>
                <a:ea typeface="仿宋_GB2312" pitchFamily="49" charset="-122"/>
              </a:rPr>
              <a:t>算法的时间代价：</a:t>
            </a:r>
          </a:p>
          <a:p>
            <a:pPr eaLnBrk="1" hangingPunct="1" lvl="1">
              <a:buClr>
                <a:srgbClr val="008000"/>
              </a:buClr>
              <a:buSzPct val="55000"/>
              <a:buFont typeface="Wingdings" panose="05000000000000000000" pitchFamily="2" charset="2"/>
              <a:buChar char="u"/>
            </a:pPr>
            <a:r>
              <a:rPr altLang="en-US" b="1" sz="2900" kumimoji="1" lang="zh-CN">
                <a:latin typeface="Times New Roman" panose="02020603050405020304" pitchFamily="18" charset="0"/>
                <a:ea typeface="仿宋_GB2312" pitchFamily="49" charset="-122"/>
              </a:rPr>
              <a:t>若每趟第一个不匹配，比较</a:t>
            </a:r>
            <a:r>
              <a:rPr altLang="zh-CN" b="1" sz="2900" kumimoji="1" lang="en-US">
                <a:latin typeface="Times New Roman" panose="02020603050405020304" pitchFamily="18" charset="0"/>
                <a:ea typeface="仿宋_GB2312" pitchFamily="49" charset="-122"/>
              </a:rPr>
              <a:t>n</a:t>
            </a:r>
            <a:r>
              <a:rPr altLang="zh-CN" sz="2900" kumimoji="1" lang="en-US">
                <a:latin typeface="Courier New" panose="02070309020205020404" pitchFamily="49" charset="0"/>
                <a:ea typeface="仿宋_GB2312" pitchFamily="49" charset="-122"/>
              </a:rPr>
              <a:t>-</a:t>
            </a:r>
            <a:r>
              <a:rPr altLang="zh-CN" b="1" sz="2900" kumimoji="1" lang="en-US">
                <a:latin typeface="Times New Roman" panose="02020603050405020304" pitchFamily="18" charset="0"/>
                <a:ea typeface="仿宋_GB2312" pitchFamily="49" charset="-122"/>
              </a:rPr>
              <a:t>m+1</a:t>
            </a:r>
            <a:r>
              <a:rPr altLang="zh-CN" b="1" sz="2900" kumimoji="1" lang="zh-CN">
                <a:latin typeface="Times New Roman" panose="02020603050405020304" pitchFamily="18" charset="0"/>
                <a:ea typeface="仿宋_GB2312" pitchFamily="49" charset="-122"/>
              </a:rPr>
              <a:t>趟，</a:t>
            </a:r>
            <a:r>
              <a:rPr altLang="en-US" b="1" sz="2900" kumimoji="1" lang="zh-CN">
                <a:latin typeface="Times New Roman" panose="02020603050405020304" pitchFamily="18" charset="0"/>
                <a:ea typeface="仿宋_GB2312" pitchFamily="49" charset="-122"/>
              </a:rPr>
              <a:t>总比较次数最坏达</a:t>
            </a:r>
            <a:r>
              <a:rPr altLang="zh-CN" b="1" sz="2900" kumimoji="1" lang="en-US">
                <a:latin typeface="Times New Roman" panose="02020603050405020304" pitchFamily="18" charset="0"/>
                <a:ea typeface="仿宋_GB2312" pitchFamily="49" charset="-122"/>
              </a:rPr>
              <a:t>(n</a:t>
            </a:r>
            <a:r>
              <a:rPr altLang="zh-CN" sz="2900" kumimoji="1" lang="en-US">
                <a:latin typeface="Courier New" panose="02070309020205020404" pitchFamily="49" charset="0"/>
                <a:ea typeface="仿宋_GB2312" pitchFamily="49" charset="-122"/>
              </a:rPr>
              <a:t>-</a:t>
            </a:r>
            <a:r>
              <a:rPr altLang="zh-CN" b="1" sz="2900" kumimoji="1" lang="en-US">
                <a:latin typeface="Times New Roman" panose="02020603050405020304" pitchFamily="18" charset="0"/>
                <a:ea typeface="仿宋_GB2312" pitchFamily="49" charset="-122"/>
              </a:rPr>
              <a:t>m)+m = n</a:t>
            </a:r>
            <a:r>
              <a:rPr altLang="en-US" b="1" sz="2900" kumimoji="1" lang="zh-CN">
                <a:latin typeface="Times New Roman" panose="02020603050405020304" pitchFamily="18" charset="0"/>
                <a:ea typeface="仿宋_GB2312" pitchFamily="49" charset="-122"/>
              </a:rPr>
              <a:t>。</a:t>
            </a:r>
          </a:p>
          <a:p>
            <a:pPr eaLnBrk="1" hangingPunct="1" lvl="1">
              <a:buClr>
                <a:srgbClr val="008000"/>
              </a:buClr>
              <a:buSzPct val="55000"/>
              <a:buFont typeface="Wingdings" panose="05000000000000000000" pitchFamily="2" charset="2"/>
              <a:buChar char="u"/>
            </a:pPr>
            <a:r>
              <a:rPr altLang="en-US" b="1" sz="2900" kumimoji="1" lang="zh-CN">
                <a:latin typeface="Times New Roman" panose="02020603050405020304" pitchFamily="18" charset="0"/>
                <a:ea typeface="仿宋_GB2312" pitchFamily="49" charset="-122"/>
              </a:rPr>
              <a:t>若每趟第 </a:t>
            </a:r>
            <a:r>
              <a:rPr altLang="zh-CN" b="1" sz="2900" kumimoji="1" lang="en-US">
                <a:latin typeface="Times New Roman" panose="02020603050405020304" pitchFamily="18" charset="0"/>
                <a:ea typeface="仿宋_GB2312" pitchFamily="49" charset="-122"/>
              </a:rPr>
              <a:t>m </a:t>
            </a:r>
            <a:r>
              <a:rPr altLang="en-US" b="1" sz="2900" kumimoji="1" lang="zh-CN">
                <a:latin typeface="Times New Roman" panose="02020603050405020304" pitchFamily="18" charset="0"/>
                <a:ea typeface="仿宋_GB2312" pitchFamily="49" charset="-122"/>
              </a:rPr>
              <a:t>个不匹配，总比较次数最坏亦达到 </a:t>
            </a:r>
            <a:r>
              <a:rPr altLang="zh-CN" b="1" sz="2900" kumimoji="1" lang="en-US">
                <a:latin typeface="Times New Roman" panose="02020603050405020304" pitchFamily="18" charset="0"/>
                <a:ea typeface="仿宋_GB2312" pitchFamily="49" charset="-122"/>
              </a:rPr>
              <a:t>n</a:t>
            </a:r>
            <a:r>
              <a:rPr altLang="en-US" b="1" sz="2900" kumimoji="1" lang="zh-CN">
                <a:latin typeface="Times New Roman" panose="02020603050405020304" pitchFamily="18" charset="0"/>
                <a:ea typeface="仿宋_GB2312" pitchFamily="49" charset="-122"/>
              </a:rPr>
              <a: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269" name=""/>
        <p:cNvGrpSpPr/>
        <p:nvPr/>
      </p:nvGrpSpPr>
      <p:grpSpPr>
        <a:xfrm>
          <a:off x="0" y="0"/>
          <a:ext cx="0" cy="0"/>
          <a:chOff x="0" y="0"/>
          <a:chExt cx="0" cy="0"/>
        </a:xfrm>
      </p:grpSpPr>
      <p:sp>
        <p:nvSpPr>
          <p:cNvPr id="1049478" name="Text Box 2"/>
          <p:cNvSpPr txBox="1">
            <a:spLocks noChangeArrowheads="1"/>
          </p:cNvSpPr>
          <p:nvPr/>
        </p:nvSpPr>
        <p:spPr bwMode="auto">
          <a:xfrm>
            <a:off x="457200" y="1422400"/>
            <a:ext cx="8458200" cy="4458970"/>
          </a:xfrm>
          <a:prstGeom prst="rect"/>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5000"/>
              </a:lnSpc>
              <a:spcBef>
                <a:spcPct val="0"/>
              </a:spcBef>
              <a:buFontTx/>
              <a:buNone/>
            </a:pPr>
            <a:r>
              <a:rPr altLang="zh-CN" dirty="0" sz="2400" kumimoji="1" lang="en-US">
                <a:latin typeface="Times New Roman" panose="02020603050405020304" pitchFamily="18" charset="0"/>
              </a:rPr>
              <a:t>  </a:t>
            </a:r>
            <a:r>
              <a:rPr altLang="en-US" b="1" dirty="0" sz="3000" kumimoji="1" lang="zh-CN">
                <a:solidFill>
                  <a:srgbClr val="FF3300"/>
                </a:solidFill>
                <a:latin typeface="Times New Roman" panose="02020603050405020304" pitchFamily="18" charset="0"/>
                <a:ea typeface="仿宋_GB2312" pitchFamily="49" charset="-122"/>
              </a:rPr>
              <a:t>目标 </a:t>
            </a:r>
            <a:r>
              <a:rPr altLang="zh-CN" b="1" dirty="0" sz="3000" kumimoji="1" lang="en-US">
                <a:solidFill>
                  <a:srgbClr val="FF3300"/>
                </a:solidFill>
                <a:latin typeface="Times New Roman" panose="02020603050405020304" pitchFamily="18" charset="0"/>
                <a:ea typeface="仿宋_GB2312" pitchFamily="49" charset="-122"/>
              </a:rPr>
              <a:t>T</a:t>
            </a:r>
            <a:r>
              <a:rPr altLang="zh-CN" b="1" dirty="0" sz="3000" kumimoji="1" lang="en-US">
                <a:solidFill>
                  <a:srgbClr val="000099"/>
                </a:solidFill>
                <a:latin typeface="Times New Roman" panose="02020603050405020304" pitchFamily="18" charset="0"/>
                <a:ea typeface="仿宋_GB2312" pitchFamily="49" charset="-122"/>
              </a:rPr>
              <a:t>	     t</a:t>
            </a:r>
            <a:r>
              <a:rPr altLang="zh-CN" baseline="-25000" b="1" dirty="0" sz="3000" kumimoji="1" lang="en-US">
                <a:solidFill>
                  <a:srgbClr val="000099"/>
                </a:solidFill>
                <a:latin typeface="Times New Roman" panose="02020603050405020304" pitchFamily="18" charset="0"/>
                <a:ea typeface="仿宋_GB2312" pitchFamily="49" charset="-122"/>
              </a:rPr>
              <a:t>0</a:t>
            </a:r>
            <a:r>
              <a:rPr altLang="zh-CN" b="1" dirty="0" sz="3000" kumimoji="1" lang="en-US">
                <a:solidFill>
                  <a:srgbClr val="000099"/>
                </a:solidFill>
                <a:latin typeface="Times New Roman" panose="02020603050405020304" pitchFamily="18" charset="0"/>
                <a:ea typeface="仿宋_GB2312" pitchFamily="49" charset="-122"/>
              </a:rPr>
              <a:t>   t</a:t>
            </a:r>
            <a:r>
              <a:rPr altLang="zh-CN" baseline="-25000" b="1" dirty="0" sz="3000" kumimoji="1" lang="en-US">
                <a:solidFill>
                  <a:srgbClr val="000099"/>
                </a:solidFill>
                <a:latin typeface="Times New Roman" panose="02020603050405020304" pitchFamily="18" charset="0"/>
                <a:ea typeface="仿宋_GB2312" pitchFamily="49" charset="-122"/>
              </a:rPr>
              <a:t>1</a:t>
            </a:r>
            <a:r>
              <a:rPr altLang="zh-CN" b="1" dirty="0" sz="3000" kumimoji="1" lang="en-US">
                <a:solidFill>
                  <a:srgbClr val="000099"/>
                </a:solidFill>
                <a:latin typeface="Times New Roman" panose="02020603050405020304" pitchFamily="18" charset="0"/>
                <a:ea typeface="仿宋_GB2312" pitchFamily="49" charset="-122"/>
              </a:rPr>
              <a:t>   t</a:t>
            </a:r>
            <a:r>
              <a:rPr altLang="zh-CN" baseline="-25000" b="1" dirty="0" sz="3000" kumimoji="1" lang="en-US">
                <a:solidFill>
                  <a:srgbClr val="000099"/>
                </a:solidFill>
                <a:latin typeface="Times New Roman" panose="02020603050405020304" pitchFamily="18" charset="0"/>
                <a:ea typeface="仿宋_GB2312" pitchFamily="49" charset="-122"/>
              </a:rPr>
              <a:t>2</a:t>
            </a:r>
            <a:r>
              <a:rPr altLang="zh-CN" b="1" dirty="0" sz="3000" kumimoji="1" lang="en-US">
                <a:solidFill>
                  <a:srgbClr val="000099"/>
                </a:solidFill>
                <a:latin typeface="Times New Roman" panose="02020603050405020304" pitchFamily="18" charset="0"/>
                <a:ea typeface="仿宋_GB2312" pitchFamily="49" charset="-122"/>
              </a:rPr>
              <a:t>  …… t</a:t>
            </a:r>
            <a:r>
              <a:rPr altLang="zh-CN" baseline="-25000" b="1" dirty="0" sz="3000" kumimoji="1" lang="en-US">
                <a:solidFill>
                  <a:srgbClr val="000099"/>
                </a:solidFill>
                <a:latin typeface="Times New Roman" panose="02020603050405020304" pitchFamily="18" charset="0"/>
                <a:ea typeface="仿宋_GB2312" pitchFamily="49" charset="-122"/>
              </a:rPr>
              <a:t>m-1</a:t>
            </a:r>
            <a:r>
              <a:rPr altLang="zh-CN" b="1" dirty="0" sz="3000" kumimoji="1" lang="en-US">
                <a:solidFill>
                  <a:srgbClr val="000099"/>
                </a:solidFill>
                <a:latin typeface="Times New Roman" panose="02020603050405020304" pitchFamily="18" charset="0"/>
                <a:ea typeface="仿宋_GB2312" pitchFamily="49" charset="-122"/>
              </a:rPr>
              <a:t> … t</a:t>
            </a:r>
            <a:r>
              <a:rPr altLang="zh-CN" baseline="-25000" b="1" dirty="0" sz="3000" kumimoji="1" lang="en-US">
                <a:solidFill>
                  <a:srgbClr val="000099"/>
                </a:solidFill>
                <a:latin typeface="Times New Roman" panose="02020603050405020304" pitchFamily="18" charset="0"/>
                <a:ea typeface="仿宋_GB2312" pitchFamily="49" charset="-122"/>
              </a:rPr>
              <a:t>n-1</a:t>
            </a:r>
            <a:endParaRPr altLang="zh-CN" b="1" dirty="0" sz="3000" kumimoji="1" lang="en-US">
              <a:solidFill>
                <a:srgbClr val="000099"/>
              </a:solidFill>
              <a:latin typeface="Times New Roman" panose="02020603050405020304" pitchFamily="18" charset="0"/>
              <a:ea typeface="仿宋_GB2312" pitchFamily="49" charset="-122"/>
            </a:endParaRPr>
          </a:p>
          <a:p>
            <a:pPr eaLnBrk="1" hangingPunct="1">
              <a:lnSpc>
                <a:spcPct val="95000"/>
              </a:lnSpc>
              <a:spcBef>
                <a:spcPct val="0"/>
              </a:spcBef>
              <a:buFontTx/>
              <a:buNone/>
            </a:pPr>
            <a:r>
              <a:rPr altLang="zh-CN" b="1" dirty="0" sz="3000" kumimoji="1" lang="en-US">
                <a:solidFill>
                  <a:srgbClr val="000099"/>
                </a:solidFill>
                <a:latin typeface="Times New Roman" panose="02020603050405020304" pitchFamily="18" charset="0"/>
                <a:ea typeface="仿宋_GB2312" pitchFamily="49" charset="-122"/>
              </a:rPr>
              <a:t>		          </a:t>
            </a:r>
            <a:r>
              <a:rPr altLang="zh-CN" b="1" dirty="0" sz="2400" kumimoji="1" lang="en-US">
                <a:solidFill>
                  <a:srgbClr val="000099"/>
                </a:solidFill>
                <a:latin typeface="Times New Roman" panose="02020603050405020304" pitchFamily="18" charset="0"/>
                <a:ea typeface="仿宋_GB2312" pitchFamily="49" charset="-122"/>
                <a:sym typeface="MT Extra" panose="05050102010205020202" pitchFamily="18" charset="2"/>
              </a:rPr>
              <a:t></a:t>
            </a:r>
            <a:r>
              <a:rPr altLang="zh-CN" b="1" dirty="0" sz="3000" kumimoji="1" lang="en-US">
                <a:solidFill>
                  <a:srgbClr val="000099"/>
                </a:solidFill>
                <a:latin typeface="Times New Roman" panose="02020603050405020304" pitchFamily="18" charset="0"/>
                <a:ea typeface="仿宋_GB2312" pitchFamily="49" charset="-122"/>
              </a:rPr>
              <a:t>    </a:t>
            </a:r>
            <a:r>
              <a:rPr altLang="zh-CN" b="1" dirty="0" sz="2400" kumimoji="1" lang="en-US">
                <a:solidFill>
                  <a:srgbClr val="000099"/>
                </a:solidFill>
                <a:latin typeface="Times New Roman" panose="02020603050405020304" pitchFamily="18" charset="0"/>
                <a:ea typeface="仿宋_GB2312" pitchFamily="49" charset="-122"/>
                <a:sym typeface="MT Extra" panose="05050102010205020202" pitchFamily="18" charset="2"/>
              </a:rPr>
              <a:t></a:t>
            </a:r>
            <a:r>
              <a:rPr altLang="zh-CN" b="1" dirty="0" sz="2400" kumimoji="1" lang="en-US">
                <a:solidFill>
                  <a:srgbClr val="000099"/>
                </a:solidFill>
                <a:latin typeface="Times New Roman" panose="02020603050405020304" pitchFamily="18" charset="0"/>
                <a:ea typeface="仿宋_GB2312" pitchFamily="49" charset="-122"/>
              </a:rPr>
              <a:t>     </a:t>
            </a:r>
            <a:r>
              <a:rPr altLang="zh-CN" b="1" dirty="0" sz="2400" kumimoji="1" lang="en-US">
                <a:solidFill>
                  <a:srgbClr val="000099"/>
                </a:solidFill>
                <a:latin typeface="Times New Roman" panose="02020603050405020304" pitchFamily="18" charset="0"/>
                <a:ea typeface="仿宋_GB2312" pitchFamily="49" charset="-122"/>
                <a:sym typeface="MT Extra" panose="05050102010205020202" pitchFamily="18" charset="2"/>
              </a:rPr>
              <a:t></a:t>
            </a:r>
            <a:r>
              <a:rPr altLang="zh-CN" b="1" dirty="0" sz="2400" kumimoji="1" lang="en-US">
                <a:solidFill>
                  <a:srgbClr val="000099"/>
                </a:solidFill>
                <a:latin typeface="Times New Roman" panose="02020603050405020304" pitchFamily="18" charset="0"/>
                <a:ea typeface="仿宋_GB2312" pitchFamily="49" charset="-122"/>
              </a:rPr>
              <a:t>               </a:t>
            </a:r>
            <a:r>
              <a:rPr altLang="zh-CN" b="1" dirty="0" sz="2400" kumimoji="1" lang="en-US">
                <a:solidFill>
                  <a:srgbClr val="000099"/>
                </a:solidFill>
                <a:latin typeface="Times New Roman" panose="02020603050405020304" pitchFamily="18" charset="0"/>
                <a:ea typeface="仿宋_GB2312" pitchFamily="49" charset="-122"/>
                <a:sym typeface="MT Extra" panose="05050102010205020202" pitchFamily="18" charset="2"/>
              </a:rPr>
              <a:t></a:t>
            </a:r>
            <a:r>
              <a:rPr altLang="zh-CN" b="1" dirty="0" sz="2400" kumimoji="1" lang="en-US">
                <a:solidFill>
                  <a:srgbClr val="000099"/>
                </a:solidFill>
                <a:latin typeface="Times New Roman" panose="02020603050405020304" pitchFamily="18" charset="0"/>
                <a:ea typeface="仿宋_GB2312" pitchFamily="49" charset="-122"/>
              </a:rPr>
              <a:t>	</a:t>
            </a:r>
            <a:r>
              <a:rPr altLang="zh-CN" b="1" dirty="0" sz="3000" kumimoji="1" lang="en-US">
                <a:solidFill>
                  <a:srgbClr val="000099"/>
                </a:solidFill>
                <a:latin typeface="Times New Roman" panose="02020603050405020304" pitchFamily="18" charset="0"/>
                <a:ea typeface="仿宋_GB2312" pitchFamily="49" charset="-122"/>
              </a:rPr>
              <a:t>	</a:t>
            </a:r>
          </a:p>
          <a:p>
            <a:pPr eaLnBrk="1" hangingPunct="1">
              <a:lnSpc>
                <a:spcPct val="95000"/>
              </a:lnSpc>
              <a:spcBef>
                <a:spcPct val="0"/>
              </a:spcBef>
              <a:buFontTx/>
              <a:buNone/>
            </a:pPr>
            <a:r>
              <a:rPr altLang="zh-CN" b="1" dirty="0" sz="3000" kumimoji="1" lang="en-US">
                <a:solidFill>
                  <a:srgbClr val="000099"/>
                </a:solidFill>
                <a:latin typeface="Times New Roman" panose="02020603050405020304" pitchFamily="18" charset="0"/>
                <a:ea typeface="仿宋_GB2312" pitchFamily="49" charset="-122"/>
              </a:rPr>
              <a:t>  </a:t>
            </a:r>
            <a:r>
              <a:rPr altLang="en-US" b="1" dirty="0" sz="3000" kumimoji="1" lang="zh-CN">
                <a:solidFill>
                  <a:srgbClr val="FF3300"/>
                </a:solidFill>
                <a:latin typeface="Times New Roman" panose="02020603050405020304" pitchFamily="18" charset="0"/>
                <a:ea typeface="仿宋_GB2312" pitchFamily="49" charset="-122"/>
              </a:rPr>
              <a:t>模式 </a:t>
            </a:r>
            <a:r>
              <a:rPr altLang="zh-CN" b="1" dirty="0" sz="3000" kumimoji="1" lang="en-US">
                <a:solidFill>
                  <a:srgbClr val="FF3300"/>
                </a:solidFill>
                <a:latin typeface="Times New Roman" panose="02020603050405020304" pitchFamily="18" charset="0"/>
                <a:ea typeface="仿宋_GB2312" pitchFamily="49" charset="-122"/>
              </a:rPr>
              <a:t>pat</a:t>
            </a:r>
            <a:r>
              <a:rPr altLang="zh-CN" b="1" dirty="0" sz="3000" kumimoji="1" lang="en-US">
                <a:solidFill>
                  <a:srgbClr val="000099"/>
                </a:solidFill>
                <a:latin typeface="Times New Roman" panose="02020603050405020304" pitchFamily="18" charset="0"/>
                <a:ea typeface="仿宋_GB2312" pitchFamily="49" charset="-122"/>
              </a:rPr>
              <a:t>	p</a:t>
            </a:r>
            <a:r>
              <a:rPr altLang="zh-CN" baseline="-25000" b="1" dirty="0" sz="3000" kumimoji="1" lang="en-US">
                <a:solidFill>
                  <a:srgbClr val="000099"/>
                </a:solidFill>
                <a:latin typeface="Times New Roman" panose="02020603050405020304" pitchFamily="18" charset="0"/>
                <a:ea typeface="仿宋_GB2312" pitchFamily="49" charset="-122"/>
              </a:rPr>
              <a:t>0</a:t>
            </a:r>
            <a:r>
              <a:rPr altLang="zh-CN" b="1" dirty="0" sz="3000" kumimoji="1" lang="en-US">
                <a:solidFill>
                  <a:srgbClr val="000099"/>
                </a:solidFill>
                <a:latin typeface="Times New Roman" panose="02020603050405020304" pitchFamily="18" charset="0"/>
                <a:ea typeface="仿宋_GB2312" pitchFamily="49" charset="-122"/>
              </a:rPr>
              <a:t>  p</a:t>
            </a:r>
            <a:r>
              <a:rPr altLang="zh-CN" baseline="-25000" b="1" dirty="0" sz="3000" kumimoji="1" lang="en-US">
                <a:solidFill>
                  <a:srgbClr val="000099"/>
                </a:solidFill>
                <a:latin typeface="Times New Roman" panose="02020603050405020304" pitchFamily="18" charset="0"/>
                <a:ea typeface="仿宋_GB2312" pitchFamily="49" charset="-122"/>
              </a:rPr>
              <a:t>1</a:t>
            </a:r>
            <a:r>
              <a:rPr altLang="zh-CN" b="1" dirty="0" sz="3000" kumimoji="1" lang="en-US">
                <a:solidFill>
                  <a:srgbClr val="000099"/>
                </a:solidFill>
                <a:latin typeface="Times New Roman" panose="02020603050405020304" pitchFamily="18" charset="0"/>
                <a:ea typeface="仿宋_GB2312" pitchFamily="49" charset="-122"/>
              </a:rPr>
              <a:t>  p</a:t>
            </a:r>
            <a:r>
              <a:rPr altLang="zh-CN" baseline="-25000" b="1" dirty="0" sz="3000" kumimoji="1" lang="en-US">
                <a:solidFill>
                  <a:srgbClr val="000099"/>
                </a:solidFill>
                <a:latin typeface="Times New Roman" panose="02020603050405020304" pitchFamily="18" charset="0"/>
                <a:ea typeface="仿宋_GB2312" pitchFamily="49" charset="-122"/>
              </a:rPr>
              <a:t>2</a:t>
            </a:r>
            <a:r>
              <a:rPr altLang="zh-CN" b="1" dirty="0" sz="3000" kumimoji="1" lang="en-US">
                <a:solidFill>
                  <a:srgbClr val="000099"/>
                </a:solidFill>
                <a:latin typeface="Times New Roman" panose="02020603050405020304" pitchFamily="18" charset="0"/>
                <a:ea typeface="仿宋_GB2312" pitchFamily="49" charset="-122"/>
              </a:rPr>
              <a:t> …… p</a:t>
            </a:r>
            <a:r>
              <a:rPr altLang="zh-CN" baseline="-25000" b="1" dirty="0" sz="3000" kumimoji="1" lang="en-US">
                <a:solidFill>
                  <a:srgbClr val="000099"/>
                </a:solidFill>
                <a:latin typeface="Times New Roman" panose="02020603050405020304" pitchFamily="18" charset="0"/>
                <a:ea typeface="仿宋_GB2312" pitchFamily="49" charset="-122"/>
              </a:rPr>
              <a:t>m-1</a:t>
            </a:r>
            <a:endParaRPr altLang="zh-CN" b="1" dirty="0" sz="3000" kumimoji="1" lang="en-US">
              <a:solidFill>
                <a:srgbClr val="000099"/>
              </a:solidFill>
              <a:latin typeface="Times New Roman" panose="02020603050405020304" pitchFamily="18" charset="0"/>
              <a:ea typeface="仿宋_GB2312" pitchFamily="49" charset="-122"/>
            </a:endParaRPr>
          </a:p>
          <a:p>
            <a:pPr eaLnBrk="1" hangingPunct="1">
              <a:lnSpc>
                <a:spcPct val="95000"/>
              </a:lnSpc>
              <a:spcBef>
                <a:spcPct val="0"/>
              </a:spcBef>
              <a:buFontTx/>
              <a:buNone/>
            </a:pPr>
            <a:r>
              <a:rPr altLang="zh-CN" b="1" dirty="0" sz="1600" kumimoji="1" lang="en-US">
                <a:solidFill>
                  <a:srgbClr val="000099"/>
                </a:solidFill>
                <a:latin typeface="Times New Roman" panose="02020603050405020304" pitchFamily="18" charset="0"/>
                <a:ea typeface="仿宋_GB2312" pitchFamily="49" charset="-122"/>
              </a:rPr>
              <a:t>						</a:t>
            </a:r>
          </a:p>
          <a:p>
            <a:pPr eaLnBrk="1" hangingPunct="1">
              <a:lnSpc>
                <a:spcPct val="95000"/>
              </a:lnSpc>
              <a:spcBef>
                <a:spcPct val="0"/>
              </a:spcBef>
              <a:buFontTx/>
              <a:buNone/>
            </a:pPr>
            <a:r>
              <a:rPr altLang="zh-CN" b="1" dirty="0" sz="3000" kumimoji="1" lang="en-US">
                <a:solidFill>
                  <a:srgbClr val="000099"/>
                </a:solidFill>
                <a:latin typeface="Times New Roman" panose="02020603050405020304" pitchFamily="18" charset="0"/>
                <a:ea typeface="仿宋_GB2312" pitchFamily="49" charset="-122"/>
              </a:rPr>
              <a:t>  </a:t>
            </a:r>
            <a:r>
              <a:rPr altLang="en-US" b="1" dirty="0" sz="3000" kumimoji="1" lang="zh-CN">
                <a:solidFill>
                  <a:srgbClr val="FF3300"/>
                </a:solidFill>
                <a:latin typeface="Times New Roman" panose="02020603050405020304" pitchFamily="18" charset="0"/>
                <a:ea typeface="仿宋_GB2312" pitchFamily="49" charset="-122"/>
              </a:rPr>
              <a:t>目标 </a:t>
            </a:r>
            <a:r>
              <a:rPr altLang="zh-CN" b="1" dirty="0" sz="3000" kumimoji="1" lang="en-US">
                <a:solidFill>
                  <a:srgbClr val="FF3300"/>
                </a:solidFill>
                <a:latin typeface="Times New Roman" panose="02020603050405020304" pitchFamily="18" charset="0"/>
                <a:ea typeface="仿宋_GB2312" pitchFamily="49" charset="-122"/>
              </a:rPr>
              <a:t>T</a:t>
            </a:r>
            <a:r>
              <a:rPr altLang="zh-CN" b="1" dirty="0" sz="3000" kumimoji="1" lang="en-US">
                <a:solidFill>
                  <a:srgbClr val="000099"/>
                </a:solidFill>
                <a:latin typeface="Times New Roman" panose="02020603050405020304" pitchFamily="18" charset="0"/>
                <a:ea typeface="仿宋_GB2312" pitchFamily="49" charset="-122"/>
              </a:rPr>
              <a:t>	     t</a:t>
            </a:r>
            <a:r>
              <a:rPr altLang="zh-CN" baseline="-25000" b="1" dirty="0" sz="3000" kumimoji="1" lang="en-US">
                <a:solidFill>
                  <a:srgbClr val="000099"/>
                </a:solidFill>
                <a:latin typeface="Times New Roman" panose="02020603050405020304" pitchFamily="18" charset="0"/>
                <a:ea typeface="仿宋_GB2312" pitchFamily="49" charset="-122"/>
              </a:rPr>
              <a:t>0</a:t>
            </a:r>
            <a:r>
              <a:rPr altLang="zh-CN" b="1" dirty="0" sz="3000" kumimoji="1" lang="en-US">
                <a:solidFill>
                  <a:srgbClr val="000099"/>
                </a:solidFill>
                <a:latin typeface="Times New Roman" panose="02020603050405020304" pitchFamily="18" charset="0"/>
                <a:ea typeface="仿宋_GB2312" pitchFamily="49" charset="-122"/>
              </a:rPr>
              <a:t>  t</a:t>
            </a:r>
            <a:r>
              <a:rPr altLang="zh-CN" baseline="-25000" b="1" dirty="0" sz="3000" kumimoji="1" lang="en-US">
                <a:solidFill>
                  <a:srgbClr val="000099"/>
                </a:solidFill>
                <a:latin typeface="Times New Roman" panose="02020603050405020304" pitchFamily="18" charset="0"/>
                <a:ea typeface="仿宋_GB2312" pitchFamily="49" charset="-122"/>
              </a:rPr>
              <a:t>1</a:t>
            </a:r>
            <a:r>
              <a:rPr altLang="zh-CN" b="1" dirty="0" sz="3000" kumimoji="1" lang="en-US">
                <a:solidFill>
                  <a:srgbClr val="000099"/>
                </a:solidFill>
                <a:latin typeface="Times New Roman" panose="02020603050405020304" pitchFamily="18" charset="0"/>
                <a:ea typeface="仿宋_GB2312" pitchFamily="49" charset="-122"/>
              </a:rPr>
              <a:t>  t</a:t>
            </a:r>
            <a:r>
              <a:rPr altLang="zh-CN" baseline="-25000" b="1" dirty="0" sz="3000" kumimoji="1" lang="en-US">
                <a:solidFill>
                  <a:srgbClr val="000099"/>
                </a:solidFill>
                <a:latin typeface="Times New Roman" panose="02020603050405020304" pitchFamily="18" charset="0"/>
                <a:ea typeface="仿宋_GB2312" pitchFamily="49" charset="-122"/>
              </a:rPr>
              <a:t>2</a:t>
            </a:r>
            <a:r>
              <a:rPr altLang="zh-CN" b="1" dirty="0" sz="3000" kumimoji="1" lang="en-US">
                <a:solidFill>
                  <a:srgbClr val="000099"/>
                </a:solidFill>
                <a:latin typeface="Times New Roman" panose="02020603050405020304" pitchFamily="18" charset="0"/>
                <a:ea typeface="仿宋_GB2312" pitchFamily="49" charset="-122"/>
              </a:rPr>
              <a:t>  …… t</a:t>
            </a:r>
            <a:r>
              <a:rPr altLang="zh-CN" baseline="-25000" b="1" dirty="0" sz="3000" kumimoji="1" lang="en-US">
                <a:solidFill>
                  <a:srgbClr val="000099"/>
                </a:solidFill>
                <a:latin typeface="Times New Roman" panose="02020603050405020304" pitchFamily="18" charset="0"/>
                <a:ea typeface="仿宋_GB2312" pitchFamily="49" charset="-122"/>
              </a:rPr>
              <a:t>m-1</a:t>
            </a:r>
            <a:r>
              <a:rPr altLang="zh-CN" b="1" dirty="0" sz="3000" kumimoji="1" lang="en-US">
                <a:solidFill>
                  <a:srgbClr val="000099"/>
                </a:solidFill>
                <a:latin typeface="Times New Roman" panose="02020603050405020304" pitchFamily="18" charset="0"/>
                <a:ea typeface="仿宋_GB2312" pitchFamily="49" charset="-122"/>
              </a:rPr>
              <a:t>  t</a:t>
            </a:r>
            <a:r>
              <a:rPr altLang="zh-CN" baseline="-25000" b="1" dirty="0" sz="3000" kumimoji="1" lang="en-US">
                <a:solidFill>
                  <a:srgbClr val="000099"/>
                </a:solidFill>
                <a:latin typeface="Times New Roman" panose="02020603050405020304" pitchFamily="18" charset="0"/>
                <a:ea typeface="仿宋_GB2312" pitchFamily="49" charset="-122"/>
              </a:rPr>
              <a:t>m  </a:t>
            </a:r>
            <a:r>
              <a:rPr altLang="zh-CN" b="1" dirty="0" sz="3000" kumimoji="1" lang="en-US">
                <a:solidFill>
                  <a:srgbClr val="000099"/>
                </a:solidFill>
                <a:latin typeface="Times New Roman" panose="02020603050405020304" pitchFamily="18" charset="0"/>
                <a:ea typeface="仿宋_GB2312" pitchFamily="49" charset="-122"/>
              </a:rPr>
              <a:t>… t</a:t>
            </a:r>
            <a:r>
              <a:rPr altLang="zh-CN" baseline="-25000" b="1" dirty="0" sz="3000" kumimoji="1" lang="en-US">
                <a:solidFill>
                  <a:srgbClr val="000099"/>
                </a:solidFill>
                <a:latin typeface="Times New Roman" panose="02020603050405020304" pitchFamily="18" charset="0"/>
                <a:ea typeface="仿宋_GB2312" pitchFamily="49" charset="-122"/>
              </a:rPr>
              <a:t>n-1</a:t>
            </a:r>
            <a:endParaRPr altLang="zh-CN" b="1" dirty="0" sz="3000" kumimoji="1" lang="en-US">
              <a:solidFill>
                <a:srgbClr val="000099"/>
              </a:solidFill>
              <a:latin typeface="Times New Roman" panose="02020603050405020304" pitchFamily="18" charset="0"/>
              <a:ea typeface="仿宋_GB2312" pitchFamily="49" charset="-122"/>
            </a:endParaRPr>
          </a:p>
          <a:p>
            <a:pPr eaLnBrk="1" hangingPunct="1">
              <a:lnSpc>
                <a:spcPct val="95000"/>
              </a:lnSpc>
              <a:spcBef>
                <a:spcPct val="0"/>
              </a:spcBef>
              <a:buFontTx/>
              <a:buNone/>
            </a:pPr>
            <a:r>
              <a:rPr altLang="zh-CN" b="1" dirty="0" sz="3000" kumimoji="1" lang="en-US">
                <a:solidFill>
                  <a:srgbClr val="000099"/>
                </a:solidFill>
                <a:latin typeface="Times New Roman" panose="02020603050405020304" pitchFamily="18" charset="0"/>
                <a:ea typeface="仿宋_GB2312" pitchFamily="49" charset="-122"/>
              </a:rPr>
              <a:t>		               </a:t>
            </a:r>
            <a:r>
              <a:rPr altLang="zh-CN" b="1" dirty="0" sz="2400" kumimoji="1" lang="en-US">
                <a:solidFill>
                  <a:srgbClr val="000099"/>
                </a:solidFill>
                <a:latin typeface="Times New Roman" panose="02020603050405020304" pitchFamily="18" charset="0"/>
                <a:ea typeface="仿宋_GB2312" pitchFamily="49" charset="-122"/>
                <a:sym typeface="MT Extra" panose="05050102010205020202" pitchFamily="18" charset="2"/>
              </a:rPr>
              <a:t></a:t>
            </a:r>
            <a:r>
              <a:rPr altLang="zh-CN" b="1" dirty="0" sz="2400" kumimoji="1" lang="en-US">
                <a:solidFill>
                  <a:srgbClr val="000099"/>
                </a:solidFill>
                <a:latin typeface="Times New Roman" panose="02020603050405020304" pitchFamily="18" charset="0"/>
                <a:ea typeface="仿宋_GB2312" pitchFamily="49" charset="-122"/>
              </a:rPr>
              <a:t>   </a:t>
            </a:r>
            <a:r>
              <a:rPr altLang="zh-CN" b="1" dirty="0" sz="2400" kumimoji="1" lang="en-US">
                <a:solidFill>
                  <a:srgbClr val="000099"/>
                </a:solidFill>
                <a:latin typeface="Times New Roman" panose="02020603050405020304" pitchFamily="18" charset="0"/>
                <a:ea typeface="仿宋_GB2312" pitchFamily="49" charset="-122"/>
                <a:sym typeface="MT Extra" panose="05050102010205020202" pitchFamily="18" charset="2"/>
              </a:rPr>
              <a:t></a:t>
            </a:r>
            <a:r>
              <a:rPr altLang="zh-CN" b="1" dirty="0" sz="2400" kumimoji="1" lang="en-US">
                <a:solidFill>
                  <a:srgbClr val="000099"/>
                </a:solidFill>
                <a:latin typeface="Times New Roman" panose="02020603050405020304" pitchFamily="18" charset="0"/>
                <a:ea typeface="仿宋_GB2312" pitchFamily="49" charset="-122"/>
              </a:rPr>
              <a:t>                </a:t>
            </a:r>
            <a:r>
              <a:rPr altLang="zh-CN" b="1" dirty="0" sz="2400" kumimoji="1" lang="en-US">
                <a:solidFill>
                  <a:srgbClr val="000099"/>
                </a:solidFill>
                <a:latin typeface="Times New Roman" panose="02020603050405020304" pitchFamily="18" charset="0"/>
                <a:ea typeface="仿宋_GB2312" pitchFamily="49" charset="-122"/>
                <a:sym typeface="MT Extra" panose="05050102010205020202" pitchFamily="18" charset="2"/>
              </a:rPr>
              <a:t></a:t>
            </a:r>
            <a:r>
              <a:rPr altLang="zh-CN" b="1" dirty="0" sz="2400" kumimoji="1" lang="en-US">
                <a:solidFill>
                  <a:srgbClr val="000099"/>
                </a:solidFill>
                <a:latin typeface="Times New Roman" panose="02020603050405020304" pitchFamily="18" charset="0"/>
                <a:ea typeface="仿宋_GB2312" pitchFamily="49" charset="-122"/>
              </a:rPr>
              <a:t>      </a:t>
            </a:r>
            <a:r>
              <a:rPr altLang="zh-CN" b="1" dirty="0" sz="2400" kumimoji="1" lang="en-US">
                <a:solidFill>
                  <a:srgbClr val="000099"/>
                </a:solidFill>
                <a:latin typeface="Times New Roman" panose="02020603050405020304" pitchFamily="18" charset="0"/>
                <a:ea typeface="仿宋_GB2312" pitchFamily="49" charset="-122"/>
                <a:sym typeface="MT Extra" panose="05050102010205020202" pitchFamily="18" charset="2"/>
              </a:rPr>
              <a:t></a:t>
            </a:r>
            <a:r>
              <a:rPr altLang="zh-CN" b="1" dirty="0" sz="2400" kumimoji="1" lang="en-US">
                <a:solidFill>
                  <a:srgbClr val="000099"/>
                </a:solidFill>
                <a:latin typeface="Times New Roman" panose="02020603050405020304" pitchFamily="18" charset="0"/>
                <a:ea typeface="仿宋_GB2312" pitchFamily="49" charset="-122"/>
              </a:rPr>
              <a:t> </a:t>
            </a:r>
          </a:p>
          <a:p>
            <a:pPr eaLnBrk="1" hangingPunct="1">
              <a:lnSpc>
                <a:spcPct val="95000"/>
              </a:lnSpc>
              <a:spcBef>
                <a:spcPct val="0"/>
              </a:spcBef>
              <a:buFontTx/>
              <a:buNone/>
            </a:pPr>
            <a:r>
              <a:rPr altLang="zh-CN" b="1" dirty="0" sz="3000" kumimoji="1" lang="en-US">
                <a:solidFill>
                  <a:srgbClr val="000099"/>
                </a:solidFill>
                <a:latin typeface="Times New Roman" panose="02020603050405020304" pitchFamily="18" charset="0"/>
                <a:ea typeface="仿宋_GB2312" pitchFamily="49" charset="-122"/>
              </a:rPr>
              <a:t>  </a:t>
            </a:r>
            <a:r>
              <a:rPr altLang="en-US" b="1" dirty="0" sz="3000" kumimoji="1" lang="zh-CN">
                <a:solidFill>
                  <a:srgbClr val="FF3300"/>
                </a:solidFill>
                <a:latin typeface="Times New Roman" panose="02020603050405020304" pitchFamily="18" charset="0"/>
                <a:ea typeface="仿宋_GB2312" pitchFamily="49" charset="-122"/>
              </a:rPr>
              <a:t>模式 </a:t>
            </a:r>
            <a:r>
              <a:rPr altLang="zh-CN" b="1" dirty="0" sz="3000" kumimoji="1" lang="en-US">
                <a:solidFill>
                  <a:srgbClr val="FF3300"/>
                </a:solidFill>
                <a:latin typeface="Times New Roman" panose="02020603050405020304" pitchFamily="18" charset="0"/>
                <a:ea typeface="仿宋_GB2312" pitchFamily="49" charset="-122"/>
              </a:rPr>
              <a:t>pat</a:t>
            </a:r>
            <a:r>
              <a:rPr altLang="zh-CN" b="1" dirty="0" sz="3000" kumimoji="1" lang="en-US">
                <a:solidFill>
                  <a:srgbClr val="000099"/>
                </a:solidFill>
                <a:latin typeface="Times New Roman" panose="02020603050405020304" pitchFamily="18" charset="0"/>
                <a:ea typeface="仿宋_GB2312" pitchFamily="49" charset="-122"/>
              </a:rPr>
              <a:t>	     p</a:t>
            </a:r>
            <a:r>
              <a:rPr altLang="zh-CN" baseline="-25000" b="1" dirty="0" sz="3000" kumimoji="1" lang="en-US">
                <a:solidFill>
                  <a:srgbClr val="000099"/>
                </a:solidFill>
                <a:latin typeface="Times New Roman" panose="02020603050405020304" pitchFamily="18" charset="0"/>
                <a:ea typeface="仿宋_GB2312" pitchFamily="49" charset="-122"/>
              </a:rPr>
              <a:t>0</a:t>
            </a:r>
            <a:r>
              <a:rPr altLang="zh-CN" b="1" dirty="0" sz="3000" kumimoji="1" lang="en-US">
                <a:solidFill>
                  <a:srgbClr val="000099"/>
                </a:solidFill>
                <a:latin typeface="Times New Roman" panose="02020603050405020304" pitchFamily="18" charset="0"/>
                <a:ea typeface="仿宋_GB2312" pitchFamily="49" charset="-122"/>
              </a:rPr>
              <a:t>  p</a:t>
            </a:r>
            <a:r>
              <a:rPr altLang="zh-CN" baseline="-25000" b="1" dirty="0" sz="3000" kumimoji="1" lang="en-US">
                <a:solidFill>
                  <a:srgbClr val="000099"/>
                </a:solidFill>
                <a:latin typeface="Times New Roman" panose="02020603050405020304" pitchFamily="18" charset="0"/>
                <a:ea typeface="仿宋_GB2312" pitchFamily="49" charset="-122"/>
              </a:rPr>
              <a:t>1</a:t>
            </a:r>
            <a:r>
              <a:rPr altLang="zh-CN" b="1" dirty="0" sz="3000" kumimoji="1" lang="en-US">
                <a:solidFill>
                  <a:srgbClr val="000099"/>
                </a:solidFill>
                <a:latin typeface="Times New Roman" panose="02020603050405020304" pitchFamily="18" charset="0"/>
                <a:ea typeface="仿宋_GB2312" pitchFamily="49" charset="-122"/>
              </a:rPr>
              <a:t> …… p</a:t>
            </a:r>
            <a:r>
              <a:rPr altLang="zh-CN" baseline="-25000" b="1" dirty="0" sz="3000" kumimoji="1" lang="en-US">
                <a:solidFill>
                  <a:srgbClr val="000099"/>
                </a:solidFill>
                <a:latin typeface="Times New Roman" panose="02020603050405020304" pitchFamily="18" charset="0"/>
                <a:ea typeface="仿宋_GB2312" pitchFamily="49" charset="-122"/>
              </a:rPr>
              <a:t>m-2   </a:t>
            </a:r>
            <a:r>
              <a:rPr altLang="zh-CN" b="1" dirty="0" sz="3000" kumimoji="1" lang="en-US">
                <a:solidFill>
                  <a:srgbClr val="000099"/>
                </a:solidFill>
                <a:latin typeface="Times New Roman" panose="02020603050405020304" pitchFamily="18" charset="0"/>
                <a:ea typeface="仿宋_GB2312" pitchFamily="49" charset="-122"/>
              </a:rPr>
              <a:t>p</a:t>
            </a:r>
            <a:r>
              <a:rPr altLang="zh-CN" baseline="-25000" b="1" dirty="0" sz="3000" kumimoji="1" lang="en-US">
                <a:solidFill>
                  <a:srgbClr val="000099"/>
                </a:solidFill>
                <a:latin typeface="Times New Roman" panose="02020603050405020304" pitchFamily="18" charset="0"/>
                <a:ea typeface="仿宋_GB2312" pitchFamily="49" charset="-122"/>
              </a:rPr>
              <a:t>m-1</a:t>
            </a:r>
            <a:endParaRPr altLang="zh-CN" b="1" dirty="0" sz="3000" kumimoji="1" lang="en-US">
              <a:solidFill>
                <a:srgbClr val="000099"/>
              </a:solidFill>
              <a:latin typeface="Times New Roman" panose="02020603050405020304" pitchFamily="18" charset="0"/>
              <a:ea typeface="仿宋_GB2312" pitchFamily="49" charset="-122"/>
            </a:endParaRPr>
          </a:p>
          <a:p>
            <a:pPr eaLnBrk="1" hangingPunct="1">
              <a:lnSpc>
                <a:spcPct val="95000"/>
              </a:lnSpc>
              <a:spcBef>
                <a:spcPct val="0"/>
              </a:spcBef>
              <a:buFontTx/>
              <a:buNone/>
            </a:pPr>
            <a:endParaRPr altLang="zh-CN" b="1" dirty="0" sz="2400" kumimoji="1" lang="en-US">
              <a:solidFill>
                <a:srgbClr val="000099"/>
              </a:solidFill>
              <a:latin typeface="Times New Roman" panose="02020603050405020304" pitchFamily="18" charset="0"/>
              <a:ea typeface="仿宋_GB2312" pitchFamily="49" charset="-122"/>
            </a:endParaRPr>
          </a:p>
          <a:p>
            <a:pPr eaLnBrk="1" hangingPunct="1">
              <a:lnSpc>
                <a:spcPct val="95000"/>
              </a:lnSpc>
              <a:spcBef>
                <a:spcPct val="0"/>
              </a:spcBef>
              <a:buFontTx/>
              <a:buNone/>
            </a:pPr>
            <a:r>
              <a:rPr altLang="zh-CN" b="1" dirty="0" sz="3000" kumimoji="1" lang="en-US">
                <a:solidFill>
                  <a:srgbClr val="000099"/>
                </a:solidFill>
                <a:latin typeface="Times New Roman" panose="02020603050405020304" pitchFamily="18" charset="0"/>
                <a:ea typeface="仿宋_GB2312" pitchFamily="49" charset="-122"/>
              </a:rPr>
              <a:t>  </a:t>
            </a:r>
            <a:r>
              <a:rPr altLang="en-US" b="1" dirty="0" sz="3000" kumimoji="1" lang="zh-CN">
                <a:solidFill>
                  <a:srgbClr val="FF3300"/>
                </a:solidFill>
                <a:latin typeface="Times New Roman" panose="02020603050405020304" pitchFamily="18" charset="0"/>
                <a:ea typeface="仿宋_GB2312" pitchFamily="49" charset="-122"/>
              </a:rPr>
              <a:t>目标 </a:t>
            </a:r>
            <a:r>
              <a:rPr altLang="zh-CN" b="1" dirty="0" sz="3000" kumimoji="1" lang="en-US">
                <a:solidFill>
                  <a:srgbClr val="FF3300"/>
                </a:solidFill>
                <a:latin typeface="Times New Roman" panose="02020603050405020304" pitchFamily="18" charset="0"/>
                <a:ea typeface="仿宋_GB2312" pitchFamily="49" charset="-122"/>
              </a:rPr>
              <a:t>T</a:t>
            </a:r>
            <a:r>
              <a:rPr altLang="zh-CN" b="1" dirty="0" sz="3000" kumimoji="1" lang="en-US">
                <a:solidFill>
                  <a:srgbClr val="000099"/>
                </a:solidFill>
                <a:latin typeface="Times New Roman" panose="02020603050405020304" pitchFamily="18" charset="0"/>
                <a:ea typeface="仿宋_GB2312" pitchFamily="49" charset="-122"/>
              </a:rPr>
              <a:t>	     t</a:t>
            </a:r>
            <a:r>
              <a:rPr altLang="zh-CN" baseline="-25000" b="1" dirty="0" sz="3000" kumimoji="1" lang="en-US">
                <a:solidFill>
                  <a:srgbClr val="000099"/>
                </a:solidFill>
                <a:latin typeface="Times New Roman" panose="02020603050405020304" pitchFamily="18" charset="0"/>
                <a:ea typeface="仿宋_GB2312" pitchFamily="49" charset="-122"/>
              </a:rPr>
              <a:t>0</a:t>
            </a:r>
            <a:r>
              <a:rPr altLang="zh-CN" b="1" dirty="0" sz="3000" kumimoji="1" lang="en-US">
                <a:solidFill>
                  <a:srgbClr val="000099"/>
                </a:solidFill>
                <a:latin typeface="Times New Roman" panose="02020603050405020304" pitchFamily="18" charset="0"/>
                <a:ea typeface="仿宋_GB2312" pitchFamily="49" charset="-122"/>
              </a:rPr>
              <a:t>  t</a:t>
            </a:r>
            <a:r>
              <a:rPr altLang="zh-CN" baseline="-25000" b="1" dirty="0" sz="3000" kumimoji="1" lang="en-US">
                <a:solidFill>
                  <a:srgbClr val="000099"/>
                </a:solidFill>
                <a:latin typeface="Times New Roman" panose="02020603050405020304" pitchFamily="18" charset="0"/>
                <a:ea typeface="仿宋_GB2312" pitchFamily="49" charset="-122"/>
              </a:rPr>
              <a:t>1</a:t>
            </a:r>
            <a:r>
              <a:rPr altLang="zh-CN" b="1" dirty="0" sz="3000" kumimoji="1" lang="en-US">
                <a:solidFill>
                  <a:srgbClr val="000099"/>
                </a:solidFill>
                <a:latin typeface="Times New Roman" panose="02020603050405020304" pitchFamily="18" charset="0"/>
                <a:ea typeface="仿宋_GB2312" pitchFamily="49" charset="-122"/>
              </a:rPr>
              <a:t>  …… </a:t>
            </a:r>
            <a:r>
              <a:rPr altLang="zh-CN" b="1" dirty="0" sz="3000" kumimoji="1" lang="en-US" err="1">
                <a:solidFill>
                  <a:srgbClr val="000099"/>
                </a:solidFill>
                <a:latin typeface="Times New Roman" panose="02020603050405020304" pitchFamily="18" charset="0"/>
                <a:ea typeface="仿宋_GB2312" pitchFamily="49" charset="-122"/>
              </a:rPr>
              <a:t>t</a:t>
            </a:r>
            <a:r>
              <a:rPr altLang="zh-CN" baseline="-25000" b="1" dirty="0" sz="3000" kumimoji="1" lang="en-US" err="1">
                <a:solidFill>
                  <a:srgbClr val="000099"/>
                </a:solidFill>
                <a:latin typeface="Times New Roman" panose="02020603050405020304" pitchFamily="18" charset="0"/>
                <a:ea typeface="仿宋_GB2312" pitchFamily="49" charset="-122"/>
              </a:rPr>
              <a:t>i</a:t>
            </a:r>
            <a:r>
              <a:rPr altLang="zh-CN" b="1" dirty="0" sz="3000" kumimoji="1" lang="en-US">
                <a:solidFill>
                  <a:srgbClr val="000099"/>
                </a:solidFill>
                <a:latin typeface="Times New Roman" panose="02020603050405020304" pitchFamily="18" charset="0"/>
                <a:ea typeface="仿宋_GB2312" pitchFamily="49" charset="-122"/>
              </a:rPr>
              <a:t>  t</a:t>
            </a:r>
            <a:r>
              <a:rPr altLang="zh-CN" baseline="-25000" b="1" dirty="0" sz="3000" kumimoji="1" lang="en-US">
                <a:solidFill>
                  <a:srgbClr val="000099"/>
                </a:solidFill>
                <a:latin typeface="Times New Roman" panose="02020603050405020304" pitchFamily="18" charset="0"/>
                <a:ea typeface="仿宋_GB2312" pitchFamily="49" charset="-122"/>
              </a:rPr>
              <a:t>i+1</a:t>
            </a:r>
            <a:r>
              <a:rPr altLang="zh-CN" b="1" dirty="0" sz="3000" kumimoji="1" lang="en-US">
                <a:solidFill>
                  <a:srgbClr val="000099"/>
                </a:solidFill>
                <a:latin typeface="Times New Roman" panose="02020603050405020304" pitchFamily="18" charset="0"/>
                <a:ea typeface="仿宋_GB2312" pitchFamily="49" charset="-122"/>
              </a:rPr>
              <a:t>…… t</a:t>
            </a:r>
            <a:r>
              <a:rPr altLang="zh-CN" baseline="-25000" b="1" dirty="0" sz="3000" kumimoji="1" lang="en-US">
                <a:solidFill>
                  <a:srgbClr val="000099"/>
                </a:solidFill>
                <a:latin typeface="Times New Roman" panose="02020603050405020304" pitchFamily="18" charset="0"/>
                <a:ea typeface="仿宋_GB2312" pitchFamily="49" charset="-122"/>
              </a:rPr>
              <a:t>i+m-2</a:t>
            </a:r>
            <a:r>
              <a:rPr altLang="zh-CN" b="1" dirty="0" sz="3000" kumimoji="1" lang="en-US">
                <a:solidFill>
                  <a:srgbClr val="000099"/>
                </a:solidFill>
                <a:latin typeface="Times New Roman" panose="02020603050405020304" pitchFamily="18" charset="0"/>
                <a:ea typeface="仿宋_GB2312" pitchFamily="49" charset="-122"/>
              </a:rPr>
              <a:t> t</a:t>
            </a:r>
            <a:r>
              <a:rPr altLang="zh-CN" baseline="-25000" b="1" dirty="0" sz="3000" kumimoji="1" lang="en-US">
                <a:solidFill>
                  <a:srgbClr val="000099"/>
                </a:solidFill>
                <a:latin typeface="Times New Roman" panose="02020603050405020304" pitchFamily="18" charset="0"/>
                <a:ea typeface="仿宋_GB2312" pitchFamily="49" charset="-122"/>
              </a:rPr>
              <a:t>i+m-1</a:t>
            </a:r>
            <a:r>
              <a:rPr altLang="zh-CN" b="1" dirty="0" sz="3000" kumimoji="1" lang="en-US">
                <a:solidFill>
                  <a:srgbClr val="000099"/>
                </a:solidFill>
                <a:latin typeface="Times New Roman" panose="02020603050405020304" pitchFamily="18" charset="0"/>
                <a:ea typeface="仿宋_GB2312" pitchFamily="49" charset="-122"/>
              </a:rPr>
              <a:t>… t</a:t>
            </a:r>
            <a:r>
              <a:rPr altLang="zh-CN" baseline="-25000" b="1" dirty="0" sz="3000" kumimoji="1" lang="en-US">
                <a:solidFill>
                  <a:srgbClr val="000099"/>
                </a:solidFill>
                <a:latin typeface="Times New Roman" panose="02020603050405020304" pitchFamily="18" charset="0"/>
                <a:ea typeface="仿宋_GB2312" pitchFamily="49" charset="-122"/>
              </a:rPr>
              <a:t>n-1</a:t>
            </a:r>
            <a:endParaRPr altLang="zh-CN" b="1" dirty="0" sz="3000" kumimoji="1" lang="en-US">
              <a:solidFill>
                <a:srgbClr val="000099"/>
              </a:solidFill>
              <a:latin typeface="Times New Roman" panose="02020603050405020304" pitchFamily="18" charset="0"/>
              <a:ea typeface="仿宋_GB2312" pitchFamily="49" charset="-122"/>
            </a:endParaRPr>
          </a:p>
          <a:p>
            <a:pPr eaLnBrk="1" hangingPunct="1">
              <a:lnSpc>
                <a:spcPct val="95000"/>
              </a:lnSpc>
              <a:spcBef>
                <a:spcPct val="0"/>
              </a:spcBef>
              <a:buFontTx/>
              <a:buNone/>
            </a:pPr>
            <a:r>
              <a:rPr altLang="zh-CN" b="1" dirty="0" sz="3000" kumimoji="1" lang="en-US">
                <a:solidFill>
                  <a:srgbClr val="000099"/>
                </a:solidFill>
                <a:latin typeface="Times New Roman" panose="02020603050405020304" pitchFamily="18" charset="0"/>
                <a:ea typeface="仿宋_GB2312" pitchFamily="49" charset="-122"/>
              </a:rPr>
              <a:t>			                         </a:t>
            </a:r>
            <a:r>
              <a:rPr altLang="zh-CN" b="1" dirty="0" sz="2400" kumimoji="1" lang="en-US">
                <a:solidFill>
                  <a:srgbClr val="000099"/>
                </a:solidFill>
                <a:latin typeface="Times New Roman" panose="02020603050405020304" pitchFamily="18" charset="0"/>
                <a:ea typeface="仿宋_GB2312" pitchFamily="49" charset="-122"/>
              </a:rPr>
              <a:t>‖      ‖                 ‖          ‖</a:t>
            </a:r>
          </a:p>
          <a:p>
            <a:pPr eaLnBrk="1" hangingPunct="1">
              <a:lnSpc>
                <a:spcPct val="95000"/>
              </a:lnSpc>
              <a:spcBef>
                <a:spcPct val="0"/>
              </a:spcBef>
              <a:buFontTx/>
              <a:buNone/>
            </a:pPr>
            <a:r>
              <a:rPr altLang="zh-CN" b="1" dirty="0" sz="3000" kumimoji="1" lang="en-US">
                <a:solidFill>
                  <a:srgbClr val="000099"/>
                </a:solidFill>
                <a:latin typeface="Times New Roman" panose="02020603050405020304" pitchFamily="18" charset="0"/>
                <a:ea typeface="仿宋_GB2312" pitchFamily="49" charset="-122"/>
              </a:rPr>
              <a:t>  </a:t>
            </a:r>
            <a:r>
              <a:rPr altLang="en-US" b="1" dirty="0" sz="3000" kumimoji="1" lang="zh-CN">
                <a:solidFill>
                  <a:srgbClr val="FF3300"/>
                </a:solidFill>
                <a:latin typeface="Times New Roman" panose="02020603050405020304" pitchFamily="18" charset="0"/>
                <a:ea typeface="仿宋_GB2312" pitchFamily="49" charset="-122"/>
              </a:rPr>
              <a:t>模式 </a:t>
            </a:r>
            <a:r>
              <a:rPr altLang="zh-CN" b="1" dirty="0" sz="3000" kumimoji="1" lang="en-US">
                <a:solidFill>
                  <a:srgbClr val="FF3300"/>
                </a:solidFill>
                <a:latin typeface="Times New Roman" panose="02020603050405020304" pitchFamily="18" charset="0"/>
                <a:ea typeface="仿宋_GB2312" pitchFamily="49" charset="-122"/>
              </a:rPr>
              <a:t>pat</a:t>
            </a:r>
            <a:r>
              <a:rPr altLang="zh-CN" b="1" dirty="0" sz="3000" kumimoji="1" lang="en-US">
                <a:solidFill>
                  <a:srgbClr val="000099"/>
                </a:solidFill>
                <a:latin typeface="Times New Roman" panose="02020603050405020304" pitchFamily="18" charset="0"/>
                <a:ea typeface="仿宋_GB2312" pitchFamily="49" charset="-122"/>
              </a:rPr>
              <a:t>	</a:t>
            </a:r>
            <a:r>
              <a:rPr altLang="zh-CN" b="1" dirty="0" sz="3000" kumimoji="1" lang="en-US">
                <a:solidFill>
                  <a:srgbClr val="000099"/>
                </a:solidFill>
                <a:latin typeface="Times New Roman" panose="02020603050405020304" pitchFamily="18" charset="0"/>
                <a:ea typeface="隶书" panose="02010509060101010101" pitchFamily="49" charset="-122"/>
              </a:rPr>
              <a:t>                   p</a:t>
            </a:r>
            <a:r>
              <a:rPr altLang="zh-CN" baseline="-25000" b="1" dirty="0" sz="3000" kumimoji="1" lang="en-US">
                <a:solidFill>
                  <a:srgbClr val="000099"/>
                </a:solidFill>
                <a:latin typeface="Times New Roman" panose="02020603050405020304" pitchFamily="18" charset="0"/>
                <a:ea typeface="隶书" panose="02010509060101010101" pitchFamily="49" charset="-122"/>
              </a:rPr>
              <a:t>0</a:t>
            </a:r>
            <a:r>
              <a:rPr altLang="zh-CN" b="1" dirty="0" sz="3000" kumimoji="1" lang="en-US">
                <a:solidFill>
                  <a:srgbClr val="000099"/>
                </a:solidFill>
                <a:latin typeface="Times New Roman" panose="02020603050405020304" pitchFamily="18" charset="0"/>
                <a:ea typeface="隶书" panose="02010509060101010101" pitchFamily="49" charset="-122"/>
              </a:rPr>
              <a:t>  p</a:t>
            </a:r>
            <a:r>
              <a:rPr altLang="zh-CN" baseline="-25000" b="1" dirty="0" sz="3000" kumimoji="1" lang="en-US">
                <a:solidFill>
                  <a:srgbClr val="000099"/>
                </a:solidFill>
                <a:latin typeface="Times New Roman" panose="02020603050405020304" pitchFamily="18" charset="0"/>
                <a:ea typeface="隶书" panose="02010509060101010101" pitchFamily="49" charset="-122"/>
              </a:rPr>
              <a:t>1</a:t>
            </a:r>
            <a:r>
              <a:rPr altLang="zh-CN" b="1" dirty="0" sz="3000" kumimoji="1" lang="en-US">
                <a:solidFill>
                  <a:srgbClr val="000099"/>
                </a:solidFill>
                <a:latin typeface="Times New Roman" panose="02020603050405020304" pitchFamily="18" charset="0"/>
                <a:ea typeface="隶书" panose="02010509060101010101" pitchFamily="49" charset="-122"/>
              </a:rPr>
              <a:t> …… p</a:t>
            </a:r>
            <a:r>
              <a:rPr altLang="zh-CN" baseline="-25000" b="1" dirty="0" sz="3000" kumimoji="1" lang="en-US">
                <a:solidFill>
                  <a:srgbClr val="000099"/>
                </a:solidFill>
                <a:latin typeface="Times New Roman" panose="02020603050405020304" pitchFamily="18" charset="0"/>
                <a:ea typeface="隶书" panose="02010509060101010101" pitchFamily="49" charset="-122"/>
              </a:rPr>
              <a:t>m-2   </a:t>
            </a:r>
            <a:r>
              <a:rPr altLang="zh-CN" b="1" dirty="0" sz="3000" kumimoji="1" lang="en-US">
                <a:solidFill>
                  <a:srgbClr val="000099"/>
                </a:solidFill>
                <a:latin typeface="Times New Roman" panose="02020603050405020304" pitchFamily="18" charset="0"/>
                <a:ea typeface="隶书" panose="02010509060101010101" pitchFamily="49" charset="-122"/>
              </a:rPr>
              <a:t>p</a:t>
            </a:r>
            <a:r>
              <a:rPr altLang="zh-CN" baseline="-25000" b="1" dirty="0" sz="3000" kumimoji="1" lang="en-US">
                <a:solidFill>
                  <a:srgbClr val="000099"/>
                </a:solidFill>
                <a:latin typeface="Times New Roman" panose="02020603050405020304" pitchFamily="18" charset="0"/>
                <a:ea typeface="隶书" panose="02010509060101010101" pitchFamily="49" charset="-122"/>
              </a:rPr>
              <a:t>m-1</a:t>
            </a:r>
            <a:endParaRPr altLang="zh-CN" b="1" dirty="0" sz="3000" kumimoji="1" lang="en-US">
              <a:latin typeface="Times New Roman" panose="02020603050405020304" pitchFamily="18" charset="0"/>
            </a:endParaRPr>
          </a:p>
        </p:txBody>
      </p:sp>
      <p:sp>
        <p:nvSpPr>
          <p:cNvPr id="1049479" name="Rectangle 3"/>
          <p:cNvSpPr>
            <a:spLocks noGrp="1" noChangeArrowheads="1"/>
          </p:cNvSpPr>
          <p:nvPr>
            <p:ph type="title"/>
          </p:nvPr>
        </p:nvSpPr>
        <p:spPr>
          <a:xfrm>
            <a:off x="457200" y="446090"/>
            <a:ext cx="8229600" cy="879475"/>
          </a:xfrm>
        </p:spPr>
        <p:txBody>
          <a:bodyPr/>
          <a:p>
            <a:pPr eaLnBrk="1" hangingPunct="1"/>
            <a:r>
              <a:rPr altLang="en-US" b="1" sz="4000" kumimoji="1" lang="zh-CN">
                <a:ea typeface="华文新魏" panose="02010800040101010101" pitchFamily="2" charset="-122"/>
              </a:rPr>
              <a:t>改进的模式匹配</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270" name=""/>
        <p:cNvGrpSpPr/>
        <p:nvPr/>
      </p:nvGrpSpPr>
      <p:grpSpPr>
        <a:xfrm>
          <a:off x="0" y="0"/>
          <a:ext cx="0" cy="0"/>
          <a:chOff x="0" y="0"/>
          <a:chExt cx="0" cy="0"/>
        </a:xfrm>
      </p:grpSpPr>
      <p:sp>
        <p:nvSpPr>
          <p:cNvPr id="1049480" name="Text Box 2"/>
          <p:cNvSpPr txBox="1">
            <a:spLocks noChangeArrowheads="1"/>
          </p:cNvSpPr>
          <p:nvPr/>
        </p:nvSpPr>
        <p:spPr bwMode="auto">
          <a:xfrm>
            <a:off x="330200" y="609600"/>
            <a:ext cx="8440738" cy="5494655"/>
          </a:xfrm>
          <a:prstGeom prst="rect"/>
          <a:noFill/>
          <a:ln>
            <a:noFill/>
          </a:ln>
        </p:spPr>
        <p:txBody>
          <a:bodyPr>
            <a:spAutoFit/>
          </a:bodyPr>
          <a:p>
            <a:pPr eaLnBrk="1" hangingPunct="1">
              <a:lnSpc>
                <a:spcPct val="95000"/>
              </a:lnSpc>
            </a:pPr>
            <a:r>
              <a:rPr altLang="zh-CN" b="1" dirty="0" sz="3200" i="1" kumimoji="1" lang="en-US">
                <a:solidFill>
                  <a:srgbClr val="CC0000"/>
                </a:solidFill>
                <a:latin typeface="Times New Roman" pitchFamily="18" charset="0"/>
                <a:ea typeface="宋体" charset="-122"/>
              </a:rPr>
              <a:t> </a:t>
            </a:r>
            <a:r>
              <a:rPr altLang="zh-CN" b="1" dirty="0" sz="3000" kumimoji="1" lang="en-US">
                <a:solidFill>
                  <a:srgbClr val="CC0000"/>
                </a:solidFill>
                <a:latin typeface="Times New Roman" pitchFamily="18" charset="0"/>
                <a:ea typeface="宋体" charset="-122"/>
              </a:rPr>
              <a:t>T</a:t>
            </a:r>
            <a:r>
              <a:rPr altLang="zh-CN" b="1" dirty="0" sz="3000" kumimoji="1" lang="en-US">
                <a:solidFill>
                  <a:srgbClr val="000099"/>
                </a:solidFill>
                <a:latin typeface="Times New Roman" pitchFamily="18" charset="0"/>
                <a:ea typeface="宋体" charset="-122"/>
              </a:rPr>
              <a:t>    </a:t>
            </a:r>
            <a:r>
              <a:rPr altLang="zh-CN" b="1" dirty="0" sz="3000" kumimoji="1" lang="en-US">
                <a:solidFill>
                  <a:srgbClr val="008000"/>
                </a:solidFill>
                <a:latin typeface="Times New Roman" pitchFamily="18" charset="0"/>
                <a:ea typeface="宋体" charset="-122"/>
              </a:rPr>
              <a:t>t</a:t>
            </a:r>
            <a:r>
              <a:rPr altLang="zh-CN" baseline="-25000" b="1" dirty="0" sz="3000" kumimoji="1" lang="en-US">
                <a:solidFill>
                  <a:srgbClr val="008000"/>
                </a:solidFill>
                <a:latin typeface="Times New Roman" pitchFamily="18" charset="0"/>
                <a:ea typeface="宋体" charset="-122"/>
              </a:rPr>
              <a:t>0</a:t>
            </a:r>
            <a:r>
              <a:rPr altLang="zh-CN" b="1" dirty="0" sz="3000" kumimoji="1" lang="en-US">
                <a:solidFill>
                  <a:srgbClr val="008000"/>
                </a:solidFill>
                <a:latin typeface="Times New Roman" pitchFamily="18" charset="0"/>
                <a:ea typeface="宋体" charset="-122"/>
              </a:rPr>
              <a:t> t</a:t>
            </a:r>
            <a:r>
              <a:rPr altLang="zh-CN" baseline="-25000" b="1" dirty="0" sz="3000" kumimoji="1" lang="en-US">
                <a:solidFill>
                  <a:srgbClr val="008000"/>
                </a:solidFill>
                <a:latin typeface="Times New Roman" pitchFamily="18" charset="0"/>
                <a:ea typeface="宋体" charset="-122"/>
              </a:rPr>
              <a:t>1</a:t>
            </a:r>
            <a:r>
              <a:rPr altLang="zh-CN" b="1" dirty="0" sz="3000" kumimoji="1" lang="en-US">
                <a:solidFill>
                  <a:srgbClr val="008000"/>
                </a:solidFill>
                <a:latin typeface="Times New Roman" pitchFamily="18" charset="0"/>
                <a:ea typeface="宋体" charset="-122"/>
              </a:rPr>
              <a:t> … t</a:t>
            </a:r>
            <a:r>
              <a:rPr altLang="zh-CN" baseline="-25000" b="1" dirty="0" sz="3000" kumimoji="1" lang="en-US">
                <a:solidFill>
                  <a:srgbClr val="008000"/>
                </a:solidFill>
                <a:latin typeface="Times New Roman" pitchFamily="18" charset="0"/>
                <a:ea typeface="宋体" charset="-122"/>
              </a:rPr>
              <a:t>s</a:t>
            </a:r>
            <a:r>
              <a:rPr altLang="zh-CN" baseline="-25000" dirty="0" sz="3000" kumimoji="1" lang="en-US">
                <a:solidFill>
                  <a:srgbClr val="008000"/>
                </a:solidFill>
                <a:latin typeface="Courier New" pitchFamily="49" charset="0"/>
                <a:ea typeface="宋体" charset="-122"/>
              </a:rPr>
              <a:t>-</a:t>
            </a:r>
            <a:r>
              <a:rPr altLang="zh-CN" baseline="-25000" b="1" dirty="0" sz="3000" kumimoji="1" lang="en-US">
                <a:solidFill>
                  <a:srgbClr val="008000"/>
                </a:solidFill>
                <a:latin typeface="Times New Roman" pitchFamily="18" charset="0"/>
                <a:ea typeface="宋体" charset="-122"/>
              </a:rPr>
              <a:t>1</a:t>
            </a:r>
            <a:r>
              <a:rPr altLang="zh-CN" b="1" dirty="0" sz="3000" kumimoji="1" lang="en-US">
                <a:solidFill>
                  <a:srgbClr val="000099"/>
                </a:solidFill>
                <a:latin typeface="Times New Roman" pitchFamily="18" charset="0"/>
                <a:ea typeface="宋体" charset="-122"/>
              </a:rPr>
              <a:t> </a:t>
            </a:r>
            <a:r>
              <a:rPr altLang="zh-CN" b="1" dirty="0" sz="3000" kumimoji="1" lang="en-US" err="1">
                <a:solidFill>
                  <a:srgbClr val="000099"/>
                </a:solidFill>
                <a:latin typeface="Times New Roman" pitchFamily="18" charset="0"/>
                <a:ea typeface="宋体" charset="-122"/>
              </a:rPr>
              <a:t>t</a:t>
            </a:r>
            <a:r>
              <a:rPr altLang="zh-CN" baseline="-25000" b="1" dirty="0" sz="3000" kumimoji="1" lang="en-US" err="1">
                <a:solidFill>
                  <a:srgbClr val="000099"/>
                </a:solidFill>
                <a:latin typeface="Times New Roman" pitchFamily="18" charset="0"/>
                <a:ea typeface="宋体" charset="-122"/>
              </a:rPr>
              <a:t>s</a:t>
            </a:r>
            <a:r>
              <a:rPr altLang="zh-CN" b="1" dirty="0" sz="3000" kumimoji="1" lang="en-US">
                <a:solidFill>
                  <a:srgbClr val="000099"/>
                </a:solidFill>
                <a:latin typeface="Times New Roman" pitchFamily="18" charset="0"/>
                <a:ea typeface="宋体" charset="-122"/>
              </a:rPr>
              <a:t>   t</a:t>
            </a:r>
            <a:r>
              <a:rPr altLang="zh-CN" baseline="-25000" b="1" dirty="0" sz="3000" kumimoji="1" lang="en-US">
                <a:solidFill>
                  <a:srgbClr val="000099"/>
                </a:solidFill>
                <a:latin typeface="Times New Roman" pitchFamily="18" charset="0"/>
                <a:ea typeface="宋体" charset="-122"/>
              </a:rPr>
              <a:t>s+1</a:t>
            </a:r>
            <a:r>
              <a:rPr altLang="zh-CN" b="1" dirty="0" sz="3000" kumimoji="1" lang="en-US">
                <a:solidFill>
                  <a:srgbClr val="000099"/>
                </a:solidFill>
                <a:latin typeface="Times New Roman" pitchFamily="18" charset="0"/>
                <a:ea typeface="宋体" charset="-122"/>
              </a:rPr>
              <a:t> t</a:t>
            </a:r>
            <a:r>
              <a:rPr altLang="zh-CN" baseline="-25000" b="1" dirty="0" sz="3000" kumimoji="1" lang="en-US">
                <a:solidFill>
                  <a:srgbClr val="000099"/>
                </a:solidFill>
                <a:latin typeface="Times New Roman" pitchFamily="18" charset="0"/>
                <a:ea typeface="宋体" charset="-122"/>
              </a:rPr>
              <a:t>s+2</a:t>
            </a:r>
            <a:r>
              <a:rPr altLang="zh-CN" b="1" dirty="0" sz="3000" kumimoji="1" lang="en-US">
                <a:solidFill>
                  <a:srgbClr val="000099"/>
                </a:solidFill>
                <a:latin typeface="Times New Roman" pitchFamily="18" charset="0"/>
                <a:ea typeface="宋体" charset="-122"/>
              </a:rPr>
              <a:t> … t</a:t>
            </a:r>
            <a:r>
              <a:rPr altLang="zh-CN" baseline="-25000" b="1" dirty="0" sz="3000" kumimoji="1" lang="en-US">
                <a:solidFill>
                  <a:srgbClr val="000099"/>
                </a:solidFill>
                <a:latin typeface="Times New Roman" pitchFamily="18" charset="0"/>
                <a:ea typeface="宋体" charset="-122"/>
              </a:rPr>
              <a:t>s+j</a:t>
            </a:r>
            <a:r>
              <a:rPr altLang="zh-CN" baseline="-25000" dirty="0" sz="3000" kumimoji="1" lang="en-US">
                <a:solidFill>
                  <a:srgbClr val="000099"/>
                </a:solidFill>
                <a:effectLst>
                  <a:outerShdw algn="tl" blurRad="38100" dir="2700000" dist="38100">
                    <a:srgbClr val="C0C0C0"/>
                  </a:outerShdw>
                </a:effectLst>
                <a:latin typeface="Courier New" pitchFamily="49" charset="0"/>
                <a:ea typeface="宋体" charset="-122"/>
              </a:rPr>
              <a:t>-</a:t>
            </a:r>
            <a:r>
              <a:rPr altLang="zh-CN" baseline="-25000" b="1" dirty="0" sz="3000" kumimoji="1" lang="en-US">
                <a:solidFill>
                  <a:srgbClr val="000099"/>
                </a:solidFill>
                <a:latin typeface="Times New Roman" pitchFamily="18" charset="0"/>
                <a:ea typeface="宋体" charset="-122"/>
              </a:rPr>
              <a:t>1</a:t>
            </a:r>
            <a:r>
              <a:rPr altLang="zh-CN" b="1" dirty="0" sz="3000" kumimoji="1" lang="en-US">
                <a:solidFill>
                  <a:srgbClr val="000099"/>
                </a:solidFill>
                <a:latin typeface="Times New Roman" pitchFamily="18" charset="0"/>
                <a:ea typeface="宋体" charset="-122"/>
              </a:rPr>
              <a:t> </a:t>
            </a:r>
            <a:r>
              <a:rPr altLang="zh-CN" b="1" dirty="0" sz="3000" kumimoji="1" lang="en-US" err="1">
                <a:solidFill>
                  <a:schemeClr val="tx2"/>
                </a:solidFill>
                <a:latin typeface="Times New Roman" pitchFamily="18" charset="0"/>
                <a:ea typeface="宋体" charset="-122"/>
              </a:rPr>
              <a:t>t</a:t>
            </a:r>
            <a:r>
              <a:rPr altLang="zh-CN" baseline="-25000" b="1" dirty="0" sz="3000" kumimoji="1" lang="en-US" err="1">
                <a:solidFill>
                  <a:schemeClr val="tx2"/>
                </a:solidFill>
                <a:latin typeface="Times New Roman" pitchFamily="18" charset="0"/>
                <a:ea typeface="宋体" charset="-122"/>
              </a:rPr>
              <a:t>s+j</a:t>
            </a:r>
            <a:r>
              <a:rPr altLang="zh-CN" b="1" dirty="0" sz="3000" kumimoji="1" lang="en-US">
                <a:solidFill>
                  <a:srgbClr val="000099"/>
                </a:solidFill>
                <a:latin typeface="Times New Roman" pitchFamily="18" charset="0"/>
                <a:ea typeface="宋体" charset="-122"/>
              </a:rPr>
              <a:t> </a:t>
            </a:r>
            <a:r>
              <a:rPr altLang="zh-CN" b="1" dirty="0" sz="3000" kumimoji="1" lang="en-US">
                <a:solidFill>
                  <a:srgbClr val="008000"/>
                </a:solidFill>
                <a:latin typeface="Times New Roman" pitchFamily="18" charset="0"/>
                <a:ea typeface="宋体" charset="-122"/>
              </a:rPr>
              <a:t>t</a:t>
            </a:r>
            <a:r>
              <a:rPr altLang="zh-CN" baseline="-25000" b="1" dirty="0" sz="3000" kumimoji="1" lang="en-US">
                <a:solidFill>
                  <a:srgbClr val="008000"/>
                </a:solidFill>
                <a:latin typeface="Times New Roman" pitchFamily="18" charset="0"/>
                <a:ea typeface="宋体" charset="-122"/>
              </a:rPr>
              <a:t>s+j+1</a:t>
            </a:r>
            <a:r>
              <a:rPr altLang="zh-CN" b="1" dirty="0" sz="3000" kumimoji="1" lang="en-US">
                <a:solidFill>
                  <a:srgbClr val="008000"/>
                </a:solidFill>
                <a:latin typeface="Times New Roman" pitchFamily="18" charset="0"/>
                <a:ea typeface="宋体" charset="-122"/>
              </a:rPr>
              <a:t> … t</a:t>
            </a:r>
            <a:r>
              <a:rPr altLang="zh-CN" baseline="-25000" b="1" dirty="0" sz="3000" kumimoji="1" lang="en-US">
                <a:solidFill>
                  <a:srgbClr val="008000"/>
                </a:solidFill>
                <a:latin typeface="Times New Roman" pitchFamily="18" charset="0"/>
                <a:ea typeface="宋体" charset="-122"/>
              </a:rPr>
              <a:t>n-1</a:t>
            </a:r>
          </a:p>
          <a:p>
            <a:pPr eaLnBrk="1" hangingPunct="1">
              <a:lnSpc>
                <a:spcPct val="95000"/>
              </a:lnSpc>
            </a:pPr>
            <a:r>
              <a:rPr altLang="zh-CN" b="1" dirty="0" sz="3000" kumimoji="1" lang="en-US">
                <a:solidFill>
                  <a:srgbClr val="000099"/>
                </a:solidFill>
                <a:latin typeface="Times New Roman" pitchFamily="18" charset="0"/>
                <a:ea typeface="宋体" charset="-122"/>
              </a:rPr>
              <a:t>                           </a:t>
            </a:r>
            <a:r>
              <a:rPr altLang="zh-CN" b="1" dirty="0" sz="2400" kumimoji="1" lang="en-US">
                <a:solidFill>
                  <a:srgbClr val="FF3300"/>
                </a:solidFill>
                <a:latin typeface="Times New Roman" pitchFamily="18" charset="0"/>
                <a:ea typeface="宋体" charset="-122"/>
              </a:rPr>
              <a:t>‖       ‖       ‖      ‖        ‖      </a:t>
            </a:r>
            <a:r>
              <a:rPr altLang="zh-CN" b="1" dirty="0" sz="2400" kumimoji="1" lang="en-US">
                <a:solidFill>
                  <a:srgbClr val="FF3300"/>
                </a:solidFill>
                <a:effectLst>
                  <a:outerShdw algn="tl" blurRad="38100" dir="2700000" dist="38100">
                    <a:srgbClr val="C0C0C0"/>
                  </a:outerShdw>
                </a:effectLst>
                <a:latin typeface="Times New Roman" pitchFamily="18" charset="0"/>
                <a:ea typeface="宋体" charset="-122"/>
                <a:sym typeface="Symbol" pitchFamily="18" charset="2"/>
              </a:rPr>
              <a:t></a:t>
            </a:r>
            <a:endParaRPr altLang="zh-CN" b="1" dirty="0" sz="2400" kumimoji="1" lang="en-US">
              <a:solidFill>
                <a:srgbClr val="000099"/>
              </a:solidFill>
              <a:latin typeface="Times New Roman" pitchFamily="18" charset="0"/>
              <a:ea typeface="宋体" charset="-122"/>
            </a:endParaRPr>
          </a:p>
          <a:p>
            <a:pPr eaLnBrk="1" hangingPunct="1">
              <a:lnSpc>
                <a:spcPct val="95000"/>
              </a:lnSpc>
            </a:pPr>
            <a:r>
              <a:rPr altLang="zh-CN" b="1" dirty="0" sz="3000" kumimoji="1" lang="en-US">
                <a:solidFill>
                  <a:srgbClr val="CC0000"/>
                </a:solidFill>
                <a:latin typeface="Times New Roman" pitchFamily="18" charset="0"/>
                <a:ea typeface="宋体" charset="-122"/>
              </a:rPr>
              <a:t> P</a:t>
            </a:r>
            <a:r>
              <a:rPr altLang="zh-CN" b="1" dirty="0" sz="3000" kumimoji="1" lang="en-US">
                <a:solidFill>
                  <a:srgbClr val="000099"/>
                </a:solidFill>
                <a:latin typeface="Times New Roman" pitchFamily="18" charset="0"/>
                <a:ea typeface="宋体" charset="-122"/>
              </a:rPr>
              <a:t>	                      p</a:t>
            </a:r>
            <a:r>
              <a:rPr altLang="zh-CN" baseline="-25000" b="1" dirty="0" sz="3000" kumimoji="1" lang="en-US">
                <a:solidFill>
                  <a:srgbClr val="000099"/>
                </a:solidFill>
                <a:latin typeface="Times New Roman" pitchFamily="18" charset="0"/>
                <a:ea typeface="宋体" charset="-122"/>
              </a:rPr>
              <a:t>0</a:t>
            </a:r>
            <a:r>
              <a:rPr altLang="zh-CN" b="1" dirty="0" sz="3000" kumimoji="1" lang="en-US">
                <a:solidFill>
                  <a:srgbClr val="000099"/>
                </a:solidFill>
                <a:latin typeface="Times New Roman" pitchFamily="18" charset="0"/>
                <a:ea typeface="宋体" charset="-122"/>
              </a:rPr>
              <a:t>  p</a:t>
            </a:r>
            <a:r>
              <a:rPr altLang="zh-CN" baseline="-25000" b="1" dirty="0" sz="3000" kumimoji="1" lang="en-US">
                <a:solidFill>
                  <a:srgbClr val="000099"/>
                </a:solidFill>
                <a:latin typeface="Times New Roman" pitchFamily="18" charset="0"/>
                <a:ea typeface="宋体" charset="-122"/>
              </a:rPr>
              <a:t>1</a:t>
            </a:r>
            <a:r>
              <a:rPr altLang="zh-CN" b="1" dirty="0" sz="3000" kumimoji="1" lang="en-US">
                <a:solidFill>
                  <a:srgbClr val="000099"/>
                </a:solidFill>
                <a:latin typeface="Times New Roman" pitchFamily="18" charset="0"/>
                <a:ea typeface="宋体" charset="-122"/>
              </a:rPr>
              <a:t>   p</a:t>
            </a:r>
            <a:r>
              <a:rPr altLang="zh-CN" baseline="-25000" b="1" dirty="0" sz="3000" kumimoji="1" lang="en-US">
                <a:solidFill>
                  <a:srgbClr val="000099"/>
                </a:solidFill>
                <a:latin typeface="Times New Roman" pitchFamily="18" charset="0"/>
                <a:ea typeface="宋体" charset="-122"/>
              </a:rPr>
              <a:t>2    </a:t>
            </a:r>
            <a:r>
              <a:rPr altLang="zh-CN" b="1" dirty="0" sz="3000" kumimoji="1" lang="en-US">
                <a:solidFill>
                  <a:srgbClr val="000099"/>
                </a:solidFill>
                <a:latin typeface="Times New Roman" pitchFamily="18" charset="0"/>
                <a:ea typeface="宋体" charset="-122"/>
              </a:rPr>
              <a:t>…  p</a:t>
            </a:r>
            <a:r>
              <a:rPr altLang="zh-CN" baseline="-25000" b="1" dirty="0" sz="3000" kumimoji="1" lang="en-US">
                <a:solidFill>
                  <a:srgbClr val="000099"/>
                </a:solidFill>
                <a:latin typeface="Times New Roman" pitchFamily="18" charset="0"/>
                <a:ea typeface="宋体" charset="-122"/>
              </a:rPr>
              <a:t>j</a:t>
            </a:r>
            <a:r>
              <a:rPr altLang="zh-CN" baseline="-25000" dirty="0" sz="3000" kumimoji="1" lang="en-US">
                <a:solidFill>
                  <a:srgbClr val="000099"/>
                </a:solidFill>
                <a:effectLst>
                  <a:outerShdw algn="tl" blurRad="38100" dir="2700000" dist="38100">
                    <a:srgbClr val="C0C0C0"/>
                  </a:outerShdw>
                </a:effectLst>
                <a:latin typeface="Courier New" pitchFamily="49" charset="0"/>
                <a:ea typeface="宋体" charset="-122"/>
              </a:rPr>
              <a:t>-</a:t>
            </a:r>
            <a:r>
              <a:rPr altLang="zh-CN" baseline="-25000" b="1" dirty="0" sz="3000" kumimoji="1" lang="en-US">
                <a:solidFill>
                  <a:srgbClr val="000099"/>
                </a:solidFill>
                <a:latin typeface="Times New Roman" pitchFamily="18" charset="0"/>
                <a:ea typeface="宋体" charset="-122"/>
              </a:rPr>
              <a:t>1</a:t>
            </a:r>
            <a:r>
              <a:rPr altLang="zh-CN" b="1" dirty="0" sz="3000" kumimoji="1" lang="en-US">
                <a:solidFill>
                  <a:srgbClr val="000099"/>
                </a:solidFill>
                <a:latin typeface="Times New Roman" pitchFamily="18" charset="0"/>
                <a:ea typeface="宋体" charset="-122"/>
              </a:rPr>
              <a:t>  </a:t>
            </a:r>
            <a:r>
              <a:rPr altLang="zh-CN" b="1" dirty="0" sz="3000" kumimoji="1" lang="en-US" err="1">
                <a:solidFill>
                  <a:schemeClr val="tx2"/>
                </a:solidFill>
                <a:latin typeface="Times New Roman" pitchFamily="18" charset="0"/>
                <a:ea typeface="宋体" charset="-122"/>
              </a:rPr>
              <a:t>p</a:t>
            </a:r>
            <a:r>
              <a:rPr altLang="zh-CN" baseline="-25000" b="1" dirty="0" sz="3000" kumimoji="1" lang="en-US" err="1">
                <a:solidFill>
                  <a:schemeClr val="tx2"/>
                </a:solidFill>
                <a:latin typeface="Times New Roman" pitchFamily="18" charset="0"/>
                <a:ea typeface="宋体" charset="-122"/>
              </a:rPr>
              <a:t>j</a:t>
            </a:r>
            <a:r>
              <a:rPr altLang="zh-CN" baseline="-25000" b="1" dirty="0" sz="3000" kumimoji="1" lang="en-US">
                <a:solidFill>
                  <a:schemeClr val="tx2"/>
                </a:solidFill>
                <a:latin typeface="Times New Roman" pitchFamily="18" charset="0"/>
                <a:ea typeface="宋体" charset="-122"/>
              </a:rPr>
              <a:t> </a:t>
            </a:r>
            <a:r>
              <a:rPr altLang="zh-CN" baseline="-25000" b="1" dirty="0" sz="3000" kumimoji="1" lang="en-US">
                <a:solidFill>
                  <a:srgbClr val="000099"/>
                </a:solidFill>
                <a:latin typeface="Times New Roman" pitchFamily="18" charset="0"/>
                <a:ea typeface="宋体" charset="-122"/>
              </a:rPr>
              <a:t>   </a:t>
            </a:r>
          </a:p>
          <a:p>
            <a:pPr eaLnBrk="1" hangingPunct="1">
              <a:lnSpc>
                <a:spcPct val="95000"/>
              </a:lnSpc>
            </a:pPr>
            <a:endParaRPr altLang="zh-CN" b="1" dirty="0" sz="2400" kumimoji="1" lang="en-US">
              <a:effectLst>
                <a:outerShdw algn="tl" blurRad="38100" dir="2700000" dist="38100">
                  <a:srgbClr val="C0C0C0"/>
                </a:outerShdw>
              </a:effectLst>
              <a:latin typeface="Times New Roman" pitchFamily="18" charset="0"/>
              <a:ea typeface="黑体" pitchFamily="2" charset="-122"/>
            </a:endParaRPr>
          </a:p>
          <a:p>
            <a:pPr eaLnBrk="1" hangingPunct="1">
              <a:lnSpc>
                <a:spcPct val="95000"/>
              </a:lnSpc>
            </a:pPr>
            <a:r>
              <a:rPr altLang="zh-CN" b="1" dirty="0" sz="3000" kumimoji="1" lang="en-US">
                <a:effectLst>
                  <a:outerShdw algn="tl" blurRad="38100" dir="2700000" dist="38100">
                    <a:srgbClr val="C0C0C0"/>
                  </a:outerShdw>
                </a:effectLst>
                <a:latin typeface="Times New Roman" pitchFamily="18" charset="0"/>
                <a:ea typeface="黑体" pitchFamily="2" charset="-122"/>
              </a:rPr>
              <a:t> </a:t>
            </a:r>
            <a:r>
              <a:rPr altLang="en-US" b="1" dirty="0" sz="3000" kumimoji="1" lang="zh-CN">
                <a:latin typeface="Times New Roman" pitchFamily="18" charset="0"/>
                <a:ea typeface="仿宋_GB2312" pitchFamily="49" charset="-122"/>
              </a:rPr>
              <a:t>则有</a:t>
            </a:r>
            <a:r>
              <a:rPr altLang="en-US" b="1" dirty="0" sz="3000" kumimoji="1" lang="zh-CN">
                <a:solidFill>
                  <a:srgbClr val="000099"/>
                </a:solidFill>
                <a:latin typeface="Times New Roman" pitchFamily="18" charset="0"/>
                <a:ea typeface="仿宋_GB2312" pitchFamily="49" charset="-122"/>
              </a:rPr>
              <a:t>       </a:t>
            </a:r>
            <a:r>
              <a:rPr altLang="zh-CN" b="1" dirty="0" sz="3000" kumimoji="1" lang="en-US" err="1">
                <a:solidFill>
                  <a:srgbClr val="000099"/>
                </a:solidFill>
                <a:latin typeface="Times New Roman" pitchFamily="18" charset="0"/>
                <a:ea typeface="仿宋_GB2312" pitchFamily="49" charset="-122"/>
              </a:rPr>
              <a:t>t</a:t>
            </a:r>
            <a:r>
              <a:rPr altLang="zh-CN" baseline="-25000" b="1" dirty="0" sz="3000" kumimoji="1" lang="en-US" err="1">
                <a:solidFill>
                  <a:srgbClr val="000099"/>
                </a:solidFill>
                <a:latin typeface="Times New Roman" pitchFamily="18" charset="0"/>
                <a:ea typeface="仿宋_GB2312" pitchFamily="49" charset="-122"/>
              </a:rPr>
              <a:t>s</a:t>
            </a:r>
            <a:r>
              <a:rPr altLang="zh-CN" b="1" dirty="0" sz="3000" kumimoji="1" lang="en-US">
                <a:solidFill>
                  <a:srgbClr val="000099"/>
                </a:solidFill>
                <a:latin typeface="Times New Roman" pitchFamily="18" charset="0"/>
                <a:ea typeface="仿宋_GB2312" pitchFamily="49" charset="-122"/>
              </a:rPr>
              <a:t> t</a:t>
            </a:r>
            <a:r>
              <a:rPr altLang="zh-CN" baseline="-25000" b="1" dirty="0" sz="3000" kumimoji="1" lang="en-US">
                <a:solidFill>
                  <a:srgbClr val="000099"/>
                </a:solidFill>
                <a:latin typeface="Times New Roman" pitchFamily="18" charset="0"/>
                <a:ea typeface="仿宋_GB2312" pitchFamily="49" charset="-122"/>
              </a:rPr>
              <a:t>s+1</a:t>
            </a:r>
            <a:r>
              <a:rPr altLang="zh-CN" b="1" dirty="0" sz="3000" kumimoji="1" lang="en-US">
                <a:solidFill>
                  <a:srgbClr val="000099"/>
                </a:solidFill>
                <a:latin typeface="Times New Roman" pitchFamily="18" charset="0"/>
                <a:ea typeface="仿宋_GB2312" pitchFamily="49" charset="-122"/>
              </a:rPr>
              <a:t> t</a:t>
            </a:r>
            <a:r>
              <a:rPr altLang="zh-CN" baseline="-25000" b="1" dirty="0" sz="3000" kumimoji="1" lang="en-US">
                <a:solidFill>
                  <a:srgbClr val="000099"/>
                </a:solidFill>
                <a:latin typeface="Times New Roman" pitchFamily="18" charset="0"/>
                <a:ea typeface="仿宋_GB2312" pitchFamily="49" charset="-122"/>
              </a:rPr>
              <a:t>s+2</a:t>
            </a:r>
            <a:r>
              <a:rPr altLang="zh-CN" b="1" dirty="0" sz="3000" kumimoji="1" lang="en-US">
                <a:solidFill>
                  <a:srgbClr val="000099"/>
                </a:solidFill>
                <a:latin typeface="Times New Roman" pitchFamily="18" charset="0"/>
                <a:ea typeface="仿宋_GB2312" pitchFamily="49" charset="-122"/>
              </a:rPr>
              <a:t> … t</a:t>
            </a:r>
            <a:r>
              <a:rPr altLang="zh-CN" baseline="-25000" b="1" dirty="0" sz="3000" kumimoji="1" lang="en-US">
                <a:solidFill>
                  <a:srgbClr val="000099"/>
                </a:solidFill>
                <a:latin typeface="Times New Roman" pitchFamily="18" charset="0"/>
                <a:ea typeface="仿宋_GB2312" pitchFamily="49" charset="-122"/>
              </a:rPr>
              <a:t>s+j</a:t>
            </a:r>
            <a:r>
              <a:rPr altLang="zh-CN" baseline="-25000" dirty="0" sz="3000" kumimoji="1" lang="en-US">
                <a:solidFill>
                  <a:srgbClr val="000099"/>
                </a:solidFill>
                <a:latin typeface="Courier New" pitchFamily="49" charset="0"/>
                <a:ea typeface="仿宋_GB2312" pitchFamily="49" charset="-122"/>
              </a:rPr>
              <a:t>-</a:t>
            </a:r>
            <a:r>
              <a:rPr altLang="zh-CN" baseline="-25000" b="1" dirty="0" sz="3000" kumimoji="1" lang="en-US">
                <a:solidFill>
                  <a:srgbClr val="000099"/>
                </a:solidFill>
                <a:latin typeface="Times New Roman" pitchFamily="18" charset="0"/>
                <a:ea typeface="仿宋_GB2312" pitchFamily="49" charset="-122"/>
              </a:rPr>
              <a:t>1</a:t>
            </a:r>
            <a:r>
              <a:rPr altLang="zh-CN" b="1" dirty="0" sz="3000" kumimoji="1" lang="en-US">
                <a:solidFill>
                  <a:srgbClr val="000099"/>
                </a:solidFill>
                <a:latin typeface="Times New Roman" pitchFamily="18" charset="0"/>
                <a:ea typeface="仿宋_GB2312" pitchFamily="49" charset="-122"/>
              </a:rPr>
              <a:t> = p</a:t>
            </a:r>
            <a:r>
              <a:rPr altLang="zh-CN" baseline="-25000" b="1" dirty="0" sz="3000" kumimoji="1" lang="en-US">
                <a:solidFill>
                  <a:srgbClr val="000099"/>
                </a:solidFill>
                <a:latin typeface="Times New Roman" pitchFamily="18" charset="0"/>
                <a:ea typeface="仿宋_GB2312" pitchFamily="49" charset="-122"/>
              </a:rPr>
              <a:t>0</a:t>
            </a:r>
            <a:r>
              <a:rPr altLang="zh-CN" b="1" dirty="0" sz="3000" kumimoji="1" lang="en-US">
                <a:solidFill>
                  <a:srgbClr val="000099"/>
                </a:solidFill>
                <a:latin typeface="Times New Roman" pitchFamily="18" charset="0"/>
                <a:ea typeface="仿宋_GB2312" pitchFamily="49" charset="-122"/>
              </a:rPr>
              <a:t> p</a:t>
            </a:r>
            <a:r>
              <a:rPr altLang="zh-CN" baseline="-25000" b="1" dirty="0" sz="3000" kumimoji="1" lang="en-US">
                <a:solidFill>
                  <a:srgbClr val="000099"/>
                </a:solidFill>
                <a:latin typeface="Times New Roman" pitchFamily="18" charset="0"/>
                <a:ea typeface="仿宋_GB2312" pitchFamily="49" charset="-122"/>
              </a:rPr>
              <a:t>1</a:t>
            </a:r>
            <a:r>
              <a:rPr altLang="zh-CN" b="1" dirty="0" sz="3000" kumimoji="1" lang="en-US">
                <a:solidFill>
                  <a:srgbClr val="000099"/>
                </a:solidFill>
                <a:latin typeface="Times New Roman" pitchFamily="18" charset="0"/>
                <a:ea typeface="仿宋_GB2312" pitchFamily="49" charset="-122"/>
              </a:rPr>
              <a:t> p</a:t>
            </a:r>
            <a:r>
              <a:rPr altLang="zh-CN" baseline="-25000" b="1" dirty="0" sz="3000" kumimoji="1" lang="en-US">
                <a:solidFill>
                  <a:srgbClr val="000099"/>
                </a:solidFill>
                <a:latin typeface="Times New Roman" pitchFamily="18" charset="0"/>
                <a:ea typeface="仿宋_GB2312" pitchFamily="49" charset="-122"/>
              </a:rPr>
              <a:t>2 </a:t>
            </a:r>
            <a:r>
              <a:rPr altLang="zh-CN" b="1" dirty="0" sz="3000" kumimoji="1" lang="en-US">
                <a:solidFill>
                  <a:srgbClr val="000099"/>
                </a:solidFill>
                <a:latin typeface="Times New Roman" pitchFamily="18" charset="0"/>
                <a:ea typeface="仿宋_GB2312" pitchFamily="49" charset="-122"/>
              </a:rPr>
              <a:t>…p</a:t>
            </a:r>
            <a:r>
              <a:rPr altLang="zh-CN" baseline="-25000" b="1" dirty="0" sz="3000" kumimoji="1" lang="en-US">
                <a:solidFill>
                  <a:srgbClr val="000099"/>
                </a:solidFill>
                <a:latin typeface="Times New Roman" pitchFamily="18" charset="0"/>
                <a:ea typeface="仿宋_GB2312" pitchFamily="49" charset="-122"/>
              </a:rPr>
              <a:t>j</a:t>
            </a:r>
            <a:r>
              <a:rPr altLang="zh-CN" baseline="-25000" dirty="0" sz="3000" kumimoji="1" lang="en-US">
                <a:solidFill>
                  <a:srgbClr val="000099"/>
                </a:solidFill>
                <a:latin typeface="Courier New" pitchFamily="49" charset="0"/>
                <a:ea typeface="仿宋_GB2312" pitchFamily="49" charset="-122"/>
              </a:rPr>
              <a:t>-</a:t>
            </a:r>
            <a:r>
              <a:rPr altLang="zh-CN" baseline="-25000" b="1" dirty="0" sz="3000" kumimoji="1" lang="en-US">
                <a:solidFill>
                  <a:srgbClr val="000099"/>
                </a:solidFill>
                <a:latin typeface="Times New Roman" pitchFamily="18" charset="0"/>
                <a:ea typeface="仿宋_GB2312" pitchFamily="49" charset="-122"/>
              </a:rPr>
              <a:t>1</a:t>
            </a:r>
            <a:r>
              <a:rPr altLang="zh-CN" b="1" dirty="0" sz="3000" kumimoji="1" lang="en-US">
                <a:solidFill>
                  <a:srgbClr val="000099"/>
                </a:solidFill>
                <a:latin typeface="Times New Roman" pitchFamily="18" charset="0"/>
                <a:ea typeface="仿宋_GB2312" pitchFamily="49" charset="-122"/>
              </a:rPr>
              <a:t>     (1)</a:t>
            </a:r>
          </a:p>
          <a:p>
            <a:pPr eaLnBrk="1" hangingPunct="1"/>
            <a:endParaRPr altLang="zh-CN" b="1" dirty="0" sz="1400" kumimoji="1" lang="en-US">
              <a:effectLst>
                <a:outerShdw algn="tl" blurRad="38100" dir="2700000" dist="38100">
                  <a:srgbClr val="C0C0C0"/>
                </a:outerShdw>
              </a:effectLst>
              <a:latin typeface="Times New Roman" pitchFamily="18" charset="0"/>
              <a:ea typeface="仿宋_GB2312" pitchFamily="49" charset="-122"/>
            </a:endParaRPr>
          </a:p>
          <a:p>
            <a:pPr eaLnBrk="1" hangingPunct="1"/>
            <a:r>
              <a:rPr altLang="zh-CN" b="1" dirty="0" sz="3000" kumimoji="1" lang="en-US">
                <a:solidFill>
                  <a:srgbClr val="FF0000"/>
                </a:solidFill>
                <a:effectLst>
                  <a:outerShdw algn="tl" blurRad="38100" dir="2700000" dist="38100">
                    <a:srgbClr val="C0C0C0"/>
                  </a:outerShdw>
                </a:effectLst>
                <a:latin typeface="Times New Roman" pitchFamily="18" charset="0"/>
                <a:ea typeface="仿宋_GB2312" pitchFamily="49" charset="-122"/>
              </a:rPr>
              <a:t> </a:t>
            </a:r>
            <a:r>
              <a:rPr altLang="en-US" b="1" dirty="0" sz="3000" kumimoji="1" lang="zh-CN">
                <a:solidFill>
                  <a:srgbClr val="FF0000"/>
                </a:solidFill>
                <a:effectLst>
                  <a:outerShdw algn="tl" blurRad="38100" dir="2700000" dist="38100">
                    <a:srgbClr val="C0C0C0"/>
                  </a:outerShdw>
                </a:effectLst>
                <a:latin typeface="Times New Roman" pitchFamily="18" charset="0"/>
                <a:ea typeface="仿宋_GB2312" pitchFamily="49" charset="-122"/>
              </a:rPr>
              <a:t>下一趟，</a:t>
            </a:r>
            <a:r>
              <a:rPr altLang="en-US" b="1" dirty="0" sz="3000" kumimoji="1" lang="zh-CN">
                <a:latin typeface="Times New Roman" pitchFamily="18" charset="0"/>
                <a:ea typeface="仿宋_GB2312" pitchFamily="49" charset="-122"/>
              </a:rPr>
              <a:t>为使模式 </a:t>
            </a:r>
            <a:r>
              <a:rPr altLang="zh-CN" b="1" dirty="0" sz="3000" kumimoji="1" lang="en-US">
                <a:latin typeface="Times New Roman" pitchFamily="18" charset="0"/>
                <a:ea typeface="仿宋_GB2312" pitchFamily="49" charset="-122"/>
              </a:rPr>
              <a:t>P </a:t>
            </a:r>
            <a:r>
              <a:rPr altLang="en-US" b="1" dirty="0" sz="3000" kumimoji="1" lang="zh-CN">
                <a:latin typeface="Times New Roman" pitchFamily="18" charset="0"/>
                <a:ea typeface="仿宋_GB2312" pitchFamily="49" charset="-122"/>
              </a:rPr>
              <a:t>与目标 </a:t>
            </a:r>
            <a:r>
              <a:rPr altLang="zh-CN" b="1" dirty="0" sz="3000" kumimoji="1" lang="en-US">
                <a:latin typeface="Times New Roman" pitchFamily="18" charset="0"/>
                <a:ea typeface="仿宋_GB2312" pitchFamily="49" charset="-122"/>
              </a:rPr>
              <a:t>T </a:t>
            </a:r>
            <a:r>
              <a:rPr altLang="en-US" b="1" dirty="0" sz="3000" kumimoji="1" lang="zh-CN">
                <a:latin typeface="Times New Roman" pitchFamily="18" charset="0"/>
                <a:ea typeface="仿宋_GB2312" pitchFamily="49" charset="-122"/>
              </a:rPr>
              <a:t>匹配，必须满足</a:t>
            </a:r>
          </a:p>
          <a:p>
            <a:pPr eaLnBrk="1" hangingPunct="1"/>
            <a:r>
              <a:rPr altLang="en-US" b="1" dirty="0" sz="3000" kumimoji="1" lang="zh-CN">
                <a:solidFill>
                  <a:srgbClr val="000099"/>
                </a:solidFill>
                <a:latin typeface="Times New Roman" pitchFamily="18" charset="0"/>
                <a:ea typeface="仿宋_GB2312" pitchFamily="49" charset="-122"/>
              </a:rPr>
              <a:t>    </a:t>
            </a:r>
            <a:r>
              <a:rPr altLang="zh-CN" b="1" dirty="0" sz="3000" kumimoji="1" lang="en-US">
                <a:solidFill>
                  <a:srgbClr val="000099"/>
                </a:solidFill>
                <a:latin typeface="Times New Roman" pitchFamily="18" charset="0"/>
                <a:ea typeface="仿宋_GB2312" pitchFamily="49" charset="-122"/>
              </a:rPr>
              <a:t>p</a:t>
            </a:r>
            <a:r>
              <a:rPr altLang="zh-CN" baseline="-25000" b="1" dirty="0" sz="3000" kumimoji="1" lang="en-US">
                <a:solidFill>
                  <a:srgbClr val="000099"/>
                </a:solidFill>
                <a:latin typeface="Times New Roman" pitchFamily="18" charset="0"/>
                <a:ea typeface="仿宋_GB2312" pitchFamily="49" charset="-122"/>
              </a:rPr>
              <a:t>0</a:t>
            </a:r>
            <a:r>
              <a:rPr altLang="zh-CN" b="1" dirty="0" sz="3000" kumimoji="1" lang="en-US">
                <a:solidFill>
                  <a:srgbClr val="000099"/>
                </a:solidFill>
                <a:latin typeface="Times New Roman" pitchFamily="18" charset="0"/>
                <a:ea typeface="仿宋_GB2312" pitchFamily="49" charset="-122"/>
              </a:rPr>
              <a:t> p</a:t>
            </a:r>
            <a:r>
              <a:rPr altLang="zh-CN" baseline="-25000" b="1" dirty="0" sz="3000" kumimoji="1" lang="en-US">
                <a:solidFill>
                  <a:srgbClr val="000099"/>
                </a:solidFill>
                <a:latin typeface="Times New Roman" pitchFamily="18" charset="0"/>
                <a:ea typeface="仿宋_GB2312" pitchFamily="49" charset="-122"/>
              </a:rPr>
              <a:t>1</a:t>
            </a:r>
            <a:r>
              <a:rPr altLang="zh-CN" b="1" dirty="0" sz="3000" kumimoji="1" lang="en-US">
                <a:solidFill>
                  <a:srgbClr val="000099"/>
                </a:solidFill>
                <a:latin typeface="Times New Roman" pitchFamily="18" charset="0"/>
                <a:ea typeface="仿宋_GB2312" pitchFamily="49" charset="-122"/>
              </a:rPr>
              <a:t> p</a:t>
            </a:r>
            <a:r>
              <a:rPr altLang="zh-CN" baseline="-25000" b="1" dirty="0" sz="3000" kumimoji="1" lang="en-US">
                <a:solidFill>
                  <a:srgbClr val="000099"/>
                </a:solidFill>
                <a:latin typeface="Times New Roman" pitchFamily="18" charset="0"/>
                <a:ea typeface="仿宋_GB2312" pitchFamily="49" charset="-122"/>
              </a:rPr>
              <a:t>2 </a:t>
            </a:r>
            <a:r>
              <a:rPr altLang="zh-CN" b="1" dirty="0" sz="3000" kumimoji="1" lang="en-US">
                <a:solidFill>
                  <a:srgbClr val="000099"/>
                </a:solidFill>
                <a:latin typeface="Times New Roman" pitchFamily="18" charset="0"/>
                <a:ea typeface="仿宋_GB2312" pitchFamily="49" charset="-122"/>
              </a:rPr>
              <a:t>…p</a:t>
            </a:r>
            <a:r>
              <a:rPr altLang="zh-CN" baseline="-25000" b="1" dirty="0" sz="3000" kumimoji="1" lang="en-US">
                <a:solidFill>
                  <a:srgbClr val="000099"/>
                </a:solidFill>
                <a:latin typeface="Times New Roman" pitchFamily="18" charset="0"/>
                <a:ea typeface="仿宋_GB2312" pitchFamily="49" charset="-122"/>
              </a:rPr>
              <a:t>j-1 </a:t>
            </a:r>
            <a:r>
              <a:rPr altLang="zh-CN" b="1" dirty="0" sz="3000" kumimoji="1" lang="en-US">
                <a:solidFill>
                  <a:srgbClr val="000099"/>
                </a:solidFill>
                <a:latin typeface="Times New Roman" pitchFamily="18" charset="0"/>
                <a:ea typeface="仿宋_GB2312" pitchFamily="49" charset="-122"/>
              </a:rPr>
              <a:t>…p</a:t>
            </a:r>
            <a:r>
              <a:rPr altLang="zh-CN" baseline="-25000" b="1" dirty="0" sz="3000" kumimoji="1" lang="en-US">
                <a:solidFill>
                  <a:srgbClr val="000099"/>
                </a:solidFill>
                <a:latin typeface="Times New Roman" pitchFamily="18" charset="0"/>
                <a:ea typeface="仿宋_GB2312" pitchFamily="49" charset="-122"/>
              </a:rPr>
              <a:t>m-1 </a:t>
            </a:r>
            <a:r>
              <a:rPr altLang="zh-CN" b="1" dirty="0" sz="3000" kumimoji="1" lang="en-US">
                <a:solidFill>
                  <a:srgbClr val="000099"/>
                </a:solidFill>
                <a:latin typeface="Times New Roman" pitchFamily="18" charset="0"/>
                <a:ea typeface="仿宋_GB2312" pitchFamily="49" charset="-122"/>
              </a:rPr>
              <a:t>= t</a:t>
            </a:r>
            <a:r>
              <a:rPr altLang="zh-CN" baseline="-25000" b="1" dirty="0" sz="3000" kumimoji="1" lang="en-US">
                <a:solidFill>
                  <a:srgbClr val="000099"/>
                </a:solidFill>
                <a:latin typeface="Times New Roman" pitchFamily="18" charset="0"/>
                <a:ea typeface="仿宋_GB2312" pitchFamily="49" charset="-122"/>
              </a:rPr>
              <a:t>s+1</a:t>
            </a:r>
            <a:r>
              <a:rPr altLang="zh-CN" b="1" dirty="0" sz="3000" kumimoji="1" lang="en-US">
                <a:solidFill>
                  <a:srgbClr val="000099"/>
                </a:solidFill>
                <a:latin typeface="Times New Roman" pitchFamily="18" charset="0"/>
                <a:ea typeface="仿宋_GB2312" pitchFamily="49" charset="-122"/>
              </a:rPr>
              <a:t> t</a:t>
            </a:r>
            <a:r>
              <a:rPr altLang="zh-CN" baseline="-25000" b="1" dirty="0" sz="3000" kumimoji="1" lang="en-US">
                <a:solidFill>
                  <a:srgbClr val="000099"/>
                </a:solidFill>
                <a:latin typeface="Times New Roman" pitchFamily="18" charset="0"/>
                <a:ea typeface="仿宋_GB2312" pitchFamily="49" charset="-122"/>
              </a:rPr>
              <a:t>s+2</a:t>
            </a:r>
            <a:r>
              <a:rPr altLang="zh-CN" b="1" dirty="0" sz="3000" kumimoji="1" lang="en-US">
                <a:solidFill>
                  <a:srgbClr val="000099"/>
                </a:solidFill>
                <a:latin typeface="Times New Roman" pitchFamily="18" charset="0"/>
                <a:ea typeface="仿宋_GB2312" pitchFamily="49" charset="-122"/>
              </a:rPr>
              <a:t> t</a:t>
            </a:r>
            <a:r>
              <a:rPr altLang="zh-CN" baseline="-25000" b="1" dirty="0" sz="3000" kumimoji="1" lang="en-US">
                <a:solidFill>
                  <a:srgbClr val="000099"/>
                </a:solidFill>
                <a:latin typeface="Times New Roman" pitchFamily="18" charset="0"/>
                <a:ea typeface="仿宋_GB2312" pitchFamily="49" charset="-122"/>
              </a:rPr>
              <a:t>s+3</a:t>
            </a:r>
            <a:r>
              <a:rPr altLang="zh-CN" b="1" dirty="0" sz="3000" kumimoji="1" lang="en-US">
                <a:solidFill>
                  <a:srgbClr val="000099"/>
                </a:solidFill>
                <a:latin typeface="Times New Roman" pitchFamily="18" charset="0"/>
                <a:ea typeface="仿宋_GB2312" pitchFamily="49" charset="-122"/>
              </a:rPr>
              <a:t> … </a:t>
            </a:r>
            <a:r>
              <a:rPr altLang="zh-CN" b="1" dirty="0" sz="3000" kumimoji="1" lang="en-US" err="1">
                <a:solidFill>
                  <a:srgbClr val="000099"/>
                </a:solidFill>
                <a:latin typeface="Times New Roman" pitchFamily="18" charset="0"/>
                <a:ea typeface="仿宋_GB2312" pitchFamily="49" charset="-122"/>
              </a:rPr>
              <a:t>t</a:t>
            </a:r>
            <a:r>
              <a:rPr altLang="zh-CN" baseline="-25000" b="1" dirty="0" sz="3000" kumimoji="1" lang="en-US" err="1">
                <a:solidFill>
                  <a:srgbClr val="000099"/>
                </a:solidFill>
                <a:latin typeface="Times New Roman" pitchFamily="18" charset="0"/>
                <a:ea typeface="仿宋_GB2312" pitchFamily="49" charset="-122"/>
              </a:rPr>
              <a:t>s+j</a:t>
            </a:r>
            <a:r>
              <a:rPr altLang="zh-CN" b="1" dirty="0" sz="3000" kumimoji="1" lang="en-US">
                <a:solidFill>
                  <a:srgbClr val="000099"/>
                </a:solidFill>
                <a:latin typeface="Times New Roman" pitchFamily="18" charset="0"/>
                <a:ea typeface="仿宋_GB2312" pitchFamily="49" charset="-122"/>
              </a:rPr>
              <a:t> … </a:t>
            </a:r>
            <a:r>
              <a:rPr altLang="zh-CN" b="1" dirty="0" sz="3000" kumimoji="1" lang="en-US" err="1">
                <a:solidFill>
                  <a:srgbClr val="000099"/>
                </a:solidFill>
                <a:latin typeface="Times New Roman" pitchFamily="18" charset="0"/>
                <a:ea typeface="仿宋_GB2312" pitchFamily="49" charset="-122"/>
              </a:rPr>
              <a:t>t</a:t>
            </a:r>
            <a:r>
              <a:rPr altLang="zh-CN" baseline="-25000" b="1" dirty="0" sz="3000" kumimoji="1" lang="en-US" err="1">
                <a:solidFill>
                  <a:srgbClr val="000099"/>
                </a:solidFill>
                <a:latin typeface="Times New Roman" pitchFamily="18" charset="0"/>
                <a:ea typeface="仿宋_GB2312" pitchFamily="49" charset="-122"/>
              </a:rPr>
              <a:t>s+m</a:t>
            </a:r>
            <a:endParaRPr altLang="zh-CN" baseline="-25000" b="1" dirty="0" sz="3000" kumimoji="1" lang="en-US">
              <a:solidFill>
                <a:srgbClr val="000099"/>
              </a:solidFill>
              <a:latin typeface="Times New Roman" pitchFamily="18" charset="0"/>
              <a:ea typeface="仿宋_GB2312" pitchFamily="49" charset="-122"/>
            </a:endParaRPr>
          </a:p>
          <a:p>
            <a:pPr eaLnBrk="1" hangingPunct="1"/>
            <a:endParaRPr altLang="zh-CN" b="1" dirty="0" sz="1000" kumimoji="1" lang="en-US">
              <a:effectLst>
                <a:outerShdw algn="tl" blurRad="38100" dir="2700000" dist="38100">
                  <a:srgbClr val="C0C0C0"/>
                </a:outerShdw>
              </a:effectLst>
              <a:latin typeface="Times New Roman" pitchFamily="18" charset="0"/>
              <a:ea typeface="仿宋_GB2312" pitchFamily="49" charset="-122"/>
            </a:endParaRPr>
          </a:p>
          <a:p>
            <a:pPr eaLnBrk="1" hangingPunct="1"/>
            <a:r>
              <a:rPr altLang="zh-CN" b="1" dirty="0" sz="3000" kumimoji="1" lang="en-US">
                <a:effectLst>
                  <a:outerShdw algn="tl" blurRad="38100" dir="2700000" dist="38100">
                    <a:srgbClr val="C0C0C0"/>
                  </a:outerShdw>
                </a:effectLst>
                <a:latin typeface="Times New Roman" pitchFamily="18" charset="0"/>
                <a:ea typeface="仿宋_GB2312" pitchFamily="49" charset="-122"/>
              </a:rPr>
              <a:t> </a:t>
            </a:r>
            <a:r>
              <a:rPr altLang="en-US" b="1" dirty="0" sz="3000" kumimoji="1" lang="zh-CN">
                <a:latin typeface="Times New Roman" pitchFamily="18" charset="0"/>
                <a:ea typeface="仿宋_GB2312" pitchFamily="49" charset="-122"/>
              </a:rPr>
              <a:t>如果</a:t>
            </a:r>
            <a:r>
              <a:rPr altLang="en-US" b="1" dirty="0" sz="3000" kumimoji="1" lang="zh-CN">
                <a:effectLst>
                  <a:outerShdw algn="tl" blurRad="38100" dir="2700000" dist="38100">
                    <a:srgbClr val="C0C0C0"/>
                  </a:outerShdw>
                </a:effectLst>
                <a:latin typeface="Times New Roman" pitchFamily="18" charset="0"/>
                <a:ea typeface="仿宋_GB2312" pitchFamily="49" charset="-122"/>
              </a:rPr>
              <a:t>  </a:t>
            </a:r>
            <a:r>
              <a:rPr altLang="en-US" b="1" dirty="0" sz="3000" kumimoji="1" lang="zh-CN">
                <a:latin typeface="Times New Roman" pitchFamily="18" charset="0"/>
                <a:ea typeface="仿宋_GB2312" pitchFamily="49" charset="-122"/>
              </a:rPr>
              <a:t>  </a:t>
            </a:r>
            <a:r>
              <a:rPr altLang="en-US" b="1" dirty="0" sz="3000" kumimoji="1" lang="zh-CN">
                <a:solidFill>
                  <a:srgbClr val="000099"/>
                </a:solidFill>
                <a:latin typeface="Times New Roman" pitchFamily="18" charset="0"/>
                <a:ea typeface="仿宋_GB2312" pitchFamily="49" charset="-122"/>
              </a:rPr>
              <a:t>   </a:t>
            </a:r>
            <a:r>
              <a:rPr altLang="zh-CN" b="1" dirty="0" sz="3000" kumimoji="1" lang="en-US">
                <a:solidFill>
                  <a:srgbClr val="000099"/>
                </a:solidFill>
                <a:latin typeface="Times New Roman" pitchFamily="18" charset="0"/>
                <a:ea typeface="仿宋_GB2312" pitchFamily="49" charset="-122"/>
              </a:rPr>
              <a:t>p</a:t>
            </a:r>
            <a:r>
              <a:rPr altLang="zh-CN" baseline="-25000" b="1" dirty="0" sz="3000" kumimoji="1" lang="en-US">
                <a:solidFill>
                  <a:srgbClr val="000099"/>
                </a:solidFill>
                <a:latin typeface="Times New Roman" pitchFamily="18" charset="0"/>
                <a:ea typeface="仿宋_GB2312" pitchFamily="49" charset="-122"/>
              </a:rPr>
              <a:t>0</a:t>
            </a:r>
            <a:r>
              <a:rPr altLang="zh-CN" b="1" dirty="0" sz="3000" kumimoji="1" lang="en-US">
                <a:solidFill>
                  <a:srgbClr val="000099"/>
                </a:solidFill>
                <a:latin typeface="Times New Roman" pitchFamily="18" charset="0"/>
                <a:ea typeface="仿宋_GB2312" pitchFamily="49" charset="-122"/>
              </a:rPr>
              <a:t> p</a:t>
            </a:r>
            <a:r>
              <a:rPr altLang="zh-CN" baseline="-25000" b="1" dirty="0" sz="3000" kumimoji="1" lang="en-US">
                <a:solidFill>
                  <a:srgbClr val="000099"/>
                </a:solidFill>
                <a:latin typeface="Times New Roman" pitchFamily="18" charset="0"/>
                <a:ea typeface="仿宋_GB2312" pitchFamily="49" charset="-122"/>
              </a:rPr>
              <a:t>1</a:t>
            </a:r>
            <a:r>
              <a:rPr altLang="zh-CN" b="1" dirty="0" sz="3000" kumimoji="1" lang="en-US">
                <a:solidFill>
                  <a:srgbClr val="000099"/>
                </a:solidFill>
                <a:latin typeface="Times New Roman" pitchFamily="18" charset="0"/>
                <a:ea typeface="仿宋_GB2312" pitchFamily="49" charset="-122"/>
              </a:rPr>
              <a:t> … p</a:t>
            </a:r>
            <a:r>
              <a:rPr altLang="zh-CN" baseline="-25000" b="1" dirty="0" sz="3000" kumimoji="1" lang="en-US">
                <a:solidFill>
                  <a:srgbClr val="000099"/>
                </a:solidFill>
                <a:latin typeface="Times New Roman" pitchFamily="18" charset="0"/>
                <a:ea typeface="仿宋_GB2312" pitchFamily="49" charset="-122"/>
              </a:rPr>
              <a:t>j</a:t>
            </a:r>
            <a:r>
              <a:rPr altLang="zh-CN" baseline="-25000" dirty="0" sz="3000" kumimoji="1" lang="en-US">
                <a:solidFill>
                  <a:srgbClr val="000099"/>
                </a:solidFill>
                <a:latin typeface="Courier New" pitchFamily="49" charset="0"/>
                <a:ea typeface="仿宋_GB2312" pitchFamily="49" charset="-122"/>
              </a:rPr>
              <a:t>-</a:t>
            </a:r>
            <a:r>
              <a:rPr altLang="zh-CN" baseline="-25000" b="1" dirty="0" sz="3000" kumimoji="1" lang="en-US">
                <a:solidFill>
                  <a:srgbClr val="000099"/>
                </a:solidFill>
                <a:latin typeface="Times New Roman" pitchFamily="18" charset="0"/>
                <a:ea typeface="仿宋_GB2312" pitchFamily="49" charset="-122"/>
              </a:rPr>
              <a:t>2 </a:t>
            </a:r>
            <a:r>
              <a:rPr altLang="zh-CN" b="1" dirty="0" sz="3000" kumimoji="1" lang="en-US">
                <a:solidFill>
                  <a:srgbClr val="000099"/>
                </a:solidFill>
                <a:latin typeface="Times New Roman" pitchFamily="18" charset="0"/>
                <a:ea typeface="仿宋_GB2312" pitchFamily="49" charset="-122"/>
                <a:sym typeface="Symbol" pitchFamily="18" charset="2"/>
              </a:rPr>
              <a:t></a:t>
            </a:r>
            <a:r>
              <a:rPr altLang="zh-CN" b="1" dirty="0" sz="3000" kumimoji="1" lang="en-US">
                <a:solidFill>
                  <a:srgbClr val="000099"/>
                </a:solidFill>
                <a:latin typeface="Times New Roman" pitchFamily="18" charset="0"/>
                <a:ea typeface="仿宋_GB2312" pitchFamily="49" charset="-122"/>
              </a:rPr>
              <a:t> p</a:t>
            </a:r>
            <a:r>
              <a:rPr altLang="zh-CN" baseline="-25000" b="1" dirty="0" sz="3000" kumimoji="1" lang="en-US">
                <a:solidFill>
                  <a:srgbClr val="000099"/>
                </a:solidFill>
                <a:latin typeface="Times New Roman" pitchFamily="18" charset="0"/>
                <a:ea typeface="仿宋_GB2312" pitchFamily="49" charset="-122"/>
              </a:rPr>
              <a:t>1</a:t>
            </a:r>
            <a:r>
              <a:rPr altLang="zh-CN" b="1" dirty="0" sz="3000" kumimoji="1" lang="en-US">
                <a:solidFill>
                  <a:srgbClr val="000099"/>
                </a:solidFill>
                <a:latin typeface="Times New Roman" pitchFamily="18" charset="0"/>
                <a:ea typeface="仿宋_GB2312" pitchFamily="49" charset="-122"/>
              </a:rPr>
              <a:t> p</a:t>
            </a:r>
            <a:r>
              <a:rPr altLang="zh-CN" baseline="-25000" b="1" dirty="0" sz="3000" kumimoji="1" lang="en-US">
                <a:solidFill>
                  <a:srgbClr val="000099"/>
                </a:solidFill>
                <a:latin typeface="Times New Roman" pitchFamily="18" charset="0"/>
                <a:ea typeface="仿宋_GB2312" pitchFamily="49" charset="-122"/>
              </a:rPr>
              <a:t>2 </a:t>
            </a:r>
            <a:r>
              <a:rPr altLang="zh-CN" b="1" dirty="0" sz="3000" kumimoji="1" lang="en-US">
                <a:solidFill>
                  <a:srgbClr val="000099"/>
                </a:solidFill>
                <a:latin typeface="Times New Roman" pitchFamily="18" charset="0"/>
                <a:ea typeface="仿宋_GB2312" pitchFamily="49" charset="-122"/>
              </a:rPr>
              <a:t>…p</a:t>
            </a:r>
            <a:r>
              <a:rPr altLang="zh-CN" baseline="-25000" b="1" dirty="0" sz="3000" kumimoji="1" lang="en-US">
                <a:solidFill>
                  <a:srgbClr val="000099"/>
                </a:solidFill>
                <a:latin typeface="Times New Roman" pitchFamily="18" charset="0"/>
                <a:ea typeface="仿宋_GB2312" pitchFamily="49" charset="-122"/>
              </a:rPr>
              <a:t>j</a:t>
            </a:r>
            <a:r>
              <a:rPr altLang="zh-CN" baseline="-25000" dirty="0" sz="3000" kumimoji="1" lang="en-US">
                <a:solidFill>
                  <a:srgbClr val="000099"/>
                </a:solidFill>
                <a:latin typeface="Courier New" pitchFamily="49" charset="0"/>
                <a:ea typeface="仿宋_GB2312" pitchFamily="49" charset="-122"/>
              </a:rPr>
              <a:t>-</a:t>
            </a:r>
            <a:r>
              <a:rPr altLang="zh-CN" baseline="-25000" b="1" dirty="0" sz="3000" kumimoji="1" lang="en-US">
                <a:solidFill>
                  <a:srgbClr val="000099"/>
                </a:solidFill>
                <a:latin typeface="Times New Roman" pitchFamily="18" charset="0"/>
                <a:ea typeface="仿宋_GB2312" pitchFamily="49" charset="-122"/>
              </a:rPr>
              <a:t>1    </a:t>
            </a:r>
            <a:r>
              <a:rPr altLang="zh-CN" b="1" dirty="0" sz="3000" kumimoji="1" lang="en-US">
                <a:solidFill>
                  <a:srgbClr val="000099"/>
                </a:solidFill>
                <a:latin typeface="Times New Roman" pitchFamily="18" charset="0"/>
                <a:ea typeface="仿宋_GB2312" pitchFamily="49" charset="-122"/>
              </a:rPr>
              <a:t>  	          (2)</a:t>
            </a:r>
          </a:p>
          <a:p>
            <a:pPr eaLnBrk="1" hangingPunct="1"/>
            <a:endParaRPr altLang="zh-CN" b="1" dirty="0" sz="1000" kumimoji="1" lang="en-US">
              <a:effectLst>
                <a:outerShdw algn="tl" blurRad="38100" dir="2700000" dist="38100">
                  <a:srgbClr val="C0C0C0"/>
                </a:outerShdw>
              </a:effectLst>
              <a:latin typeface="Times New Roman" pitchFamily="18" charset="0"/>
              <a:ea typeface="仿宋_GB2312" pitchFamily="49" charset="-122"/>
            </a:endParaRPr>
          </a:p>
          <a:p>
            <a:pPr eaLnBrk="1" hangingPunct="1"/>
            <a:r>
              <a:rPr altLang="zh-CN" b="1" dirty="0" sz="3000" kumimoji="1" lang="en-US">
                <a:effectLst>
                  <a:outerShdw algn="tl" blurRad="38100" dir="2700000" dist="38100">
                    <a:srgbClr val="C0C0C0"/>
                  </a:outerShdw>
                </a:effectLst>
                <a:latin typeface="Times New Roman" pitchFamily="18" charset="0"/>
                <a:ea typeface="仿宋_GB2312" pitchFamily="49" charset="-122"/>
              </a:rPr>
              <a:t> </a:t>
            </a:r>
            <a:r>
              <a:rPr altLang="en-US" b="1" dirty="0" sz="3000" kumimoji="1" lang="zh-CN">
                <a:latin typeface="Times New Roman" pitchFamily="18" charset="0"/>
                <a:ea typeface="仿宋_GB2312" pitchFamily="49" charset="-122"/>
              </a:rPr>
              <a:t>则立刻可以断定</a:t>
            </a:r>
          </a:p>
          <a:p>
            <a:pPr eaLnBrk="1" hangingPunct="1"/>
            <a:r>
              <a:rPr altLang="en-US" b="1" dirty="0" sz="3000" kumimoji="1" lang="zh-CN">
                <a:solidFill>
                  <a:srgbClr val="000099"/>
                </a:solidFill>
                <a:latin typeface="Times New Roman" pitchFamily="18" charset="0"/>
                <a:ea typeface="仿宋_GB2312" pitchFamily="49" charset="-122"/>
              </a:rPr>
              <a:t> 	       </a:t>
            </a:r>
            <a:r>
              <a:rPr altLang="zh-CN" b="1" dirty="0" sz="3000" kumimoji="1" lang="en-US">
                <a:solidFill>
                  <a:srgbClr val="000099"/>
                </a:solidFill>
                <a:latin typeface="Times New Roman" pitchFamily="18" charset="0"/>
                <a:ea typeface="仿宋_GB2312" pitchFamily="49" charset="-122"/>
              </a:rPr>
              <a:t>p</a:t>
            </a:r>
            <a:r>
              <a:rPr altLang="zh-CN" baseline="-25000" b="1" dirty="0" sz="3000" kumimoji="1" lang="en-US">
                <a:solidFill>
                  <a:srgbClr val="000099"/>
                </a:solidFill>
                <a:latin typeface="Times New Roman" pitchFamily="18" charset="0"/>
                <a:ea typeface="仿宋_GB2312" pitchFamily="49" charset="-122"/>
              </a:rPr>
              <a:t>0</a:t>
            </a:r>
            <a:r>
              <a:rPr altLang="zh-CN" b="1" dirty="0" sz="3000" kumimoji="1" lang="en-US">
                <a:solidFill>
                  <a:srgbClr val="000099"/>
                </a:solidFill>
                <a:latin typeface="Times New Roman" pitchFamily="18" charset="0"/>
                <a:ea typeface="仿宋_GB2312" pitchFamily="49" charset="-122"/>
              </a:rPr>
              <a:t> p</a:t>
            </a:r>
            <a:r>
              <a:rPr altLang="zh-CN" baseline="-25000" b="1" dirty="0" sz="3000" kumimoji="1" lang="en-US">
                <a:solidFill>
                  <a:srgbClr val="000099"/>
                </a:solidFill>
                <a:latin typeface="Times New Roman" pitchFamily="18" charset="0"/>
                <a:ea typeface="仿宋_GB2312" pitchFamily="49" charset="-122"/>
              </a:rPr>
              <a:t>1</a:t>
            </a:r>
            <a:r>
              <a:rPr altLang="zh-CN" b="1" dirty="0" sz="3000" kumimoji="1" lang="en-US">
                <a:solidFill>
                  <a:srgbClr val="000099"/>
                </a:solidFill>
                <a:latin typeface="Times New Roman" pitchFamily="18" charset="0"/>
                <a:ea typeface="仿宋_GB2312" pitchFamily="49" charset="-122"/>
              </a:rPr>
              <a:t> …p</a:t>
            </a:r>
            <a:r>
              <a:rPr altLang="zh-CN" baseline="-25000" b="1" dirty="0" sz="3000" kumimoji="1" lang="en-US">
                <a:solidFill>
                  <a:srgbClr val="000099"/>
                </a:solidFill>
                <a:latin typeface="Times New Roman" pitchFamily="18" charset="0"/>
                <a:ea typeface="仿宋_GB2312" pitchFamily="49" charset="-122"/>
              </a:rPr>
              <a:t>j-2  </a:t>
            </a:r>
            <a:r>
              <a:rPr altLang="zh-CN" b="1" dirty="0" sz="3000" kumimoji="1" lang="en-US">
                <a:solidFill>
                  <a:srgbClr val="000099"/>
                </a:solidFill>
                <a:latin typeface="Times New Roman" pitchFamily="18" charset="0"/>
                <a:ea typeface="仿宋_GB2312" pitchFamily="49" charset="-122"/>
                <a:sym typeface="Symbol" pitchFamily="18" charset="2"/>
              </a:rPr>
              <a:t></a:t>
            </a:r>
            <a:r>
              <a:rPr altLang="zh-CN" b="1" dirty="0" sz="3000" kumimoji="1" lang="en-US">
                <a:solidFill>
                  <a:srgbClr val="000099"/>
                </a:solidFill>
                <a:latin typeface="Times New Roman" pitchFamily="18" charset="0"/>
                <a:ea typeface="仿宋_GB2312" pitchFamily="49" charset="-122"/>
              </a:rPr>
              <a:t> t</a:t>
            </a:r>
            <a:r>
              <a:rPr altLang="zh-CN" baseline="-25000" b="1" dirty="0" sz="3000" kumimoji="1" lang="en-US">
                <a:solidFill>
                  <a:srgbClr val="000099"/>
                </a:solidFill>
                <a:latin typeface="Times New Roman" pitchFamily="18" charset="0"/>
                <a:ea typeface="仿宋_GB2312" pitchFamily="49" charset="-122"/>
              </a:rPr>
              <a:t>s+1</a:t>
            </a:r>
            <a:r>
              <a:rPr altLang="zh-CN" b="1" dirty="0" sz="3000" kumimoji="1" lang="en-US">
                <a:solidFill>
                  <a:srgbClr val="000099"/>
                </a:solidFill>
                <a:latin typeface="Times New Roman" pitchFamily="18" charset="0"/>
                <a:ea typeface="仿宋_GB2312" pitchFamily="49" charset="-122"/>
              </a:rPr>
              <a:t> t</a:t>
            </a:r>
            <a:r>
              <a:rPr altLang="zh-CN" baseline="-25000" b="1" dirty="0" sz="3000" kumimoji="1" lang="en-US">
                <a:solidFill>
                  <a:srgbClr val="000099"/>
                </a:solidFill>
                <a:latin typeface="Times New Roman" pitchFamily="18" charset="0"/>
                <a:ea typeface="仿宋_GB2312" pitchFamily="49" charset="-122"/>
              </a:rPr>
              <a:t>s+2</a:t>
            </a:r>
            <a:r>
              <a:rPr altLang="zh-CN" b="1" dirty="0" sz="3000" kumimoji="1" lang="en-US">
                <a:solidFill>
                  <a:srgbClr val="000099"/>
                </a:solidFill>
                <a:latin typeface="Times New Roman" pitchFamily="18" charset="0"/>
                <a:ea typeface="仿宋_GB2312" pitchFamily="49" charset="-122"/>
              </a:rPr>
              <a:t> … t</a:t>
            </a:r>
            <a:r>
              <a:rPr altLang="zh-CN" baseline="-25000" b="1" dirty="0" sz="3000" kumimoji="1" lang="en-US">
                <a:solidFill>
                  <a:srgbClr val="000099"/>
                </a:solidFill>
                <a:latin typeface="Times New Roman" pitchFamily="18" charset="0"/>
                <a:ea typeface="仿宋_GB2312" pitchFamily="49" charset="-122"/>
              </a:rPr>
              <a:t>s+j</a:t>
            </a:r>
            <a:r>
              <a:rPr altLang="zh-CN" baseline="-25000" dirty="0" sz="3000" kumimoji="1" lang="en-US">
                <a:solidFill>
                  <a:srgbClr val="000099"/>
                </a:solidFill>
                <a:latin typeface="Courier New" pitchFamily="49" charset="0"/>
                <a:ea typeface="仿宋_GB2312" pitchFamily="49" charset="-122"/>
              </a:rPr>
              <a:t>-</a:t>
            </a:r>
            <a:r>
              <a:rPr altLang="zh-CN" baseline="-25000" b="1" dirty="0" sz="3000" kumimoji="1" lang="en-US">
                <a:solidFill>
                  <a:srgbClr val="000099"/>
                </a:solidFill>
                <a:latin typeface="Times New Roman" pitchFamily="18" charset="0"/>
                <a:ea typeface="仿宋_GB2312" pitchFamily="49" charset="-122"/>
              </a:rPr>
              <a:t>1</a:t>
            </a:r>
          </a:p>
          <a:p>
            <a:pPr eaLnBrk="1" hangingPunct="1"/>
            <a:endParaRPr altLang="zh-CN" b="1" dirty="0" sz="1000" kumimoji="1" lang="en-US">
              <a:solidFill>
                <a:srgbClr val="000099"/>
              </a:solidFill>
              <a:latin typeface="Times New Roman" pitchFamily="18" charset="0"/>
              <a:ea typeface="仿宋_GB2312" pitchFamily="49" charset="-122"/>
            </a:endParaRPr>
          </a:p>
          <a:p>
            <a:pPr eaLnBrk="1" hangingPunct="1"/>
            <a:r>
              <a:rPr altLang="zh-CN" b="1" dirty="0" sz="3000" kumimoji="1" lang="en-US">
                <a:effectLst>
                  <a:outerShdw algn="tl" blurRad="38100" dir="2700000" dist="38100">
                    <a:srgbClr val="C0C0C0"/>
                  </a:outerShdw>
                </a:effectLst>
                <a:latin typeface="Times New Roman" pitchFamily="18" charset="0"/>
                <a:ea typeface="仿宋_GB2312" pitchFamily="49" charset="-122"/>
              </a:rPr>
              <a:t> </a:t>
            </a:r>
            <a:r>
              <a:rPr altLang="en-US" b="1" dirty="0" sz="3000" kumimoji="1" lang="zh-CN">
                <a:latin typeface="Times New Roman" pitchFamily="18" charset="0"/>
                <a:ea typeface="仿宋_GB2312" pitchFamily="49" charset="-122"/>
              </a:rPr>
              <a:t>下一趟必不匹配</a:t>
            </a:r>
            <a:endParaRPr altLang="en-US" b="1" dirty="0" sz="3000" kumimoji="1" lang="zh-CN">
              <a:latin typeface="Times New Roman" pitchFamily="18" charset="0"/>
              <a:ea typeface="宋体" charset="-122"/>
            </a:endParaRPr>
          </a:p>
        </p:txBody>
      </p:sp>
      <p:sp>
        <p:nvSpPr>
          <p:cNvPr id="1049481" name="Rectangle 3"/>
          <p:cNvSpPr>
            <a:spLocks noChangeArrowheads="1"/>
          </p:cNvSpPr>
          <p:nvPr/>
        </p:nvSpPr>
        <p:spPr bwMode="auto">
          <a:xfrm>
            <a:off x="4364038" y="5589590"/>
            <a:ext cx="2659379" cy="5359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dirty="0" sz="3000" kumimoji="1" lang="en-US">
                <a:solidFill>
                  <a:schemeClr val="hlink"/>
                </a:solidFill>
                <a:latin typeface="Times New Roman" panose="02020603050405020304" pitchFamily="18" charset="0"/>
              </a:rPr>
              <a:t>p</a:t>
            </a:r>
            <a:r>
              <a:rPr altLang="zh-CN" baseline="-25000" b="1" dirty="0" sz="3000" kumimoji="1" lang="en-US">
                <a:solidFill>
                  <a:schemeClr val="hlink"/>
                </a:solidFill>
                <a:latin typeface="Times New Roman" panose="02020603050405020304" pitchFamily="18" charset="0"/>
              </a:rPr>
              <a:t>0</a:t>
            </a:r>
            <a:r>
              <a:rPr altLang="zh-CN" b="1" dirty="0" sz="3000" kumimoji="1" lang="en-US">
                <a:solidFill>
                  <a:schemeClr val="hlink"/>
                </a:solidFill>
                <a:latin typeface="Times New Roman" panose="02020603050405020304" pitchFamily="18" charset="0"/>
              </a:rPr>
              <a:t>   p</a:t>
            </a:r>
            <a:r>
              <a:rPr altLang="zh-CN" baseline="-25000" b="1" dirty="0" sz="3000" kumimoji="1" lang="en-US">
                <a:solidFill>
                  <a:schemeClr val="hlink"/>
                </a:solidFill>
                <a:latin typeface="Times New Roman" panose="02020603050405020304" pitchFamily="18" charset="0"/>
              </a:rPr>
              <a:t>1</a:t>
            </a:r>
            <a:r>
              <a:rPr altLang="zh-CN" b="1" dirty="0" sz="3000" kumimoji="1" lang="en-US">
                <a:solidFill>
                  <a:schemeClr val="hlink"/>
                </a:solidFill>
                <a:latin typeface="Times New Roman" panose="02020603050405020304" pitchFamily="18" charset="0"/>
              </a:rPr>
              <a:t>   …  p</a:t>
            </a:r>
            <a:r>
              <a:rPr altLang="zh-CN" baseline="-25000" b="1" dirty="0" sz="3000" kumimoji="1" lang="en-US">
                <a:solidFill>
                  <a:schemeClr val="hlink"/>
                </a:solidFill>
                <a:latin typeface="Times New Roman" panose="02020603050405020304" pitchFamily="18" charset="0"/>
              </a:rPr>
              <a:t>j</a:t>
            </a:r>
            <a:r>
              <a:rPr altLang="zh-CN" baseline="-25000" dirty="0" sz="3000" kumimoji="1" lang="en-US">
                <a:solidFill>
                  <a:schemeClr val="hlink"/>
                </a:solidFill>
                <a:latin typeface="Courier New" panose="02070309020205020404" pitchFamily="49" charset="0"/>
              </a:rPr>
              <a:t>-</a:t>
            </a:r>
            <a:r>
              <a:rPr altLang="zh-CN" baseline="-25000" b="1" dirty="0" sz="3000" kumimoji="1" lang="en-US">
                <a:solidFill>
                  <a:schemeClr val="hlink"/>
                </a:solidFill>
                <a:latin typeface="Times New Roman" panose="02020603050405020304" pitchFamily="18" charset="0"/>
              </a:rPr>
              <a:t>2</a:t>
            </a:r>
          </a:p>
        </p:txBody>
      </p:sp>
    </p:spTree>
  </p:cSld>
  <p:clrMapOvr>
    <a:masterClrMapping/>
  </p:clrMapOvr>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accel="50000" decel="50000" fill="hold" grpId="0" id="5" nodeType="clickEffect" presetClass="path" presetID="0" presetSubtype="0">
                                  <p:stCondLst>
                                    <p:cond delay="0"/>
                                  </p:stCondLst>
                                  <p:childTnLst>
                                    <p:animMotion origin="layout" path="M -0.00521 -0.11492 C -0.04705 -0.30144 -0.08871 -0.48749 -0.10521 -0.56163 " pathEditMode="relative" rAng="0" ptsTypes="aA">
                                      <p:cBhvr>
                                        <p:cTn dur="2000" fill="hold" id="6"/>
                                        <p:tgtEl>
                                          <p:spTgt spid="1049481"/>
                                        </p:tgtEl>
                                        <p:attrNameLst>
                                          <p:attrName>ppt_x</p:attrName>
                                          <p:attrName>ppt_y</p:attrName>
                                        </p:attrNameLst>
                                      </p:cBhvr>
                                      <p:rCtr x="-5000" y="-2233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481"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271" name=""/>
        <p:cNvGrpSpPr/>
        <p:nvPr/>
      </p:nvGrpSpPr>
      <p:grpSpPr>
        <a:xfrm>
          <a:off x="0" y="0"/>
          <a:ext cx="0" cy="0"/>
          <a:chOff x="0" y="0"/>
          <a:chExt cx="0" cy="0"/>
        </a:xfrm>
      </p:grpSpPr>
      <p:sp>
        <p:nvSpPr>
          <p:cNvPr id="1049482" name="Rectangle 2"/>
          <p:cNvSpPr>
            <a:spLocks noChangeArrowheads="1"/>
          </p:cNvSpPr>
          <p:nvPr/>
        </p:nvSpPr>
        <p:spPr bwMode="auto">
          <a:xfrm>
            <a:off x="584200" y="711200"/>
            <a:ext cx="7812088" cy="5285741"/>
          </a:xfrm>
          <a:prstGeom prst="rect"/>
          <a:noFill/>
          <a:ln>
            <a:noFill/>
          </a:ln>
        </p:spPr>
        <p:txBody>
          <a:bodyPr>
            <a:spAutoFit/>
          </a:bodyPr>
          <a:p>
            <a:pPr eaLnBrk="1" hangingPunct="1"/>
            <a:r>
              <a:rPr altLang="en-US" b="1" sz="3000" kumimoji="1" lang="zh-CN">
                <a:latin typeface="Times New Roman" pitchFamily="18" charset="0"/>
                <a:ea typeface="仿宋_GB2312" pitchFamily="49" charset="-122"/>
              </a:rPr>
              <a:t>同样，若	</a:t>
            </a:r>
            <a:r>
              <a:rPr altLang="zh-CN" b="1" sz="3000" kumimoji="1" lang="en-US">
                <a:solidFill>
                  <a:srgbClr val="000099"/>
                </a:solidFill>
                <a:latin typeface="Times New Roman" pitchFamily="18" charset="0"/>
                <a:ea typeface="仿宋_GB2312" pitchFamily="49" charset="-122"/>
              </a:rPr>
              <a:t>p</a:t>
            </a:r>
            <a:r>
              <a:rPr altLang="zh-CN" baseline="-25000" b="1" sz="3000" kumimoji="1" lang="en-US">
                <a:solidFill>
                  <a:srgbClr val="000099"/>
                </a:solidFill>
                <a:latin typeface="Times New Roman" pitchFamily="18" charset="0"/>
                <a:ea typeface="仿宋_GB2312" pitchFamily="49" charset="-122"/>
              </a:rPr>
              <a:t>0</a:t>
            </a:r>
            <a:r>
              <a:rPr altLang="zh-CN" b="1" sz="3000" kumimoji="1" lang="en-US">
                <a:solidFill>
                  <a:srgbClr val="000099"/>
                </a:solidFill>
                <a:latin typeface="Times New Roman" pitchFamily="18" charset="0"/>
                <a:ea typeface="仿宋_GB2312" pitchFamily="49" charset="-122"/>
              </a:rPr>
              <a:t> p</a:t>
            </a:r>
            <a:r>
              <a:rPr altLang="zh-CN" baseline="-25000" b="1" sz="3000" kumimoji="1" lang="en-US">
                <a:solidFill>
                  <a:srgbClr val="000099"/>
                </a:solidFill>
                <a:latin typeface="Times New Roman" pitchFamily="18" charset="0"/>
                <a:ea typeface="仿宋_GB2312" pitchFamily="49" charset="-122"/>
              </a:rPr>
              <a:t>1</a:t>
            </a:r>
            <a:r>
              <a:rPr altLang="zh-CN" b="1" sz="3000" kumimoji="1" lang="en-US">
                <a:solidFill>
                  <a:srgbClr val="000099"/>
                </a:solidFill>
                <a:latin typeface="Times New Roman" pitchFamily="18" charset="0"/>
                <a:ea typeface="仿宋_GB2312" pitchFamily="49" charset="-122"/>
              </a:rPr>
              <a:t> …p</a:t>
            </a:r>
            <a:r>
              <a:rPr altLang="zh-CN" baseline="-25000" b="1" sz="3000" kumimoji="1" lang="en-US">
                <a:solidFill>
                  <a:srgbClr val="000099"/>
                </a:solidFill>
                <a:latin typeface="Times New Roman" pitchFamily="18" charset="0"/>
                <a:ea typeface="仿宋_GB2312" pitchFamily="49" charset="-122"/>
              </a:rPr>
              <a:t>j</a:t>
            </a:r>
            <a:r>
              <a:rPr altLang="zh-CN" baseline="-25000" sz="3000" kumimoji="1" lang="en-US">
                <a:solidFill>
                  <a:srgbClr val="000099"/>
                </a:solidFill>
                <a:latin typeface="Courier New" pitchFamily="49" charset="0"/>
                <a:ea typeface="仿宋_GB2312" pitchFamily="49" charset="-122"/>
              </a:rPr>
              <a:t>-</a:t>
            </a:r>
            <a:r>
              <a:rPr altLang="zh-CN" baseline="-25000" b="1" sz="3000" kumimoji="1" lang="en-US">
                <a:solidFill>
                  <a:srgbClr val="000099"/>
                </a:solidFill>
                <a:latin typeface="Times New Roman" pitchFamily="18" charset="0"/>
                <a:ea typeface="仿宋_GB2312" pitchFamily="49" charset="-122"/>
              </a:rPr>
              <a:t>3  </a:t>
            </a:r>
            <a:r>
              <a:rPr altLang="zh-CN" b="1" sz="3000" kumimoji="1" lang="en-US">
                <a:solidFill>
                  <a:srgbClr val="000099"/>
                </a:solidFill>
                <a:latin typeface="Times New Roman" pitchFamily="18" charset="0"/>
                <a:ea typeface="仿宋_GB2312" pitchFamily="49" charset="-122"/>
                <a:sym typeface="Symbol" pitchFamily="18" charset="2"/>
              </a:rPr>
              <a:t></a:t>
            </a:r>
            <a:r>
              <a:rPr altLang="zh-CN" b="1" sz="3000" kumimoji="1" lang="en-US">
                <a:solidFill>
                  <a:srgbClr val="000099"/>
                </a:solidFill>
                <a:latin typeface="Times New Roman" pitchFamily="18" charset="0"/>
                <a:ea typeface="仿宋_GB2312" pitchFamily="49" charset="-122"/>
              </a:rPr>
              <a:t> p</a:t>
            </a:r>
            <a:r>
              <a:rPr altLang="zh-CN" baseline="-25000" b="1" sz="3000" kumimoji="1" lang="en-US">
                <a:solidFill>
                  <a:srgbClr val="000099"/>
                </a:solidFill>
                <a:latin typeface="Times New Roman" pitchFamily="18" charset="0"/>
                <a:ea typeface="仿宋_GB2312" pitchFamily="49" charset="-122"/>
              </a:rPr>
              <a:t>2</a:t>
            </a:r>
            <a:r>
              <a:rPr altLang="zh-CN" b="1" sz="3000" kumimoji="1" lang="en-US">
                <a:solidFill>
                  <a:srgbClr val="000099"/>
                </a:solidFill>
                <a:latin typeface="Times New Roman" pitchFamily="18" charset="0"/>
                <a:ea typeface="仿宋_GB2312" pitchFamily="49" charset="-122"/>
              </a:rPr>
              <a:t> p</a:t>
            </a:r>
            <a:r>
              <a:rPr altLang="zh-CN" baseline="-25000" b="1" sz="3000" kumimoji="1" lang="en-US">
                <a:solidFill>
                  <a:srgbClr val="000099"/>
                </a:solidFill>
                <a:latin typeface="Times New Roman" pitchFamily="18" charset="0"/>
                <a:ea typeface="仿宋_GB2312" pitchFamily="49" charset="-122"/>
              </a:rPr>
              <a:t>3 </a:t>
            </a:r>
            <a:r>
              <a:rPr altLang="zh-CN" b="1" sz="3000" kumimoji="1" lang="en-US">
                <a:solidFill>
                  <a:srgbClr val="000099"/>
                </a:solidFill>
                <a:latin typeface="Times New Roman" pitchFamily="18" charset="0"/>
                <a:ea typeface="仿宋_GB2312" pitchFamily="49" charset="-122"/>
              </a:rPr>
              <a:t>…p</a:t>
            </a:r>
            <a:r>
              <a:rPr altLang="zh-CN" baseline="-25000" b="1" sz="3000" kumimoji="1" lang="en-US">
                <a:solidFill>
                  <a:srgbClr val="000099"/>
                </a:solidFill>
                <a:latin typeface="Times New Roman" pitchFamily="18" charset="0"/>
                <a:ea typeface="仿宋_GB2312" pitchFamily="49" charset="-122"/>
              </a:rPr>
              <a:t>j</a:t>
            </a:r>
            <a:r>
              <a:rPr altLang="zh-CN" baseline="-25000" sz="3000" kumimoji="1" lang="en-US">
                <a:solidFill>
                  <a:srgbClr val="000099"/>
                </a:solidFill>
                <a:latin typeface="Courier New" pitchFamily="49" charset="0"/>
                <a:ea typeface="仿宋_GB2312" pitchFamily="49" charset="-122"/>
              </a:rPr>
              <a:t>-</a:t>
            </a:r>
            <a:r>
              <a:rPr altLang="zh-CN" baseline="-25000" b="1" sz="3000" kumimoji="1" lang="en-US">
                <a:solidFill>
                  <a:srgbClr val="000099"/>
                </a:solidFill>
                <a:latin typeface="Times New Roman" pitchFamily="18" charset="0"/>
                <a:ea typeface="仿宋_GB2312" pitchFamily="49" charset="-122"/>
              </a:rPr>
              <a:t>1</a:t>
            </a:r>
          </a:p>
          <a:p>
            <a:pPr eaLnBrk="1" hangingPunct="1"/>
            <a:endParaRPr altLang="zh-CN" baseline="-25000" b="1" sz="1000" kumimoji="1" lang="en-US">
              <a:solidFill>
                <a:srgbClr val="000099"/>
              </a:solidFill>
              <a:latin typeface="Times New Roman" pitchFamily="18" charset="0"/>
              <a:ea typeface="仿宋_GB2312" pitchFamily="49" charset="-122"/>
            </a:endParaRPr>
          </a:p>
          <a:p>
            <a:pPr eaLnBrk="1" hangingPunct="1"/>
            <a:r>
              <a:rPr altLang="en-US" b="1" sz="3000" kumimoji="1" lang="zh-CN">
                <a:latin typeface="Times New Roman" pitchFamily="18" charset="0"/>
                <a:ea typeface="仿宋_GB2312" pitchFamily="49" charset="-122"/>
              </a:rPr>
              <a:t>则再下一趟也不匹配，因为有</a:t>
            </a:r>
          </a:p>
          <a:p>
            <a:pPr eaLnBrk="1" hangingPunct="1"/>
            <a:r>
              <a:rPr altLang="en-US" b="1" sz="3000" kumimoji="1" lang="zh-CN">
                <a:solidFill>
                  <a:srgbClr val="000099"/>
                </a:solidFill>
                <a:latin typeface="Times New Roman" pitchFamily="18" charset="0"/>
                <a:ea typeface="仿宋_GB2312" pitchFamily="49" charset="-122"/>
              </a:rPr>
              <a:t>		</a:t>
            </a:r>
            <a:r>
              <a:rPr altLang="zh-CN" b="1" sz="3000" kumimoji="1" lang="en-US">
                <a:solidFill>
                  <a:srgbClr val="000099"/>
                </a:solidFill>
                <a:latin typeface="Times New Roman" pitchFamily="18" charset="0"/>
                <a:ea typeface="仿宋_GB2312" pitchFamily="49" charset="-122"/>
              </a:rPr>
              <a:t>p</a:t>
            </a:r>
            <a:r>
              <a:rPr altLang="zh-CN" baseline="-25000" b="1" sz="3000" kumimoji="1" lang="en-US">
                <a:solidFill>
                  <a:srgbClr val="000099"/>
                </a:solidFill>
                <a:latin typeface="Times New Roman" pitchFamily="18" charset="0"/>
                <a:ea typeface="仿宋_GB2312" pitchFamily="49" charset="-122"/>
              </a:rPr>
              <a:t>0</a:t>
            </a:r>
            <a:r>
              <a:rPr altLang="zh-CN" b="1" sz="3000" kumimoji="1" lang="en-US">
                <a:solidFill>
                  <a:srgbClr val="000099"/>
                </a:solidFill>
                <a:latin typeface="Times New Roman" pitchFamily="18" charset="0"/>
                <a:ea typeface="仿宋_GB2312" pitchFamily="49" charset="-122"/>
              </a:rPr>
              <a:t> p</a:t>
            </a:r>
            <a:r>
              <a:rPr altLang="zh-CN" baseline="-25000" b="1" sz="3000" kumimoji="1" lang="en-US">
                <a:solidFill>
                  <a:srgbClr val="000099"/>
                </a:solidFill>
                <a:latin typeface="Times New Roman" pitchFamily="18" charset="0"/>
                <a:ea typeface="仿宋_GB2312" pitchFamily="49" charset="-122"/>
              </a:rPr>
              <a:t>1</a:t>
            </a:r>
            <a:r>
              <a:rPr altLang="zh-CN" b="1" sz="3000" kumimoji="1" lang="en-US">
                <a:solidFill>
                  <a:srgbClr val="000099"/>
                </a:solidFill>
                <a:latin typeface="Times New Roman" pitchFamily="18" charset="0"/>
                <a:ea typeface="仿宋_GB2312" pitchFamily="49" charset="-122"/>
              </a:rPr>
              <a:t> …p</a:t>
            </a:r>
            <a:r>
              <a:rPr altLang="zh-CN" baseline="-25000" b="1" sz="3000" kumimoji="1" lang="en-US">
                <a:solidFill>
                  <a:srgbClr val="000099"/>
                </a:solidFill>
                <a:latin typeface="Times New Roman" pitchFamily="18" charset="0"/>
                <a:ea typeface="仿宋_GB2312" pitchFamily="49" charset="-122"/>
              </a:rPr>
              <a:t>j</a:t>
            </a:r>
            <a:r>
              <a:rPr altLang="zh-CN" baseline="-25000" sz="3000" kumimoji="1" lang="en-US">
                <a:solidFill>
                  <a:srgbClr val="000099"/>
                </a:solidFill>
                <a:latin typeface="Courier New" pitchFamily="49" charset="0"/>
                <a:ea typeface="仿宋_GB2312" pitchFamily="49" charset="-122"/>
              </a:rPr>
              <a:t>-</a:t>
            </a:r>
            <a:r>
              <a:rPr altLang="zh-CN" baseline="-25000" b="1" sz="3000" kumimoji="1" lang="en-US">
                <a:solidFill>
                  <a:srgbClr val="000099"/>
                </a:solidFill>
                <a:latin typeface="Times New Roman" pitchFamily="18" charset="0"/>
                <a:ea typeface="仿宋_GB2312" pitchFamily="49" charset="-122"/>
              </a:rPr>
              <a:t>3  </a:t>
            </a:r>
            <a:r>
              <a:rPr altLang="zh-CN" b="1" sz="3000" kumimoji="1" lang="en-US">
                <a:solidFill>
                  <a:srgbClr val="000099"/>
                </a:solidFill>
                <a:latin typeface="Times New Roman" pitchFamily="18" charset="0"/>
                <a:ea typeface="仿宋_GB2312" pitchFamily="49" charset="-122"/>
                <a:sym typeface="Symbol" pitchFamily="18" charset="2"/>
              </a:rPr>
              <a:t></a:t>
            </a:r>
            <a:r>
              <a:rPr altLang="zh-CN" b="1" sz="3000" kumimoji="1" lang="en-US">
                <a:solidFill>
                  <a:srgbClr val="000099"/>
                </a:solidFill>
                <a:latin typeface="Times New Roman" pitchFamily="18" charset="0"/>
                <a:ea typeface="仿宋_GB2312" pitchFamily="49" charset="-122"/>
              </a:rPr>
              <a:t> t</a:t>
            </a:r>
            <a:r>
              <a:rPr altLang="zh-CN" baseline="-25000" b="1" sz="3000" kumimoji="1" lang="en-US">
                <a:solidFill>
                  <a:srgbClr val="000099"/>
                </a:solidFill>
                <a:latin typeface="Times New Roman" pitchFamily="18" charset="0"/>
                <a:ea typeface="仿宋_GB2312" pitchFamily="49" charset="-122"/>
              </a:rPr>
              <a:t>s+2</a:t>
            </a:r>
            <a:r>
              <a:rPr altLang="zh-CN" b="1" sz="3000" kumimoji="1" lang="en-US">
                <a:solidFill>
                  <a:srgbClr val="000099"/>
                </a:solidFill>
                <a:latin typeface="Times New Roman" pitchFamily="18" charset="0"/>
                <a:ea typeface="仿宋_GB2312" pitchFamily="49" charset="-122"/>
              </a:rPr>
              <a:t> t</a:t>
            </a:r>
            <a:r>
              <a:rPr altLang="zh-CN" baseline="-25000" b="1" sz="3000" kumimoji="1" lang="en-US">
                <a:solidFill>
                  <a:srgbClr val="000099"/>
                </a:solidFill>
                <a:latin typeface="Times New Roman" pitchFamily="18" charset="0"/>
                <a:ea typeface="仿宋_GB2312" pitchFamily="49" charset="-122"/>
              </a:rPr>
              <a:t>s+3</a:t>
            </a:r>
            <a:r>
              <a:rPr altLang="zh-CN" b="1" sz="3000" kumimoji="1" lang="en-US">
                <a:solidFill>
                  <a:srgbClr val="000099"/>
                </a:solidFill>
                <a:latin typeface="Times New Roman" pitchFamily="18" charset="0"/>
                <a:ea typeface="仿宋_GB2312" pitchFamily="49" charset="-122"/>
              </a:rPr>
              <a:t> … t</a:t>
            </a:r>
            <a:r>
              <a:rPr altLang="zh-CN" baseline="-25000" b="1" sz="3000" kumimoji="1" lang="en-US">
                <a:solidFill>
                  <a:srgbClr val="000099"/>
                </a:solidFill>
                <a:latin typeface="Times New Roman" pitchFamily="18" charset="0"/>
                <a:ea typeface="仿宋_GB2312" pitchFamily="49" charset="-122"/>
              </a:rPr>
              <a:t>s+j</a:t>
            </a:r>
            <a:r>
              <a:rPr altLang="zh-CN" baseline="-25000" sz="3000" kumimoji="1" lang="en-US">
                <a:solidFill>
                  <a:srgbClr val="000099"/>
                </a:solidFill>
                <a:latin typeface="Courier New" pitchFamily="49" charset="0"/>
                <a:ea typeface="仿宋_GB2312" pitchFamily="49" charset="-122"/>
              </a:rPr>
              <a:t>-</a:t>
            </a:r>
            <a:r>
              <a:rPr altLang="zh-CN" baseline="-25000" b="1" sz="3000" kumimoji="1" lang="en-US">
                <a:solidFill>
                  <a:srgbClr val="000099"/>
                </a:solidFill>
                <a:latin typeface="Times New Roman" pitchFamily="18" charset="0"/>
                <a:ea typeface="仿宋_GB2312" pitchFamily="49" charset="-122"/>
              </a:rPr>
              <a:t>1</a:t>
            </a:r>
          </a:p>
          <a:p>
            <a:pPr eaLnBrk="1" hangingPunct="1"/>
            <a:endParaRPr altLang="zh-CN" b="1" sz="1000" kumimoji="1" lang="en-US">
              <a:solidFill>
                <a:srgbClr val="000099"/>
              </a:solidFill>
              <a:latin typeface="Times New Roman" pitchFamily="18" charset="0"/>
              <a:ea typeface="仿宋_GB2312" pitchFamily="49" charset="-122"/>
            </a:endParaRPr>
          </a:p>
          <a:p>
            <a:pPr eaLnBrk="1" hangingPunct="1"/>
            <a:r>
              <a:rPr altLang="en-US" b="1" sz="3000" kumimoji="1" lang="zh-CN">
                <a:latin typeface="Times New Roman" pitchFamily="18" charset="0"/>
                <a:ea typeface="仿宋_GB2312" pitchFamily="49" charset="-122"/>
              </a:rPr>
              <a:t>直到对于某一个“</a:t>
            </a:r>
            <a:r>
              <a:rPr altLang="zh-CN" b="1" sz="3000" kumimoji="1" lang="en-US">
                <a:solidFill>
                  <a:schemeClr val="tx2"/>
                </a:solidFill>
                <a:latin typeface="Times New Roman" pitchFamily="18" charset="0"/>
                <a:ea typeface="仿宋_GB2312" pitchFamily="49" charset="-122"/>
              </a:rPr>
              <a:t>k</a:t>
            </a:r>
            <a:r>
              <a:rPr altLang="zh-CN" b="1" sz="3000" kumimoji="1" lang="en-US">
                <a:latin typeface="Times New Roman" pitchFamily="18" charset="0"/>
                <a:ea typeface="仿宋_GB2312" pitchFamily="49" charset="-122"/>
              </a:rPr>
              <a:t>”</a:t>
            </a:r>
            <a:r>
              <a:rPr altLang="en-US" b="1" sz="3000" kumimoji="1" lang="zh-CN">
                <a:latin typeface="Times New Roman" pitchFamily="18" charset="0"/>
                <a:ea typeface="仿宋_GB2312" pitchFamily="49" charset="-122"/>
              </a:rPr>
              <a:t>值，使得</a:t>
            </a:r>
          </a:p>
          <a:p>
            <a:pPr eaLnBrk="1" hangingPunct="1"/>
            <a:r>
              <a:rPr altLang="en-US" b="1" sz="3000" kumimoji="1" lang="zh-CN">
                <a:solidFill>
                  <a:srgbClr val="000099"/>
                </a:solidFill>
                <a:latin typeface="Times New Roman" pitchFamily="18" charset="0"/>
                <a:ea typeface="仿宋_GB2312" pitchFamily="49" charset="-122"/>
              </a:rPr>
              <a:t>                   </a:t>
            </a:r>
            <a:r>
              <a:rPr altLang="zh-CN" b="1" sz="3000" kumimoji="1" lang="en-US">
                <a:solidFill>
                  <a:srgbClr val="000099"/>
                </a:solidFill>
                <a:latin typeface="Times New Roman" pitchFamily="18" charset="0"/>
                <a:ea typeface="仿宋_GB2312" pitchFamily="49" charset="-122"/>
              </a:rPr>
              <a:t>p</a:t>
            </a:r>
            <a:r>
              <a:rPr altLang="zh-CN" baseline="-25000" b="1" sz="3000" kumimoji="1" lang="en-US">
                <a:solidFill>
                  <a:srgbClr val="000099"/>
                </a:solidFill>
                <a:latin typeface="Times New Roman" pitchFamily="18" charset="0"/>
                <a:ea typeface="仿宋_GB2312" pitchFamily="49" charset="-122"/>
              </a:rPr>
              <a:t>0</a:t>
            </a:r>
            <a:r>
              <a:rPr altLang="zh-CN" b="1" sz="3000" kumimoji="1" lang="en-US">
                <a:solidFill>
                  <a:srgbClr val="000099"/>
                </a:solidFill>
                <a:latin typeface="Times New Roman" pitchFamily="18" charset="0"/>
                <a:ea typeface="仿宋_GB2312" pitchFamily="49" charset="-122"/>
              </a:rPr>
              <a:t> p</a:t>
            </a:r>
            <a:r>
              <a:rPr altLang="zh-CN" baseline="-25000" b="1" sz="3000" kumimoji="1" lang="en-US">
                <a:solidFill>
                  <a:srgbClr val="000099"/>
                </a:solidFill>
                <a:latin typeface="Times New Roman" pitchFamily="18" charset="0"/>
                <a:ea typeface="仿宋_GB2312" pitchFamily="49" charset="-122"/>
              </a:rPr>
              <a:t>1</a:t>
            </a:r>
            <a:r>
              <a:rPr altLang="zh-CN" b="1" sz="3000" kumimoji="1" lang="en-US">
                <a:solidFill>
                  <a:srgbClr val="000099"/>
                </a:solidFill>
                <a:latin typeface="Times New Roman" pitchFamily="18" charset="0"/>
                <a:ea typeface="仿宋_GB2312" pitchFamily="49" charset="-122"/>
              </a:rPr>
              <a:t> …p</a:t>
            </a:r>
            <a:r>
              <a:rPr altLang="zh-CN" baseline="-25000" b="1" sz="3000" kumimoji="1" lang="en-US">
                <a:solidFill>
                  <a:srgbClr val="000099"/>
                </a:solidFill>
                <a:latin typeface="Times New Roman" pitchFamily="18" charset="0"/>
                <a:ea typeface="仿宋_GB2312" pitchFamily="49" charset="-122"/>
              </a:rPr>
              <a:t>k+1  </a:t>
            </a:r>
            <a:r>
              <a:rPr altLang="zh-CN" b="1" sz="3000" kumimoji="1" lang="en-US">
                <a:solidFill>
                  <a:srgbClr val="000099"/>
                </a:solidFill>
                <a:latin typeface="Times New Roman" pitchFamily="18" charset="0"/>
                <a:ea typeface="仿宋_GB2312" pitchFamily="49" charset="-122"/>
                <a:sym typeface="Symbol" pitchFamily="18" charset="2"/>
              </a:rPr>
              <a:t></a:t>
            </a:r>
            <a:r>
              <a:rPr altLang="zh-CN" b="1" sz="3000" kumimoji="1" lang="en-US">
                <a:solidFill>
                  <a:srgbClr val="000099"/>
                </a:solidFill>
                <a:latin typeface="Times New Roman" pitchFamily="18" charset="0"/>
                <a:ea typeface="仿宋_GB2312" pitchFamily="49" charset="-122"/>
              </a:rPr>
              <a:t> p</a:t>
            </a:r>
            <a:r>
              <a:rPr altLang="zh-CN" baseline="-25000" b="1" sz="3000" kumimoji="1" lang="en-US">
                <a:solidFill>
                  <a:srgbClr val="000099"/>
                </a:solidFill>
                <a:latin typeface="Times New Roman" pitchFamily="18" charset="0"/>
                <a:ea typeface="仿宋_GB2312" pitchFamily="49" charset="-122"/>
              </a:rPr>
              <a:t>j</a:t>
            </a:r>
            <a:r>
              <a:rPr altLang="zh-CN" baseline="-25000" sz="3000" kumimoji="1" lang="en-US">
                <a:solidFill>
                  <a:srgbClr val="000099"/>
                </a:solidFill>
                <a:latin typeface="Courier New" pitchFamily="49" charset="0"/>
                <a:ea typeface="仿宋_GB2312" pitchFamily="49" charset="-122"/>
              </a:rPr>
              <a:t>-</a:t>
            </a:r>
            <a:r>
              <a:rPr altLang="zh-CN" baseline="-25000" b="1" sz="3000" kumimoji="1" lang="en-US">
                <a:solidFill>
                  <a:srgbClr val="000099"/>
                </a:solidFill>
                <a:latin typeface="Times New Roman" pitchFamily="18" charset="0"/>
                <a:ea typeface="仿宋_GB2312" pitchFamily="49" charset="-122"/>
              </a:rPr>
              <a:t>k</a:t>
            </a:r>
            <a:r>
              <a:rPr altLang="zh-CN" baseline="-25000" sz="3000" kumimoji="1" lang="en-US">
                <a:solidFill>
                  <a:srgbClr val="000099"/>
                </a:solidFill>
                <a:latin typeface="Courier New" pitchFamily="49" charset="0"/>
                <a:ea typeface="仿宋_GB2312" pitchFamily="49" charset="-122"/>
              </a:rPr>
              <a:t>-</a:t>
            </a:r>
            <a:r>
              <a:rPr altLang="zh-CN" baseline="-25000" b="1" sz="3000" kumimoji="1" lang="en-US">
                <a:solidFill>
                  <a:srgbClr val="000099"/>
                </a:solidFill>
                <a:latin typeface="Times New Roman" pitchFamily="18" charset="0"/>
                <a:ea typeface="仿宋_GB2312" pitchFamily="49" charset="-122"/>
              </a:rPr>
              <a:t>2</a:t>
            </a:r>
            <a:r>
              <a:rPr altLang="zh-CN" b="1" sz="3000" kumimoji="1" lang="en-US">
                <a:solidFill>
                  <a:srgbClr val="000099"/>
                </a:solidFill>
                <a:latin typeface="Times New Roman" pitchFamily="18" charset="0"/>
                <a:ea typeface="仿宋_GB2312" pitchFamily="49" charset="-122"/>
              </a:rPr>
              <a:t> p</a:t>
            </a:r>
            <a:r>
              <a:rPr altLang="zh-CN" baseline="-25000" b="1" sz="3000" kumimoji="1" lang="en-US">
                <a:solidFill>
                  <a:srgbClr val="000099"/>
                </a:solidFill>
                <a:latin typeface="Times New Roman" pitchFamily="18" charset="0"/>
                <a:ea typeface="仿宋_GB2312" pitchFamily="49" charset="-122"/>
              </a:rPr>
              <a:t>j</a:t>
            </a:r>
            <a:r>
              <a:rPr altLang="zh-CN" baseline="-25000" sz="3000" kumimoji="1" lang="en-US">
                <a:solidFill>
                  <a:srgbClr val="000099"/>
                </a:solidFill>
                <a:latin typeface="Courier New" pitchFamily="49" charset="0"/>
                <a:ea typeface="仿宋_GB2312" pitchFamily="49" charset="-122"/>
              </a:rPr>
              <a:t>-</a:t>
            </a:r>
            <a:r>
              <a:rPr altLang="zh-CN" baseline="-25000" b="1" sz="3000" kumimoji="1" lang="en-US">
                <a:solidFill>
                  <a:srgbClr val="000099"/>
                </a:solidFill>
                <a:latin typeface="Times New Roman" pitchFamily="18" charset="0"/>
                <a:ea typeface="仿宋_GB2312" pitchFamily="49" charset="-122"/>
              </a:rPr>
              <a:t>k</a:t>
            </a:r>
            <a:r>
              <a:rPr altLang="zh-CN" baseline="-25000" sz="3000" kumimoji="1" lang="en-US">
                <a:solidFill>
                  <a:srgbClr val="000099"/>
                </a:solidFill>
                <a:latin typeface="Courier New" pitchFamily="49" charset="0"/>
                <a:ea typeface="仿宋_GB2312" pitchFamily="49" charset="-122"/>
              </a:rPr>
              <a:t>-</a:t>
            </a:r>
            <a:r>
              <a:rPr altLang="zh-CN" baseline="-25000" b="1" sz="3000" kumimoji="1" lang="en-US">
                <a:solidFill>
                  <a:srgbClr val="000099"/>
                </a:solidFill>
                <a:latin typeface="Times New Roman" pitchFamily="18" charset="0"/>
                <a:ea typeface="仿宋_GB2312" pitchFamily="49" charset="-122"/>
              </a:rPr>
              <a:t>1 </a:t>
            </a:r>
            <a:r>
              <a:rPr altLang="zh-CN" b="1" sz="3000" kumimoji="1" lang="en-US">
                <a:solidFill>
                  <a:srgbClr val="000099"/>
                </a:solidFill>
                <a:latin typeface="Times New Roman" pitchFamily="18" charset="0"/>
                <a:ea typeface="仿宋_GB2312" pitchFamily="49" charset="-122"/>
              </a:rPr>
              <a:t>…p</a:t>
            </a:r>
            <a:r>
              <a:rPr altLang="zh-CN" baseline="-25000" b="1" sz="3000" kumimoji="1" lang="en-US">
                <a:solidFill>
                  <a:srgbClr val="000099"/>
                </a:solidFill>
                <a:latin typeface="Times New Roman" pitchFamily="18" charset="0"/>
                <a:ea typeface="仿宋_GB2312" pitchFamily="49" charset="-122"/>
              </a:rPr>
              <a:t>j</a:t>
            </a:r>
            <a:r>
              <a:rPr altLang="zh-CN" baseline="-25000" sz="3000" kumimoji="1" lang="en-US">
                <a:solidFill>
                  <a:srgbClr val="000099"/>
                </a:solidFill>
                <a:latin typeface="Courier New" pitchFamily="49" charset="0"/>
                <a:ea typeface="仿宋_GB2312" pitchFamily="49" charset="-122"/>
              </a:rPr>
              <a:t>-</a:t>
            </a:r>
            <a:r>
              <a:rPr altLang="zh-CN" baseline="-25000" b="1" sz="3000" kumimoji="1" lang="en-US">
                <a:solidFill>
                  <a:srgbClr val="000099"/>
                </a:solidFill>
                <a:latin typeface="Times New Roman" pitchFamily="18" charset="0"/>
                <a:ea typeface="仿宋_GB2312" pitchFamily="49" charset="-122"/>
              </a:rPr>
              <a:t>1  </a:t>
            </a:r>
          </a:p>
          <a:p>
            <a:pPr eaLnBrk="1" hangingPunct="1"/>
            <a:endParaRPr altLang="zh-CN" b="1" sz="1000" kumimoji="1" lang="en-US">
              <a:solidFill>
                <a:srgbClr val="006600"/>
              </a:solidFill>
              <a:effectLst>
                <a:outerShdw algn="tl" blurRad="38100" dir="2700000" dist="38100">
                  <a:srgbClr val="C0C0C0"/>
                </a:outerShdw>
              </a:effectLst>
              <a:latin typeface="Times New Roman" pitchFamily="18" charset="0"/>
              <a:ea typeface="仿宋_GB2312" pitchFamily="49" charset="-122"/>
            </a:endParaRPr>
          </a:p>
          <a:p>
            <a:pPr eaLnBrk="1" hangingPunct="1"/>
            <a:r>
              <a:rPr altLang="en-US" b="1" sz="3000" kumimoji="1" lang="zh-CN">
                <a:latin typeface="Times New Roman" pitchFamily="18" charset="0"/>
                <a:ea typeface="仿宋_GB2312" pitchFamily="49" charset="-122"/>
              </a:rPr>
              <a:t>且</a:t>
            </a:r>
            <a:r>
              <a:rPr altLang="en-US" baseline="-25000" b="1" sz="3000" kumimoji="1" lang="zh-CN">
                <a:solidFill>
                  <a:srgbClr val="000099"/>
                </a:solidFill>
                <a:latin typeface="Times New Roman" pitchFamily="18" charset="0"/>
                <a:ea typeface="仿宋_GB2312" pitchFamily="49" charset="-122"/>
              </a:rPr>
              <a:t>                      </a:t>
            </a:r>
            <a:r>
              <a:rPr altLang="zh-CN" b="1" sz="3000" kumimoji="1" lang="en-US">
                <a:solidFill>
                  <a:srgbClr val="000099"/>
                </a:solidFill>
                <a:latin typeface="Times New Roman" pitchFamily="18" charset="0"/>
                <a:ea typeface="仿宋_GB2312" pitchFamily="49" charset="-122"/>
              </a:rPr>
              <a:t>p</a:t>
            </a:r>
            <a:r>
              <a:rPr altLang="zh-CN" baseline="-25000" b="1" sz="3000" kumimoji="1" lang="en-US">
                <a:solidFill>
                  <a:srgbClr val="000099"/>
                </a:solidFill>
                <a:latin typeface="Times New Roman" pitchFamily="18" charset="0"/>
                <a:ea typeface="仿宋_GB2312" pitchFamily="49" charset="-122"/>
              </a:rPr>
              <a:t>0</a:t>
            </a:r>
            <a:r>
              <a:rPr altLang="zh-CN" b="1" sz="3000" kumimoji="1" lang="en-US">
                <a:solidFill>
                  <a:srgbClr val="000099"/>
                </a:solidFill>
                <a:latin typeface="Times New Roman" pitchFamily="18" charset="0"/>
                <a:ea typeface="仿宋_GB2312" pitchFamily="49" charset="-122"/>
              </a:rPr>
              <a:t> p</a:t>
            </a:r>
            <a:r>
              <a:rPr altLang="zh-CN" baseline="-25000" b="1" sz="3000" kumimoji="1" lang="en-US">
                <a:solidFill>
                  <a:srgbClr val="000099"/>
                </a:solidFill>
                <a:latin typeface="Times New Roman" pitchFamily="18" charset="0"/>
                <a:ea typeface="仿宋_GB2312" pitchFamily="49" charset="-122"/>
              </a:rPr>
              <a:t>1</a:t>
            </a:r>
            <a:r>
              <a:rPr altLang="zh-CN" b="1" sz="3000" kumimoji="1" lang="en-US">
                <a:solidFill>
                  <a:srgbClr val="000099"/>
                </a:solidFill>
                <a:latin typeface="Times New Roman" pitchFamily="18" charset="0"/>
                <a:ea typeface="仿宋_GB2312" pitchFamily="49" charset="-122"/>
              </a:rPr>
              <a:t> …p</a:t>
            </a:r>
            <a:r>
              <a:rPr altLang="zh-CN" baseline="-25000" b="1" sz="3000" kumimoji="1" lang="en-US">
                <a:solidFill>
                  <a:srgbClr val="000099"/>
                </a:solidFill>
                <a:latin typeface="Times New Roman" pitchFamily="18" charset="0"/>
                <a:ea typeface="仿宋_GB2312" pitchFamily="49" charset="-122"/>
              </a:rPr>
              <a:t>k </a:t>
            </a:r>
            <a:r>
              <a:rPr altLang="zh-CN" b="1" sz="3000" kumimoji="1" lang="en-US">
                <a:solidFill>
                  <a:srgbClr val="000099"/>
                </a:solidFill>
                <a:latin typeface="Times New Roman" pitchFamily="18" charset="0"/>
                <a:ea typeface="仿宋_GB2312" pitchFamily="49" charset="-122"/>
              </a:rPr>
              <a:t>=</a:t>
            </a:r>
            <a:r>
              <a:rPr altLang="zh-CN" baseline="-25000" b="1" sz="3000" kumimoji="1" lang="en-US">
                <a:solidFill>
                  <a:srgbClr val="000099"/>
                </a:solidFill>
                <a:latin typeface="Times New Roman" pitchFamily="18" charset="0"/>
                <a:ea typeface="仿宋_GB2312" pitchFamily="49" charset="-122"/>
              </a:rPr>
              <a:t> </a:t>
            </a:r>
            <a:r>
              <a:rPr altLang="zh-CN" b="1" sz="3000" kumimoji="1" lang="en-US">
                <a:solidFill>
                  <a:srgbClr val="000099"/>
                </a:solidFill>
                <a:latin typeface="Times New Roman" pitchFamily="18" charset="0"/>
                <a:ea typeface="仿宋_GB2312" pitchFamily="49" charset="-122"/>
              </a:rPr>
              <a:t>p</a:t>
            </a:r>
            <a:r>
              <a:rPr altLang="zh-CN" baseline="-25000" b="1" sz="3000" kumimoji="1" lang="en-US">
                <a:solidFill>
                  <a:srgbClr val="000099"/>
                </a:solidFill>
                <a:latin typeface="Times New Roman" pitchFamily="18" charset="0"/>
                <a:ea typeface="仿宋_GB2312" pitchFamily="49" charset="-122"/>
              </a:rPr>
              <a:t>j</a:t>
            </a:r>
            <a:r>
              <a:rPr altLang="zh-CN" baseline="-25000" sz="3000" kumimoji="1" lang="en-US">
                <a:solidFill>
                  <a:srgbClr val="000099"/>
                </a:solidFill>
                <a:latin typeface="Courier New" pitchFamily="49" charset="0"/>
                <a:ea typeface="仿宋_GB2312" pitchFamily="49" charset="-122"/>
              </a:rPr>
              <a:t>-</a:t>
            </a:r>
            <a:r>
              <a:rPr altLang="zh-CN" baseline="-25000" b="1" sz="3000" kumimoji="1" lang="en-US">
                <a:solidFill>
                  <a:srgbClr val="000099"/>
                </a:solidFill>
                <a:latin typeface="Times New Roman" pitchFamily="18" charset="0"/>
                <a:ea typeface="仿宋_GB2312" pitchFamily="49" charset="-122"/>
              </a:rPr>
              <a:t>k</a:t>
            </a:r>
            <a:r>
              <a:rPr altLang="zh-CN" baseline="-25000" sz="3000" kumimoji="1" lang="en-US">
                <a:solidFill>
                  <a:srgbClr val="000099"/>
                </a:solidFill>
                <a:latin typeface="Courier New" pitchFamily="49" charset="0"/>
                <a:ea typeface="仿宋_GB2312" pitchFamily="49" charset="-122"/>
              </a:rPr>
              <a:t>-</a:t>
            </a:r>
            <a:r>
              <a:rPr altLang="zh-CN" baseline="-25000" b="1" sz="3000" kumimoji="1" lang="en-US">
                <a:solidFill>
                  <a:srgbClr val="000099"/>
                </a:solidFill>
                <a:latin typeface="Times New Roman" pitchFamily="18" charset="0"/>
                <a:ea typeface="仿宋_GB2312" pitchFamily="49" charset="-122"/>
              </a:rPr>
              <a:t>1</a:t>
            </a:r>
            <a:r>
              <a:rPr altLang="zh-CN" b="1" sz="3000" kumimoji="1" lang="en-US">
                <a:solidFill>
                  <a:srgbClr val="000099"/>
                </a:solidFill>
                <a:latin typeface="Times New Roman" pitchFamily="18" charset="0"/>
                <a:ea typeface="仿宋_GB2312" pitchFamily="49" charset="-122"/>
              </a:rPr>
              <a:t> p</a:t>
            </a:r>
            <a:r>
              <a:rPr altLang="zh-CN" baseline="-25000" b="1" sz="3000" kumimoji="1" lang="en-US">
                <a:solidFill>
                  <a:srgbClr val="000099"/>
                </a:solidFill>
                <a:latin typeface="Times New Roman" pitchFamily="18" charset="0"/>
                <a:ea typeface="仿宋_GB2312" pitchFamily="49" charset="-122"/>
              </a:rPr>
              <a:t>j</a:t>
            </a:r>
            <a:r>
              <a:rPr altLang="zh-CN" baseline="-25000" sz="3000" kumimoji="1" lang="en-US">
                <a:solidFill>
                  <a:srgbClr val="000099"/>
                </a:solidFill>
                <a:latin typeface="Courier New" pitchFamily="49" charset="0"/>
                <a:ea typeface="仿宋_GB2312" pitchFamily="49" charset="-122"/>
              </a:rPr>
              <a:t>-</a:t>
            </a:r>
            <a:r>
              <a:rPr altLang="zh-CN" baseline="-25000" b="1" sz="3000" kumimoji="1" lang="en-US">
                <a:solidFill>
                  <a:srgbClr val="000099"/>
                </a:solidFill>
                <a:latin typeface="Times New Roman" pitchFamily="18" charset="0"/>
                <a:ea typeface="仿宋_GB2312" pitchFamily="49" charset="-122"/>
              </a:rPr>
              <a:t>k </a:t>
            </a:r>
            <a:r>
              <a:rPr altLang="zh-CN" b="1" sz="3000" kumimoji="1" lang="en-US">
                <a:solidFill>
                  <a:srgbClr val="000099"/>
                </a:solidFill>
                <a:latin typeface="Times New Roman" pitchFamily="18" charset="0"/>
                <a:ea typeface="仿宋_GB2312" pitchFamily="49" charset="-122"/>
              </a:rPr>
              <a:t>…p</a:t>
            </a:r>
            <a:r>
              <a:rPr altLang="zh-CN" baseline="-25000" b="1" sz="3000" kumimoji="1" lang="en-US">
                <a:solidFill>
                  <a:srgbClr val="000099"/>
                </a:solidFill>
                <a:latin typeface="Times New Roman" pitchFamily="18" charset="0"/>
                <a:ea typeface="仿宋_GB2312" pitchFamily="49" charset="-122"/>
              </a:rPr>
              <a:t>j</a:t>
            </a:r>
            <a:r>
              <a:rPr altLang="zh-CN" baseline="-25000" sz="3000" kumimoji="1" lang="en-US">
                <a:solidFill>
                  <a:srgbClr val="000099"/>
                </a:solidFill>
                <a:latin typeface="Courier New" pitchFamily="49" charset="0"/>
                <a:ea typeface="仿宋_GB2312" pitchFamily="49" charset="-122"/>
              </a:rPr>
              <a:t>-</a:t>
            </a:r>
            <a:r>
              <a:rPr altLang="zh-CN" baseline="-25000" b="1" sz="3000" kumimoji="1" lang="en-US">
                <a:solidFill>
                  <a:srgbClr val="000099"/>
                </a:solidFill>
                <a:latin typeface="Times New Roman" pitchFamily="18" charset="0"/>
                <a:ea typeface="仿宋_GB2312" pitchFamily="49" charset="-122"/>
              </a:rPr>
              <a:t>1</a:t>
            </a:r>
            <a:endParaRPr altLang="zh-CN" b="1" sz="3000" kumimoji="1" lang="en-US">
              <a:solidFill>
                <a:srgbClr val="000099"/>
              </a:solidFill>
              <a:latin typeface="Times New Roman" pitchFamily="18" charset="0"/>
              <a:ea typeface="仿宋_GB2312" pitchFamily="49" charset="-122"/>
            </a:endParaRPr>
          </a:p>
          <a:p>
            <a:pPr eaLnBrk="1" hangingPunct="1"/>
            <a:endParaRPr altLang="zh-CN" b="1" sz="1000" kumimoji="1" lang="en-US">
              <a:solidFill>
                <a:srgbClr val="000099"/>
              </a:solidFill>
              <a:latin typeface="Times New Roman" pitchFamily="18" charset="0"/>
              <a:ea typeface="仿宋_GB2312" pitchFamily="49" charset="-122"/>
            </a:endParaRPr>
          </a:p>
          <a:p>
            <a:pPr eaLnBrk="1" hangingPunct="1"/>
            <a:r>
              <a:rPr altLang="en-US" b="1" sz="3000" kumimoji="1" lang="zh-CN">
                <a:latin typeface="Times New Roman" pitchFamily="18" charset="0"/>
                <a:ea typeface="仿宋_GB2312" pitchFamily="49" charset="-122"/>
              </a:rPr>
              <a:t>则</a:t>
            </a:r>
            <a:r>
              <a:rPr altLang="en-US" b="1" sz="3000" kumimoji="1" lang="zh-CN">
                <a:solidFill>
                  <a:srgbClr val="000099"/>
                </a:solidFill>
                <a:latin typeface="Times New Roman" pitchFamily="18" charset="0"/>
                <a:ea typeface="仿宋_GB2312" pitchFamily="49" charset="-122"/>
              </a:rPr>
              <a:t>	         </a:t>
            </a:r>
            <a:r>
              <a:rPr altLang="zh-CN" b="1" sz="3000" kumimoji="1" lang="en-US">
                <a:solidFill>
                  <a:srgbClr val="000099"/>
                </a:solidFill>
                <a:latin typeface="Times New Roman" pitchFamily="18" charset="0"/>
                <a:ea typeface="仿宋_GB2312" pitchFamily="49" charset="-122"/>
              </a:rPr>
              <a:t>p</a:t>
            </a:r>
            <a:r>
              <a:rPr altLang="zh-CN" baseline="-25000" b="1" sz="3000" kumimoji="1" lang="en-US">
                <a:solidFill>
                  <a:srgbClr val="000099"/>
                </a:solidFill>
                <a:latin typeface="Times New Roman" pitchFamily="18" charset="0"/>
                <a:ea typeface="仿宋_GB2312" pitchFamily="49" charset="-122"/>
              </a:rPr>
              <a:t>0</a:t>
            </a:r>
            <a:r>
              <a:rPr altLang="zh-CN" b="1" sz="3000" kumimoji="1" lang="en-US">
                <a:solidFill>
                  <a:srgbClr val="000099"/>
                </a:solidFill>
                <a:latin typeface="Times New Roman" pitchFamily="18" charset="0"/>
                <a:ea typeface="仿宋_GB2312" pitchFamily="49" charset="-122"/>
              </a:rPr>
              <a:t> p</a:t>
            </a:r>
            <a:r>
              <a:rPr altLang="zh-CN" baseline="-25000" b="1" sz="3000" kumimoji="1" lang="en-US">
                <a:solidFill>
                  <a:srgbClr val="000099"/>
                </a:solidFill>
                <a:latin typeface="Times New Roman" pitchFamily="18" charset="0"/>
                <a:ea typeface="仿宋_GB2312" pitchFamily="49" charset="-122"/>
              </a:rPr>
              <a:t>1</a:t>
            </a:r>
            <a:r>
              <a:rPr altLang="zh-CN" b="1" sz="3000" kumimoji="1" lang="en-US">
                <a:solidFill>
                  <a:srgbClr val="000099"/>
                </a:solidFill>
                <a:latin typeface="Times New Roman" pitchFamily="18" charset="0"/>
                <a:ea typeface="仿宋_GB2312" pitchFamily="49" charset="-122"/>
              </a:rPr>
              <a:t> …p</a:t>
            </a:r>
            <a:r>
              <a:rPr altLang="zh-CN" baseline="-25000" b="1" sz="3000" kumimoji="1" lang="en-US">
                <a:solidFill>
                  <a:srgbClr val="000099"/>
                </a:solidFill>
                <a:latin typeface="Times New Roman" pitchFamily="18" charset="0"/>
                <a:ea typeface="仿宋_GB2312" pitchFamily="49" charset="-122"/>
              </a:rPr>
              <a:t>k </a:t>
            </a:r>
            <a:r>
              <a:rPr altLang="zh-CN" b="1" sz="3000" kumimoji="1" lang="en-US">
                <a:solidFill>
                  <a:srgbClr val="000099"/>
                </a:solidFill>
                <a:latin typeface="Times New Roman" pitchFamily="18" charset="0"/>
                <a:ea typeface="仿宋_GB2312" pitchFamily="49" charset="-122"/>
              </a:rPr>
              <a:t>= t</a:t>
            </a:r>
            <a:r>
              <a:rPr altLang="zh-CN" baseline="-25000" b="1" sz="3000" kumimoji="1" lang="en-US">
                <a:solidFill>
                  <a:srgbClr val="000099"/>
                </a:solidFill>
                <a:latin typeface="Times New Roman" pitchFamily="18" charset="0"/>
                <a:ea typeface="仿宋_GB2312" pitchFamily="49" charset="-122"/>
              </a:rPr>
              <a:t>s+j</a:t>
            </a:r>
            <a:r>
              <a:rPr altLang="zh-CN" baseline="-25000" sz="3000" kumimoji="1" lang="en-US">
                <a:solidFill>
                  <a:srgbClr val="000099"/>
                </a:solidFill>
                <a:latin typeface="Courier New" pitchFamily="49" charset="0"/>
                <a:ea typeface="仿宋_GB2312" pitchFamily="49" charset="-122"/>
              </a:rPr>
              <a:t>-</a:t>
            </a:r>
            <a:r>
              <a:rPr altLang="zh-CN" baseline="-25000" b="1" sz="3000" kumimoji="1" lang="en-US">
                <a:solidFill>
                  <a:srgbClr val="000099"/>
                </a:solidFill>
                <a:latin typeface="Times New Roman" pitchFamily="18" charset="0"/>
                <a:ea typeface="仿宋_GB2312" pitchFamily="49" charset="-122"/>
              </a:rPr>
              <a:t>k</a:t>
            </a:r>
            <a:r>
              <a:rPr altLang="zh-CN" baseline="-25000" sz="3000" kumimoji="1" lang="en-US">
                <a:solidFill>
                  <a:srgbClr val="000099"/>
                </a:solidFill>
                <a:latin typeface="Courier New" pitchFamily="49" charset="0"/>
                <a:ea typeface="仿宋_GB2312" pitchFamily="49" charset="-122"/>
              </a:rPr>
              <a:t>-</a:t>
            </a:r>
            <a:r>
              <a:rPr altLang="zh-CN" baseline="-25000" b="1" sz="3000" kumimoji="1" lang="en-US">
                <a:solidFill>
                  <a:srgbClr val="000099"/>
                </a:solidFill>
                <a:latin typeface="Times New Roman" pitchFamily="18" charset="0"/>
                <a:ea typeface="仿宋_GB2312" pitchFamily="49" charset="-122"/>
              </a:rPr>
              <a:t>1</a:t>
            </a:r>
            <a:r>
              <a:rPr altLang="zh-CN" b="1" sz="3000" kumimoji="1" lang="en-US">
                <a:solidFill>
                  <a:srgbClr val="000099"/>
                </a:solidFill>
                <a:latin typeface="Times New Roman" pitchFamily="18" charset="0"/>
                <a:ea typeface="仿宋_GB2312" pitchFamily="49" charset="-122"/>
              </a:rPr>
              <a:t> t</a:t>
            </a:r>
            <a:r>
              <a:rPr altLang="zh-CN" baseline="-25000" b="1" sz="3000" kumimoji="1" lang="en-US">
                <a:solidFill>
                  <a:srgbClr val="000099"/>
                </a:solidFill>
                <a:latin typeface="Times New Roman" pitchFamily="18" charset="0"/>
                <a:ea typeface="仿宋_GB2312" pitchFamily="49" charset="-122"/>
              </a:rPr>
              <a:t>s+j</a:t>
            </a:r>
            <a:r>
              <a:rPr altLang="zh-CN" baseline="-25000" sz="3000" kumimoji="1" lang="en-US">
                <a:solidFill>
                  <a:srgbClr val="000099"/>
                </a:solidFill>
                <a:latin typeface="Courier New" pitchFamily="49" charset="0"/>
                <a:ea typeface="仿宋_GB2312" pitchFamily="49" charset="-122"/>
              </a:rPr>
              <a:t>-</a:t>
            </a:r>
            <a:r>
              <a:rPr altLang="zh-CN" baseline="-25000" b="1" sz="3000" kumimoji="1" lang="en-US">
                <a:solidFill>
                  <a:srgbClr val="000099"/>
                </a:solidFill>
                <a:latin typeface="Times New Roman" pitchFamily="18" charset="0"/>
                <a:ea typeface="仿宋_GB2312" pitchFamily="49" charset="-122"/>
              </a:rPr>
              <a:t>k</a:t>
            </a:r>
            <a:r>
              <a:rPr altLang="zh-CN" b="1" sz="3000" kumimoji="1" lang="en-US">
                <a:solidFill>
                  <a:srgbClr val="000099"/>
                </a:solidFill>
                <a:latin typeface="Times New Roman" pitchFamily="18" charset="0"/>
                <a:ea typeface="仿宋_GB2312" pitchFamily="49" charset="-122"/>
              </a:rPr>
              <a:t> … t</a:t>
            </a:r>
            <a:r>
              <a:rPr altLang="zh-CN" baseline="-25000" b="1" sz="3000" kumimoji="1" lang="en-US">
                <a:solidFill>
                  <a:srgbClr val="000099"/>
                </a:solidFill>
                <a:latin typeface="Times New Roman" pitchFamily="18" charset="0"/>
                <a:ea typeface="仿宋_GB2312" pitchFamily="49" charset="-122"/>
              </a:rPr>
              <a:t>s+j</a:t>
            </a:r>
            <a:r>
              <a:rPr altLang="zh-CN" baseline="-25000" sz="3000" kumimoji="1" lang="en-US">
                <a:solidFill>
                  <a:srgbClr val="000099"/>
                </a:solidFill>
                <a:latin typeface="Courier New" pitchFamily="49" charset="0"/>
                <a:ea typeface="仿宋_GB2312" pitchFamily="49" charset="-122"/>
              </a:rPr>
              <a:t>-</a:t>
            </a:r>
            <a:r>
              <a:rPr altLang="zh-CN" baseline="-25000" b="1" sz="3000" kumimoji="1" lang="en-US">
                <a:solidFill>
                  <a:srgbClr val="000099"/>
                </a:solidFill>
                <a:latin typeface="Times New Roman" pitchFamily="18" charset="0"/>
                <a:ea typeface="仿宋_GB2312" pitchFamily="49" charset="-122"/>
              </a:rPr>
              <a:t>1</a:t>
            </a:r>
            <a:endParaRPr altLang="zh-CN" b="1" sz="3000" kumimoji="1" lang="en-US">
              <a:solidFill>
                <a:srgbClr val="000099"/>
              </a:solidFill>
              <a:latin typeface="Times New Roman" pitchFamily="18" charset="0"/>
              <a:ea typeface="仿宋_GB2312" pitchFamily="49" charset="-122"/>
            </a:endParaRPr>
          </a:p>
          <a:p>
            <a:pPr eaLnBrk="1" hangingPunct="1"/>
            <a:r>
              <a:rPr altLang="zh-CN" b="1" sz="3000" kumimoji="1" lang="en-US">
                <a:solidFill>
                  <a:srgbClr val="000099"/>
                </a:solidFill>
                <a:latin typeface="Times New Roman" pitchFamily="18" charset="0"/>
                <a:ea typeface="仿宋_GB2312" pitchFamily="49" charset="-122"/>
              </a:rPr>
              <a:t>                                          </a:t>
            </a:r>
            <a:r>
              <a:rPr altLang="zh-CN" b="1" sz="2400" kumimoji="1" lang="en-US">
                <a:solidFill>
                  <a:srgbClr val="FF3300"/>
                </a:solidFill>
                <a:latin typeface="Times New Roman" pitchFamily="18" charset="0"/>
                <a:ea typeface="仿宋_GB2312" pitchFamily="49" charset="-122"/>
              </a:rPr>
              <a:t>‖         ‖             ‖</a:t>
            </a:r>
            <a:endParaRPr altLang="zh-CN" b="1" sz="2400" kumimoji="1" lang="en-US">
              <a:solidFill>
                <a:srgbClr val="000099"/>
              </a:solidFill>
              <a:latin typeface="Times New Roman" pitchFamily="18" charset="0"/>
              <a:ea typeface="仿宋_GB2312" pitchFamily="49" charset="-122"/>
            </a:endParaRPr>
          </a:p>
          <a:p>
            <a:pPr eaLnBrk="1" hangingPunct="1"/>
            <a:r>
              <a:rPr altLang="zh-CN" b="1" sz="3000" kumimoji="1" lang="en-US">
                <a:solidFill>
                  <a:srgbClr val="000099"/>
                </a:solidFill>
                <a:latin typeface="Times New Roman" pitchFamily="18" charset="0"/>
                <a:ea typeface="仿宋_GB2312" pitchFamily="49" charset="-122"/>
              </a:rPr>
              <a:t>			            p</a:t>
            </a:r>
            <a:r>
              <a:rPr altLang="zh-CN" baseline="-25000" b="1" sz="3000" kumimoji="1" lang="en-US">
                <a:solidFill>
                  <a:srgbClr val="000099"/>
                </a:solidFill>
                <a:latin typeface="Times New Roman" pitchFamily="18" charset="0"/>
                <a:ea typeface="仿宋_GB2312" pitchFamily="49" charset="-122"/>
              </a:rPr>
              <a:t>j</a:t>
            </a:r>
            <a:r>
              <a:rPr altLang="zh-CN" baseline="-25000" sz="3000" kumimoji="1" lang="en-US">
                <a:solidFill>
                  <a:srgbClr val="000099"/>
                </a:solidFill>
                <a:latin typeface="Courier New" pitchFamily="49" charset="0"/>
                <a:ea typeface="仿宋_GB2312" pitchFamily="49" charset="-122"/>
              </a:rPr>
              <a:t>-</a:t>
            </a:r>
            <a:r>
              <a:rPr altLang="zh-CN" baseline="-25000" b="1" sz="3000" kumimoji="1" lang="en-US">
                <a:solidFill>
                  <a:srgbClr val="000099"/>
                </a:solidFill>
                <a:latin typeface="Times New Roman" pitchFamily="18" charset="0"/>
                <a:ea typeface="仿宋_GB2312" pitchFamily="49" charset="-122"/>
              </a:rPr>
              <a:t>k</a:t>
            </a:r>
            <a:r>
              <a:rPr altLang="zh-CN" baseline="-25000" sz="3000" kumimoji="1" lang="en-US">
                <a:solidFill>
                  <a:srgbClr val="000099"/>
                </a:solidFill>
                <a:latin typeface="Courier New" pitchFamily="49" charset="0"/>
                <a:ea typeface="仿宋_GB2312" pitchFamily="49" charset="-122"/>
              </a:rPr>
              <a:t>-</a:t>
            </a:r>
            <a:r>
              <a:rPr altLang="zh-CN" baseline="-25000" b="1" sz="3000" kumimoji="1" lang="en-US">
                <a:solidFill>
                  <a:srgbClr val="000099"/>
                </a:solidFill>
                <a:latin typeface="Times New Roman" pitchFamily="18" charset="0"/>
                <a:ea typeface="仿宋_GB2312" pitchFamily="49" charset="-122"/>
              </a:rPr>
              <a:t>1   </a:t>
            </a:r>
            <a:r>
              <a:rPr altLang="zh-CN" b="1" sz="3000" kumimoji="1" lang="en-US">
                <a:solidFill>
                  <a:srgbClr val="000099"/>
                </a:solidFill>
                <a:latin typeface="Times New Roman" pitchFamily="18" charset="0"/>
                <a:ea typeface="仿宋_GB2312" pitchFamily="49" charset="-122"/>
              </a:rPr>
              <a:t>p</a:t>
            </a:r>
            <a:r>
              <a:rPr altLang="zh-CN" baseline="-25000" b="1" sz="3000" kumimoji="1" lang="en-US">
                <a:solidFill>
                  <a:srgbClr val="000099"/>
                </a:solidFill>
                <a:latin typeface="Times New Roman" pitchFamily="18" charset="0"/>
                <a:ea typeface="仿宋_GB2312" pitchFamily="49" charset="-122"/>
              </a:rPr>
              <a:t>j</a:t>
            </a:r>
            <a:r>
              <a:rPr altLang="zh-CN" baseline="-25000" sz="3000" kumimoji="1" lang="en-US">
                <a:solidFill>
                  <a:srgbClr val="000099"/>
                </a:solidFill>
                <a:latin typeface="Courier New" pitchFamily="49" charset="0"/>
                <a:ea typeface="仿宋_GB2312" pitchFamily="49" charset="-122"/>
              </a:rPr>
              <a:t>-</a:t>
            </a:r>
            <a:r>
              <a:rPr altLang="zh-CN" baseline="-25000" b="1" sz="3000" kumimoji="1" lang="en-US">
                <a:solidFill>
                  <a:srgbClr val="000099"/>
                </a:solidFill>
                <a:latin typeface="Times New Roman" pitchFamily="18" charset="0"/>
                <a:ea typeface="仿宋_GB2312" pitchFamily="49" charset="-122"/>
              </a:rPr>
              <a:t>k  </a:t>
            </a:r>
            <a:r>
              <a:rPr altLang="zh-CN" b="1" sz="3000" kumimoji="1" lang="en-US">
                <a:solidFill>
                  <a:srgbClr val="000099"/>
                </a:solidFill>
                <a:latin typeface="Times New Roman" pitchFamily="18" charset="0"/>
                <a:ea typeface="仿宋_GB2312" pitchFamily="49" charset="-122"/>
              </a:rPr>
              <a:t>…  p</a:t>
            </a:r>
            <a:r>
              <a:rPr altLang="zh-CN" baseline="-25000" b="1" sz="3000" kumimoji="1" lang="en-US">
                <a:solidFill>
                  <a:srgbClr val="000099"/>
                </a:solidFill>
                <a:latin typeface="Times New Roman" pitchFamily="18" charset="0"/>
                <a:ea typeface="仿宋_GB2312" pitchFamily="49" charset="-122"/>
              </a:rPr>
              <a:t>j</a:t>
            </a:r>
            <a:r>
              <a:rPr altLang="zh-CN" baseline="-25000" sz="3000" kumimoji="1" lang="en-US">
                <a:solidFill>
                  <a:srgbClr val="000099"/>
                </a:solidFill>
                <a:latin typeface="Courier New" pitchFamily="49" charset="0"/>
                <a:ea typeface="仿宋_GB2312" pitchFamily="49" charset="-122"/>
              </a:rPr>
              <a:t>-</a:t>
            </a:r>
            <a:r>
              <a:rPr altLang="zh-CN" baseline="-25000" b="1" sz="3000" kumimoji="1" lang="en-US">
                <a:solidFill>
                  <a:srgbClr val="000099"/>
                </a:solidFill>
                <a:latin typeface="Times New Roman" pitchFamily="18" charset="0"/>
                <a:ea typeface="仿宋_GB2312" pitchFamily="49" charset="-122"/>
              </a:rPr>
              <a:t>1</a:t>
            </a:r>
          </a:p>
          <a:p>
            <a:pPr eaLnBrk="1" hangingPunct="1"/>
            <a:endParaRPr altLang="zh-CN" b="1" sz="1000" kumimoji="1" lang="en-US">
              <a:solidFill>
                <a:srgbClr val="000099"/>
              </a:solidFill>
              <a:latin typeface="Times New Roman" pitchFamily="18" charset="0"/>
              <a:ea typeface="仿宋_GB2312" pitchFamily="49" charset="-122"/>
            </a:endParaRPr>
          </a:p>
          <a:p>
            <a:pPr eaLnBrk="1" hangingPunct="1"/>
            <a:r>
              <a:rPr altLang="en-US" b="1" sz="3000" kumimoji="1" lang="zh-CN">
                <a:solidFill>
                  <a:srgbClr val="000099"/>
                </a:solidFill>
                <a:latin typeface="Times New Roman" pitchFamily="18" charset="0"/>
                <a:ea typeface="仿宋_GB2312" pitchFamily="49" charset="-122"/>
              </a:rPr>
              <a:t>下一趟可以直接用 </a:t>
            </a:r>
            <a:r>
              <a:rPr altLang="zh-CN" b="1" sz="3000" kumimoji="1" lang="en-US">
                <a:solidFill>
                  <a:srgbClr val="000099"/>
                </a:solidFill>
                <a:latin typeface="Times New Roman" pitchFamily="18" charset="0"/>
                <a:ea typeface="仿宋_GB2312" pitchFamily="49" charset="-122"/>
              </a:rPr>
              <a:t>p</a:t>
            </a:r>
            <a:r>
              <a:rPr altLang="zh-CN" baseline="-25000" b="1" sz="3000" kumimoji="1" lang="en-US">
                <a:solidFill>
                  <a:srgbClr val="000099"/>
                </a:solidFill>
                <a:latin typeface="Times New Roman" pitchFamily="18" charset="0"/>
                <a:ea typeface="仿宋_GB2312" pitchFamily="49" charset="-122"/>
              </a:rPr>
              <a:t>k+1 </a:t>
            </a:r>
            <a:r>
              <a:rPr altLang="en-US" b="1" sz="3000" kumimoji="1" lang="zh-CN">
                <a:solidFill>
                  <a:srgbClr val="000099"/>
                </a:solidFill>
                <a:latin typeface="Times New Roman" pitchFamily="18" charset="0"/>
                <a:ea typeface="仿宋_GB2312" pitchFamily="49" charset="-122"/>
              </a:rPr>
              <a:t>与 </a:t>
            </a:r>
            <a:r>
              <a:rPr altLang="zh-CN" b="1" sz="3000" kumimoji="1" lang="en-US">
                <a:solidFill>
                  <a:srgbClr val="000099"/>
                </a:solidFill>
                <a:latin typeface="Times New Roman" pitchFamily="18" charset="0"/>
                <a:ea typeface="仿宋_GB2312" pitchFamily="49" charset="-122"/>
              </a:rPr>
              <a:t>t</a:t>
            </a:r>
            <a:r>
              <a:rPr altLang="zh-CN" baseline="-25000" b="1" sz="3000" kumimoji="1" lang="en-US">
                <a:solidFill>
                  <a:srgbClr val="000099"/>
                </a:solidFill>
                <a:latin typeface="Times New Roman" pitchFamily="18" charset="0"/>
                <a:ea typeface="仿宋_GB2312" pitchFamily="49" charset="-122"/>
              </a:rPr>
              <a:t>s+j </a:t>
            </a:r>
            <a:r>
              <a:rPr altLang="en-US" b="1" sz="3000" kumimoji="1" lang="zh-CN">
                <a:solidFill>
                  <a:srgbClr val="000099"/>
                </a:solidFill>
                <a:latin typeface="Times New Roman" pitchFamily="18" charset="0"/>
                <a:ea typeface="仿宋_GB2312" pitchFamily="49" charset="-122"/>
              </a:rPr>
              <a:t>继续比较。</a:t>
            </a:r>
            <a:endParaRPr altLang="en-US" b="1" sz="3000" kumimoji="1" lang="zh-CN">
              <a:solidFill>
                <a:srgbClr val="000099"/>
              </a:solidFill>
              <a:latin typeface="Times New Roman" pitchFamily="18" charset="0"/>
              <a:ea typeface="宋体"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272" name=""/>
        <p:cNvGrpSpPr/>
        <p:nvPr/>
      </p:nvGrpSpPr>
      <p:grpSpPr>
        <a:xfrm>
          <a:off x="0" y="0"/>
          <a:ext cx="0" cy="0"/>
          <a:chOff x="0" y="0"/>
          <a:chExt cx="0" cy="0"/>
        </a:xfrm>
      </p:grpSpPr>
      <p:sp>
        <p:nvSpPr>
          <p:cNvPr id="1049483" name="Rectangle 2"/>
          <p:cNvSpPr>
            <a:spLocks noGrp="1" noChangeArrowheads="1"/>
          </p:cNvSpPr>
          <p:nvPr>
            <p:ph type="title"/>
          </p:nvPr>
        </p:nvSpPr>
        <p:spPr>
          <a:xfrm>
            <a:off x="457200" y="306390"/>
            <a:ext cx="8229600" cy="790575"/>
          </a:xfrm>
        </p:spPr>
        <p:txBody>
          <a:bodyPr/>
          <a:p>
            <a:pPr eaLnBrk="1" hangingPunct="1"/>
            <a:r>
              <a:rPr altLang="zh-CN" b="1" sz="4000" kumimoji="1" lang="en-US">
                <a:latin typeface="华文新魏" panose="02010800040101010101" pitchFamily="2" charset="-122"/>
                <a:ea typeface="华文新魏" panose="02010800040101010101" pitchFamily="2" charset="-122"/>
              </a:rPr>
              <a:t>k </a:t>
            </a:r>
            <a:r>
              <a:rPr altLang="zh-CN" b="1" sz="4000" kumimoji="1" lang="zh-CN">
                <a:latin typeface="华文新魏" panose="02010800040101010101" pitchFamily="2" charset="-122"/>
                <a:ea typeface="华文新魏" panose="02010800040101010101" pitchFamily="2" charset="-122"/>
              </a:rPr>
              <a:t>的确定方法</a:t>
            </a:r>
            <a:endParaRPr altLang="en-US" b="1" sz="4000" kumimoji="1" lang="zh-CN">
              <a:latin typeface="华文新魏" panose="02010800040101010101" pitchFamily="2" charset="-122"/>
              <a:ea typeface="华文新魏" panose="02010800040101010101" pitchFamily="2" charset="-122"/>
            </a:endParaRPr>
          </a:p>
        </p:txBody>
      </p:sp>
      <p:sp>
        <p:nvSpPr>
          <p:cNvPr id="1049484" name="Rectangle 3"/>
          <p:cNvSpPr>
            <a:spLocks noGrp="1" noChangeArrowheads="1"/>
          </p:cNvSpPr>
          <p:nvPr>
            <p:ph idx="1"/>
          </p:nvPr>
        </p:nvSpPr>
        <p:spPr>
          <a:xfrm>
            <a:off x="673102" y="1447800"/>
            <a:ext cx="7858125" cy="4826000"/>
          </a:xfrm>
        </p:spPr>
        <p:txBody>
          <a:bodyPr/>
          <a:p>
            <a:pPr eaLnBrk="1" hangingPunct="1">
              <a:lnSpc>
                <a:spcPct val="110000"/>
              </a:lnSpc>
              <a:buClr>
                <a:srgbClr val="990099"/>
              </a:buClr>
              <a:buSzPct val="50000"/>
            </a:pPr>
            <a:r>
              <a:rPr altLang="zh-CN" b="1" dirty="0" sz="3000" lang="en-US">
                <a:latin typeface="Times New Roman" panose="02020603050405020304" pitchFamily="18" charset="0"/>
                <a:ea typeface="仿宋_GB2312" pitchFamily="49" charset="-122"/>
              </a:rPr>
              <a:t>Knuth </a:t>
            </a:r>
            <a:r>
              <a:rPr altLang="en-US" b="1" dirty="0" sz="3000" lang="zh-CN">
                <a:latin typeface="Times New Roman" panose="02020603050405020304" pitchFamily="18" charset="0"/>
                <a:ea typeface="仿宋_GB2312" pitchFamily="49" charset="-122"/>
              </a:rPr>
              <a:t>等人发现，对于不同的 </a:t>
            </a:r>
            <a:r>
              <a:rPr altLang="zh-CN" b="1" dirty="0" sz="3000" lang="en-US">
                <a:solidFill>
                  <a:srgbClr val="FF0000"/>
                </a:solidFill>
                <a:latin typeface="Times New Roman" panose="02020603050405020304" pitchFamily="18" charset="0"/>
                <a:ea typeface="仿宋_GB2312" pitchFamily="49" charset="-122"/>
              </a:rPr>
              <a:t>j</a:t>
            </a:r>
            <a:r>
              <a:rPr altLang="en-US" b="1" dirty="0" sz="3000" lang="zh-CN">
                <a:solidFill>
                  <a:srgbClr val="FF0000"/>
                </a:solidFill>
                <a:latin typeface="Times New Roman" panose="02020603050405020304" pitchFamily="18" charset="0"/>
                <a:ea typeface="仿宋_GB2312" pitchFamily="49" charset="-122"/>
              </a:rPr>
              <a:t>（失配位置）</a:t>
            </a:r>
            <a:r>
              <a:rPr altLang="en-US" b="1" dirty="0" sz="3000" lang="zh-CN">
                <a:latin typeface="Times New Roman" panose="02020603050405020304" pitchFamily="18" charset="0"/>
                <a:ea typeface="仿宋_GB2312" pitchFamily="49" charset="-122"/>
              </a:rPr>
              <a:t>，</a:t>
            </a:r>
            <a:r>
              <a:rPr altLang="zh-CN" b="1" dirty="0" sz="3000" lang="en-US">
                <a:latin typeface="Times New Roman" panose="02020603050405020304" pitchFamily="18" charset="0"/>
                <a:ea typeface="仿宋_GB2312" pitchFamily="49" charset="-122"/>
              </a:rPr>
              <a:t>k </a:t>
            </a:r>
            <a:r>
              <a:rPr altLang="en-US" b="1" dirty="0" sz="3000" lang="zh-CN">
                <a:latin typeface="Times New Roman" panose="02020603050405020304" pitchFamily="18" charset="0"/>
                <a:ea typeface="仿宋_GB2312" pitchFamily="49" charset="-122"/>
              </a:rPr>
              <a:t>的取值不同，它仅依赖于模式 </a:t>
            </a:r>
            <a:r>
              <a:rPr altLang="zh-CN" b="1" dirty="0" sz="3000" lang="en-US">
                <a:latin typeface="Times New Roman" panose="02020603050405020304" pitchFamily="18" charset="0"/>
                <a:ea typeface="仿宋_GB2312" pitchFamily="49" charset="-122"/>
              </a:rPr>
              <a:t>P </a:t>
            </a:r>
            <a:r>
              <a:rPr altLang="en-US" b="1" dirty="0" sz="3000" lang="zh-CN">
                <a:latin typeface="Times New Roman" panose="02020603050405020304" pitchFamily="18" charset="0"/>
                <a:ea typeface="仿宋_GB2312" pitchFamily="49" charset="-122"/>
              </a:rPr>
              <a:t>本身前 </a:t>
            </a:r>
            <a:r>
              <a:rPr altLang="zh-CN" b="1" dirty="0" sz="3000" lang="en-US">
                <a:latin typeface="Times New Roman" panose="02020603050405020304" pitchFamily="18" charset="0"/>
                <a:ea typeface="仿宋_GB2312" pitchFamily="49" charset="-122"/>
              </a:rPr>
              <a:t>j </a:t>
            </a:r>
            <a:r>
              <a:rPr altLang="en-US" b="1" dirty="0" sz="3000" lang="zh-CN">
                <a:latin typeface="Times New Roman" panose="02020603050405020304" pitchFamily="18" charset="0"/>
                <a:ea typeface="仿宋_GB2312" pitchFamily="49" charset="-122"/>
              </a:rPr>
              <a:t>个字符的构成，与目标无关。</a:t>
            </a:r>
          </a:p>
          <a:p>
            <a:pPr eaLnBrk="1" hangingPunct="1">
              <a:lnSpc>
                <a:spcPct val="110000"/>
              </a:lnSpc>
              <a:buClr>
                <a:srgbClr val="990099"/>
              </a:buClr>
              <a:buSzPct val="50000"/>
            </a:pPr>
            <a:r>
              <a:rPr altLang="en-US" b="1" dirty="0" sz="3000" lang="zh-CN">
                <a:latin typeface="Times New Roman" panose="02020603050405020304" pitchFamily="18" charset="0"/>
                <a:ea typeface="仿宋_GB2312" pitchFamily="49" charset="-122"/>
              </a:rPr>
              <a:t>可以用一个 </a:t>
            </a:r>
            <a:r>
              <a:rPr altLang="zh-CN" b="1" dirty="0" sz="3000" lang="en-US">
                <a:solidFill>
                  <a:srgbClr val="FF0000"/>
                </a:solidFill>
                <a:latin typeface="Times New Roman" panose="02020603050405020304" pitchFamily="18" charset="0"/>
                <a:ea typeface="仿宋_GB2312" pitchFamily="49" charset="-122"/>
              </a:rPr>
              <a:t>next</a:t>
            </a:r>
            <a:r>
              <a:rPr altLang="zh-CN" b="1" dirty="0" sz="3000" lang="en-US">
                <a:latin typeface="Times New Roman" panose="02020603050405020304" pitchFamily="18" charset="0"/>
                <a:ea typeface="仿宋_GB2312" pitchFamily="49" charset="-122"/>
              </a:rPr>
              <a:t> </a:t>
            </a:r>
            <a:r>
              <a:rPr altLang="en-US" b="1" dirty="0" sz="3000" lang="zh-CN">
                <a:latin typeface="Times New Roman" panose="02020603050405020304" pitchFamily="18" charset="0"/>
                <a:ea typeface="仿宋_GB2312" pitchFamily="49" charset="-122"/>
              </a:rPr>
              <a:t>特征向量来确定：当模式 </a:t>
            </a:r>
            <a:r>
              <a:rPr altLang="zh-CN" b="1" dirty="0" sz="3000" lang="en-US">
                <a:latin typeface="Times New Roman" panose="02020603050405020304" pitchFamily="18" charset="0"/>
                <a:ea typeface="仿宋_GB2312" pitchFamily="49" charset="-122"/>
              </a:rPr>
              <a:t>P </a:t>
            </a:r>
            <a:r>
              <a:rPr altLang="en-US" b="1" dirty="0" sz="3000" lang="zh-CN">
                <a:latin typeface="Times New Roman" panose="02020603050405020304" pitchFamily="18" charset="0"/>
                <a:ea typeface="仿宋_GB2312" pitchFamily="49" charset="-122"/>
              </a:rPr>
              <a:t>中第 </a:t>
            </a:r>
            <a:r>
              <a:rPr altLang="zh-CN" b="1" dirty="0" sz="3000" lang="en-US">
                <a:solidFill>
                  <a:srgbClr val="FF0000"/>
                </a:solidFill>
                <a:latin typeface="Times New Roman" panose="02020603050405020304" pitchFamily="18" charset="0"/>
                <a:ea typeface="仿宋_GB2312" pitchFamily="49" charset="-122"/>
              </a:rPr>
              <a:t>j</a:t>
            </a:r>
            <a:r>
              <a:rPr altLang="zh-CN" b="1" dirty="0" sz="3000" lang="en-US">
                <a:latin typeface="Times New Roman" panose="02020603050405020304" pitchFamily="18" charset="0"/>
                <a:ea typeface="仿宋_GB2312" pitchFamily="49" charset="-122"/>
              </a:rPr>
              <a:t> </a:t>
            </a:r>
            <a:r>
              <a:rPr altLang="en-US" b="1" dirty="0" sz="3000" lang="zh-CN">
                <a:latin typeface="Times New Roman" panose="02020603050405020304" pitchFamily="18" charset="0"/>
                <a:ea typeface="仿宋_GB2312" pitchFamily="49" charset="-122"/>
              </a:rPr>
              <a:t>个字符与目标 </a:t>
            </a:r>
            <a:r>
              <a:rPr altLang="zh-CN" b="1" dirty="0" sz="3000" lang="en-US">
                <a:latin typeface="Times New Roman" panose="02020603050405020304" pitchFamily="18" charset="0"/>
                <a:ea typeface="仿宋_GB2312" pitchFamily="49" charset="-122"/>
              </a:rPr>
              <a:t>S </a:t>
            </a:r>
            <a:r>
              <a:rPr altLang="en-US" b="1" dirty="0" sz="3000" lang="zh-CN">
                <a:latin typeface="Times New Roman" panose="02020603050405020304" pitchFamily="18" charset="0"/>
                <a:ea typeface="仿宋_GB2312" pitchFamily="49" charset="-122"/>
              </a:rPr>
              <a:t>中相应字符失配时，模式 </a:t>
            </a:r>
            <a:r>
              <a:rPr altLang="zh-CN" b="1" dirty="0" sz="3000" lang="en-US">
                <a:latin typeface="Times New Roman" panose="02020603050405020304" pitchFamily="18" charset="0"/>
                <a:ea typeface="仿宋_GB2312" pitchFamily="49" charset="-122"/>
              </a:rPr>
              <a:t>P </a:t>
            </a:r>
            <a:r>
              <a:rPr altLang="en-US" b="1" dirty="0" sz="3000" lang="zh-CN">
                <a:latin typeface="Times New Roman" panose="02020603050405020304" pitchFamily="18" charset="0"/>
                <a:ea typeface="仿宋_GB2312" pitchFamily="49" charset="-122"/>
              </a:rPr>
              <a:t>中应当由哪个字符（设为第</a:t>
            </a:r>
            <a:r>
              <a:rPr altLang="zh-CN" b="1" dirty="0" sz="3000" lang="en-US">
                <a:latin typeface="Times New Roman" panose="02020603050405020304" pitchFamily="18" charset="0"/>
                <a:ea typeface="仿宋_GB2312" pitchFamily="49" charset="-122"/>
              </a:rPr>
              <a:t>k+1</a:t>
            </a:r>
            <a:r>
              <a:rPr altLang="en-US" b="1" dirty="0" sz="3000" lang="zh-CN">
                <a:latin typeface="Times New Roman" panose="02020603050405020304" pitchFamily="18" charset="0"/>
                <a:ea typeface="仿宋_GB2312" pitchFamily="49" charset="-122"/>
              </a:rPr>
              <a:t>个）与目标中刚失配的字符重新继续进行比较。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274" name=""/>
        <p:cNvGrpSpPr/>
        <p:nvPr/>
      </p:nvGrpSpPr>
      <p:grpSpPr>
        <a:xfrm>
          <a:off x="0" y="0"/>
          <a:ext cx="0" cy="0"/>
          <a:chOff x="0" y="0"/>
          <a:chExt cx="0" cy="0"/>
        </a:xfrm>
      </p:grpSpPr>
      <p:sp>
        <p:nvSpPr>
          <p:cNvPr id="1049492" name="Rectangle 2"/>
          <p:cNvSpPr>
            <a:spLocks noGrp="1" noChangeArrowheads="1"/>
          </p:cNvSpPr>
          <p:nvPr>
            <p:ph type="body" sz="half" idx="1"/>
          </p:nvPr>
        </p:nvSpPr>
        <p:spPr>
          <a:xfrm>
            <a:off x="755652" y="679450"/>
            <a:ext cx="7934325" cy="3886200"/>
          </a:xfrm>
        </p:spPr>
        <p:txBody>
          <a:bodyPr/>
          <a:p>
            <a:pPr eaLnBrk="1" hangingPunct="1">
              <a:lnSpc>
                <a:spcPct val="110000"/>
              </a:lnSpc>
              <a:spcBef>
                <a:spcPct val="15000"/>
              </a:spcBef>
              <a:buClr>
                <a:srgbClr val="990099"/>
              </a:buClr>
              <a:buSzPct val="50000"/>
            </a:pPr>
            <a:r>
              <a:rPr altLang="en-US" b="1" sz="3000" lang="zh-CN">
                <a:latin typeface="Times New Roman" panose="02020603050405020304" pitchFamily="18" charset="0"/>
                <a:ea typeface="仿宋_GB2312" pitchFamily="49" charset="-122"/>
              </a:rPr>
              <a:t>设模式 </a:t>
            </a:r>
            <a:r>
              <a:rPr altLang="zh-CN" b="1" sz="3000" lang="en-US">
                <a:solidFill>
                  <a:schemeClr val="tx2"/>
                </a:solidFill>
                <a:latin typeface="Times New Roman" panose="02020603050405020304" pitchFamily="18" charset="0"/>
                <a:ea typeface="仿宋_GB2312" pitchFamily="49" charset="-122"/>
              </a:rPr>
              <a:t>P = p</a:t>
            </a:r>
            <a:r>
              <a:rPr altLang="zh-CN" baseline="-25000" b="1" sz="3000" lang="en-US">
                <a:solidFill>
                  <a:schemeClr val="tx2"/>
                </a:solidFill>
                <a:latin typeface="Times New Roman" panose="02020603050405020304" pitchFamily="18" charset="0"/>
                <a:ea typeface="仿宋_GB2312" pitchFamily="49" charset="-122"/>
              </a:rPr>
              <a:t>0</a:t>
            </a:r>
            <a:r>
              <a:rPr altLang="zh-CN" b="1" sz="3000" lang="en-US">
                <a:solidFill>
                  <a:schemeClr val="tx2"/>
                </a:solidFill>
                <a:latin typeface="Times New Roman" panose="02020603050405020304" pitchFamily="18" charset="0"/>
                <a:ea typeface="仿宋_GB2312" pitchFamily="49" charset="-122"/>
              </a:rPr>
              <a:t>p</a:t>
            </a:r>
            <a:r>
              <a:rPr altLang="zh-CN" baseline="-25000" b="1" sz="3000" lang="en-US">
                <a:solidFill>
                  <a:schemeClr val="tx2"/>
                </a:solidFill>
                <a:latin typeface="Times New Roman" panose="02020603050405020304" pitchFamily="18" charset="0"/>
                <a:ea typeface="仿宋_GB2312" pitchFamily="49" charset="-122"/>
              </a:rPr>
              <a:t>1</a:t>
            </a:r>
            <a:r>
              <a:rPr altLang="zh-CN" b="1" sz="3000" lang="en-US">
                <a:solidFill>
                  <a:schemeClr val="tx2"/>
                </a:solidFill>
                <a:latin typeface="Times New Roman" panose="02020603050405020304" pitchFamily="18" charset="0"/>
                <a:ea typeface="仿宋_GB2312" pitchFamily="49" charset="-122"/>
              </a:rPr>
              <a:t>...p</a:t>
            </a:r>
            <a:r>
              <a:rPr altLang="zh-CN" baseline="-25000" b="1" sz="3000" lang="en-US">
                <a:solidFill>
                  <a:schemeClr val="tx2"/>
                </a:solidFill>
                <a:latin typeface="Times New Roman" panose="02020603050405020304" pitchFamily="18" charset="0"/>
                <a:ea typeface="仿宋_GB2312" pitchFamily="49" charset="-122"/>
              </a:rPr>
              <a:t>m</a:t>
            </a:r>
            <a:r>
              <a:rPr altLang="zh-CN" baseline="-25000" sz="3000" lang="en-US">
                <a:solidFill>
                  <a:schemeClr val="tx2"/>
                </a:solidFill>
                <a:latin typeface="Courier New" panose="02070309020205020404" pitchFamily="49" charset="0"/>
                <a:ea typeface="仿宋_GB2312" pitchFamily="49" charset="-122"/>
              </a:rPr>
              <a:t>-</a:t>
            </a:r>
            <a:r>
              <a:rPr altLang="zh-CN" baseline="-25000" b="1" sz="3000" lang="en-US">
                <a:solidFill>
                  <a:schemeClr val="tx2"/>
                </a:solidFill>
                <a:latin typeface="Times New Roman" panose="02020603050405020304" pitchFamily="18" charset="0"/>
                <a:ea typeface="仿宋_GB2312" pitchFamily="49" charset="-122"/>
              </a:rPr>
              <a:t>2</a:t>
            </a:r>
            <a:r>
              <a:rPr altLang="zh-CN" b="1" sz="3000" lang="en-US">
                <a:solidFill>
                  <a:schemeClr val="tx2"/>
                </a:solidFill>
                <a:latin typeface="Times New Roman" panose="02020603050405020304" pitchFamily="18" charset="0"/>
                <a:ea typeface="仿宋_GB2312" pitchFamily="49" charset="-122"/>
              </a:rPr>
              <a:t>p</a:t>
            </a:r>
            <a:r>
              <a:rPr altLang="zh-CN" baseline="-25000" b="1" sz="3000" lang="en-US">
                <a:solidFill>
                  <a:schemeClr val="tx2"/>
                </a:solidFill>
                <a:latin typeface="Times New Roman" panose="02020603050405020304" pitchFamily="18" charset="0"/>
                <a:ea typeface="仿宋_GB2312" pitchFamily="49" charset="-122"/>
              </a:rPr>
              <a:t>m</a:t>
            </a:r>
            <a:r>
              <a:rPr altLang="zh-CN" baseline="-25000" sz="3000" lang="en-US">
                <a:solidFill>
                  <a:schemeClr val="tx2"/>
                </a:solidFill>
                <a:latin typeface="Courier New" panose="02070309020205020404" pitchFamily="49" charset="0"/>
                <a:ea typeface="仿宋_GB2312" pitchFamily="49" charset="-122"/>
              </a:rPr>
              <a:t>-</a:t>
            </a:r>
            <a:r>
              <a:rPr altLang="zh-CN" baseline="-25000" b="1" sz="3000" lang="en-US">
                <a:solidFill>
                  <a:schemeClr val="tx2"/>
                </a:solidFill>
                <a:latin typeface="Times New Roman" panose="02020603050405020304" pitchFamily="18" charset="0"/>
                <a:ea typeface="仿宋_GB2312" pitchFamily="49" charset="-122"/>
              </a:rPr>
              <a:t>1</a:t>
            </a:r>
            <a:r>
              <a:rPr altLang="en-US" b="1" sz="3000" lang="zh-CN">
                <a:latin typeface="Times New Roman" panose="02020603050405020304" pitchFamily="18" charset="0"/>
                <a:ea typeface="仿宋_GB2312" pitchFamily="49" charset="-122"/>
              </a:rPr>
              <a:t>，</a:t>
            </a:r>
            <a:r>
              <a:rPr altLang="zh-CN" b="1" sz="3000" lang="en-US">
                <a:latin typeface="Times New Roman" panose="02020603050405020304" pitchFamily="18" charset="0"/>
                <a:ea typeface="仿宋_GB2312" pitchFamily="49" charset="-122"/>
              </a:rPr>
              <a:t>next</a:t>
            </a:r>
            <a:r>
              <a:rPr altLang="en-US" b="1" sz="3000" lang="zh-CN">
                <a:latin typeface="Times New Roman" panose="02020603050405020304" pitchFamily="18" charset="0"/>
                <a:ea typeface="仿宋_GB2312" pitchFamily="49" charset="-122"/>
              </a:rPr>
              <a:t>特征向量定义如下：</a:t>
            </a:r>
          </a:p>
          <a:p>
            <a:pPr eaLnBrk="1" hangingPunct="1">
              <a:lnSpc>
                <a:spcPct val="110000"/>
              </a:lnSpc>
              <a:spcBef>
                <a:spcPct val="15000"/>
              </a:spcBef>
              <a:buClr>
                <a:srgbClr val="990099"/>
              </a:buClr>
              <a:buSzPct val="50000"/>
            </a:pPr>
            <a:endParaRPr altLang="en-US" b="1" lang="zh-CN">
              <a:latin typeface="Times New Roman" panose="02020603050405020304" pitchFamily="18" charset="0"/>
              <a:ea typeface="仿宋_GB2312" pitchFamily="49" charset="-122"/>
            </a:endParaRPr>
          </a:p>
          <a:p>
            <a:pPr eaLnBrk="1" hangingPunct="1">
              <a:lnSpc>
                <a:spcPct val="110000"/>
              </a:lnSpc>
              <a:spcBef>
                <a:spcPct val="15000"/>
              </a:spcBef>
              <a:buClr>
                <a:srgbClr val="990099"/>
              </a:buClr>
              <a:buSzPct val="50000"/>
            </a:pPr>
            <a:endParaRPr altLang="en-US" b="1" lang="zh-CN">
              <a:latin typeface="Times New Roman" panose="02020603050405020304" pitchFamily="18" charset="0"/>
              <a:ea typeface="仿宋_GB2312" pitchFamily="49" charset="-122"/>
            </a:endParaRPr>
          </a:p>
          <a:p>
            <a:pPr eaLnBrk="1" hangingPunct="1">
              <a:lnSpc>
                <a:spcPct val="110000"/>
              </a:lnSpc>
              <a:spcBef>
                <a:spcPct val="15000"/>
              </a:spcBef>
              <a:buClr>
                <a:srgbClr val="990099"/>
              </a:buClr>
              <a:buSzPct val="50000"/>
            </a:pPr>
            <a:endParaRPr altLang="en-US" b="1" lang="zh-CN">
              <a:latin typeface="Times New Roman" panose="02020603050405020304" pitchFamily="18" charset="0"/>
              <a:ea typeface="仿宋_GB2312" pitchFamily="49" charset="-122"/>
            </a:endParaRPr>
          </a:p>
          <a:p>
            <a:pPr eaLnBrk="1" hangingPunct="1">
              <a:lnSpc>
                <a:spcPct val="110000"/>
              </a:lnSpc>
              <a:spcBef>
                <a:spcPct val="15000"/>
              </a:spcBef>
              <a:buClr>
                <a:srgbClr val="990099"/>
              </a:buClr>
              <a:buSzPct val="50000"/>
            </a:pPr>
            <a:endParaRPr altLang="en-US" lang="zh-CN"/>
          </a:p>
          <a:p>
            <a:pPr eaLnBrk="1" hangingPunct="1">
              <a:lnSpc>
                <a:spcPct val="110000"/>
              </a:lnSpc>
              <a:spcBef>
                <a:spcPct val="15000"/>
              </a:spcBef>
              <a:buClr>
                <a:srgbClr val="990099"/>
              </a:buClr>
              <a:buSzPct val="50000"/>
            </a:pPr>
            <a:r>
              <a:rPr altLang="en-US" b="1" sz="3000" lang="zh-CN">
                <a:ea typeface="仿宋_GB2312" pitchFamily="49" charset="-122"/>
              </a:rPr>
              <a:t>示例</a:t>
            </a:r>
            <a:endParaRPr altLang="en-US" b="1" sz="3000" lang="zh-CN">
              <a:latin typeface="Times New Roman" panose="02020603050405020304" pitchFamily="18" charset="0"/>
              <a:ea typeface="仿宋_GB2312" pitchFamily="49" charset="-122"/>
            </a:endParaRPr>
          </a:p>
        </p:txBody>
      </p:sp>
      <p:graphicFrame>
        <p:nvGraphicFramePr>
          <p:cNvPr id="4194331" name="Object 3"/>
          <p:cNvGraphicFramePr>
            <a:graphicFrameLocks noChangeAspect="1" noGrp="1"/>
          </p:cNvGraphicFramePr>
          <p:nvPr>
            <p:ph sz="quarter" idx="2"/>
          </p:nvPr>
        </p:nvGraphicFramePr>
        <p:xfrm>
          <a:off x="922338" y="1855788"/>
          <a:ext cx="7383462" cy="2162175"/>
        </p:xfrm>
        <a:graphic>
          <a:graphicData uri="http://schemas.openxmlformats.org/presentationml/2006/ole">
            <mc:AlternateContent xmlns:mc="http://schemas.openxmlformats.org/markup-compatibility/2006">
              <mc:Choice xmlns:v="urn:schemas-microsoft-com:vml" Requires="v">
                <p:oleObj name="公式" r:id="rId1" spid="_x0000_s16426" imgH="889000" imgW="3035300" progId="Equation.3">
                  <p:embed/>
                </p:oleObj>
              </mc:Choice>
              <mc:Fallback>
                <p:oleObj name="公式" r:id="rId1" spid="" imgH="889000" imgW="3035300" progId="Equation.3">
                  <p:embed/>
                  <p:pic>
                    <p:nvPicPr>
                      <p:cNvPr id="2097202" name="Object 3"/>
                      <p:cNvPicPr>
                        <a:picLocks noChangeAspect="1" noChangeArrowheads="1"/>
                      </p:cNvPicPr>
                      <p:nvPr/>
                    </p:nvPicPr>
                    <p:blipFill>
                      <a:blip xmlns:r="http://schemas.openxmlformats.org/officeDocument/2006/relationships" r:embed="rId2"/>
                      <a:srcRect/>
                      <a:stretch>
                        <a:fillRect/>
                      </a:stretch>
                    </p:blipFill>
                    <p:spPr bwMode="auto">
                      <a:xfrm>
                        <a:off x="922338" y="1855788"/>
                        <a:ext cx="7383462" cy="2162175"/>
                      </a:xfrm>
                      <a:prstGeom prst="rect"/>
                      <a:noFill/>
                      <a:ln>
                        <a:noFill/>
                      </a:ln>
                      <a:effectLst/>
                    </p:spPr>
                  </p:pic>
                </p:oleObj>
              </mc:Fallback>
            </mc:AlternateContent>
          </a:graphicData>
        </a:graphic>
      </p:graphicFrame>
      <p:graphicFrame>
        <p:nvGraphicFramePr>
          <p:cNvPr id="4194332" name="Group 5"/>
          <p:cNvGraphicFramePr>
            <a:graphicFrameLocks noGrp="1"/>
          </p:cNvGraphicFramePr>
          <p:nvPr>
            <p:ph sz="quarter" idx="3"/>
          </p:nvPr>
        </p:nvGraphicFramePr>
        <p:xfrm>
          <a:off x="1065213" y="4532313"/>
          <a:ext cx="7034212" cy="1828800"/>
        </p:xfrm>
        <a:graphic>
          <a:graphicData uri="http://schemas.openxmlformats.org/drawingml/2006/table">
            <a:tbl>
              <a:tblPr/>
              <a:tblGrid>
                <a:gridCol w="1362075"/>
                <a:gridCol w="703262"/>
                <a:gridCol w="682625"/>
                <a:gridCol w="681038"/>
                <a:gridCol w="682625"/>
                <a:gridCol w="658812"/>
                <a:gridCol w="704850"/>
                <a:gridCol w="701675"/>
                <a:gridCol w="857250"/>
              </a:tblGrid>
              <a:tr h="518250">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j</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cap="flat">
                      <a:noFill/>
                    </a:lnL>
                    <a:lnR w="12700" cap="flat" cmpd="sng" algn="ctr">
                      <a:solidFill>
                        <a:srgbClr val="000000"/>
                      </a:solidFill>
                      <a:prstDash val="solid"/>
                      <a:round/>
                      <a:headEnd type="none" w="med" len="med"/>
                      <a:tailEnd type="none" w="med" len="med"/>
                    </a:lnR>
                    <a:lnT cap="flat">
                      <a:noFill/>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0</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w="12700" cap="flat" cmpd="sng" algn="ctr">
                      <a:solidFill>
                        <a:srgbClr val="000000"/>
                      </a:solidFill>
                      <a:prstDash val="solid"/>
                      <a:round/>
                      <a:headEnd type="none" w="med" len="med"/>
                      <a:tailEnd type="none" w="med" len="med"/>
                    </a:lnL>
                    <a:lnR>
                      <a:noFill/>
                      <a:headEnd type="none" w="med" len="med"/>
                      <a:tailEnd type="none" w="med" len="med"/>
                    </a:lnR>
                    <a:lnT cap="flat">
                      <a:noFill/>
                      <a:headEnd type="none" w="med" len="med"/>
                      <a:tailEnd type="none" w="med" len="med"/>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1</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a:noFill/>
                    </a:lnL>
                    <a:lnR>
                      <a:noFill/>
                    </a:lnR>
                    <a:lnT cap="flat">
                      <a:noFill/>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2</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a:noFill/>
                    </a:lnL>
                    <a:lnR>
                      <a:noFill/>
                    </a:lnR>
                    <a:lnT cap="flat">
                      <a:noFill/>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3</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a:noFill/>
                    </a:lnL>
                    <a:lnR>
                      <a:noFill/>
                    </a:lnR>
                    <a:lnT cap="flat">
                      <a:noFill/>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4</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a:noFill/>
                    </a:lnL>
                    <a:lnR>
                      <a:noFill/>
                    </a:lnR>
                    <a:lnT cap="flat">
                      <a:noFill/>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5</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a:noFill/>
                    </a:lnL>
                    <a:lnR>
                      <a:noFill/>
                    </a:lnR>
                    <a:lnT cap="flat">
                      <a:noFill/>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6</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a:noFill/>
                    </a:lnL>
                    <a:lnR>
                      <a:noFill/>
                    </a:lnR>
                    <a:lnT cap="flat">
                      <a:noFill/>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7</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a:noFill/>
                    </a:lnL>
                    <a:lnR cap="flat">
                      <a:noFill/>
                    </a:lnR>
                    <a:lnT cap="flat">
                      <a:noFill/>
                    </a:lnT>
                    <a:lnB w="12700" cap="flat" cmpd="sng" algn="ctr">
                      <a:solidFill>
                        <a:srgbClr val="000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518250">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P</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a</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w="12700" cap="flat" cmpd="sng" algn="ctr">
                      <a:solidFill>
                        <a:srgbClr val="000000"/>
                      </a:solidFill>
                      <a:prstDash val="solid"/>
                      <a:round/>
                      <a:headEnd type="none" w="med" len="med"/>
                      <a:tailEnd type="none" w="med" len="med"/>
                    </a:lnL>
                    <a:lnR>
                      <a:noFill/>
                      <a:headEnd type="none" w="med" len="med"/>
                      <a:tailEnd type="none" w="med" len="med"/>
                    </a:lnR>
                    <a:lnT w="12700" cap="flat" cmpd="sng" algn="ctr">
                      <a:solidFill>
                        <a:srgbClr val="000000"/>
                      </a:solidFill>
                      <a:prstDash val="solid"/>
                      <a:round/>
                      <a:headEnd type="none" w="med" len="med"/>
                      <a:tailEnd type="none" w="med" len="med"/>
                    </a:lnT>
                    <a:lnB>
                      <a:noFill/>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b</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a:noFill/>
                    </a:lnL>
                    <a:lnR>
                      <a:noFill/>
                    </a:lnR>
                    <a:lnT w="12700" cap="flat" cmpd="sng" algn="ctr">
                      <a:solidFill>
                        <a:srgbClr val="000000"/>
                      </a:solidFill>
                      <a:prstDash val="solid"/>
                      <a:round/>
                      <a:headEnd type="none" w="med" len="med"/>
                      <a:tailEnd type="none" w="med" len="med"/>
                    </a:lnT>
                    <a:lnB>
                      <a:noFill/>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a</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a:noFill/>
                    </a:lnL>
                    <a:lnR>
                      <a:noFill/>
                    </a:lnR>
                    <a:lnT w="12700" cap="flat" cmpd="sng" algn="ctr">
                      <a:solidFill>
                        <a:srgbClr val="000000"/>
                      </a:solidFill>
                      <a:prstDash val="solid"/>
                      <a:round/>
                      <a:headEnd type="none" w="med" len="med"/>
                      <a:tailEnd type="none" w="med" len="med"/>
                    </a:lnT>
                    <a:lnB>
                      <a:noFill/>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a</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a:noFill/>
                    </a:lnL>
                    <a:lnR>
                      <a:noFill/>
                    </a:lnR>
                    <a:lnT w="12700" cap="flat" cmpd="sng" algn="ctr">
                      <a:solidFill>
                        <a:srgbClr val="000000"/>
                      </a:solidFill>
                      <a:prstDash val="solid"/>
                      <a:round/>
                      <a:headEnd type="none" w="med" len="med"/>
                      <a:tailEnd type="none" w="med" len="med"/>
                    </a:lnT>
                    <a:lnB>
                      <a:noFill/>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b</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a:noFill/>
                    </a:lnL>
                    <a:lnR>
                      <a:noFill/>
                    </a:lnR>
                    <a:lnT w="12700" cap="flat" cmpd="sng" algn="ctr">
                      <a:solidFill>
                        <a:srgbClr val="000000"/>
                      </a:solidFill>
                      <a:prstDash val="solid"/>
                      <a:round/>
                      <a:headEnd type="none" w="med" len="med"/>
                      <a:tailEnd type="none" w="med" len="med"/>
                    </a:lnT>
                    <a:lnB>
                      <a:noFill/>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c</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a:noFill/>
                    </a:lnL>
                    <a:lnR>
                      <a:noFill/>
                    </a:lnR>
                    <a:lnT w="12700" cap="flat" cmpd="sng" algn="ctr">
                      <a:solidFill>
                        <a:srgbClr val="000000"/>
                      </a:solidFill>
                      <a:prstDash val="solid"/>
                      <a:round/>
                      <a:headEnd type="none" w="med" len="med"/>
                      <a:tailEnd type="none" w="med" len="med"/>
                    </a:lnT>
                    <a:lnB>
                      <a:noFill/>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a</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a:noFill/>
                    </a:lnL>
                    <a:lnR>
                      <a:noFill/>
                    </a:lnR>
                    <a:lnT w="12700" cap="flat" cmpd="sng" algn="ctr">
                      <a:solidFill>
                        <a:srgbClr val="000000"/>
                      </a:solidFill>
                      <a:prstDash val="solid"/>
                      <a:round/>
                      <a:headEnd type="none" w="med" len="med"/>
                      <a:tailEnd type="none" w="med" len="med"/>
                    </a:lnT>
                    <a:lnB>
                      <a:noFill/>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c</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a:noFill/>
                    </a:lnL>
                    <a:lnR cap="flat">
                      <a:noFill/>
                    </a:lnR>
                    <a:lnT w="12700" cap="flat" cmpd="sng" algn="ctr">
                      <a:solidFill>
                        <a:srgbClr val="000000"/>
                      </a:solidFill>
                      <a:prstDash val="solid"/>
                      <a:round/>
                      <a:headEnd type="none" w="med" len="med"/>
                      <a:tailEnd type="none" w="med" len="med"/>
                    </a:lnT>
                    <a:lnB>
                      <a:noFill/>
                      <a:headEnd type="none" w="med" len="med"/>
                      <a:tailEnd type="none" w="med" len="med"/>
                    </a:lnB>
                    <a:lnTlToBr>
                      <a:noFill/>
                      <a:headEnd type="none" w="med" len="med"/>
                      <a:tailEnd type="none" w="med" len="med"/>
                    </a:lnTlToBr>
                    <a:lnBlToTr>
                      <a:noFill/>
                      <a:headEnd type="none" w="med" len="med"/>
                      <a:tailEnd type="none" w="med" len="med"/>
                    </a:lnBlToTr>
                    <a:noFill/>
                  </a:tcPr>
                </a:tc>
              </a:tr>
              <a:tr h="792300">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next(j)</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cap="flat">
                      <a:noFill/>
                    </a:lnL>
                    <a:lnR w="12700" cap="flat" cmpd="sng" algn="ctr">
                      <a:solidFill>
                        <a:srgbClr val="000000"/>
                      </a:solidFill>
                      <a:prstDash val="solid"/>
                      <a:round/>
                      <a:headEnd type="none" w="med" len="med"/>
                      <a:tailEnd type="none" w="med" len="med"/>
                    </a:lnR>
                    <a:lnT>
                      <a:noFill/>
                      <a:headEnd type="none" w="med" len="med"/>
                      <a:tailEnd type="none" w="med" len="med"/>
                    </a:lnT>
                    <a:lnB cap="flat">
                      <a:noFill/>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0" cap="none" sz="2800" i="0" kumimoji="0" lang="en-US" normalizeH="0" strike="noStrike" u="none">
                          <a:ln>
                            <a:noFill/>
                          </a:ln>
                          <a:solidFill>
                            <a:schemeClr val="tx1"/>
                          </a:solidFill>
                          <a:effectLst/>
                          <a:latin typeface="Courier New" pitchFamily="49" charset="0"/>
                          <a:ea typeface="宋体" charset="-122"/>
                          <a:cs typeface="Courier New" pitchFamily="49" charset="0"/>
                        </a:rPr>
                        <a:t>-</a:t>
                      </a: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1</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w="12700" cap="flat" cmpd="sng" algn="ctr">
                      <a:solidFill>
                        <a:srgbClr val="000000"/>
                      </a:solidFill>
                      <a:prstDash val="solid"/>
                      <a:round/>
                      <a:headEnd type="none" w="med" len="med"/>
                      <a:tailEnd type="none" w="med" len="med"/>
                    </a:lnL>
                    <a:lnR>
                      <a:noFill/>
                      <a:headEnd type="none" w="med" len="med"/>
                      <a:tailEnd type="none" w="med" len="med"/>
                    </a:lnR>
                    <a:lnT>
                      <a:noFill/>
                      <a:headEnd type="none" w="med" len="med"/>
                      <a:tailEnd type="none" w="med" len="med"/>
                    </a:lnT>
                    <a:lnB cap="flat">
                      <a:noFill/>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0</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a:noFill/>
                    </a:lnL>
                    <a:lnR>
                      <a:noFill/>
                    </a:lnR>
                    <a:lnT>
                      <a:noFill/>
                    </a:lnT>
                    <a:lnB cap="flat">
                      <a:noFill/>
                    </a:lnB>
                    <a:lnTlToBr>
                      <a:noFill/>
                    </a:lnTlToBr>
                    <a:lnBlToTr>
                      <a:noFill/>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0</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a:noFill/>
                    </a:lnL>
                    <a:lnR>
                      <a:noFill/>
                    </a:lnR>
                    <a:lnT>
                      <a:noFill/>
                    </a:lnT>
                    <a:lnB cap="flat">
                      <a:noFill/>
                    </a:lnB>
                    <a:lnTlToBr>
                      <a:noFill/>
                    </a:lnTlToBr>
                    <a:lnBlToTr>
                      <a:noFill/>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tabLst>
                          <a:tab algn="r" pos="266700"/>
                          <a:tab algn="ctr" pos="2636838"/>
                          <a:tab algn="r" pos="5273675"/>
                        </a:tabLst>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1</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a:noFill/>
                    </a:lnL>
                    <a:lnR>
                      <a:noFill/>
                    </a:lnR>
                    <a:lnT>
                      <a:noFill/>
                    </a:lnT>
                    <a:lnB cap="flat">
                      <a:noFill/>
                    </a:lnB>
                    <a:lnTlToBr>
                      <a:noFill/>
                    </a:lnTlToBr>
                    <a:lnBlToTr>
                      <a:noFill/>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1</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a:noFill/>
                    </a:lnL>
                    <a:lnR>
                      <a:noFill/>
                    </a:lnR>
                    <a:lnT>
                      <a:noFill/>
                    </a:lnT>
                    <a:lnB cap="flat">
                      <a:noFill/>
                    </a:lnB>
                    <a:lnTlToBr>
                      <a:noFill/>
                    </a:lnTlToBr>
                    <a:lnBlToTr>
                      <a:noFill/>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2</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a:noFill/>
                    </a:lnL>
                    <a:lnR>
                      <a:noFill/>
                    </a:lnR>
                    <a:lnT>
                      <a:noFill/>
                    </a:lnT>
                    <a:lnB cap="flat">
                      <a:noFill/>
                    </a:lnB>
                    <a:lnTlToBr>
                      <a:noFill/>
                    </a:lnTlToBr>
                    <a:lnBlToTr>
                      <a:noFill/>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0</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a:noFill/>
                    </a:lnL>
                    <a:lnR>
                      <a:noFill/>
                    </a:lnR>
                    <a:lnT>
                      <a:noFill/>
                    </a:lnT>
                    <a:lnB cap="flat">
                      <a:noFill/>
                    </a:lnB>
                    <a:lnTlToBr>
                      <a:noFill/>
                    </a:lnTlToBr>
                    <a:lnBlToTr>
                      <a:noFill/>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1</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728" marB="45728" horzOverflow="overflow">
                    <a:lnL>
                      <a:noFill/>
                    </a:lnL>
                    <a:lnR cap="flat">
                      <a:noFill/>
                    </a:lnR>
                    <a:lnT>
                      <a:noFill/>
                    </a:lnT>
                    <a:lnB cap="flat">
                      <a:noFill/>
                    </a:lnB>
                    <a:lnTlToBr>
                      <a:noFill/>
                    </a:lnTlToBr>
                    <a:lnBlToTr>
                      <a:noFill/>
                    </a:lnBlToTr>
                    <a:noFill/>
                  </a:tcPr>
                </a:tc>
              </a:tr>
            </a:tbl>
          </a:graphicData>
        </a:graphic>
      </p:graphicFrame>
      <p:sp>
        <p:nvSpPr>
          <p:cNvPr id="1049493" name="Rectangle 4"/>
          <p:cNvSpPr>
            <a:spLocks noChangeArrowheads="1"/>
          </p:cNvSpPr>
          <p:nvPr/>
        </p:nvSpPr>
        <p:spPr bwMode="auto">
          <a:xfrm>
            <a:off x="2" y="2860159"/>
            <a:ext cx="184731" cy="369332"/>
          </a:xfrm>
          <a:prstGeom prst="rect"/>
          <a:noFill/>
          <a:ln>
            <a:noFill/>
          </a:ln>
          <a:effectLst/>
        </p:spPr>
        <p:txBody>
          <a:bodyPr anchor="ct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494" name="Freeform 39"/>
          <p:cNvSpPr/>
          <p:nvPr/>
        </p:nvSpPr>
        <p:spPr bwMode="auto">
          <a:xfrm>
            <a:off x="2874963" y="2438400"/>
            <a:ext cx="647700" cy="2146300"/>
          </a:xfrm>
          <a:custGeom>
            <a:avLst/>
            <a:gdLst>
              <a:gd name="T0" fmla="*/ 2147483646 w 408"/>
              <a:gd name="T1" fmla="*/ 0 h 1352"/>
              <a:gd name="T2" fmla="*/ 2147483646 w 408"/>
              <a:gd name="T3" fmla="*/ 2147483646 h 1352"/>
              <a:gd name="T4" fmla="*/ 2147483646 w 408"/>
              <a:gd name="T5" fmla="*/ 2147483646 h 1352"/>
              <a:gd name="T6" fmla="*/ 2147483646 w 408"/>
              <a:gd name="T7" fmla="*/ 2147483646 h 1352"/>
              <a:gd name="T8" fmla="*/ 2147483646 w 408"/>
              <a:gd name="T9" fmla="*/ 2147483646 h 1352"/>
              <a:gd name="T10" fmla="*/ 0 w 408"/>
              <a:gd name="T11" fmla="*/ 2147483646 h 13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8" h="1352">
                <a:moveTo>
                  <a:pt x="176" y="0"/>
                </a:moveTo>
                <a:cubicBezTo>
                  <a:pt x="218" y="16"/>
                  <a:pt x="261" y="32"/>
                  <a:pt x="293" y="83"/>
                </a:cubicBezTo>
                <a:cubicBezTo>
                  <a:pt x="325" y="134"/>
                  <a:pt x="353" y="230"/>
                  <a:pt x="368" y="309"/>
                </a:cubicBezTo>
                <a:cubicBezTo>
                  <a:pt x="383" y="388"/>
                  <a:pt x="408" y="453"/>
                  <a:pt x="384" y="559"/>
                </a:cubicBezTo>
                <a:cubicBezTo>
                  <a:pt x="360" y="665"/>
                  <a:pt x="290" y="811"/>
                  <a:pt x="226" y="943"/>
                </a:cubicBezTo>
                <a:cubicBezTo>
                  <a:pt x="162" y="1075"/>
                  <a:pt x="38" y="1284"/>
                  <a:pt x="0" y="1352"/>
                </a:cubicBezTo>
              </a:path>
            </a:pathLst>
          </a:custGeom>
          <a:noFill/>
          <a:ln w="25400" cap="flat">
            <a:solidFill>
              <a:srgbClr val="008000"/>
            </a:solidFill>
            <a:prstDash val="dash"/>
            <a:round/>
            <a:headEnd type="none" w="med" len="med"/>
            <a:tailEnd type="arrow" w="lg" len="lg"/>
          </a:ln>
          <a:effectLst/>
        </p:spPr>
        <p:txBody>
          <a:bodyPr/>
          <a:p>
            <a:endParaRPr altLang="en-US" lang="zh-CN"/>
          </a:p>
        </p:txBody>
      </p:sp>
      <p:sp>
        <p:nvSpPr>
          <p:cNvPr id="1049495" name="Freeform 40"/>
          <p:cNvSpPr/>
          <p:nvPr/>
        </p:nvSpPr>
        <p:spPr bwMode="auto">
          <a:xfrm>
            <a:off x="2928940" y="3949700"/>
            <a:ext cx="515937" cy="649288"/>
          </a:xfrm>
          <a:custGeom>
            <a:avLst/>
            <a:gdLst>
              <a:gd name="T0" fmla="*/ 0 w 325"/>
              <a:gd name="T1" fmla="*/ 0 h 409"/>
              <a:gd name="T2" fmla="*/ 2147483646 w 325"/>
              <a:gd name="T3" fmla="*/ 2147483646 h 409"/>
              <a:gd name="T4" fmla="*/ 2147483646 w 325"/>
              <a:gd name="T5" fmla="*/ 2147483646 h 409"/>
              <a:gd name="T6" fmla="*/ 0 60000 65536"/>
              <a:gd name="T7" fmla="*/ 0 60000 65536"/>
              <a:gd name="T8" fmla="*/ 0 60000 65536"/>
            </a:gdLst>
            <a:ahLst/>
            <a:cxnLst>
              <a:cxn ang="T6">
                <a:pos x="T0" y="T1"/>
              </a:cxn>
              <a:cxn ang="T7">
                <a:pos x="T2" y="T3"/>
              </a:cxn>
              <a:cxn ang="T8">
                <a:pos x="T4" y="T5"/>
              </a:cxn>
            </a:cxnLst>
            <a:rect l="0" t="0" r="r" b="b"/>
            <a:pathLst>
              <a:path w="325" h="409">
                <a:moveTo>
                  <a:pt x="0" y="0"/>
                </a:moveTo>
                <a:cubicBezTo>
                  <a:pt x="56" y="37"/>
                  <a:pt x="113" y="74"/>
                  <a:pt x="167" y="142"/>
                </a:cubicBezTo>
                <a:cubicBezTo>
                  <a:pt x="221" y="210"/>
                  <a:pt x="299" y="364"/>
                  <a:pt x="325" y="409"/>
                </a:cubicBezTo>
              </a:path>
            </a:pathLst>
          </a:custGeom>
          <a:noFill/>
          <a:ln w="25400" cap="flat">
            <a:solidFill>
              <a:srgbClr val="800080"/>
            </a:solidFill>
            <a:prstDash val="dash"/>
            <a:round/>
            <a:headEnd type="none" w="med" len="med"/>
            <a:tailEnd type="arrow" w="lg" len="lg"/>
          </a:ln>
          <a:effectLst/>
        </p:spPr>
        <p:txBody>
          <a:bodyPr/>
          <a:p>
            <a:endParaRPr altLang="en-US" lang="zh-CN"/>
          </a:p>
        </p:txBody>
      </p:sp>
      <p:sp>
        <p:nvSpPr>
          <p:cNvPr id="1049496" name="Freeform 41"/>
          <p:cNvSpPr/>
          <p:nvPr/>
        </p:nvSpPr>
        <p:spPr bwMode="auto">
          <a:xfrm>
            <a:off x="2941640" y="3830638"/>
            <a:ext cx="1112837" cy="754062"/>
          </a:xfrm>
          <a:custGeom>
            <a:avLst/>
            <a:gdLst>
              <a:gd name="T0" fmla="*/ 0 w 701"/>
              <a:gd name="T1" fmla="*/ 0 h 517"/>
              <a:gd name="T2" fmla="*/ 2147483646 w 701"/>
              <a:gd name="T3" fmla="*/ 2147483646 h 517"/>
              <a:gd name="T4" fmla="*/ 2147483646 w 701"/>
              <a:gd name="T5" fmla="*/ 2147483646 h 517"/>
              <a:gd name="T6" fmla="*/ 2147483646 w 701"/>
              <a:gd name="T7" fmla="*/ 2147483646 h 5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01" h="517">
                <a:moveTo>
                  <a:pt x="0" y="0"/>
                </a:moveTo>
                <a:cubicBezTo>
                  <a:pt x="104" y="51"/>
                  <a:pt x="209" y="103"/>
                  <a:pt x="301" y="166"/>
                </a:cubicBezTo>
                <a:cubicBezTo>
                  <a:pt x="393" y="229"/>
                  <a:pt x="484" y="317"/>
                  <a:pt x="551" y="375"/>
                </a:cubicBezTo>
                <a:cubicBezTo>
                  <a:pt x="618" y="433"/>
                  <a:pt x="676" y="493"/>
                  <a:pt x="701" y="517"/>
                </a:cubicBezTo>
              </a:path>
            </a:pathLst>
          </a:custGeom>
          <a:noFill/>
          <a:ln w="25400" cap="flat">
            <a:solidFill>
              <a:srgbClr val="993366"/>
            </a:solidFill>
            <a:prstDash val="dash"/>
            <a:round/>
            <a:headEnd type="none" w="med" len="med"/>
            <a:tailEnd type="arrow" w="lg" len="lg"/>
          </a:ln>
          <a:effectLst/>
        </p:spPr>
        <p:txBody>
          <a:bodyPr/>
          <a:p>
            <a:endParaRPr altLang="en-US" lang="zh-CN"/>
          </a:p>
        </p:txBody>
      </p:sp>
      <p:sp>
        <p:nvSpPr>
          <p:cNvPr id="1049497" name="Freeform 42"/>
          <p:cNvSpPr/>
          <p:nvPr/>
        </p:nvSpPr>
        <p:spPr bwMode="auto">
          <a:xfrm>
            <a:off x="2794002" y="3206752"/>
            <a:ext cx="1897063" cy="1457325"/>
          </a:xfrm>
          <a:custGeom>
            <a:avLst/>
            <a:gdLst>
              <a:gd name="T0" fmla="*/ 2147483646 w 1195"/>
              <a:gd name="T1" fmla="*/ 0 h 918"/>
              <a:gd name="T2" fmla="*/ 2147483646 w 1195"/>
              <a:gd name="T3" fmla="*/ 2147483646 h 918"/>
              <a:gd name="T4" fmla="*/ 2147483646 w 1195"/>
              <a:gd name="T5" fmla="*/ 2147483646 h 918"/>
              <a:gd name="T6" fmla="*/ 2147483646 w 1195"/>
              <a:gd name="T7" fmla="*/ 2147483646 h 9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95" h="918">
                <a:moveTo>
                  <a:pt x="1" y="0"/>
                </a:moveTo>
                <a:cubicBezTo>
                  <a:pt x="0" y="83"/>
                  <a:pt x="0" y="166"/>
                  <a:pt x="135" y="284"/>
                </a:cubicBezTo>
                <a:cubicBezTo>
                  <a:pt x="270" y="402"/>
                  <a:pt x="634" y="604"/>
                  <a:pt x="811" y="710"/>
                </a:cubicBezTo>
                <a:cubicBezTo>
                  <a:pt x="988" y="816"/>
                  <a:pt x="1131" y="883"/>
                  <a:pt x="1195" y="918"/>
                </a:cubicBezTo>
              </a:path>
            </a:pathLst>
          </a:custGeom>
          <a:noFill/>
          <a:ln w="25400" cap="flat">
            <a:solidFill>
              <a:srgbClr val="FF0000"/>
            </a:solidFill>
            <a:prstDash val="dash"/>
            <a:round/>
            <a:headEnd type="none" w="med" len="med"/>
            <a:tailEnd type="arrow" w="lg" len="lg"/>
          </a:ln>
          <a:effectLst/>
        </p:spPr>
        <p:txBody>
          <a:bodyPr/>
          <a:p>
            <a:endParaRPr altLang="en-US" lang="zh-CN"/>
          </a:p>
        </p:txBody>
      </p:sp>
      <p:sp>
        <p:nvSpPr>
          <p:cNvPr id="1049498" name="Freeform 43"/>
          <p:cNvSpPr/>
          <p:nvPr/>
        </p:nvSpPr>
        <p:spPr bwMode="auto">
          <a:xfrm>
            <a:off x="2916238" y="3206750"/>
            <a:ext cx="2438400" cy="1511300"/>
          </a:xfrm>
          <a:custGeom>
            <a:avLst/>
            <a:gdLst>
              <a:gd name="T0" fmla="*/ 0 w 1536"/>
              <a:gd name="T1" fmla="*/ 0 h 952"/>
              <a:gd name="T2" fmla="*/ 2147483646 w 1536"/>
              <a:gd name="T3" fmla="*/ 2147483646 h 952"/>
              <a:gd name="T4" fmla="*/ 2147483646 w 1536"/>
              <a:gd name="T5" fmla="*/ 2147483646 h 952"/>
              <a:gd name="T6" fmla="*/ 2147483646 w 1536"/>
              <a:gd name="T7" fmla="*/ 2147483646 h 952"/>
              <a:gd name="T8" fmla="*/ 2147483646 w 1536"/>
              <a:gd name="T9" fmla="*/ 2147483646 h 952"/>
              <a:gd name="T10" fmla="*/ 2147483646 w 1536"/>
              <a:gd name="T11" fmla="*/ 2147483646 h 9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36" h="952">
                <a:moveTo>
                  <a:pt x="0" y="0"/>
                </a:moveTo>
                <a:cubicBezTo>
                  <a:pt x="0" y="46"/>
                  <a:pt x="1" y="92"/>
                  <a:pt x="33" y="142"/>
                </a:cubicBezTo>
                <a:cubicBezTo>
                  <a:pt x="65" y="192"/>
                  <a:pt x="103" y="236"/>
                  <a:pt x="192" y="301"/>
                </a:cubicBezTo>
                <a:cubicBezTo>
                  <a:pt x="281" y="366"/>
                  <a:pt x="428" y="462"/>
                  <a:pt x="567" y="534"/>
                </a:cubicBezTo>
                <a:cubicBezTo>
                  <a:pt x="706" y="606"/>
                  <a:pt x="865" y="665"/>
                  <a:pt x="1026" y="735"/>
                </a:cubicBezTo>
                <a:cubicBezTo>
                  <a:pt x="1187" y="805"/>
                  <a:pt x="1453" y="917"/>
                  <a:pt x="1536" y="952"/>
                </a:cubicBezTo>
              </a:path>
            </a:pathLst>
          </a:custGeom>
          <a:noFill/>
          <a:ln w="25400" cap="flat">
            <a:solidFill>
              <a:srgbClr val="FF6600"/>
            </a:solidFill>
            <a:prstDash val="dash"/>
            <a:round/>
            <a:headEnd type="none" w="med" len="med"/>
            <a:tailEnd type="arrow" w="lg" len="lg"/>
          </a:ln>
          <a:effectLst/>
        </p:spPr>
        <p:txBody>
          <a:bodyPr/>
          <a:p>
            <a:endParaRPr altLang="en-US" lang="zh-CN"/>
          </a:p>
        </p:txBody>
      </p:sp>
      <p:sp>
        <p:nvSpPr>
          <p:cNvPr id="1049499" name="Freeform 44"/>
          <p:cNvSpPr/>
          <p:nvPr/>
        </p:nvSpPr>
        <p:spPr bwMode="auto">
          <a:xfrm>
            <a:off x="3044825" y="3194052"/>
            <a:ext cx="2984500" cy="1497013"/>
          </a:xfrm>
          <a:custGeom>
            <a:avLst/>
            <a:gdLst>
              <a:gd name="T0" fmla="*/ 2147483646 w 1880"/>
              <a:gd name="T1" fmla="*/ 0 h 943"/>
              <a:gd name="T2" fmla="*/ 2147483646 w 1880"/>
              <a:gd name="T3" fmla="*/ 2147483646 h 943"/>
              <a:gd name="T4" fmla="*/ 2147483646 w 1880"/>
              <a:gd name="T5" fmla="*/ 2147483646 h 943"/>
              <a:gd name="T6" fmla="*/ 2147483646 w 1880"/>
              <a:gd name="T7" fmla="*/ 2147483646 h 943"/>
              <a:gd name="T8" fmla="*/ 2147483646 w 1880"/>
              <a:gd name="T9" fmla="*/ 2147483646 h 9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80" h="943">
                <a:moveTo>
                  <a:pt x="19" y="0"/>
                </a:moveTo>
                <a:cubicBezTo>
                  <a:pt x="9" y="42"/>
                  <a:pt x="0" y="85"/>
                  <a:pt x="60" y="150"/>
                </a:cubicBezTo>
                <a:cubicBezTo>
                  <a:pt x="120" y="215"/>
                  <a:pt x="194" y="293"/>
                  <a:pt x="378" y="392"/>
                </a:cubicBezTo>
                <a:cubicBezTo>
                  <a:pt x="562" y="491"/>
                  <a:pt x="912" y="651"/>
                  <a:pt x="1162" y="743"/>
                </a:cubicBezTo>
                <a:cubicBezTo>
                  <a:pt x="1412" y="835"/>
                  <a:pt x="1760" y="910"/>
                  <a:pt x="1880" y="943"/>
                </a:cubicBezTo>
              </a:path>
            </a:pathLst>
          </a:custGeom>
          <a:noFill/>
          <a:ln w="25400" cap="flat">
            <a:solidFill>
              <a:srgbClr val="008080"/>
            </a:solidFill>
            <a:prstDash val="dash"/>
            <a:round/>
            <a:headEnd type="none" w="med" len="med"/>
            <a:tailEnd type="arrow" w="lg" len="lg"/>
          </a:ln>
          <a:effectLst/>
        </p:spPr>
        <p:txBody>
          <a:bodyPr/>
          <a:p>
            <a:endParaRPr altLang="en-US" lang="zh-CN"/>
          </a:p>
        </p:txBody>
      </p:sp>
    </p:spTree>
  </p:cSld>
  <p:clrMapOvr>
    <a:masterClrMapping/>
  </p:clrMapOvr>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2" presetSubtype="1">
                                  <p:stCondLst>
                                    <p:cond delay="0"/>
                                  </p:stCondLst>
                                  <p:childTnLst>
                                    <p:set>
                                      <p:cBhvr>
                                        <p:cTn dur="1" fill="hold" id="6">
                                          <p:stCondLst>
                                            <p:cond delay="0"/>
                                          </p:stCondLst>
                                        </p:cTn>
                                        <p:tgtEl>
                                          <p:spTgt spid="1049494"/>
                                        </p:tgtEl>
                                        <p:attrNameLst>
                                          <p:attrName>style.visibility</p:attrName>
                                        </p:attrNameLst>
                                      </p:cBhvr>
                                      <p:to>
                                        <p:strVal val="visible"/>
                                      </p:to>
                                    </p:set>
                                    <p:animEffect transition="in" filter="wipe(up)">
                                      <p:cBhvr>
                                        <p:cTn dur="500" id="7"/>
                                        <p:tgtEl>
                                          <p:spTgt spid="1049494"/>
                                        </p:tgtEl>
                                      </p:cBhvr>
                                    </p:animEffect>
                                  </p:childTnLst>
                                </p:cTn>
                              </p:par>
                            </p:childTnLst>
                          </p:cTn>
                        </p:par>
                      </p:childTnLst>
                    </p:cTn>
                  </p:par>
                  <p:par>
                    <p:cTn fill="hold" id="8" nodeType="clickPar">
                      <p:stCondLst>
                        <p:cond delay="indefinite"/>
                      </p:stCondLst>
                      <p:childTnLst>
                        <p:par>
                          <p:cTn fill="hold" id="9" nodeType="withGroup">
                            <p:stCondLst>
                              <p:cond delay="0"/>
                            </p:stCondLst>
                            <p:childTnLst>
                              <p:par>
                                <p:cTn fill="hold" id="10" nodeType="clickEffect" presetClass="exit" presetID="22" presetSubtype="1">
                                  <p:stCondLst>
                                    <p:cond delay="0"/>
                                  </p:stCondLst>
                                  <p:childTnLst>
                                    <p:animEffect transition="out" filter="wipe(up)">
                                      <p:cBhvr>
                                        <p:cTn dur="500" id="11"/>
                                        <p:tgtEl>
                                          <p:spTgt spid="1049494"/>
                                        </p:tgtEl>
                                      </p:cBhvr>
                                    </p:animEffect>
                                    <p:set>
                                      <p:cBhvr>
                                        <p:cTn dur="1" fill="hold" id="12">
                                          <p:stCondLst>
                                            <p:cond delay="499"/>
                                          </p:stCondLst>
                                        </p:cTn>
                                        <p:tgtEl>
                                          <p:spTgt spid="1049494"/>
                                        </p:tgtEl>
                                        <p:attrNameLst>
                                          <p:attrName>style.visibility</p:attrName>
                                        </p:attrNameLst>
                                      </p:cBhvr>
                                      <p:to>
                                        <p:strVal val="hidden"/>
                                      </p:to>
                                    </p:set>
                                  </p:childTnLst>
                                </p:cTn>
                              </p:par>
                            </p:childTnLst>
                          </p:cTn>
                        </p:par>
                      </p:childTnLst>
                    </p:cTn>
                  </p:par>
                  <p:par>
                    <p:cTn fill="hold" id="13" nodeType="clickPar">
                      <p:stCondLst>
                        <p:cond delay="indefinite"/>
                      </p:stCondLst>
                      <p:childTnLst>
                        <p:par>
                          <p:cTn fill="hold" id="14" nodeType="withGroup">
                            <p:stCondLst>
                              <p:cond delay="0"/>
                            </p:stCondLst>
                            <p:childTnLst>
                              <p:par>
                                <p:cTn fill="hold" id="15" nodeType="clickEffect" presetClass="entr" presetID="22" presetSubtype="1">
                                  <p:stCondLst>
                                    <p:cond delay="0"/>
                                  </p:stCondLst>
                                  <p:childTnLst>
                                    <p:set>
                                      <p:cBhvr>
                                        <p:cTn dur="1" fill="hold" id="16">
                                          <p:stCondLst>
                                            <p:cond delay="0"/>
                                          </p:stCondLst>
                                        </p:cTn>
                                        <p:tgtEl>
                                          <p:spTgt spid="1049495"/>
                                        </p:tgtEl>
                                        <p:attrNameLst>
                                          <p:attrName>style.visibility</p:attrName>
                                        </p:attrNameLst>
                                      </p:cBhvr>
                                      <p:to>
                                        <p:strVal val="visible"/>
                                      </p:to>
                                    </p:set>
                                    <p:animEffect transition="in" filter="wipe(up)">
                                      <p:cBhvr>
                                        <p:cTn dur="500" id="17"/>
                                        <p:tgtEl>
                                          <p:spTgt spid="1049495"/>
                                        </p:tgtEl>
                                      </p:cBhvr>
                                    </p:animEffect>
                                  </p:childTnLst>
                                </p:cTn>
                              </p:par>
                            </p:childTnLst>
                          </p:cTn>
                        </p:par>
                      </p:childTnLst>
                    </p:cTn>
                  </p:par>
                  <p:par>
                    <p:cTn fill="hold" id="18" nodeType="clickPar">
                      <p:stCondLst>
                        <p:cond delay="indefinite"/>
                      </p:stCondLst>
                      <p:childTnLst>
                        <p:par>
                          <p:cTn fill="hold" id="19" nodeType="withGroup">
                            <p:stCondLst>
                              <p:cond delay="0"/>
                            </p:stCondLst>
                            <p:childTnLst>
                              <p:par>
                                <p:cTn fill="hold" id="20" nodeType="clickEffect" presetClass="exit" presetID="22" presetSubtype="1">
                                  <p:stCondLst>
                                    <p:cond delay="0"/>
                                  </p:stCondLst>
                                  <p:childTnLst>
                                    <p:animEffect transition="out" filter="wipe(up)">
                                      <p:cBhvr>
                                        <p:cTn dur="500" id="21"/>
                                        <p:tgtEl>
                                          <p:spTgt spid="1049495"/>
                                        </p:tgtEl>
                                      </p:cBhvr>
                                    </p:animEffect>
                                    <p:set>
                                      <p:cBhvr>
                                        <p:cTn dur="1" fill="hold" id="22">
                                          <p:stCondLst>
                                            <p:cond delay="499"/>
                                          </p:stCondLst>
                                        </p:cTn>
                                        <p:tgtEl>
                                          <p:spTgt spid="1049495"/>
                                        </p:tgtEl>
                                        <p:attrNameLst>
                                          <p:attrName>style.visibility</p:attrName>
                                        </p:attrNameLst>
                                      </p:cBhvr>
                                      <p:to>
                                        <p:strVal val="hidden"/>
                                      </p:to>
                                    </p:set>
                                  </p:childTnLst>
                                </p:cTn>
                              </p:par>
                            </p:childTnLst>
                          </p:cTn>
                        </p:par>
                      </p:childTnLst>
                    </p:cTn>
                  </p:par>
                  <p:par>
                    <p:cTn fill="hold" id="23" nodeType="clickPar">
                      <p:stCondLst>
                        <p:cond delay="indefinite"/>
                      </p:stCondLst>
                      <p:childTnLst>
                        <p:par>
                          <p:cTn fill="hold" id="24" nodeType="withGroup">
                            <p:stCondLst>
                              <p:cond delay="0"/>
                            </p:stCondLst>
                            <p:childTnLst>
                              <p:par>
                                <p:cTn fill="hold" id="25" nodeType="clickEffect" presetClass="entr" presetID="22" presetSubtype="1">
                                  <p:stCondLst>
                                    <p:cond delay="0"/>
                                  </p:stCondLst>
                                  <p:childTnLst>
                                    <p:set>
                                      <p:cBhvr>
                                        <p:cTn dur="1" fill="hold" id="26">
                                          <p:stCondLst>
                                            <p:cond delay="0"/>
                                          </p:stCondLst>
                                        </p:cTn>
                                        <p:tgtEl>
                                          <p:spTgt spid="1049496"/>
                                        </p:tgtEl>
                                        <p:attrNameLst>
                                          <p:attrName>style.visibility</p:attrName>
                                        </p:attrNameLst>
                                      </p:cBhvr>
                                      <p:to>
                                        <p:strVal val="visible"/>
                                      </p:to>
                                    </p:set>
                                    <p:animEffect transition="in" filter="wipe(up)">
                                      <p:cBhvr>
                                        <p:cTn dur="500" id="27"/>
                                        <p:tgtEl>
                                          <p:spTgt spid="1049496"/>
                                        </p:tgtEl>
                                      </p:cBhvr>
                                    </p:animEffect>
                                  </p:childTnLst>
                                </p:cTn>
                              </p:par>
                            </p:childTnLst>
                          </p:cTn>
                        </p:par>
                      </p:childTnLst>
                    </p:cTn>
                  </p:par>
                  <p:par>
                    <p:cTn fill="hold" id="28" nodeType="clickPar">
                      <p:stCondLst>
                        <p:cond delay="indefinite"/>
                      </p:stCondLst>
                      <p:childTnLst>
                        <p:par>
                          <p:cTn fill="hold" id="29" nodeType="withGroup">
                            <p:stCondLst>
                              <p:cond delay="0"/>
                            </p:stCondLst>
                            <p:childTnLst>
                              <p:par>
                                <p:cTn fill="hold" id="30" nodeType="clickEffect" presetClass="exit" presetID="22" presetSubtype="1">
                                  <p:stCondLst>
                                    <p:cond delay="0"/>
                                  </p:stCondLst>
                                  <p:childTnLst>
                                    <p:animEffect transition="out" filter="wipe(up)">
                                      <p:cBhvr>
                                        <p:cTn dur="500" id="31"/>
                                        <p:tgtEl>
                                          <p:spTgt spid="1049496"/>
                                        </p:tgtEl>
                                      </p:cBhvr>
                                    </p:animEffect>
                                    <p:set>
                                      <p:cBhvr>
                                        <p:cTn dur="1" fill="hold" id="32">
                                          <p:stCondLst>
                                            <p:cond delay="499"/>
                                          </p:stCondLst>
                                        </p:cTn>
                                        <p:tgtEl>
                                          <p:spTgt spid="1049496"/>
                                        </p:tgtEl>
                                        <p:attrNameLst>
                                          <p:attrName>style.visibility</p:attrName>
                                        </p:attrNameLst>
                                      </p:cBhvr>
                                      <p:to>
                                        <p:strVal val="hidden"/>
                                      </p:to>
                                    </p:set>
                                  </p:childTnLst>
                                </p:cTn>
                              </p:par>
                            </p:childTnLst>
                          </p:cTn>
                        </p:par>
                      </p:childTnLst>
                    </p:cTn>
                  </p:par>
                  <p:par>
                    <p:cTn fill="hold" id="33" nodeType="clickPar">
                      <p:stCondLst>
                        <p:cond delay="indefinite"/>
                      </p:stCondLst>
                      <p:childTnLst>
                        <p:par>
                          <p:cTn fill="hold" id="34" nodeType="withGroup">
                            <p:stCondLst>
                              <p:cond delay="0"/>
                            </p:stCondLst>
                            <p:childTnLst>
                              <p:par>
                                <p:cTn fill="hold" id="35" nodeType="clickEffect" presetClass="entr" presetID="22" presetSubtype="1">
                                  <p:stCondLst>
                                    <p:cond delay="0"/>
                                  </p:stCondLst>
                                  <p:childTnLst>
                                    <p:set>
                                      <p:cBhvr>
                                        <p:cTn dur="1" fill="hold" id="36">
                                          <p:stCondLst>
                                            <p:cond delay="0"/>
                                          </p:stCondLst>
                                        </p:cTn>
                                        <p:tgtEl>
                                          <p:spTgt spid="1049497"/>
                                        </p:tgtEl>
                                        <p:attrNameLst>
                                          <p:attrName>style.visibility</p:attrName>
                                        </p:attrNameLst>
                                      </p:cBhvr>
                                      <p:to>
                                        <p:strVal val="visible"/>
                                      </p:to>
                                    </p:set>
                                    <p:animEffect transition="in" filter="wipe(up)">
                                      <p:cBhvr>
                                        <p:cTn dur="500" id="37"/>
                                        <p:tgtEl>
                                          <p:spTgt spid="1049497"/>
                                        </p:tgtEl>
                                      </p:cBhvr>
                                    </p:animEffect>
                                  </p:childTnLst>
                                </p:cTn>
                              </p:par>
                            </p:childTnLst>
                          </p:cTn>
                        </p:par>
                      </p:childTnLst>
                    </p:cTn>
                  </p:par>
                  <p:par>
                    <p:cTn fill="hold" id="38" nodeType="clickPar">
                      <p:stCondLst>
                        <p:cond delay="indefinite"/>
                      </p:stCondLst>
                      <p:childTnLst>
                        <p:par>
                          <p:cTn fill="hold" id="39" nodeType="withGroup">
                            <p:stCondLst>
                              <p:cond delay="0"/>
                            </p:stCondLst>
                            <p:childTnLst>
                              <p:par>
                                <p:cTn fill="hold" id="40" nodeType="clickEffect" presetClass="exit" presetID="22" presetSubtype="1">
                                  <p:stCondLst>
                                    <p:cond delay="0"/>
                                  </p:stCondLst>
                                  <p:childTnLst>
                                    <p:animEffect transition="out" filter="wipe(up)">
                                      <p:cBhvr>
                                        <p:cTn dur="500" id="41"/>
                                        <p:tgtEl>
                                          <p:spTgt spid="1049497"/>
                                        </p:tgtEl>
                                      </p:cBhvr>
                                    </p:animEffect>
                                    <p:set>
                                      <p:cBhvr>
                                        <p:cTn dur="1" fill="hold" id="42">
                                          <p:stCondLst>
                                            <p:cond delay="499"/>
                                          </p:stCondLst>
                                        </p:cTn>
                                        <p:tgtEl>
                                          <p:spTgt spid="1049497"/>
                                        </p:tgtEl>
                                        <p:attrNameLst>
                                          <p:attrName>style.visibility</p:attrName>
                                        </p:attrNameLst>
                                      </p:cBhvr>
                                      <p:to>
                                        <p:strVal val="hidden"/>
                                      </p:to>
                                    </p:set>
                                  </p:childTnLst>
                                </p:cTn>
                              </p:par>
                            </p:childTnLst>
                          </p:cTn>
                        </p:par>
                      </p:childTnLst>
                    </p:cTn>
                  </p:par>
                  <p:par>
                    <p:cTn fill="hold" id="43" nodeType="clickPar">
                      <p:stCondLst>
                        <p:cond delay="indefinite"/>
                      </p:stCondLst>
                      <p:childTnLst>
                        <p:par>
                          <p:cTn fill="hold" id="44" nodeType="withGroup">
                            <p:stCondLst>
                              <p:cond delay="0"/>
                            </p:stCondLst>
                            <p:childTnLst>
                              <p:par>
                                <p:cTn fill="hold" id="45" nodeType="clickEffect" presetClass="entr" presetID="22" presetSubtype="1">
                                  <p:stCondLst>
                                    <p:cond delay="0"/>
                                  </p:stCondLst>
                                  <p:childTnLst>
                                    <p:set>
                                      <p:cBhvr>
                                        <p:cTn dur="1" fill="hold" id="46">
                                          <p:stCondLst>
                                            <p:cond delay="0"/>
                                          </p:stCondLst>
                                        </p:cTn>
                                        <p:tgtEl>
                                          <p:spTgt spid="1049498"/>
                                        </p:tgtEl>
                                        <p:attrNameLst>
                                          <p:attrName>style.visibility</p:attrName>
                                        </p:attrNameLst>
                                      </p:cBhvr>
                                      <p:to>
                                        <p:strVal val="visible"/>
                                      </p:to>
                                    </p:set>
                                    <p:animEffect transition="in" filter="wipe(up)">
                                      <p:cBhvr>
                                        <p:cTn dur="500" id="47"/>
                                        <p:tgtEl>
                                          <p:spTgt spid="1049498"/>
                                        </p:tgtEl>
                                      </p:cBhvr>
                                    </p:animEffect>
                                  </p:childTnLst>
                                </p:cTn>
                              </p:par>
                            </p:childTnLst>
                          </p:cTn>
                        </p:par>
                      </p:childTnLst>
                    </p:cTn>
                  </p:par>
                  <p:par>
                    <p:cTn fill="hold" id="48" nodeType="clickPar">
                      <p:stCondLst>
                        <p:cond delay="indefinite"/>
                      </p:stCondLst>
                      <p:childTnLst>
                        <p:par>
                          <p:cTn fill="hold" id="49" nodeType="withGroup">
                            <p:stCondLst>
                              <p:cond delay="0"/>
                            </p:stCondLst>
                            <p:childTnLst>
                              <p:par>
                                <p:cTn fill="hold" id="50" nodeType="clickEffect" presetClass="exit" presetID="22" presetSubtype="1">
                                  <p:stCondLst>
                                    <p:cond delay="0"/>
                                  </p:stCondLst>
                                  <p:childTnLst>
                                    <p:animEffect transition="out" filter="wipe(up)">
                                      <p:cBhvr>
                                        <p:cTn dur="500" id="51"/>
                                        <p:tgtEl>
                                          <p:spTgt spid="1049498"/>
                                        </p:tgtEl>
                                      </p:cBhvr>
                                    </p:animEffect>
                                    <p:set>
                                      <p:cBhvr>
                                        <p:cTn dur="1" fill="hold" id="52">
                                          <p:stCondLst>
                                            <p:cond delay="499"/>
                                          </p:stCondLst>
                                        </p:cTn>
                                        <p:tgtEl>
                                          <p:spTgt spid="1049498"/>
                                        </p:tgtEl>
                                        <p:attrNameLst>
                                          <p:attrName>style.visibility</p:attrName>
                                        </p:attrNameLst>
                                      </p:cBhvr>
                                      <p:to>
                                        <p:strVal val="hidden"/>
                                      </p:to>
                                    </p:set>
                                  </p:childTnLst>
                                </p:cTn>
                              </p:par>
                            </p:childTnLst>
                          </p:cTn>
                        </p:par>
                      </p:childTnLst>
                    </p:cTn>
                  </p:par>
                  <p:par>
                    <p:cTn fill="hold" id="53" nodeType="clickPar">
                      <p:stCondLst>
                        <p:cond delay="indefinite"/>
                      </p:stCondLst>
                      <p:childTnLst>
                        <p:par>
                          <p:cTn fill="hold" id="54" nodeType="withGroup">
                            <p:stCondLst>
                              <p:cond delay="0"/>
                            </p:stCondLst>
                            <p:childTnLst>
                              <p:par>
                                <p:cTn fill="hold" id="55" nodeType="clickEffect" presetClass="entr" presetID="22" presetSubtype="1">
                                  <p:stCondLst>
                                    <p:cond delay="0"/>
                                  </p:stCondLst>
                                  <p:childTnLst>
                                    <p:set>
                                      <p:cBhvr>
                                        <p:cTn dur="1" fill="hold" id="56">
                                          <p:stCondLst>
                                            <p:cond delay="0"/>
                                          </p:stCondLst>
                                        </p:cTn>
                                        <p:tgtEl>
                                          <p:spTgt spid="1049499"/>
                                        </p:tgtEl>
                                        <p:attrNameLst>
                                          <p:attrName>style.visibility</p:attrName>
                                        </p:attrNameLst>
                                      </p:cBhvr>
                                      <p:to>
                                        <p:strVal val="visible"/>
                                      </p:to>
                                    </p:set>
                                    <p:animEffect transition="in" filter="wipe(up)">
                                      <p:cBhvr>
                                        <p:cTn dur="500" id="57"/>
                                        <p:tgtEl>
                                          <p:spTgt spid="1049499"/>
                                        </p:tgtEl>
                                      </p:cBhvr>
                                    </p:animEffect>
                                  </p:childTnLst>
                                </p:cTn>
                              </p:par>
                            </p:childTnLst>
                          </p:cTn>
                        </p:par>
                      </p:childTnLst>
                    </p:cTn>
                  </p:par>
                  <p:par>
                    <p:cTn fill="hold" id="58" nodeType="clickPar">
                      <p:stCondLst>
                        <p:cond delay="indefinite"/>
                      </p:stCondLst>
                      <p:childTnLst>
                        <p:par>
                          <p:cTn fill="hold" id="59" nodeType="withGroup">
                            <p:stCondLst>
                              <p:cond delay="0"/>
                            </p:stCondLst>
                            <p:childTnLst>
                              <p:par>
                                <p:cTn fill="hold" id="60" nodeType="clickEffect" presetClass="exit" presetID="22" presetSubtype="1">
                                  <p:stCondLst>
                                    <p:cond delay="0"/>
                                  </p:stCondLst>
                                  <p:childTnLst>
                                    <p:animEffect transition="out" filter="wipe(up)">
                                      <p:cBhvr>
                                        <p:cTn dur="500" id="61"/>
                                        <p:tgtEl>
                                          <p:spTgt spid="1049499"/>
                                        </p:tgtEl>
                                      </p:cBhvr>
                                    </p:animEffect>
                                    <p:set>
                                      <p:cBhvr>
                                        <p:cTn dur="1" fill="hold" id="62">
                                          <p:stCondLst>
                                            <p:cond delay="499"/>
                                          </p:stCondLst>
                                        </p:cTn>
                                        <p:tgtEl>
                                          <p:spTgt spid="104949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275" name=""/>
        <p:cNvGrpSpPr/>
        <p:nvPr/>
      </p:nvGrpSpPr>
      <p:grpSpPr>
        <a:xfrm>
          <a:off x="0" y="0"/>
          <a:ext cx="0" cy="0"/>
          <a:chOff x="0" y="0"/>
          <a:chExt cx="0" cy="0"/>
        </a:xfrm>
      </p:grpSpPr>
      <p:sp>
        <p:nvSpPr>
          <p:cNvPr id="1049500" name="Text Box 2"/>
          <p:cNvSpPr txBox="1">
            <a:spLocks noChangeArrowheads="1"/>
          </p:cNvSpPr>
          <p:nvPr/>
        </p:nvSpPr>
        <p:spPr bwMode="auto">
          <a:xfrm>
            <a:off x="-138112" y="20640"/>
            <a:ext cx="184731" cy="461665"/>
          </a:xfrm>
          <a:prstGeom prst="rect"/>
          <a:noFill/>
          <a:ln>
            <a:noFill/>
          </a:ln>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zh-CN" sz="2400" kumimoji="1" lang="zh-CN">
              <a:latin typeface="Times New Roman" panose="02020603050405020304" pitchFamily="18" charset="0"/>
            </a:endParaRPr>
          </a:p>
        </p:txBody>
      </p:sp>
      <p:sp>
        <p:nvSpPr>
          <p:cNvPr id="1049501" name="Text Box 3"/>
          <p:cNvSpPr txBox="1">
            <a:spLocks noChangeArrowheads="1"/>
          </p:cNvSpPr>
          <p:nvPr/>
        </p:nvSpPr>
        <p:spPr bwMode="auto">
          <a:xfrm>
            <a:off x="-138112" y="96840"/>
            <a:ext cx="184731" cy="461665"/>
          </a:xfrm>
          <a:prstGeom prst="rect"/>
          <a:noFill/>
          <a:ln>
            <a:noFill/>
          </a:ln>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zh-CN" sz="2400" kumimoji="1" lang="zh-CN">
              <a:latin typeface="Times New Roman" panose="02020603050405020304" pitchFamily="18" charset="0"/>
            </a:endParaRPr>
          </a:p>
        </p:txBody>
      </p:sp>
      <p:sp>
        <p:nvSpPr>
          <p:cNvPr id="1049502" name="Rectangle 4"/>
          <p:cNvSpPr>
            <a:spLocks noGrp="1" noChangeArrowheads="1"/>
          </p:cNvSpPr>
          <p:nvPr>
            <p:ph type="title"/>
          </p:nvPr>
        </p:nvSpPr>
        <p:spPr>
          <a:xfrm>
            <a:off x="457200" y="393702"/>
            <a:ext cx="8229600" cy="1027113"/>
          </a:xfrm>
        </p:spPr>
        <p:txBody>
          <a:bodyPr/>
          <a:p>
            <a:pPr eaLnBrk="1" hangingPunct="1"/>
            <a:r>
              <a:rPr altLang="en-US" b="1" sz="4000" lang="zh-CN">
                <a:latin typeface="华文新魏" panose="02010800040101010101" pitchFamily="2" charset="-122"/>
                <a:ea typeface="华文新魏" panose="02010800040101010101" pitchFamily="2" charset="-122"/>
              </a:rPr>
              <a:t>利用</a:t>
            </a:r>
            <a:r>
              <a:rPr altLang="zh-CN" b="1" sz="4000" lang="en-US">
                <a:latin typeface="华文新魏" panose="02010800040101010101" pitchFamily="2" charset="-122"/>
                <a:ea typeface="华文新魏" panose="02010800040101010101" pitchFamily="2" charset="-122"/>
              </a:rPr>
              <a:t>next</a:t>
            </a:r>
            <a:r>
              <a:rPr altLang="en-US" b="1" sz="4000" lang="zh-CN">
                <a:latin typeface="华文新魏" panose="02010800040101010101" pitchFamily="2" charset="-122"/>
                <a:ea typeface="华文新魏" panose="02010800040101010101" pitchFamily="2" charset="-122"/>
              </a:rPr>
              <a:t>特征向量进行匹配处理</a:t>
            </a:r>
          </a:p>
        </p:txBody>
      </p:sp>
      <p:sp>
        <p:nvSpPr>
          <p:cNvPr id="1049503" name="Rectangle 5"/>
          <p:cNvSpPr>
            <a:spLocks noGrp="1" noChangeArrowheads="1"/>
          </p:cNvSpPr>
          <p:nvPr>
            <p:ph idx="1"/>
          </p:nvPr>
        </p:nvSpPr>
        <p:spPr>
          <a:xfrm>
            <a:off x="536575" y="1411288"/>
            <a:ext cx="7899400" cy="4919662"/>
          </a:xfrm>
        </p:spPr>
        <p:txBody>
          <a:bodyPr/>
          <a:p>
            <a:pPr eaLnBrk="1" hangingPunct="1">
              <a:lnSpc>
                <a:spcPct val="110000"/>
              </a:lnSpc>
              <a:buClr>
                <a:srgbClr val="990099"/>
              </a:buClr>
              <a:buSzPct val="50000"/>
            </a:pPr>
            <a:r>
              <a:rPr altLang="en-US" b="1" dirty="0" sz="3000" lang="zh-CN">
                <a:latin typeface="Times New Roman" panose="02020603050405020304" pitchFamily="18" charset="0"/>
                <a:ea typeface="仿宋_GB2312" pitchFamily="49" charset="-122"/>
              </a:rPr>
              <a:t>若设若在进行某一趟匹配比较时在模式 </a:t>
            </a:r>
            <a:r>
              <a:rPr altLang="zh-CN" b="1" dirty="0" sz="3000" lang="en-US">
                <a:latin typeface="Times New Roman" panose="02020603050405020304" pitchFamily="18" charset="0"/>
                <a:ea typeface="仿宋_GB2312" pitchFamily="49" charset="-122"/>
              </a:rPr>
              <a:t>P </a:t>
            </a:r>
            <a:r>
              <a:rPr altLang="en-US" b="1" dirty="0" sz="3000" lang="zh-CN">
                <a:latin typeface="Times New Roman" panose="02020603050405020304" pitchFamily="18" charset="0"/>
                <a:ea typeface="仿宋_GB2312" pitchFamily="49" charset="-122"/>
              </a:rPr>
              <a:t>的第 </a:t>
            </a:r>
            <a:r>
              <a:rPr altLang="zh-CN" b="1" dirty="0" sz="3000" lang="en-US">
                <a:latin typeface="Times New Roman" panose="02020603050405020304" pitchFamily="18" charset="0"/>
                <a:ea typeface="仿宋_GB2312" pitchFamily="49" charset="-122"/>
              </a:rPr>
              <a:t>j </a:t>
            </a:r>
            <a:r>
              <a:rPr altLang="en-US" b="1" dirty="0" sz="3000" lang="zh-CN">
                <a:latin typeface="Times New Roman" panose="02020603050405020304" pitchFamily="18" charset="0"/>
                <a:ea typeface="仿宋_GB2312" pitchFamily="49" charset="-122"/>
              </a:rPr>
              <a:t>位失配：</a:t>
            </a:r>
          </a:p>
          <a:p>
            <a:pPr eaLnBrk="1" hangingPunct="1" lvl="1">
              <a:lnSpc>
                <a:spcPct val="110000"/>
              </a:lnSpc>
              <a:buClr>
                <a:srgbClr val="008000"/>
              </a:buClr>
              <a:buSzPct val="55000"/>
              <a:buFont typeface="Wingdings" panose="05000000000000000000" pitchFamily="2" charset="2"/>
              <a:buChar char="u"/>
            </a:pPr>
            <a:r>
              <a:rPr altLang="en-US" b="1" dirty="0" sz="2900" lang="zh-CN">
                <a:latin typeface="Times New Roman" panose="02020603050405020304" pitchFamily="18" charset="0"/>
                <a:ea typeface="仿宋_GB2312" pitchFamily="49" charset="-122"/>
              </a:rPr>
              <a:t>如果 </a:t>
            </a:r>
            <a:r>
              <a:rPr altLang="zh-CN" b="1" dirty="0" sz="2900" lang="en-US">
                <a:solidFill>
                  <a:schemeClr val="tx2"/>
                </a:solidFill>
                <a:latin typeface="Times New Roman" panose="02020603050405020304" pitchFamily="18" charset="0"/>
                <a:ea typeface="仿宋_GB2312" pitchFamily="49" charset="-122"/>
              </a:rPr>
              <a:t>j &gt; 0</a:t>
            </a:r>
            <a:r>
              <a:rPr altLang="en-US" b="1" dirty="0" sz="2900" lang="zh-CN">
                <a:latin typeface="Times New Roman" panose="02020603050405020304" pitchFamily="18" charset="0"/>
                <a:ea typeface="仿宋_GB2312" pitchFamily="49" charset="-122"/>
              </a:rPr>
              <a:t>，那么在下一趟比较时模式串 </a:t>
            </a:r>
            <a:r>
              <a:rPr altLang="zh-CN" b="1" dirty="0" sz="2900" lang="en-US">
                <a:latin typeface="Times New Roman" panose="02020603050405020304" pitchFamily="18" charset="0"/>
                <a:ea typeface="仿宋_GB2312" pitchFamily="49" charset="-122"/>
              </a:rPr>
              <a:t>P</a:t>
            </a:r>
            <a:r>
              <a:rPr altLang="en-US" b="1" dirty="0" sz="2900" lang="zh-CN">
                <a:latin typeface="Times New Roman" panose="02020603050405020304" pitchFamily="18" charset="0"/>
                <a:ea typeface="仿宋_GB2312" pitchFamily="49" charset="-122"/>
              </a:rPr>
              <a:t>的起始比较位置是 </a:t>
            </a:r>
            <a:r>
              <a:rPr altLang="zh-CN" b="1" dirty="0" sz="2900" lang="en-US" err="1">
                <a:solidFill>
                  <a:srgbClr val="0070C0"/>
                </a:solidFill>
                <a:latin typeface="Times New Roman" panose="02020603050405020304" pitchFamily="18" charset="0"/>
                <a:ea typeface="仿宋_GB2312" pitchFamily="49" charset="-122"/>
              </a:rPr>
              <a:t>p</a:t>
            </a:r>
            <a:r>
              <a:rPr altLang="zh-CN" baseline="-25000" b="1" dirty="0" sz="2900" lang="en-US" err="1">
                <a:solidFill>
                  <a:srgbClr val="0070C0"/>
                </a:solidFill>
                <a:latin typeface="Times New Roman" panose="02020603050405020304" pitchFamily="18" charset="0"/>
                <a:ea typeface="仿宋_GB2312" pitchFamily="49" charset="-122"/>
              </a:rPr>
              <a:t>next</a:t>
            </a:r>
            <a:r>
              <a:rPr altLang="zh-CN" baseline="-25000" b="1" dirty="0" sz="2900" lang="en-US">
                <a:solidFill>
                  <a:srgbClr val="0070C0"/>
                </a:solidFill>
                <a:latin typeface="Times New Roman" panose="02020603050405020304" pitchFamily="18" charset="0"/>
                <a:ea typeface="仿宋_GB2312" pitchFamily="49" charset="-122"/>
              </a:rPr>
              <a:t>(j)</a:t>
            </a:r>
            <a:r>
              <a:rPr altLang="en-US" b="1" dirty="0" sz="2900" lang="zh-CN">
                <a:latin typeface="Times New Roman" panose="02020603050405020304" pitchFamily="18" charset="0"/>
                <a:ea typeface="仿宋_GB2312" pitchFamily="49" charset="-122"/>
              </a:rPr>
              <a:t>，目标串 </a:t>
            </a:r>
            <a:r>
              <a:rPr altLang="zh-CN" b="1" dirty="0" sz="2900" lang="en-US">
                <a:latin typeface="Times New Roman" panose="02020603050405020304" pitchFamily="18" charset="0"/>
                <a:ea typeface="仿宋_GB2312" pitchFamily="49" charset="-122"/>
              </a:rPr>
              <a:t>T </a:t>
            </a:r>
            <a:r>
              <a:rPr altLang="en-US" b="1" dirty="0" sz="2900" lang="zh-CN">
                <a:latin typeface="Times New Roman" panose="02020603050405020304" pitchFamily="18" charset="0"/>
                <a:ea typeface="仿宋_GB2312" pitchFamily="49" charset="-122"/>
              </a:rPr>
              <a:t>的指针不回溯，仍指向上一趟失配的字符；</a:t>
            </a:r>
          </a:p>
          <a:p>
            <a:pPr eaLnBrk="1" hangingPunct="1" lvl="1">
              <a:lnSpc>
                <a:spcPct val="110000"/>
              </a:lnSpc>
              <a:buClr>
                <a:srgbClr val="008000"/>
              </a:buClr>
              <a:buSzPct val="55000"/>
              <a:buFont typeface="Wingdings" panose="05000000000000000000" pitchFamily="2" charset="2"/>
              <a:buChar char="u"/>
            </a:pPr>
            <a:r>
              <a:rPr altLang="en-US" b="1" dirty="0" sz="2900" lang="zh-CN">
                <a:latin typeface="Times New Roman" panose="02020603050405020304" pitchFamily="18" charset="0"/>
                <a:ea typeface="仿宋_GB2312" pitchFamily="49" charset="-122"/>
              </a:rPr>
              <a:t>如果 </a:t>
            </a:r>
            <a:r>
              <a:rPr altLang="zh-CN" b="1" dirty="0" sz="2900" lang="en-US">
                <a:solidFill>
                  <a:schemeClr val="tx2"/>
                </a:solidFill>
                <a:latin typeface="Times New Roman" panose="02020603050405020304" pitchFamily="18" charset="0"/>
                <a:ea typeface="仿宋_GB2312" pitchFamily="49" charset="-122"/>
              </a:rPr>
              <a:t>j = 0</a:t>
            </a:r>
            <a:r>
              <a:rPr altLang="en-US" b="1" dirty="0" sz="2900" lang="zh-CN">
                <a:latin typeface="Times New Roman" panose="02020603050405020304" pitchFamily="18" charset="0"/>
                <a:ea typeface="仿宋_GB2312" pitchFamily="49" charset="-122"/>
              </a:rPr>
              <a:t>，则目标串指针 </a:t>
            </a:r>
            <a:r>
              <a:rPr altLang="zh-CN" b="1" dirty="0" sz="2900" lang="en-US">
                <a:latin typeface="Times New Roman" panose="02020603050405020304" pitchFamily="18" charset="0"/>
                <a:ea typeface="仿宋_GB2312" pitchFamily="49" charset="-122"/>
              </a:rPr>
              <a:t>T </a:t>
            </a:r>
            <a:r>
              <a:rPr altLang="en-US" b="1" dirty="0" sz="2900" lang="zh-CN">
                <a:latin typeface="Times New Roman" panose="02020603050405020304" pitchFamily="18" charset="0"/>
                <a:ea typeface="仿宋_GB2312" pitchFamily="49" charset="-122"/>
              </a:rPr>
              <a:t>进一，模式串指针 </a:t>
            </a:r>
            <a:r>
              <a:rPr altLang="zh-CN" b="1" dirty="0" sz="2900" lang="en-US">
                <a:latin typeface="Times New Roman" panose="02020603050405020304" pitchFamily="18" charset="0"/>
                <a:ea typeface="仿宋_GB2312" pitchFamily="49" charset="-122"/>
              </a:rPr>
              <a:t>P </a:t>
            </a:r>
            <a:r>
              <a:rPr altLang="en-US" b="1" dirty="0" sz="2900" lang="zh-CN">
                <a:latin typeface="Times New Roman" panose="02020603050405020304" pitchFamily="18" charset="0"/>
                <a:ea typeface="仿宋_GB2312" pitchFamily="49" charset="-122"/>
              </a:rPr>
              <a:t>回到 </a:t>
            </a:r>
            <a:r>
              <a:rPr altLang="zh-CN" b="1" dirty="0" sz="2900" lang="en-US">
                <a:solidFill>
                  <a:schemeClr val="tx2"/>
                </a:solidFill>
                <a:latin typeface="Times New Roman" panose="02020603050405020304" pitchFamily="18" charset="0"/>
                <a:ea typeface="仿宋_GB2312" pitchFamily="49" charset="-122"/>
              </a:rPr>
              <a:t>p</a:t>
            </a:r>
            <a:r>
              <a:rPr altLang="zh-CN" baseline="-25000" b="1" dirty="0" sz="2900" lang="en-US">
                <a:solidFill>
                  <a:schemeClr val="tx2"/>
                </a:solidFill>
                <a:latin typeface="Times New Roman" panose="02020603050405020304" pitchFamily="18" charset="0"/>
                <a:ea typeface="仿宋_GB2312" pitchFamily="49" charset="-122"/>
              </a:rPr>
              <a:t>0</a:t>
            </a:r>
            <a:r>
              <a:rPr altLang="en-US" b="1" dirty="0" sz="2900" lang="zh-CN">
                <a:latin typeface="Times New Roman" panose="02020603050405020304" pitchFamily="18" charset="0"/>
                <a:ea typeface="仿宋_GB2312" pitchFamily="49" charset="-122"/>
              </a:rPr>
              <a:t>，继续进行下一趟匹配比较。</a:t>
            </a:r>
            <a:r>
              <a:rPr altLang="en-US" dirty="0" sz="2900" lang="zh-CN"/>
              <a:t>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276" name=""/>
        <p:cNvGrpSpPr/>
        <p:nvPr/>
      </p:nvGrpSpPr>
      <p:grpSpPr>
        <a:xfrm>
          <a:off x="0" y="0"/>
          <a:ext cx="0" cy="0"/>
          <a:chOff x="0" y="0"/>
          <a:chExt cx="0" cy="0"/>
        </a:xfrm>
      </p:grpSpPr>
      <p:sp>
        <p:nvSpPr>
          <p:cNvPr id="1049504" name="Text Box 2"/>
          <p:cNvSpPr txBox="1">
            <a:spLocks noChangeArrowheads="1"/>
          </p:cNvSpPr>
          <p:nvPr/>
        </p:nvSpPr>
        <p:spPr bwMode="auto">
          <a:xfrm>
            <a:off x="723900" y="481013"/>
            <a:ext cx="8034338" cy="6149340"/>
          </a:xfrm>
          <a:prstGeom prst="rect"/>
          <a:solidFill>
            <a:srgbClr val="FFFF99"/>
          </a:solid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dirty="0" sz="2400" kumimoji="1" lang="en-US">
                <a:latin typeface="Times New Roman" panose="02020603050405020304" pitchFamily="18" charset="0"/>
              </a:rPr>
              <a:t> </a:t>
            </a:r>
            <a:r>
              <a:rPr altLang="en-US" b="1" dirty="0" sz="2800" kumimoji="1" lang="zh-CN">
                <a:latin typeface="Times New Roman" panose="02020603050405020304" pitchFamily="18" charset="0"/>
                <a:ea typeface="仿宋_GB2312" pitchFamily="49" charset="-122"/>
              </a:rPr>
              <a:t>运用</a:t>
            </a:r>
            <a:r>
              <a:rPr altLang="zh-CN" b="1" dirty="0" sz="2800" kumimoji="1" lang="en-US">
                <a:latin typeface="Times New Roman" panose="02020603050405020304" pitchFamily="18" charset="0"/>
                <a:ea typeface="仿宋_GB2312" pitchFamily="49" charset="-122"/>
              </a:rPr>
              <a:t>KMP</a:t>
            </a:r>
            <a:r>
              <a:rPr altLang="en-US" b="1" dirty="0" sz="2800" kumimoji="1" lang="zh-CN">
                <a:latin typeface="Times New Roman" panose="02020603050405020304" pitchFamily="18" charset="0"/>
                <a:ea typeface="仿宋_GB2312" pitchFamily="49" charset="-122"/>
              </a:rPr>
              <a:t>算法的匹配过程</a:t>
            </a:r>
          </a:p>
          <a:p>
            <a:pPr eaLnBrk="1" hangingPunct="1">
              <a:spcBef>
                <a:spcPct val="0"/>
              </a:spcBef>
              <a:buFontTx/>
              <a:buNone/>
            </a:pPr>
            <a:endParaRPr altLang="en-US" dirty="0" sz="1000" kumimoji="1" lang="zh-CN">
              <a:latin typeface="Times New Roman" panose="02020603050405020304" pitchFamily="18" charset="0"/>
            </a:endParaRPr>
          </a:p>
          <a:p>
            <a:pPr eaLnBrk="1" hangingPunct="1">
              <a:spcBef>
                <a:spcPct val="0"/>
              </a:spcBef>
              <a:buFontTx/>
              <a:buNone/>
            </a:pPr>
            <a:r>
              <a:rPr altLang="en-US" b="1" dirty="0" sz="2800" kumimoji="1" lang="zh-CN">
                <a:solidFill>
                  <a:srgbClr val="FF3300"/>
                </a:solidFill>
                <a:latin typeface="Times New Roman" panose="02020603050405020304" pitchFamily="18" charset="0"/>
                <a:ea typeface="仿宋_GB2312" pitchFamily="49" charset="-122"/>
              </a:rPr>
              <a:t>第</a:t>
            </a:r>
            <a:r>
              <a:rPr altLang="zh-CN" b="1" dirty="0" sz="2800" kumimoji="1" lang="en-US">
                <a:solidFill>
                  <a:srgbClr val="FF3300"/>
                </a:solidFill>
                <a:latin typeface="Times New Roman" panose="02020603050405020304" pitchFamily="18" charset="0"/>
                <a:ea typeface="仿宋_GB2312" pitchFamily="49" charset="-122"/>
              </a:rPr>
              <a:t>1</a:t>
            </a:r>
            <a:r>
              <a:rPr altLang="en-US" b="1" dirty="0" sz="2800" kumimoji="1" lang="zh-CN">
                <a:solidFill>
                  <a:srgbClr val="FF3300"/>
                </a:solidFill>
                <a:latin typeface="Times New Roman" panose="02020603050405020304" pitchFamily="18" charset="0"/>
                <a:ea typeface="仿宋_GB2312" pitchFamily="49" charset="-122"/>
              </a:rPr>
              <a:t>趟  目标   </a:t>
            </a:r>
            <a:r>
              <a:rPr altLang="zh-CN" b="1" dirty="0" sz="2800" i="1" kumimoji="1" lang="en-US">
                <a:latin typeface="Times New Roman" panose="02020603050405020304" pitchFamily="18" charset="0"/>
                <a:ea typeface="仿宋_GB2312" pitchFamily="49" charset="-122"/>
              </a:rPr>
              <a:t>a</a:t>
            </a:r>
            <a:r>
              <a:rPr altLang="zh-CN" b="1" dirty="0" sz="2800" i="1" kumimoji="1" lang="en-US">
                <a:solidFill>
                  <a:srgbClr val="000099"/>
                </a:solidFill>
                <a:latin typeface="Times New Roman" panose="02020603050405020304" pitchFamily="18" charset="0"/>
                <a:ea typeface="仿宋_GB2312" pitchFamily="49" charset="-122"/>
              </a:rPr>
              <a:t> </a:t>
            </a:r>
            <a:r>
              <a:rPr altLang="zh-CN" b="1" dirty="0" sz="2800" i="1" kumimoji="1" lang="en-US">
                <a:solidFill>
                  <a:srgbClr val="FF3300"/>
                </a:solidFill>
                <a:latin typeface="Times New Roman" panose="02020603050405020304" pitchFamily="18" charset="0"/>
                <a:ea typeface="仿宋_GB2312" pitchFamily="49" charset="-122"/>
              </a:rPr>
              <a:t>c</a:t>
            </a:r>
            <a:r>
              <a:rPr altLang="zh-CN" b="1" dirty="0" sz="2800" i="1" kumimoji="1" lang="en-US">
                <a:solidFill>
                  <a:srgbClr val="000099"/>
                </a:solidFill>
                <a:latin typeface="Times New Roman" panose="02020603050405020304" pitchFamily="18" charset="0"/>
                <a:ea typeface="仿宋_GB2312" pitchFamily="49" charset="-122"/>
              </a:rPr>
              <a:t> a b a </a:t>
            </a:r>
            <a:r>
              <a:rPr altLang="zh-CN" b="1" dirty="0" sz="2800" i="1" kumimoji="1" lang="en-US" err="1">
                <a:solidFill>
                  <a:srgbClr val="000099"/>
                </a:solidFill>
                <a:latin typeface="Times New Roman" panose="02020603050405020304" pitchFamily="18" charset="0"/>
                <a:ea typeface="仿宋_GB2312" pitchFamily="49" charset="-122"/>
              </a:rPr>
              <a:t>a</a:t>
            </a:r>
            <a:r>
              <a:rPr altLang="zh-CN" b="1" dirty="0" sz="2800" i="1" kumimoji="1" lang="en-US">
                <a:solidFill>
                  <a:srgbClr val="000099"/>
                </a:solidFill>
                <a:latin typeface="Times New Roman" panose="02020603050405020304" pitchFamily="18" charset="0"/>
                <a:ea typeface="仿宋_GB2312" pitchFamily="49" charset="-122"/>
              </a:rPr>
              <a:t> b a </a:t>
            </a:r>
            <a:r>
              <a:rPr altLang="zh-CN" b="1" dirty="0" sz="2800" i="1" kumimoji="1" lang="en-US" err="1">
                <a:solidFill>
                  <a:srgbClr val="000099"/>
                </a:solidFill>
                <a:latin typeface="Times New Roman" panose="02020603050405020304" pitchFamily="18" charset="0"/>
                <a:ea typeface="仿宋_GB2312" pitchFamily="49" charset="-122"/>
              </a:rPr>
              <a:t>a</a:t>
            </a:r>
            <a:r>
              <a:rPr altLang="zh-CN" b="1" dirty="0" sz="2800" i="1" kumimoji="1" lang="en-US">
                <a:solidFill>
                  <a:srgbClr val="000099"/>
                </a:solidFill>
                <a:latin typeface="Times New Roman" panose="02020603050405020304" pitchFamily="18" charset="0"/>
                <a:ea typeface="仿宋_GB2312" pitchFamily="49" charset="-122"/>
              </a:rPr>
              <a:t> b c a c a </a:t>
            </a:r>
            <a:r>
              <a:rPr altLang="zh-CN" b="1" dirty="0" sz="2800" i="1" kumimoji="1" lang="en-US" err="1">
                <a:solidFill>
                  <a:srgbClr val="000099"/>
                </a:solidFill>
                <a:latin typeface="Times New Roman" panose="02020603050405020304" pitchFamily="18" charset="0"/>
                <a:ea typeface="仿宋_GB2312" pitchFamily="49" charset="-122"/>
              </a:rPr>
              <a:t>a</a:t>
            </a:r>
            <a:r>
              <a:rPr altLang="zh-CN" b="1" dirty="0" sz="2800" i="1" kumimoji="1" lang="en-US">
                <a:solidFill>
                  <a:srgbClr val="000099"/>
                </a:solidFill>
                <a:latin typeface="Times New Roman" panose="02020603050405020304" pitchFamily="18" charset="0"/>
                <a:ea typeface="仿宋_GB2312" pitchFamily="49" charset="-122"/>
              </a:rPr>
              <a:t> b c</a:t>
            </a:r>
            <a:endParaRPr altLang="zh-CN" b="1" dirty="0" sz="2800" kumimoji="1" lang="en-US">
              <a:solidFill>
                <a:srgbClr val="000099"/>
              </a:solidFill>
              <a:latin typeface="Times New Roman" panose="02020603050405020304" pitchFamily="18" charset="0"/>
              <a:ea typeface="仿宋_GB2312" pitchFamily="49" charset="-122"/>
            </a:endParaRPr>
          </a:p>
          <a:p>
            <a:pPr eaLnBrk="1" hangingPunct="1">
              <a:spcBef>
                <a:spcPct val="0"/>
              </a:spcBef>
              <a:buFontTx/>
              <a:buNone/>
            </a:pPr>
            <a:r>
              <a:rPr altLang="zh-CN" b="1" dirty="0" sz="2800" kumimoji="1" lang="en-US">
                <a:solidFill>
                  <a:srgbClr val="000099"/>
                </a:solidFill>
                <a:latin typeface="Times New Roman" panose="02020603050405020304" pitchFamily="18" charset="0"/>
                <a:ea typeface="仿宋_GB2312" pitchFamily="49" charset="-122"/>
              </a:rPr>
              <a:t>            </a:t>
            </a:r>
            <a:r>
              <a:rPr altLang="en-US" b="1" dirty="0" sz="2800" kumimoji="1" lang="zh-CN">
                <a:solidFill>
                  <a:srgbClr val="FF3300"/>
                </a:solidFill>
                <a:latin typeface="Times New Roman" panose="02020603050405020304" pitchFamily="18" charset="0"/>
                <a:ea typeface="仿宋_GB2312" pitchFamily="49" charset="-122"/>
              </a:rPr>
              <a:t>模式</a:t>
            </a:r>
            <a:r>
              <a:rPr altLang="en-US" b="1" dirty="0" sz="2800" kumimoji="1" lang="zh-CN">
                <a:solidFill>
                  <a:srgbClr val="000099"/>
                </a:solidFill>
                <a:latin typeface="Times New Roman" panose="02020603050405020304" pitchFamily="18" charset="0"/>
              </a:rPr>
              <a:t>   </a:t>
            </a:r>
            <a:r>
              <a:rPr altLang="zh-CN" b="1" dirty="0" sz="2800" i="1" kumimoji="1" lang="en-US">
                <a:latin typeface="Times New Roman" panose="02020603050405020304" pitchFamily="18" charset="0"/>
              </a:rPr>
              <a:t>a</a:t>
            </a:r>
            <a:r>
              <a:rPr altLang="zh-CN" b="1" dirty="0" sz="2800" i="1" kumimoji="1" lang="en-US">
                <a:solidFill>
                  <a:srgbClr val="000099"/>
                </a:solidFill>
                <a:latin typeface="Times New Roman" panose="02020603050405020304" pitchFamily="18" charset="0"/>
              </a:rPr>
              <a:t> </a:t>
            </a:r>
            <a:r>
              <a:rPr altLang="zh-CN" b="1" dirty="0" sz="2800" i="1" kumimoji="1" lang="en-US">
                <a:solidFill>
                  <a:srgbClr val="FF3300"/>
                </a:solidFill>
                <a:latin typeface="Times New Roman" panose="02020603050405020304" pitchFamily="18" charset="0"/>
              </a:rPr>
              <a:t>b</a:t>
            </a:r>
            <a:r>
              <a:rPr altLang="zh-CN" b="1" dirty="0" sz="2800" i="1" kumimoji="1" lang="en-US">
                <a:solidFill>
                  <a:srgbClr val="000099"/>
                </a:solidFill>
                <a:latin typeface="Times New Roman" panose="02020603050405020304" pitchFamily="18" charset="0"/>
              </a:rPr>
              <a:t> a </a:t>
            </a:r>
            <a:r>
              <a:rPr altLang="zh-CN" b="1" dirty="0" sz="2800" i="1" kumimoji="1" lang="en-US" err="1">
                <a:solidFill>
                  <a:srgbClr val="000099"/>
                </a:solidFill>
                <a:latin typeface="Times New Roman" panose="02020603050405020304" pitchFamily="18" charset="0"/>
              </a:rPr>
              <a:t>a</a:t>
            </a:r>
            <a:r>
              <a:rPr altLang="zh-CN" b="1" dirty="0" sz="2800" i="1" kumimoji="1" lang="en-US">
                <a:solidFill>
                  <a:srgbClr val="000099"/>
                </a:solidFill>
                <a:latin typeface="Times New Roman" panose="02020603050405020304" pitchFamily="18" charset="0"/>
              </a:rPr>
              <a:t> b c a c</a:t>
            </a:r>
            <a:endParaRPr altLang="zh-CN" b="1" dirty="0" sz="2800" kumimoji="1" lang="en-US">
              <a:solidFill>
                <a:srgbClr val="000099"/>
              </a:solidFill>
              <a:latin typeface="Times New Roman" panose="02020603050405020304" pitchFamily="18" charset="0"/>
            </a:endParaRPr>
          </a:p>
          <a:p>
            <a:pPr eaLnBrk="1" hangingPunct="1">
              <a:spcBef>
                <a:spcPct val="0"/>
              </a:spcBef>
              <a:buFontTx/>
              <a:buNone/>
            </a:pPr>
            <a:r>
              <a:rPr altLang="zh-CN" b="1" dirty="0" sz="2800" kumimoji="1" lang="en-US">
                <a:solidFill>
                  <a:srgbClr val="000099"/>
                </a:solidFill>
                <a:latin typeface="Times New Roman" panose="02020603050405020304" pitchFamily="18" charset="0"/>
              </a:rPr>
              <a:t>	                </a:t>
            </a:r>
            <a:r>
              <a:rPr altLang="zh-CN" b="1" dirty="0" sz="2800" kumimoji="1" lang="en-US">
                <a:solidFill>
                  <a:srgbClr val="0000FF"/>
                </a:solidFill>
                <a:latin typeface="Times New Roman" panose="02020603050405020304" pitchFamily="18" charset="0"/>
                <a:sym typeface="Symbol" panose="05050102010706020507" pitchFamily="18" charset="2"/>
              </a:rPr>
              <a:t>   </a:t>
            </a:r>
            <a:r>
              <a:rPr altLang="zh-CN" b="1" dirty="0" sz="2800" kumimoji="1" lang="en-US">
                <a:solidFill>
                  <a:schemeClr val="tx2"/>
                </a:solidFill>
                <a:latin typeface="Times New Roman" panose="02020603050405020304" pitchFamily="18" charset="0"/>
              </a:rPr>
              <a:t>j=1 </a:t>
            </a:r>
            <a:r>
              <a:rPr altLang="zh-CN" b="1" dirty="0" sz="2800" kumimoji="1" lang="en-US">
                <a:solidFill>
                  <a:schemeClr val="tx2"/>
                </a:solidFill>
                <a:latin typeface="Times New Roman" panose="02020603050405020304" pitchFamily="18" charset="0"/>
                <a:sym typeface="Wingdings" panose="05000000000000000000" pitchFamily="2" charset="2"/>
              </a:rPr>
              <a:t></a:t>
            </a:r>
            <a:r>
              <a:rPr altLang="zh-CN" b="1" dirty="0" sz="2800" kumimoji="1" lang="en-US">
                <a:solidFill>
                  <a:schemeClr val="tx2"/>
                </a:solidFill>
                <a:latin typeface="Times New Roman" panose="02020603050405020304" pitchFamily="18" charset="0"/>
              </a:rPr>
              <a:t> next(1) = 0</a:t>
            </a:r>
            <a:r>
              <a:rPr altLang="en-US" b="1" dirty="0" sz="2800" kumimoji="1" lang="zh-CN">
                <a:solidFill>
                  <a:schemeClr val="tx2"/>
                </a:solidFill>
                <a:latin typeface="Times New Roman" panose="02020603050405020304" pitchFamily="18" charset="0"/>
              </a:rPr>
              <a:t>，</a:t>
            </a:r>
            <a:r>
              <a:rPr altLang="en-US" b="1" dirty="0" sz="2800" kumimoji="1" lang="zh-CN">
                <a:solidFill>
                  <a:schemeClr val="tx2"/>
                </a:solidFill>
                <a:latin typeface="Times New Roman" panose="02020603050405020304" pitchFamily="18" charset="0"/>
                <a:ea typeface="仿宋_GB2312" pitchFamily="49" charset="-122"/>
              </a:rPr>
              <a:t>下次</a:t>
            </a:r>
            <a:r>
              <a:rPr altLang="zh-CN" b="1" dirty="0" sz="2800" kumimoji="1" lang="en-US">
                <a:solidFill>
                  <a:schemeClr val="tx2"/>
                </a:solidFill>
                <a:latin typeface="Times New Roman" panose="02020603050405020304" pitchFamily="18" charset="0"/>
                <a:ea typeface="仿宋_GB2312" pitchFamily="49" charset="-122"/>
              </a:rPr>
              <a:t>p</a:t>
            </a:r>
            <a:r>
              <a:rPr altLang="zh-CN" baseline="-25000" b="1" dirty="0" sz="2800" kumimoji="1" lang="en-US">
                <a:solidFill>
                  <a:schemeClr val="tx2"/>
                </a:solidFill>
                <a:latin typeface="Times New Roman" panose="02020603050405020304" pitchFamily="18" charset="0"/>
                <a:ea typeface="仿宋_GB2312" pitchFamily="49" charset="-122"/>
              </a:rPr>
              <a:t>0</a:t>
            </a:r>
            <a:endParaRPr altLang="zh-CN" b="1" dirty="0" sz="2800" kumimoji="1" lang="en-US">
              <a:solidFill>
                <a:schemeClr val="tx2"/>
              </a:solidFill>
              <a:latin typeface="Times New Roman" panose="02020603050405020304" pitchFamily="18" charset="0"/>
              <a:ea typeface="仿宋_GB2312" pitchFamily="49" charset="-122"/>
            </a:endParaRPr>
          </a:p>
          <a:p>
            <a:pPr eaLnBrk="1" hangingPunct="1">
              <a:spcBef>
                <a:spcPct val="0"/>
              </a:spcBef>
              <a:buFontTx/>
              <a:buNone/>
            </a:pPr>
            <a:r>
              <a:rPr altLang="en-US" b="1" dirty="0" sz="2800" kumimoji="1" lang="zh-CN">
                <a:solidFill>
                  <a:srgbClr val="FF3300"/>
                </a:solidFill>
                <a:latin typeface="Times New Roman" panose="02020603050405020304" pitchFamily="18" charset="0"/>
                <a:ea typeface="仿宋_GB2312" pitchFamily="49" charset="-122"/>
              </a:rPr>
              <a:t>第</a:t>
            </a:r>
            <a:r>
              <a:rPr altLang="zh-CN" b="1" dirty="0" sz="2800" kumimoji="1" lang="en-US">
                <a:solidFill>
                  <a:srgbClr val="FF3300"/>
                </a:solidFill>
                <a:latin typeface="Times New Roman" panose="02020603050405020304" pitchFamily="18" charset="0"/>
                <a:ea typeface="仿宋_GB2312" pitchFamily="49" charset="-122"/>
              </a:rPr>
              <a:t>2</a:t>
            </a:r>
            <a:r>
              <a:rPr altLang="en-US" b="1" dirty="0" sz="2800" kumimoji="1" lang="zh-CN">
                <a:solidFill>
                  <a:srgbClr val="FF3300"/>
                </a:solidFill>
                <a:latin typeface="Times New Roman" panose="02020603050405020304" pitchFamily="18" charset="0"/>
                <a:ea typeface="仿宋_GB2312" pitchFamily="49" charset="-122"/>
              </a:rPr>
              <a:t>趟  目标   </a:t>
            </a:r>
            <a:r>
              <a:rPr altLang="zh-CN" b="1" dirty="0" sz="2800" i="1" kumimoji="1" lang="en-US">
                <a:solidFill>
                  <a:srgbClr val="000099"/>
                </a:solidFill>
                <a:latin typeface="Times New Roman" panose="02020603050405020304" pitchFamily="18" charset="0"/>
                <a:ea typeface="仿宋_GB2312" pitchFamily="49" charset="-122"/>
              </a:rPr>
              <a:t>a </a:t>
            </a:r>
            <a:r>
              <a:rPr altLang="zh-CN" b="1" dirty="0" sz="2800" i="1" kumimoji="1" lang="en-US">
                <a:solidFill>
                  <a:srgbClr val="FF3300"/>
                </a:solidFill>
                <a:latin typeface="Times New Roman" panose="02020603050405020304" pitchFamily="18" charset="0"/>
                <a:ea typeface="仿宋_GB2312" pitchFamily="49" charset="-122"/>
              </a:rPr>
              <a:t>c</a:t>
            </a:r>
            <a:r>
              <a:rPr altLang="zh-CN" b="1" dirty="0" sz="2800" i="1" kumimoji="1" lang="en-US">
                <a:solidFill>
                  <a:srgbClr val="000099"/>
                </a:solidFill>
                <a:latin typeface="Times New Roman" panose="02020603050405020304" pitchFamily="18" charset="0"/>
                <a:ea typeface="仿宋_GB2312" pitchFamily="49" charset="-122"/>
              </a:rPr>
              <a:t> a b a </a:t>
            </a:r>
            <a:r>
              <a:rPr altLang="zh-CN" b="1" dirty="0" sz="2800" i="1" kumimoji="1" lang="en-US" err="1">
                <a:solidFill>
                  <a:srgbClr val="000099"/>
                </a:solidFill>
                <a:latin typeface="Times New Roman" panose="02020603050405020304" pitchFamily="18" charset="0"/>
                <a:ea typeface="仿宋_GB2312" pitchFamily="49" charset="-122"/>
              </a:rPr>
              <a:t>a</a:t>
            </a:r>
            <a:r>
              <a:rPr altLang="zh-CN" b="1" dirty="0" sz="2800" i="1" kumimoji="1" lang="en-US">
                <a:solidFill>
                  <a:srgbClr val="000099"/>
                </a:solidFill>
                <a:latin typeface="Times New Roman" panose="02020603050405020304" pitchFamily="18" charset="0"/>
                <a:ea typeface="仿宋_GB2312" pitchFamily="49" charset="-122"/>
              </a:rPr>
              <a:t> b a </a:t>
            </a:r>
            <a:r>
              <a:rPr altLang="zh-CN" b="1" dirty="0" sz="2800" i="1" kumimoji="1" lang="en-US" err="1">
                <a:solidFill>
                  <a:srgbClr val="000099"/>
                </a:solidFill>
                <a:latin typeface="Times New Roman" panose="02020603050405020304" pitchFamily="18" charset="0"/>
                <a:ea typeface="仿宋_GB2312" pitchFamily="49" charset="-122"/>
              </a:rPr>
              <a:t>a</a:t>
            </a:r>
            <a:r>
              <a:rPr altLang="zh-CN" b="1" dirty="0" sz="2800" i="1" kumimoji="1" lang="en-US">
                <a:solidFill>
                  <a:srgbClr val="000099"/>
                </a:solidFill>
                <a:latin typeface="Times New Roman" panose="02020603050405020304" pitchFamily="18" charset="0"/>
                <a:ea typeface="仿宋_GB2312" pitchFamily="49" charset="-122"/>
              </a:rPr>
              <a:t> b c a c a </a:t>
            </a:r>
            <a:r>
              <a:rPr altLang="zh-CN" b="1" dirty="0" sz="2800" i="1" kumimoji="1" lang="en-US" err="1">
                <a:solidFill>
                  <a:srgbClr val="000099"/>
                </a:solidFill>
                <a:latin typeface="Times New Roman" panose="02020603050405020304" pitchFamily="18" charset="0"/>
                <a:ea typeface="仿宋_GB2312" pitchFamily="49" charset="-122"/>
              </a:rPr>
              <a:t>a</a:t>
            </a:r>
            <a:r>
              <a:rPr altLang="zh-CN" b="1" dirty="0" sz="2800" i="1" kumimoji="1" lang="en-US">
                <a:solidFill>
                  <a:srgbClr val="000099"/>
                </a:solidFill>
                <a:latin typeface="Times New Roman" panose="02020603050405020304" pitchFamily="18" charset="0"/>
                <a:ea typeface="仿宋_GB2312" pitchFamily="49" charset="-122"/>
              </a:rPr>
              <a:t> b c</a:t>
            </a:r>
            <a:endParaRPr altLang="zh-CN" b="1" dirty="0" sz="2800" kumimoji="1" lang="en-US">
              <a:solidFill>
                <a:srgbClr val="000099"/>
              </a:solidFill>
              <a:latin typeface="Times New Roman" panose="02020603050405020304" pitchFamily="18" charset="0"/>
              <a:ea typeface="仿宋_GB2312" pitchFamily="49" charset="-122"/>
            </a:endParaRPr>
          </a:p>
          <a:p>
            <a:pPr eaLnBrk="1" hangingPunct="1">
              <a:spcBef>
                <a:spcPct val="0"/>
              </a:spcBef>
              <a:buFontTx/>
              <a:buNone/>
            </a:pPr>
            <a:r>
              <a:rPr altLang="zh-CN" b="1" dirty="0" sz="2800" kumimoji="1" lang="en-US">
                <a:solidFill>
                  <a:srgbClr val="000099"/>
                </a:solidFill>
                <a:latin typeface="Times New Roman" panose="02020603050405020304" pitchFamily="18" charset="0"/>
                <a:ea typeface="仿宋_GB2312" pitchFamily="49" charset="-122"/>
              </a:rPr>
              <a:t>	       </a:t>
            </a:r>
            <a:r>
              <a:rPr altLang="en-US" b="1" dirty="0" sz="2800" kumimoji="1" lang="zh-CN">
                <a:solidFill>
                  <a:srgbClr val="FF3300"/>
                </a:solidFill>
                <a:latin typeface="Times New Roman" panose="02020603050405020304" pitchFamily="18" charset="0"/>
                <a:ea typeface="仿宋_GB2312" pitchFamily="49" charset="-122"/>
              </a:rPr>
              <a:t>模式</a:t>
            </a:r>
            <a:r>
              <a:rPr altLang="en-US" b="1" dirty="0" sz="2800" kumimoji="1" lang="zh-CN">
                <a:solidFill>
                  <a:srgbClr val="000099"/>
                </a:solidFill>
                <a:latin typeface="Times New Roman" panose="02020603050405020304" pitchFamily="18" charset="0"/>
                <a:ea typeface="仿宋_GB2312" pitchFamily="49" charset="-122"/>
              </a:rPr>
              <a:t>      </a:t>
            </a:r>
            <a:r>
              <a:rPr altLang="zh-CN" b="1" dirty="0" sz="2800" i="1" kumimoji="1" lang="en-US">
                <a:solidFill>
                  <a:srgbClr val="FF3300"/>
                </a:solidFill>
                <a:latin typeface="Times New Roman" panose="02020603050405020304" pitchFamily="18" charset="0"/>
                <a:ea typeface="仿宋_GB2312" pitchFamily="49" charset="-122"/>
              </a:rPr>
              <a:t>a</a:t>
            </a:r>
            <a:r>
              <a:rPr altLang="zh-CN" b="1" dirty="0" sz="2800" i="1" kumimoji="1" lang="en-US">
                <a:solidFill>
                  <a:srgbClr val="000099"/>
                </a:solidFill>
                <a:latin typeface="Times New Roman" panose="02020603050405020304" pitchFamily="18" charset="0"/>
                <a:ea typeface="仿宋_GB2312" pitchFamily="49" charset="-122"/>
              </a:rPr>
              <a:t> b a </a:t>
            </a:r>
            <a:r>
              <a:rPr altLang="zh-CN" b="1" dirty="0" sz="2800" i="1" kumimoji="1" lang="en-US" err="1">
                <a:solidFill>
                  <a:srgbClr val="000099"/>
                </a:solidFill>
                <a:latin typeface="Times New Roman" panose="02020603050405020304" pitchFamily="18" charset="0"/>
                <a:ea typeface="仿宋_GB2312" pitchFamily="49" charset="-122"/>
              </a:rPr>
              <a:t>a</a:t>
            </a:r>
            <a:r>
              <a:rPr altLang="zh-CN" b="1" dirty="0" sz="2800" i="1" kumimoji="1" lang="en-US">
                <a:solidFill>
                  <a:srgbClr val="000099"/>
                </a:solidFill>
                <a:latin typeface="Times New Roman" panose="02020603050405020304" pitchFamily="18" charset="0"/>
                <a:ea typeface="仿宋_GB2312" pitchFamily="49" charset="-122"/>
              </a:rPr>
              <a:t> b c a c</a:t>
            </a:r>
            <a:endParaRPr altLang="zh-CN" b="1" dirty="0" sz="2800" kumimoji="1" lang="en-US">
              <a:solidFill>
                <a:srgbClr val="000099"/>
              </a:solidFill>
              <a:latin typeface="Times New Roman" panose="02020603050405020304" pitchFamily="18" charset="0"/>
              <a:ea typeface="仿宋_GB2312" pitchFamily="49" charset="-122"/>
            </a:endParaRPr>
          </a:p>
          <a:p>
            <a:pPr eaLnBrk="1" hangingPunct="1">
              <a:spcBef>
                <a:spcPct val="0"/>
              </a:spcBef>
              <a:buFontTx/>
              <a:buNone/>
            </a:pPr>
            <a:r>
              <a:rPr altLang="zh-CN" b="1" dirty="0" sz="2800" kumimoji="1" lang="en-US">
                <a:solidFill>
                  <a:srgbClr val="000099"/>
                </a:solidFill>
                <a:latin typeface="Times New Roman" panose="02020603050405020304" pitchFamily="18" charset="0"/>
                <a:ea typeface="仿宋_GB2312" pitchFamily="49" charset="-122"/>
              </a:rPr>
              <a:t>		      </a:t>
            </a:r>
            <a:r>
              <a:rPr altLang="zh-CN" b="1" dirty="0" sz="2800" kumimoji="1" lang="en-US">
                <a:solidFill>
                  <a:srgbClr val="0000FF"/>
                </a:solidFill>
                <a:latin typeface="Times New Roman" panose="02020603050405020304" pitchFamily="18" charset="0"/>
                <a:ea typeface="仿宋_GB2312" pitchFamily="49" charset="-122"/>
                <a:sym typeface="Symbol" panose="05050102010706020507" pitchFamily="18" charset="2"/>
              </a:rPr>
              <a:t></a:t>
            </a:r>
            <a:r>
              <a:rPr altLang="zh-CN" b="1" dirty="0" sz="2800" kumimoji="1" lang="en-US">
                <a:solidFill>
                  <a:srgbClr val="0000FF"/>
                </a:solidFill>
                <a:latin typeface="Times New Roman" panose="02020603050405020304" pitchFamily="18" charset="0"/>
                <a:ea typeface="仿宋_GB2312" pitchFamily="49" charset="-122"/>
              </a:rPr>
              <a:t>   </a:t>
            </a:r>
            <a:r>
              <a:rPr altLang="zh-CN" b="1" dirty="0" sz="2800" kumimoji="1" lang="en-US">
                <a:solidFill>
                  <a:schemeClr val="tx2"/>
                </a:solidFill>
                <a:latin typeface="Times New Roman" panose="02020603050405020304" pitchFamily="18" charset="0"/>
                <a:ea typeface="仿宋_GB2312" pitchFamily="49" charset="-122"/>
              </a:rPr>
              <a:t>j=0 </a:t>
            </a:r>
            <a:r>
              <a:rPr altLang="zh-CN" b="1" dirty="0" sz="2800" kumimoji="1" lang="en-US">
                <a:solidFill>
                  <a:schemeClr val="tx2"/>
                </a:solidFill>
                <a:latin typeface="Times New Roman" panose="02020603050405020304" pitchFamily="18" charset="0"/>
                <a:sym typeface="Wingdings" panose="05000000000000000000" pitchFamily="2" charset="2"/>
              </a:rPr>
              <a:t> </a:t>
            </a:r>
            <a:r>
              <a:rPr altLang="en-US" b="1" dirty="0" sz="2800" kumimoji="1" lang="zh-CN">
                <a:solidFill>
                  <a:schemeClr val="tx2"/>
                </a:solidFill>
                <a:latin typeface="Times New Roman" panose="02020603050405020304" pitchFamily="18" charset="0"/>
                <a:ea typeface="仿宋_GB2312" pitchFamily="49" charset="-122"/>
                <a:sym typeface="Wingdings" panose="05000000000000000000" pitchFamily="2" charset="2"/>
              </a:rPr>
              <a:t>下次</a:t>
            </a:r>
            <a:r>
              <a:rPr altLang="zh-CN" b="1" dirty="0" sz="2800" kumimoji="1" lang="en-US">
                <a:solidFill>
                  <a:schemeClr val="tx2"/>
                </a:solidFill>
                <a:latin typeface="Times New Roman" panose="02020603050405020304" pitchFamily="18" charset="0"/>
                <a:ea typeface="仿宋_GB2312" pitchFamily="49" charset="-122"/>
                <a:sym typeface="Wingdings" panose="05000000000000000000" pitchFamily="2" charset="2"/>
              </a:rPr>
              <a:t>p</a:t>
            </a:r>
            <a:r>
              <a:rPr altLang="zh-CN" baseline="-25000" b="1" dirty="0" sz="2800" kumimoji="1" lang="en-US">
                <a:solidFill>
                  <a:schemeClr val="tx2"/>
                </a:solidFill>
                <a:latin typeface="Times New Roman" panose="02020603050405020304" pitchFamily="18" charset="0"/>
                <a:ea typeface="仿宋_GB2312" pitchFamily="49" charset="-122"/>
                <a:sym typeface="Wingdings" panose="05000000000000000000" pitchFamily="2" charset="2"/>
              </a:rPr>
              <a:t>0</a:t>
            </a:r>
            <a:r>
              <a:rPr altLang="zh-CN" b="1" dirty="0" sz="2800" kumimoji="1" lang="en-US">
                <a:solidFill>
                  <a:schemeClr val="tx2"/>
                </a:solidFill>
                <a:latin typeface="Times New Roman" panose="02020603050405020304" pitchFamily="18" charset="0"/>
                <a:ea typeface="仿宋_GB2312" pitchFamily="49" charset="-122"/>
                <a:sym typeface="Wingdings" panose="05000000000000000000" pitchFamily="2" charset="2"/>
              </a:rPr>
              <a:t>, </a:t>
            </a:r>
            <a:r>
              <a:rPr altLang="en-US" b="1" dirty="0" sz="2800" kumimoji="1" lang="zh-CN">
                <a:solidFill>
                  <a:schemeClr val="tx2"/>
                </a:solidFill>
                <a:latin typeface="Times New Roman" panose="02020603050405020304" pitchFamily="18" charset="0"/>
                <a:ea typeface="仿宋_GB2312" pitchFamily="49" charset="-122"/>
              </a:rPr>
              <a:t>目标指针进 </a:t>
            </a:r>
            <a:r>
              <a:rPr altLang="zh-CN" b="1" dirty="0" sz="2800" kumimoji="1" lang="en-US">
                <a:solidFill>
                  <a:schemeClr val="tx2"/>
                </a:solidFill>
                <a:latin typeface="Times New Roman" panose="02020603050405020304" pitchFamily="18" charset="0"/>
                <a:ea typeface="仿宋_GB2312" pitchFamily="49" charset="-122"/>
              </a:rPr>
              <a:t>1</a:t>
            </a:r>
            <a:r>
              <a:rPr altLang="zh-CN" b="1" dirty="0" sz="2800" kumimoji="1" lang="en-US">
                <a:solidFill>
                  <a:srgbClr val="0000FF"/>
                </a:solidFill>
                <a:latin typeface="Times New Roman" panose="02020603050405020304" pitchFamily="18" charset="0"/>
                <a:ea typeface="仿宋_GB2312" pitchFamily="49" charset="-122"/>
              </a:rPr>
              <a:t> </a:t>
            </a:r>
          </a:p>
          <a:p>
            <a:pPr eaLnBrk="1" hangingPunct="1">
              <a:spcBef>
                <a:spcPct val="0"/>
              </a:spcBef>
              <a:buFontTx/>
              <a:buNone/>
            </a:pPr>
            <a:r>
              <a:rPr altLang="en-US" b="1" dirty="0" sz="2800" kumimoji="1" lang="zh-CN">
                <a:solidFill>
                  <a:srgbClr val="FF3300"/>
                </a:solidFill>
                <a:latin typeface="Times New Roman" panose="02020603050405020304" pitchFamily="18" charset="0"/>
                <a:ea typeface="仿宋_GB2312" pitchFamily="49" charset="-122"/>
              </a:rPr>
              <a:t>第</a:t>
            </a:r>
            <a:r>
              <a:rPr altLang="zh-CN" b="1" dirty="0" sz="2800" kumimoji="1" lang="en-US">
                <a:solidFill>
                  <a:srgbClr val="FF3300"/>
                </a:solidFill>
                <a:latin typeface="Times New Roman" panose="02020603050405020304" pitchFamily="18" charset="0"/>
                <a:ea typeface="仿宋_GB2312" pitchFamily="49" charset="-122"/>
              </a:rPr>
              <a:t>3</a:t>
            </a:r>
            <a:r>
              <a:rPr altLang="en-US" b="1" dirty="0" sz="2800" kumimoji="1" lang="zh-CN">
                <a:solidFill>
                  <a:srgbClr val="FF3300"/>
                </a:solidFill>
                <a:latin typeface="Times New Roman" panose="02020603050405020304" pitchFamily="18" charset="0"/>
                <a:ea typeface="仿宋_GB2312" pitchFamily="49" charset="-122"/>
              </a:rPr>
              <a:t>趟  目标   </a:t>
            </a:r>
            <a:r>
              <a:rPr altLang="zh-CN" b="1" dirty="0" sz="2800" i="1" kumimoji="1" lang="en-US">
                <a:solidFill>
                  <a:srgbClr val="000099"/>
                </a:solidFill>
                <a:latin typeface="Times New Roman" panose="02020603050405020304" pitchFamily="18" charset="0"/>
                <a:ea typeface="仿宋_GB2312" pitchFamily="49" charset="-122"/>
              </a:rPr>
              <a:t>a c </a:t>
            </a:r>
            <a:r>
              <a:rPr altLang="zh-CN" b="1" dirty="0" sz="2800" i="1" kumimoji="1" lang="en-US">
                <a:latin typeface="Times New Roman" panose="02020603050405020304" pitchFamily="18" charset="0"/>
                <a:ea typeface="仿宋_GB2312" pitchFamily="49" charset="-122"/>
              </a:rPr>
              <a:t>a b a </a:t>
            </a:r>
            <a:r>
              <a:rPr altLang="zh-CN" b="1" dirty="0" sz="2800" i="1" kumimoji="1" lang="en-US" err="1">
                <a:latin typeface="Times New Roman" panose="02020603050405020304" pitchFamily="18" charset="0"/>
                <a:ea typeface="仿宋_GB2312" pitchFamily="49" charset="-122"/>
              </a:rPr>
              <a:t>a</a:t>
            </a:r>
            <a:r>
              <a:rPr altLang="zh-CN" b="1" dirty="0" sz="2800" i="1" kumimoji="1" lang="en-US">
                <a:latin typeface="Times New Roman" panose="02020603050405020304" pitchFamily="18" charset="0"/>
                <a:ea typeface="仿宋_GB2312" pitchFamily="49" charset="-122"/>
              </a:rPr>
              <a:t> b</a:t>
            </a:r>
            <a:r>
              <a:rPr altLang="zh-CN" b="1" dirty="0" sz="2800" i="1" kumimoji="1" lang="en-US">
                <a:solidFill>
                  <a:srgbClr val="000099"/>
                </a:solidFill>
                <a:latin typeface="Times New Roman" panose="02020603050405020304" pitchFamily="18" charset="0"/>
                <a:ea typeface="仿宋_GB2312" pitchFamily="49" charset="-122"/>
              </a:rPr>
              <a:t> </a:t>
            </a:r>
            <a:r>
              <a:rPr altLang="zh-CN" b="1" dirty="0" sz="2800" i="1" kumimoji="1" lang="en-US">
                <a:solidFill>
                  <a:srgbClr val="FF3300"/>
                </a:solidFill>
                <a:latin typeface="Times New Roman" panose="02020603050405020304" pitchFamily="18" charset="0"/>
                <a:ea typeface="仿宋_GB2312" pitchFamily="49" charset="-122"/>
              </a:rPr>
              <a:t>a</a:t>
            </a:r>
            <a:r>
              <a:rPr altLang="zh-CN" b="1" dirty="0" sz="2800" i="1" kumimoji="1" lang="en-US">
                <a:solidFill>
                  <a:srgbClr val="000099"/>
                </a:solidFill>
                <a:latin typeface="Times New Roman" panose="02020603050405020304" pitchFamily="18" charset="0"/>
                <a:ea typeface="仿宋_GB2312" pitchFamily="49" charset="-122"/>
              </a:rPr>
              <a:t> </a:t>
            </a:r>
            <a:r>
              <a:rPr altLang="zh-CN" b="1" dirty="0" sz="2800" i="1" kumimoji="1" lang="en-US" err="1">
                <a:solidFill>
                  <a:srgbClr val="000099"/>
                </a:solidFill>
                <a:latin typeface="Times New Roman" panose="02020603050405020304" pitchFamily="18" charset="0"/>
                <a:ea typeface="仿宋_GB2312" pitchFamily="49" charset="-122"/>
              </a:rPr>
              <a:t>a</a:t>
            </a:r>
            <a:r>
              <a:rPr altLang="zh-CN" b="1" dirty="0" sz="2800" i="1" kumimoji="1" lang="en-US">
                <a:solidFill>
                  <a:srgbClr val="000099"/>
                </a:solidFill>
                <a:latin typeface="Times New Roman" panose="02020603050405020304" pitchFamily="18" charset="0"/>
                <a:ea typeface="仿宋_GB2312" pitchFamily="49" charset="-122"/>
              </a:rPr>
              <a:t> b c a c a </a:t>
            </a:r>
            <a:r>
              <a:rPr altLang="zh-CN" b="1" dirty="0" sz="2800" i="1" kumimoji="1" lang="en-US" err="1">
                <a:solidFill>
                  <a:srgbClr val="000099"/>
                </a:solidFill>
                <a:latin typeface="Times New Roman" panose="02020603050405020304" pitchFamily="18" charset="0"/>
                <a:ea typeface="仿宋_GB2312" pitchFamily="49" charset="-122"/>
              </a:rPr>
              <a:t>a</a:t>
            </a:r>
            <a:r>
              <a:rPr altLang="zh-CN" b="1" dirty="0" sz="2800" i="1" kumimoji="1" lang="en-US">
                <a:solidFill>
                  <a:srgbClr val="000099"/>
                </a:solidFill>
                <a:latin typeface="Times New Roman" panose="02020603050405020304" pitchFamily="18" charset="0"/>
                <a:ea typeface="仿宋_GB2312" pitchFamily="49" charset="-122"/>
              </a:rPr>
              <a:t> b c</a:t>
            </a:r>
            <a:endParaRPr altLang="zh-CN" b="1" dirty="0" sz="2800" kumimoji="1" lang="en-US">
              <a:solidFill>
                <a:srgbClr val="000099"/>
              </a:solidFill>
              <a:latin typeface="Times New Roman" panose="02020603050405020304" pitchFamily="18" charset="0"/>
              <a:ea typeface="仿宋_GB2312" pitchFamily="49" charset="-122"/>
            </a:endParaRPr>
          </a:p>
          <a:p>
            <a:pPr eaLnBrk="1" hangingPunct="1">
              <a:spcBef>
                <a:spcPct val="0"/>
              </a:spcBef>
              <a:buFontTx/>
              <a:buNone/>
            </a:pPr>
            <a:r>
              <a:rPr altLang="zh-CN" b="1" dirty="0" sz="2800" kumimoji="1" lang="en-US">
                <a:solidFill>
                  <a:srgbClr val="000099"/>
                </a:solidFill>
                <a:latin typeface="Times New Roman" panose="02020603050405020304" pitchFamily="18" charset="0"/>
                <a:ea typeface="仿宋_GB2312" pitchFamily="49" charset="-122"/>
              </a:rPr>
              <a:t>	       </a:t>
            </a:r>
            <a:r>
              <a:rPr altLang="en-US" b="1" dirty="0" sz="2800" kumimoji="1" lang="zh-CN">
                <a:solidFill>
                  <a:srgbClr val="FF3300"/>
                </a:solidFill>
                <a:latin typeface="Times New Roman" panose="02020603050405020304" pitchFamily="18" charset="0"/>
                <a:ea typeface="仿宋_GB2312" pitchFamily="49" charset="-122"/>
              </a:rPr>
              <a:t>模式</a:t>
            </a:r>
            <a:r>
              <a:rPr altLang="en-US" b="1" dirty="0" sz="2800" kumimoji="1" lang="zh-CN">
                <a:solidFill>
                  <a:srgbClr val="000099"/>
                </a:solidFill>
                <a:latin typeface="Times New Roman" panose="02020603050405020304" pitchFamily="18" charset="0"/>
                <a:ea typeface="仿宋_GB2312" pitchFamily="49" charset="-122"/>
              </a:rPr>
              <a:t>	        </a:t>
            </a:r>
            <a:r>
              <a:rPr altLang="zh-CN" b="1" dirty="0" sz="2800" i="1" kumimoji="1" lang="en-US">
                <a:latin typeface="Times New Roman" panose="02020603050405020304" pitchFamily="18" charset="0"/>
                <a:ea typeface="仿宋_GB2312" pitchFamily="49" charset="-122"/>
              </a:rPr>
              <a:t>a b a </a:t>
            </a:r>
            <a:r>
              <a:rPr altLang="zh-CN" b="1" dirty="0" sz="2800" i="1" kumimoji="1" lang="en-US" err="1">
                <a:latin typeface="Times New Roman" panose="02020603050405020304" pitchFamily="18" charset="0"/>
                <a:ea typeface="仿宋_GB2312" pitchFamily="49" charset="-122"/>
              </a:rPr>
              <a:t>a</a:t>
            </a:r>
            <a:r>
              <a:rPr altLang="zh-CN" b="1" dirty="0" sz="2800" i="1" kumimoji="1" lang="en-US">
                <a:latin typeface="Times New Roman" panose="02020603050405020304" pitchFamily="18" charset="0"/>
                <a:ea typeface="仿宋_GB2312" pitchFamily="49" charset="-122"/>
              </a:rPr>
              <a:t> b</a:t>
            </a:r>
            <a:r>
              <a:rPr altLang="zh-CN" b="1" dirty="0" sz="2800" i="1" kumimoji="1" lang="en-US">
                <a:solidFill>
                  <a:srgbClr val="000099"/>
                </a:solidFill>
                <a:latin typeface="Times New Roman" panose="02020603050405020304" pitchFamily="18" charset="0"/>
                <a:ea typeface="仿宋_GB2312" pitchFamily="49" charset="-122"/>
              </a:rPr>
              <a:t> </a:t>
            </a:r>
            <a:r>
              <a:rPr altLang="zh-CN" b="1" dirty="0" sz="2800" i="1" kumimoji="1" lang="en-US">
                <a:solidFill>
                  <a:srgbClr val="FF3300"/>
                </a:solidFill>
                <a:latin typeface="Times New Roman" panose="02020603050405020304" pitchFamily="18" charset="0"/>
                <a:ea typeface="仿宋_GB2312" pitchFamily="49" charset="-122"/>
              </a:rPr>
              <a:t>c</a:t>
            </a:r>
            <a:r>
              <a:rPr altLang="zh-CN" b="1" dirty="0" sz="2800" i="1" kumimoji="1" lang="en-US">
                <a:solidFill>
                  <a:srgbClr val="000099"/>
                </a:solidFill>
                <a:latin typeface="Times New Roman" panose="02020603050405020304" pitchFamily="18" charset="0"/>
                <a:ea typeface="仿宋_GB2312" pitchFamily="49" charset="-122"/>
              </a:rPr>
              <a:t> a c</a:t>
            </a:r>
            <a:r>
              <a:rPr altLang="zh-CN" b="1" dirty="0" sz="2800" kumimoji="1" lang="en-US">
                <a:solidFill>
                  <a:srgbClr val="000099"/>
                </a:solidFill>
                <a:latin typeface="Times New Roman" panose="02020603050405020304" pitchFamily="18" charset="0"/>
                <a:ea typeface="仿宋_GB2312" pitchFamily="49" charset="-122"/>
              </a:rPr>
              <a:t> </a:t>
            </a:r>
          </a:p>
          <a:p>
            <a:pPr eaLnBrk="1" hangingPunct="1">
              <a:spcBef>
                <a:spcPct val="0"/>
              </a:spcBef>
              <a:buFontTx/>
              <a:buNone/>
            </a:pPr>
            <a:r>
              <a:rPr altLang="zh-CN" b="1" dirty="0" sz="2800" kumimoji="1" lang="en-US">
                <a:solidFill>
                  <a:srgbClr val="000099"/>
                </a:solidFill>
                <a:latin typeface="Times New Roman" panose="02020603050405020304" pitchFamily="18" charset="0"/>
                <a:ea typeface="仿宋_GB2312" pitchFamily="49" charset="-122"/>
              </a:rPr>
              <a:t>                                           </a:t>
            </a:r>
            <a:r>
              <a:rPr altLang="zh-CN" b="1" dirty="0" sz="2800" kumimoji="1" lang="en-US">
                <a:solidFill>
                  <a:srgbClr val="0000FF"/>
                </a:solidFill>
                <a:latin typeface="Times New Roman" panose="02020603050405020304" pitchFamily="18" charset="0"/>
                <a:ea typeface="仿宋_GB2312" pitchFamily="49" charset="-122"/>
                <a:sym typeface="Symbol" panose="05050102010706020507" pitchFamily="18" charset="2"/>
              </a:rPr>
              <a:t>  </a:t>
            </a:r>
            <a:r>
              <a:rPr altLang="zh-CN" b="1" dirty="0" sz="2800" kumimoji="1" lang="en-US">
                <a:solidFill>
                  <a:schemeClr val="tx2"/>
                </a:solidFill>
                <a:latin typeface="Times New Roman" panose="02020603050405020304" pitchFamily="18" charset="0"/>
                <a:ea typeface="仿宋_GB2312" pitchFamily="49" charset="-122"/>
                <a:sym typeface="Symbol" panose="05050102010706020507" pitchFamily="18" charset="2"/>
              </a:rPr>
              <a:t>j=5 </a:t>
            </a:r>
            <a:r>
              <a:rPr altLang="zh-CN" b="1" dirty="0" sz="2800" kumimoji="1" lang="en-US">
                <a:solidFill>
                  <a:schemeClr val="tx2"/>
                </a:solidFill>
                <a:latin typeface="Times New Roman" panose="02020603050405020304" pitchFamily="18" charset="0"/>
                <a:sym typeface="Wingdings" panose="05000000000000000000" pitchFamily="2" charset="2"/>
              </a:rPr>
              <a:t></a:t>
            </a:r>
            <a:r>
              <a:rPr altLang="zh-CN" b="1" dirty="0" sz="2800" kumimoji="1" lang="en-US">
                <a:solidFill>
                  <a:schemeClr val="tx2"/>
                </a:solidFill>
                <a:latin typeface="Times New Roman" panose="02020603050405020304" pitchFamily="18" charset="0"/>
              </a:rPr>
              <a:t> next(5) =</a:t>
            </a:r>
            <a:r>
              <a:rPr altLang="zh-CN" b="1" dirty="0" sz="2800" kumimoji="1" lang="en-US">
                <a:solidFill>
                  <a:schemeClr val="tx2"/>
                </a:solidFill>
                <a:latin typeface="Times New Roman" panose="02020603050405020304" pitchFamily="18" charset="0"/>
                <a:ea typeface="仿宋_GB2312" pitchFamily="49" charset="-122"/>
                <a:sym typeface="Symbol" panose="05050102010706020507" pitchFamily="18" charset="2"/>
              </a:rPr>
              <a:t> 2, </a:t>
            </a:r>
          </a:p>
          <a:p>
            <a:pPr eaLnBrk="1" hangingPunct="1">
              <a:spcBef>
                <a:spcPct val="0"/>
              </a:spcBef>
              <a:buFontTx/>
              <a:buNone/>
            </a:pPr>
            <a:r>
              <a:rPr altLang="zh-CN" b="1" dirty="0" sz="2800" kumimoji="1" lang="en-US">
                <a:solidFill>
                  <a:schemeClr val="tx2"/>
                </a:solidFill>
                <a:latin typeface="Times New Roman" panose="02020603050405020304" pitchFamily="18" charset="0"/>
                <a:ea typeface="仿宋_GB2312" pitchFamily="49" charset="-122"/>
                <a:sym typeface="Symbol" panose="05050102010706020507" pitchFamily="18" charset="2"/>
              </a:rPr>
              <a:t>                                                                      </a:t>
            </a:r>
            <a:r>
              <a:rPr altLang="en-US" b="1" dirty="0" sz="2800" kumimoji="1" lang="zh-CN">
                <a:solidFill>
                  <a:schemeClr val="tx2"/>
                </a:solidFill>
                <a:latin typeface="Times New Roman" panose="02020603050405020304" pitchFamily="18" charset="0"/>
                <a:ea typeface="仿宋_GB2312" pitchFamily="49" charset="-122"/>
                <a:sym typeface="Symbol" panose="05050102010706020507" pitchFamily="18" charset="2"/>
              </a:rPr>
              <a:t>下次</a:t>
            </a:r>
            <a:r>
              <a:rPr altLang="zh-CN" b="1" dirty="0" sz="2800" kumimoji="1" lang="en-US">
                <a:solidFill>
                  <a:schemeClr val="tx2"/>
                </a:solidFill>
                <a:latin typeface="Times New Roman" panose="02020603050405020304" pitchFamily="18" charset="0"/>
                <a:ea typeface="仿宋_GB2312" pitchFamily="49" charset="-122"/>
                <a:sym typeface="Symbol" panose="05050102010706020507" pitchFamily="18" charset="2"/>
              </a:rPr>
              <a:t>p</a:t>
            </a:r>
            <a:r>
              <a:rPr altLang="zh-CN" baseline="-25000" b="1" dirty="0" sz="2800" kumimoji="1" lang="en-US">
                <a:solidFill>
                  <a:schemeClr val="tx2"/>
                </a:solidFill>
                <a:latin typeface="Times New Roman" panose="02020603050405020304" pitchFamily="18" charset="0"/>
                <a:ea typeface="仿宋_GB2312" pitchFamily="49" charset="-122"/>
                <a:sym typeface="Symbol" panose="05050102010706020507" pitchFamily="18" charset="2"/>
              </a:rPr>
              <a:t>2</a:t>
            </a:r>
          </a:p>
          <a:p>
            <a:pPr eaLnBrk="1" hangingPunct="1">
              <a:spcBef>
                <a:spcPct val="0"/>
              </a:spcBef>
              <a:buFontTx/>
              <a:buNone/>
            </a:pPr>
            <a:r>
              <a:rPr altLang="en-US" b="1" dirty="0" sz="2800" kumimoji="1" lang="zh-CN">
                <a:solidFill>
                  <a:srgbClr val="FF3300"/>
                </a:solidFill>
                <a:latin typeface="Times New Roman" panose="02020603050405020304" pitchFamily="18" charset="0"/>
                <a:ea typeface="仿宋_GB2312" pitchFamily="49" charset="-122"/>
              </a:rPr>
              <a:t>第</a:t>
            </a:r>
            <a:r>
              <a:rPr altLang="zh-CN" b="1" dirty="0" sz="2800" kumimoji="1" lang="en-US">
                <a:solidFill>
                  <a:srgbClr val="FF3300"/>
                </a:solidFill>
                <a:latin typeface="Times New Roman" panose="02020603050405020304" pitchFamily="18" charset="0"/>
                <a:ea typeface="仿宋_GB2312" pitchFamily="49" charset="-122"/>
              </a:rPr>
              <a:t>4</a:t>
            </a:r>
            <a:r>
              <a:rPr altLang="en-US" b="1" dirty="0" sz="2800" kumimoji="1" lang="zh-CN">
                <a:solidFill>
                  <a:srgbClr val="FF3300"/>
                </a:solidFill>
                <a:latin typeface="Times New Roman" panose="02020603050405020304" pitchFamily="18" charset="0"/>
                <a:ea typeface="仿宋_GB2312" pitchFamily="49" charset="-122"/>
              </a:rPr>
              <a:t>趟  目标    </a:t>
            </a:r>
            <a:r>
              <a:rPr altLang="zh-CN" b="1" dirty="0" sz="2800" i="1" kumimoji="1" lang="en-US">
                <a:solidFill>
                  <a:srgbClr val="000099"/>
                </a:solidFill>
                <a:latin typeface="Times New Roman" panose="02020603050405020304" pitchFamily="18" charset="0"/>
                <a:ea typeface="仿宋_GB2312" pitchFamily="49" charset="-122"/>
              </a:rPr>
              <a:t>a c a b a </a:t>
            </a:r>
            <a:r>
              <a:rPr altLang="zh-CN" b="1" dirty="0" sz="2800" i="1" kumimoji="1" lang="en-US" err="1">
                <a:solidFill>
                  <a:srgbClr val="000099"/>
                </a:solidFill>
                <a:latin typeface="Times New Roman" panose="02020603050405020304" pitchFamily="18" charset="0"/>
                <a:ea typeface="仿宋_GB2312" pitchFamily="49" charset="-122"/>
              </a:rPr>
              <a:t>a</a:t>
            </a:r>
            <a:r>
              <a:rPr altLang="zh-CN" b="1" dirty="0" sz="2800" i="1" kumimoji="1" lang="en-US">
                <a:solidFill>
                  <a:srgbClr val="000099"/>
                </a:solidFill>
                <a:latin typeface="Times New Roman" panose="02020603050405020304" pitchFamily="18" charset="0"/>
                <a:ea typeface="仿宋_GB2312" pitchFamily="49" charset="-122"/>
              </a:rPr>
              <a:t> b  </a:t>
            </a:r>
            <a:r>
              <a:rPr altLang="zh-CN" b="1" dirty="0" sz="2800" i="1" kumimoji="1" lang="en-US">
                <a:solidFill>
                  <a:srgbClr val="FF3300"/>
                </a:solidFill>
                <a:latin typeface="Times New Roman" panose="02020603050405020304" pitchFamily="18" charset="0"/>
                <a:ea typeface="仿宋_GB2312" pitchFamily="49" charset="-122"/>
              </a:rPr>
              <a:t>a</a:t>
            </a:r>
            <a:r>
              <a:rPr altLang="zh-CN" b="1" dirty="0" sz="2800" i="1" kumimoji="1" lang="en-US">
                <a:solidFill>
                  <a:srgbClr val="000099"/>
                </a:solidFill>
                <a:latin typeface="Times New Roman" panose="02020603050405020304" pitchFamily="18" charset="0"/>
                <a:ea typeface="仿宋_GB2312" pitchFamily="49" charset="-122"/>
              </a:rPr>
              <a:t> </a:t>
            </a:r>
            <a:r>
              <a:rPr altLang="zh-CN" b="1" dirty="0" sz="2800" i="1" kumimoji="1" lang="en-US" err="1">
                <a:solidFill>
                  <a:srgbClr val="FF3300"/>
                </a:solidFill>
                <a:latin typeface="Times New Roman" panose="02020603050405020304" pitchFamily="18" charset="0"/>
                <a:ea typeface="仿宋_GB2312" pitchFamily="49" charset="-122"/>
              </a:rPr>
              <a:t>a</a:t>
            </a:r>
            <a:r>
              <a:rPr altLang="zh-CN" b="1" dirty="0" sz="2800" i="1" kumimoji="1" lang="en-US">
                <a:solidFill>
                  <a:srgbClr val="FF3300"/>
                </a:solidFill>
                <a:latin typeface="Times New Roman" panose="02020603050405020304" pitchFamily="18" charset="0"/>
                <a:ea typeface="仿宋_GB2312" pitchFamily="49" charset="-122"/>
              </a:rPr>
              <a:t> b c a c</a:t>
            </a:r>
            <a:r>
              <a:rPr altLang="zh-CN" b="1" dirty="0" sz="2800" i="1" kumimoji="1" lang="en-US">
                <a:solidFill>
                  <a:srgbClr val="000099"/>
                </a:solidFill>
                <a:latin typeface="Times New Roman" panose="02020603050405020304" pitchFamily="18" charset="0"/>
                <a:ea typeface="仿宋_GB2312" pitchFamily="49" charset="-122"/>
              </a:rPr>
              <a:t> a </a:t>
            </a:r>
            <a:r>
              <a:rPr altLang="zh-CN" b="1" dirty="0" sz="2800" i="1" kumimoji="1" lang="en-US" err="1">
                <a:solidFill>
                  <a:srgbClr val="000099"/>
                </a:solidFill>
                <a:latin typeface="Times New Roman" panose="02020603050405020304" pitchFamily="18" charset="0"/>
                <a:ea typeface="仿宋_GB2312" pitchFamily="49" charset="-122"/>
              </a:rPr>
              <a:t>a</a:t>
            </a:r>
            <a:r>
              <a:rPr altLang="zh-CN" b="1" dirty="0" sz="2800" i="1" kumimoji="1" lang="en-US">
                <a:solidFill>
                  <a:srgbClr val="000099"/>
                </a:solidFill>
                <a:latin typeface="Times New Roman" panose="02020603050405020304" pitchFamily="18" charset="0"/>
                <a:ea typeface="仿宋_GB2312" pitchFamily="49" charset="-122"/>
              </a:rPr>
              <a:t> b c</a:t>
            </a:r>
            <a:endParaRPr altLang="zh-CN" b="1" dirty="0" sz="2800" kumimoji="1" lang="en-US">
              <a:solidFill>
                <a:srgbClr val="000099"/>
              </a:solidFill>
              <a:latin typeface="Times New Roman" panose="02020603050405020304" pitchFamily="18" charset="0"/>
              <a:ea typeface="仿宋_GB2312" pitchFamily="49" charset="-122"/>
            </a:endParaRPr>
          </a:p>
          <a:p>
            <a:pPr eaLnBrk="1" hangingPunct="1">
              <a:spcBef>
                <a:spcPct val="0"/>
              </a:spcBef>
              <a:buFontTx/>
              <a:buNone/>
            </a:pPr>
            <a:r>
              <a:rPr altLang="zh-CN" b="1" dirty="0" sz="2800" kumimoji="1" lang="en-US">
                <a:solidFill>
                  <a:srgbClr val="000099"/>
                </a:solidFill>
                <a:latin typeface="Times New Roman" panose="02020603050405020304" pitchFamily="18" charset="0"/>
                <a:ea typeface="仿宋_GB2312" pitchFamily="49" charset="-122"/>
              </a:rPr>
              <a:t>	       </a:t>
            </a:r>
            <a:r>
              <a:rPr altLang="en-US" b="1" dirty="0" sz="2800" kumimoji="1" lang="zh-CN">
                <a:solidFill>
                  <a:srgbClr val="FF3300"/>
                </a:solidFill>
                <a:latin typeface="Times New Roman" panose="02020603050405020304" pitchFamily="18" charset="0"/>
                <a:ea typeface="仿宋_GB2312" pitchFamily="49" charset="-122"/>
              </a:rPr>
              <a:t>模式</a:t>
            </a:r>
            <a:r>
              <a:rPr altLang="en-US" b="1" dirty="0" sz="2800" kumimoji="1" lang="zh-CN">
                <a:solidFill>
                  <a:srgbClr val="000099"/>
                </a:solidFill>
                <a:latin typeface="Times New Roman" panose="02020603050405020304" pitchFamily="18" charset="0"/>
                <a:ea typeface="仿宋_GB2312" pitchFamily="49" charset="-122"/>
              </a:rPr>
              <a:t>                 </a:t>
            </a:r>
            <a:r>
              <a:rPr altLang="zh-CN" b="1" dirty="0" sz="2800" kumimoji="1" lang="en-US">
                <a:solidFill>
                  <a:srgbClr val="000099"/>
                </a:solidFill>
                <a:latin typeface="Times New Roman" panose="02020603050405020304" pitchFamily="18" charset="0"/>
                <a:ea typeface="仿宋_GB2312" pitchFamily="49" charset="-122"/>
              </a:rPr>
              <a:t>(</a:t>
            </a:r>
            <a:r>
              <a:rPr altLang="zh-CN" b="1" dirty="0" sz="2800" i="1" kumimoji="1" lang="en-US">
                <a:solidFill>
                  <a:srgbClr val="000099"/>
                </a:solidFill>
                <a:latin typeface="Times New Roman" panose="02020603050405020304" pitchFamily="18" charset="0"/>
                <a:ea typeface="仿宋_GB2312" pitchFamily="49" charset="-122"/>
              </a:rPr>
              <a:t>a b</a:t>
            </a:r>
            <a:r>
              <a:rPr altLang="zh-CN" b="1" dirty="0" sz="2800" kumimoji="1" lang="en-US">
                <a:solidFill>
                  <a:srgbClr val="000099"/>
                </a:solidFill>
                <a:latin typeface="Times New Roman" panose="02020603050405020304" pitchFamily="18" charset="0"/>
                <a:ea typeface="仿宋_GB2312" pitchFamily="49" charset="-122"/>
              </a:rPr>
              <a:t>) </a:t>
            </a:r>
            <a:r>
              <a:rPr altLang="zh-CN" b="1" dirty="0" sz="2800" i="1" kumimoji="1" lang="en-US">
                <a:solidFill>
                  <a:srgbClr val="FF3300"/>
                </a:solidFill>
                <a:latin typeface="Times New Roman" panose="02020603050405020304" pitchFamily="18" charset="0"/>
                <a:ea typeface="仿宋_GB2312" pitchFamily="49" charset="-122"/>
              </a:rPr>
              <a:t>a</a:t>
            </a:r>
            <a:r>
              <a:rPr altLang="zh-CN" b="1" dirty="0" sz="2800" i="1" kumimoji="1" lang="en-US">
                <a:solidFill>
                  <a:srgbClr val="000099"/>
                </a:solidFill>
                <a:latin typeface="Times New Roman" panose="02020603050405020304" pitchFamily="18" charset="0"/>
                <a:ea typeface="仿宋_GB2312" pitchFamily="49" charset="-122"/>
              </a:rPr>
              <a:t> </a:t>
            </a:r>
            <a:r>
              <a:rPr altLang="zh-CN" b="1" dirty="0" sz="2800" i="1" kumimoji="1" lang="en-US" err="1">
                <a:solidFill>
                  <a:srgbClr val="FF3300"/>
                </a:solidFill>
                <a:latin typeface="Times New Roman" panose="02020603050405020304" pitchFamily="18" charset="0"/>
                <a:ea typeface="仿宋_GB2312" pitchFamily="49" charset="-122"/>
              </a:rPr>
              <a:t>a</a:t>
            </a:r>
            <a:r>
              <a:rPr altLang="zh-CN" b="1" dirty="0" sz="2800" i="1" kumimoji="1" lang="en-US">
                <a:solidFill>
                  <a:srgbClr val="FF3300"/>
                </a:solidFill>
                <a:latin typeface="Times New Roman" panose="02020603050405020304" pitchFamily="18" charset="0"/>
                <a:ea typeface="仿宋_GB2312" pitchFamily="49" charset="-122"/>
              </a:rPr>
              <a:t> b c a c</a:t>
            </a:r>
            <a:r>
              <a:rPr altLang="zh-CN" b="1" dirty="0" sz="2800" kumimoji="1" lang="en-US">
                <a:solidFill>
                  <a:srgbClr val="000099"/>
                </a:solidFill>
                <a:latin typeface="Times New Roman" panose="02020603050405020304" pitchFamily="18" charset="0"/>
              </a:rPr>
              <a:t>   </a:t>
            </a:r>
            <a:r>
              <a:rPr altLang="zh-CN" b="1" dirty="0" sz="2800" kumimoji="1" lang="en-US">
                <a:solidFill>
                  <a:srgbClr val="0000FF"/>
                </a:solidFill>
                <a:latin typeface="Times New Roman" panose="02020603050405020304" pitchFamily="18" charset="0"/>
                <a:sym typeface="Symbol" panose="05050102010706020507" pitchFamily="18" charset="2"/>
              </a:rPr>
              <a:t></a:t>
            </a:r>
            <a:r>
              <a:rPr altLang="zh-CN" dirty="0" sz="2800" kumimoji="1" lang="en-US">
                <a:latin typeface="Times New Roman" panose="02020603050405020304" pitchFamily="18" charset="0"/>
              </a:rPr>
              <a:t>	</a:t>
            </a:r>
            <a:r>
              <a:rPr altLang="zh-CN" dirty="0" sz="2400" kumimoji="1" lang="en-US">
                <a:latin typeface="Times New Roman" panose="02020603050405020304" pitchFamily="18" charset="0"/>
              </a:rPr>
              <a:t>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277" name=""/>
        <p:cNvGrpSpPr/>
        <p:nvPr/>
      </p:nvGrpSpPr>
      <p:grpSpPr>
        <a:xfrm>
          <a:off x="0" y="0"/>
          <a:ext cx="0" cy="0"/>
          <a:chOff x="0" y="0"/>
          <a:chExt cx="0" cy="0"/>
        </a:xfrm>
      </p:grpSpPr>
      <p:sp>
        <p:nvSpPr>
          <p:cNvPr id="1049505" name="Rectangle 2"/>
          <p:cNvSpPr>
            <a:spLocks noGrp="1" noChangeArrowheads="1"/>
          </p:cNvSpPr>
          <p:nvPr>
            <p:ph type="title"/>
          </p:nvPr>
        </p:nvSpPr>
        <p:spPr>
          <a:xfrm>
            <a:off x="457200" y="420688"/>
            <a:ext cx="8229600" cy="944562"/>
          </a:xfrm>
        </p:spPr>
        <p:txBody>
          <a:bodyPr/>
          <a:p>
            <a:pPr eaLnBrk="1" hangingPunct="1"/>
            <a:r>
              <a:rPr altLang="en-US" b="1" sz="4000" lang="zh-CN">
                <a:latin typeface="华文新魏" panose="02010800040101010101" pitchFamily="2" charset="-122"/>
                <a:ea typeface="华文新魏" panose="02010800040101010101" pitchFamily="2" charset="-122"/>
              </a:rPr>
              <a:t>用</a:t>
            </a:r>
            <a:r>
              <a:rPr altLang="zh-CN" b="1" sz="4000" lang="en-US">
                <a:latin typeface="华文新魏" panose="02010800040101010101" pitchFamily="2" charset="-122"/>
                <a:ea typeface="华文新魏" panose="02010800040101010101" pitchFamily="2" charset="-122"/>
              </a:rPr>
              <a:t>KMP</a:t>
            </a:r>
            <a:r>
              <a:rPr altLang="en-US" b="1" sz="4000" lang="zh-CN">
                <a:latin typeface="华文新魏" panose="02010800040101010101" pitchFamily="2" charset="-122"/>
                <a:ea typeface="华文新魏" panose="02010800040101010101" pitchFamily="2" charset="-122"/>
              </a:rPr>
              <a:t>算法实现的快速匹配算法</a:t>
            </a:r>
          </a:p>
        </p:txBody>
      </p:sp>
      <p:sp>
        <p:nvSpPr>
          <p:cNvPr id="1049506" name="Rectangle 3"/>
          <p:cNvSpPr>
            <a:spLocks noGrp="1" noChangeArrowheads="1"/>
          </p:cNvSpPr>
          <p:nvPr>
            <p:ph idx="1"/>
          </p:nvPr>
        </p:nvSpPr>
        <p:spPr>
          <a:xfrm>
            <a:off x="603250" y="1265240"/>
            <a:ext cx="8229600" cy="5132387"/>
          </a:xfrm>
        </p:spPr>
        <p:txBody>
          <a:bodyPr/>
          <a:p>
            <a:pPr eaLnBrk="1" hangingPunct="1">
              <a:spcBef>
                <a:spcPct val="5000"/>
              </a:spcBef>
              <a:buFontTx/>
              <a:buNone/>
            </a:pPr>
            <a:r>
              <a:rPr altLang="zh-CN" b="1" dirty="0" lang="en-US">
                <a:latin typeface="Times New Roman" panose="02020603050405020304" pitchFamily="18" charset="0"/>
                <a:ea typeface="隶书" panose="02010509060101010101" pitchFamily="49" charset="-122"/>
              </a:rPr>
              <a:t>int</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AString</a:t>
            </a:r>
            <a:r>
              <a:rPr altLang="zh-CN" b="1" dirty="0" lang="en-US">
                <a:latin typeface="Times New Roman" panose="02020603050405020304" pitchFamily="18" charset="0"/>
                <a:ea typeface="隶书" panose="02010509060101010101" pitchFamily="49" charset="-122"/>
              </a:rPr>
              <a:t>::</a:t>
            </a:r>
            <a:r>
              <a:rPr altLang="zh-CN" dirty="0" lang="en-US" err="1">
                <a:latin typeface="Times New Roman" panose="02020603050405020304" pitchFamily="18" charset="0"/>
                <a:ea typeface="隶书" panose="02010509060101010101" pitchFamily="49" charset="-122"/>
              </a:rPr>
              <a:t>fastFind</a:t>
            </a:r>
            <a:r>
              <a:rPr altLang="zh-CN" dirty="0" lang="en-US">
                <a:latin typeface="Times New Roman" panose="02020603050405020304" pitchFamily="18" charset="0"/>
                <a:ea typeface="隶书" panose="02010509060101010101" pitchFamily="49" charset="-122"/>
              </a:rPr>
              <a:t>(</a:t>
            </a:r>
            <a:r>
              <a:rPr altLang="zh-CN" dirty="0" lang="en-US" err="1">
                <a:latin typeface="Times New Roman" panose="02020603050405020304" pitchFamily="18" charset="0"/>
                <a:ea typeface="隶书" panose="02010509060101010101" pitchFamily="49" charset="-122"/>
              </a:rPr>
              <a:t>AString</a:t>
            </a:r>
            <a:r>
              <a:rPr altLang="zh-CN" b="1" dirty="0" lang="en-US">
                <a:latin typeface="Times New Roman" panose="02020603050405020304" pitchFamily="18" charset="0"/>
                <a:ea typeface="隶书" panose="02010509060101010101" pitchFamily="49" charset="-122"/>
              </a:rPr>
              <a:t>&amp;</a:t>
            </a:r>
            <a:r>
              <a:rPr altLang="zh-CN" dirty="0" lang="en-US">
                <a:latin typeface="Times New Roman" panose="02020603050405020304" pitchFamily="18" charset="0"/>
                <a:ea typeface="隶书" panose="02010509060101010101" pitchFamily="49" charset="-122"/>
              </a:rPr>
              <a:t> pat</a:t>
            </a:r>
            <a:r>
              <a:rPr altLang="zh-CN" b="1" dirty="0" lang="en-US">
                <a:latin typeface="Times New Roman" panose="02020603050405020304" pitchFamily="18" charset="0"/>
                <a:ea typeface="隶书" panose="02010509060101010101" pitchFamily="49" charset="-122"/>
              </a:rPr>
              <a:t>, int</a:t>
            </a:r>
            <a:r>
              <a:rPr altLang="zh-CN" dirty="0" lang="en-US">
                <a:latin typeface="Times New Roman" panose="02020603050405020304" pitchFamily="18" charset="0"/>
                <a:ea typeface="隶书" panose="02010509060101010101" pitchFamily="49" charset="-122"/>
              </a:rPr>
              <a:t> k</a:t>
            </a:r>
            <a:r>
              <a:rPr altLang="zh-CN" b="1" dirty="0" lang="en-US">
                <a:latin typeface="Times New Roman" panose="02020603050405020304" pitchFamily="18" charset="0"/>
                <a:ea typeface="隶书" panose="02010509060101010101" pitchFamily="49" charset="-122"/>
              </a:rPr>
              <a:t>, </a:t>
            </a:r>
          </a:p>
          <a:p>
            <a:pPr eaLnBrk="1" hangingPunct="1">
              <a:spcBef>
                <a:spcPct val="5000"/>
              </a:spcBef>
              <a:buFontTx/>
              <a:buNone/>
            </a:pPr>
            <a:r>
              <a:rPr altLang="zh-CN" b="1" dirty="0" lang="en-US">
                <a:latin typeface="Times New Roman" panose="02020603050405020304" pitchFamily="18" charset="0"/>
                <a:ea typeface="隶书" panose="02010509060101010101" pitchFamily="49" charset="-122"/>
              </a:rPr>
              <a:t>          int</a:t>
            </a:r>
            <a:r>
              <a:rPr altLang="zh-CN" dirty="0" lang="en-US">
                <a:latin typeface="Times New Roman" panose="02020603050405020304" pitchFamily="18" charset="0"/>
                <a:ea typeface="隶书" panose="02010509060101010101" pitchFamily="49" charset="-122"/>
              </a:rPr>
              <a:t> next[]) </a:t>
            </a:r>
            <a:r>
              <a:rPr altLang="zh-CN" b="1" dirty="0" lang="en-US">
                <a:latin typeface="Times New Roman" panose="02020603050405020304" pitchFamily="18" charset="0"/>
                <a:ea typeface="隶书" panose="02010509060101010101" pitchFamily="49" charset="-122"/>
              </a:rPr>
              <a:t>const {</a:t>
            </a:r>
          </a:p>
          <a:p>
            <a:pPr eaLnBrk="1" hangingPunct="1">
              <a:spcBef>
                <a:spcPct val="5000"/>
              </a:spcBef>
              <a:buFontTx/>
              <a:buNone/>
            </a:pPr>
            <a:r>
              <a:rPr altLang="zh-CN" b="1" dirty="0" lang="en-US">
                <a:solidFill>
                  <a:srgbClr val="0070C0"/>
                </a:solidFill>
                <a:latin typeface="Times New Roman" panose="02020603050405020304" pitchFamily="18" charset="0"/>
                <a:ea typeface="隶书" panose="02010509060101010101" pitchFamily="49" charset="-122"/>
              </a:rPr>
              <a:t>//</a:t>
            </a:r>
            <a:r>
              <a:rPr altLang="en-US" dirty="0" lang="zh-CN">
                <a:solidFill>
                  <a:srgbClr val="0070C0"/>
                </a:solidFill>
                <a:latin typeface="Times New Roman" panose="02020603050405020304" pitchFamily="18" charset="0"/>
                <a:ea typeface="隶书" panose="02010509060101010101" pitchFamily="49" charset="-122"/>
              </a:rPr>
              <a:t>从 </a:t>
            </a:r>
            <a:r>
              <a:rPr altLang="zh-CN" dirty="0" lang="en-US">
                <a:solidFill>
                  <a:srgbClr val="0070C0"/>
                </a:solidFill>
                <a:latin typeface="Times New Roman" panose="02020603050405020304" pitchFamily="18" charset="0"/>
                <a:ea typeface="隶书" panose="02010509060101010101" pitchFamily="49" charset="-122"/>
              </a:rPr>
              <a:t>k </a:t>
            </a:r>
            <a:r>
              <a:rPr altLang="en-US" dirty="0" lang="zh-CN">
                <a:solidFill>
                  <a:srgbClr val="0070C0"/>
                </a:solidFill>
                <a:latin typeface="Times New Roman" panose="02020603050405020304" pitchFamily="18" charset="0"/>
                <a:ea typeface="隶书" panose="02010509060101010101" pitchFamily="49" charset="-122"/>
              </a:rPr>
              <a:t>开始寻找 </a:t>
            </a:r>
            <a:r>
              <a:rPr altLang="zh-CN" dirty="0" lang="en-US">
                <a:solidFill>
                  <a:srgbClr val="0070C0"/>
                </a:solidFill>
                <a:latin typeface="Times New Roman" panose="02020603050405020304" pitchFamily="18" charset="0"/>
                <a:ea typeface="隶书" panose="02010509060101010101" pitchFamily="49" charset="-122"/>
              </a:rPr>
              <a:t>pat </a:t>
            </a:r>
            <a:r>
              <a:rPr altLang="en-US" dirty="0" lang="zh-CN">
                <a:solidFill>
                  <a:srgbClr val="0070C0"/>
                </a:solidFill>
                <a:latin typeface="Times New Roman" panose="02020603050405020304" pitchFamily="18" charset="0"/>
                <a:ea typeface="隶书" panose="02010509060101010101" pitchFamily="49" charset="-122"/>
              </a:rPr>
              <a:t>在 </a:t>
            </a:r>
            <a:r>
              <a:rPr altLang="zh-CN" dirty="0" lang="en-US">
                <a:solidFill>
                  <a:srgbClr val="0070C0"/>
                </a:solidFill>
                <a:latin typeface="Times New Roman" panose="02020603050405020304" pitchFamily="18" charset="0"/>
                <a:ea typeface="隶书" panose="02010509060101010101" pitchFamily="49" charset="-122"/>
              </a:rPr>
              <a:t>this </a:t>
            </a:r>
            <a:r>
              <a:rPr altLang="en-US" dirty="0" lang="zh-CN">
                <a:solidFill>
                  <a:srgbClr val="0070C0"/>
                </a:solidFill>
                <a:latin typeface="Times New Roman" panose="02020603050405020304" pitchFamily="18" charset="0"/>
                <a:ea typeface="隶书" panose="02010509060101010101" pitchFamily="49" charset="-122"/>
              </a:rPr>
              <a:t>串中匹配的位置。若找</a:t>
            </a:r>
          </a:p>
          <a:p>
            <a:pPr eaLnBrk="1" hangingPunct="1">
              <a:spcBef>
                <a:spcPct val="5000"/>
              </a:spcBef>
              <a:buFontTx/>
              <a:buNone/>
            </a:pPr>
            <a:r>
              <a:rPr altLang="zh-CN" b="1" dirty="0" lang="en-US">
                <a:solidFill>
                  <a:srgbClr val="0070C0"/>
                </a:solidFill>
                <a:latin typeface="Times New Roman" panose="02020603050405020304" pitchFamily="18" charset="0"/>
                <a:ea typeface="隶书" panose="02010509060101010101" pitchFamily="49" charset="-122"/>
              </a:rPr>
              <a:t>//</a:t>
            </a:r>
            <a:r>
              <a:rPr altLang="en-US" dirty="0" lang="zh-CN">
                <a:solidFill>
                  <a:srgbClr val="0070C0"/>
                </a:solidFill>
                <a:latin typeface="Times New Roman" panose="02020603050405020304" pitchFamily="18" charset="0"/>
                <a:ea typeface="隶书" panose="02010509060101010101" pitchFamily="49" charset="-122"/>
              </a:rPr>
              <a:t>到，函数返回 </a:t>
            </a:r>
            <a:r>
              <a:rPr altLang="zh-CN" dirty="0" lang="en-US">
                <a:solidFill>
                  <a:srgbClr val="0070C0"/>
                </a:solidFill>
                <a:latin typeface="Times New Roman" panose="02020603050405020304" pitchFamily="18" charset="0"/>
                <a:ea typeface="隶书" panose="02010509060101010101" pitchFamily="49" charset="-122"/>
              </a:rPr>
              <a:t>pat </a:t>
            </a:r>
            <a:r>
              <a:rPr altLang="en-US" dirty="0" lang="zh-CN">
                <a:solidFill>
                  <a:srgbClr val="0070C0"/>
                </a:solidFill>
                <a:latin typeface="Times New Roman" panose="02020603050405020304" pitchFamily="18" charset="0"/>
                <a:ea typeface="隶书" panose="02010509060101010101" pitchFamily="49" charset="-122"/>
              </a:rPr>
              <a:t>在 </a:t>
            </a:r>
            <a:r>
              <a:rPr altLang="zh-CN" dirty="0" lang="en-US">
                <a:solidFill>
                  <a:srgbClr val="0070C0"/>
                </a:solidFill>
                <a:latin typeface="Times New Roman" panose="02020603050405020304" pitchFamily="18" charset="0"/>
                <a:ea typeface="隶书" panose="02010509060101010101" pitchFamily="49" charset="-122"/>
              </a:rPr>
              <a:t>this </a:t>
            </a:r>
            <a:r>
              <a:rPr altLang="en-US" dirty="0" lang="zh-CN">
                <a:solidFill>
                  <a:srgbClr val="0070C0"/>
                </a:solidFill>
                <a:latin typeface="Times New Roman" panose="02020603050405020304" pitchFamily="18" charset="0"/>
                <a:ea typeface="隶书" panose="02010509060101010101" pitchFamily="49" charset="-122"/>
              </a:rPr>
              <a:t>串中开始位置，否则函</a:t>
            </a:r>
          </a:p>
          <a:p>
            <a:pPr eaLnBrk="1" hangingPunct="1">
              <a:spcBef>
                <a:spcPct val="5000"/>
              </a:spcBef>
              <a:buFontTx/>
              <a:buNone/>
            </a:pPr>
            <a:r>
              <a:rPr altLang="zh-CN" b="1" dirty="0" lang="en-US">
                <a:solidFill>
                  <a:srgbClr val="0070C0"/>
                </a:solidFill>
                <a:latin typeface="Times New Roman" panose="02020603050405020304" pitchFamily="18" charset="0"/>
                <a:ea typeface="隶书" panose="02010509060101010101" pitchFamily="49" charset="-122"/>
              </a:rPr>
              <a:t>//</a:t>
            </a:r>
            <a:r>
              <a:rPr altLang="en-US" dirty="0" lang="zh-CN">
                <a:solidFill>
                  <a:srgbClr val="0070C0"/>
                </a:solidFill>
                <a:latin typeface="Times New Roman" panose="02020603050405020304" pitchFamily="18" charset="0"/>
                <a:ea typeface="隶书" panose="02010509060101010101" pitchFamily="49" charset="-122"/>
              </a:rPr>
              <a:t>数返回</a:t>
            </a:r>
            <a:r>
              <a:rPr altLang="zh-CN" dirty="0" lang="en-US">
                <a:solidFill>
                  <a:srgbClr val="0070C0"/>
                </a:solidFill>
                <a:latin typeface="Courier New" panose="02070309020205020404" pitchFamily="49" charset="0"/>
                <a:ea typeface="隶书" panose="02010509060101010101" pitchFamily="49" charset="-122"/>
              </a:rPr>
              <a:t>-</a:t>
            </a:r>
            <a:r>
              <a:rPr altLang="zh-CN" dirty="0" lang="en-US">
                <a:solidFill>
                  <a:srgbClr val="0070C0"/>
                </a:solidFill>
                <a:latin typeface="Times New Roman" panose="02020603050405020304" pitchFamily="18" charset="0"/>
                <a:ea typeface="隶书" panose="02010509060101010101" pitchFamily="49" charset="-122"/>
              </a:rPr>
              <a:t>1</a:t>
            </a:r>
            <a:r>
              <a:rPr altLang="en-US" dirty="0" lang="zh-CN">
                <a:solidFill>
                  <a:srgbClr val="0070C0"/>
                </a:solidFill>
                <a:latin typeface="Times New Roman" panose="02020603050405020304" pitchFamily="18" charset="0"/>
                <a:ea typeface="隶书" panose="02010509060101010101" pitchFamily="49" charset="-122"/>
              </a:rPr>
              <a:t>。数组</a:t>
            </a:r>
            <a:r>
              <a:rPr altLang="zh-CN" dirty="0" lang="en-US">
                <a:solidFill>
                  <a:srgbClr val="0070C0"/>
                </a:solidFill>
                <a:latin typeface="Times New Roman" panose="02020603050405020304" pitchFamily="18" charset="0"/>
                <a:ea typeface="隶书" panose="02010509060101010101" pitchFamily="49" charset="-122"/>
              </a:rPr>
              <a:t>next[ ] </a:t>
            </a:r>
            <a:r>
              <a:rPr altLang="en-US" dirty="0" lang="zh-CN">
                <a:solidFill>
                  <a:srgbClr val="0070C0"/>
                </a:solidFill>
                <a:latin typeface="Times New Roman" panose="02020603050405020304" pitchFamily="18" charset="0"/>
                <a:ea typeface="隶书" panose="02010509060101010101" pitchFamily="49" charset="-122"/>
              </a:rPr>
              <a:t>存放 </a:t>
            </a:r>
            <a:r>
              <a:rPr altLang="zh-CN" dirty="0" lang="en-US">
                <a:solidFill>
                  <a:srgbClr val="0070C0"/>
                </a:solidFill>
                <a:latin typeface="Times New Roman" panose="02020603050405020304" pitchFamily="18" charset="0"/>
                <a:ea typeface="隶书" panose="02010509060101010101" pitchFamily="49" charset="-122"/>
              </a:rPr>
              <a:t>pat </a:t>
            </a:r>
            <a:r>
              <a:rPr altLang="en-US" dirty="0" lang="zh-CN">
                <a:solidFill>
                  <a:srgbClr val="0070C0"/>
                </a:solidFill>
                <a:latin typeface="Times New Roman" panose="02020603050405020304" pitchFamily="18" charset="0"/>
                <a:ea typeface="隶书" panose="02010509060101010101" pitchFamily="49" charset="-122"/>
              </a:rPr>
              <a:t>的</a:t>
            </a:r>
            <a:r>
              <a:rPr altLang="zh-CN" dirty="0" lang="en-US">
                <a:solidFill>
                  <a:srgbClr val="0070C0"/>
                </a:solidFill>
                <a:latin typeface="Times New Roman" panose="02020603050405020304" pitchFamily="18" charset="0"/>
                <a:ea typeface="隶书" panose="02010509060101010101" pitchFamily="49" charset="-122"/>
              </a:rPr>
              <a:t>next[j] </a:t>
            </a:r>
            <a:r>
              <a:rPr altLang="en-US" dirty="0" lang="zh-CN">
                <a:solidFill>
                  <a:srgbClr val="0070C0"/>
                </a:solidFill>
                <a:latin typeface="Times New Roman" panose="02020603050405020304" pitchFamily="18" charset="0"/>
                <a:ea typeface="隶书" panose="02010509060101010101" pitchFamily="49" charset="-122"/>
              </a:rPr>
              <a:t>值。</a:t>
            </a:r>
          </a:p>
          <a:p>
            <a:pPr eaLnBrk="1" hangingPunct="1">
              <a:spcBef>
                <a:spcPct val="5000"/>
              </a:spcBef>
              <a:buFontTx/>
              <a:buNone/>
            </a:pPr>
            <a:r>
              <a:rPr altLang="en-US" dirty="0" lang="zh-CN">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int</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posP</a:t>
            </a:r>
            <a:r>
              <a:rPr altLang="zh-CN" dirty="0" lang="en-US">
                <a:latin typeface="Times New Roman" panose="02020603050405020304" pitchFamily="18" charset="0"/>
                <a:ea typeface="隶书" panose="02010509060101010101" pitchFamily="49" charset="-122"/>
              </a:rPr>
              <a:t> = 0</a:t>
            </a:r>
            <a:r>
              <a:rPr altLang="zh-CN" b="1" dirty="0" lang="en-US">
                <a:latin typeface="Times New Roman" panose="02020603050405020304" pitchFamily="18"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posT</a:t>
            </a:r>
            <a:r>
              <a:rPr altLang="zh-CN" dirty="0" lang="en-US">
                <a:latin typeface="Times New Roman" panose="02020603050405020304" pitchFamily="18" charset="0"/>
                <a:ea typeface="隶书" panose="02010509060101010101" pitchFamily="49" charset="-122"/>
              </a:rPr>
              <a:t> = k</a:t>
            </a:r>
            <a:r>
              <a:rPr altLang="zh-CN" b="1"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两个串的扫描指针</a:t>
            </a:r>
          </a:p>
          <a:p>
            <a:pPr eaLnBrk="1" hangingPunct="1">
              <a:spcBef>
                <a:spcPct val="5000"/>
              </a:spcBef>
              <a:buFontTx/>
              <a:buNone/>
            </a:pPr>
            <a:r>
              <a:rPr altLang="en-US" dirty="0" lang="zh-CN">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int</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lengthP</a:t>
            </a:r>
            <a:r>
              <a:rPr altLang="zh-CN" dirty="0" lang="en-US">
                <a:latin typeface="Times New Roman" panose="02020603050405020304" pitchFamily="18" charset="0"/>
                <a:ea typeface="隶书" panose="02010509060101010101" pitchFamily="49" charset="-122"/>
              </a:rPr>
              <a:t> = </a:t>
            </a:r>
            <a:r>
              <a:rPr altLang="zh-CN" dirty="0" lang="en-US" err="1">
                <a:latin typeface="Times New Roman" panose="02020603050405020304" pitchFamily="18" charset="0"/>
                <a:ea typeface="隶书" panose="02010509060101010101" pitchFamily="49" charset="-122"/>
              </a:rPr>
              <a:t>pat.curLength</a:t>
            </a:r>
            <a:r>
              <a:rPr altLang="zh-CN" b="1"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模式串长度</a:t>
            </a:r>
          </a:p>
          <a:p>
            <a:pPr eaLnBrk="1" hangingPunct="1">
              <a:spcBef>
                <a:spcPct val="5000"/>
              </a:spcBef>
              <a:buFontTx/>
              <a:buNone/>
            </a:pPr>
            <a:r>
              <a:rPr altLang="en-US" dirty="0" lang="zh-CN">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int</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lengthT</a:t>
            </a:r>
            <a:r>
              <a:rPr altLang="zh-CN" dirty="0" lang="en-US">
                <a:latin typeface="Times New Roman" panose="02020603050405020304" pitchFamily="18" charset="0"/>
                <a:ea typeface="隶书" panose="02010509060101010101" pitchFamily="49" charset="-122"/>
              </a:rPr>
              <a:t> = </a:t>
            </a:r>
            <a:r>
              <a:rPr altLang="zh-CN" dirty="0" lang="en-US" err="1">
                <a:latin typeface="Times New Roman" panose="02020603050405020304" pitchFamily="18" charset="0"/>
                <a:ea typeface="隶书" panose="02010509060101010101" pitchFamily="49" charset="-122"/>
              </a:rPr>
              <a:t>curLength</a:t>
            </a:r>
            <a:r>
              <a:rPr altLang="zh-CN" b="1"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目标串长度</a:t>
            </a:r>
            <a:endParaRPr altLang="en-US" dirty="0" lang="zh-CN">
              <a:latin typeface="Times New Roman" panose="02020603050405020304" pitchFamily="18" charset="0"/>
              <a:ea typeface="隶书" panose="02010509060101010101" pitchFamily="49" charset="-122"/>
            </a:endParaRPr>
          </a:p>
          <a:p>
            <a:pPr eaLnBrk="1" hangingPunct="1">
              <a:spcBef>
                <a:spcPct val="5000"/>
              </a:spcBef>
              <a:buFontTx/>
              <a:buNone/>
            </a:pPr>
            <a:r>
              <a:rPr altLang="en-US" dirty="0" lang="zh-CN">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while</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posP</a:t>
            </a:r>
            <a:r>
              <a:rPr altLang="zh-CN" dirty="0" lang="en-US">
                <a:latin typeface="Times New Roman" panose="02020603050405020304" pitchFamily="18" charset="0"/>
                <a:ea typeface="隶书" panose="02010509060101010101" pitchFamily="49" charset="-122"/>
              </a:rPr>
              <a:t> &lt; </a:t>
            </a:r>
            <a:r>
              <a:rPr altLang="zh-CN" dirty="0" lang="en-US" err="1">
                <a:latin typeface="Times New Roman" panose="02020603050405020304" pitchFamily="18" charset="0"/>
                <a:ea typeface="隶书" panose="02010509060101010101" pitchFamily="49" charset="-122"/>
              </a:rPr>
              <a:t>lengthP</a:t>
            </a:r>
            <a:r>
              <a:rPr altLang="zh-CN" dirty="0" lang="en-US">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&amp;&amp;</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posT</a:t>
            </a:r>
            <a:r>
              <a:rPr altLang="zh-CN" dirty="0" lang="en-US">
                <a:latin typeface="Times New Roman" panose="02020603050405020304" pitchFamily="18" charset="0"/>
                <a:ea typeface="隶书" panose="02010509060101010101" pitchFamily="49" charset="-122"/>
              </a:rPr>
              <a:t> &lt; </a:t>
            </a:r>
            <a:r>
              <a:rPr altLang="zh-CN" dirty="0" lang="en-US" err="1">
                <a:latin typeface="Times New Roman" panose="02020603050405020304" pitchFamily="18" charset="0"/>
                <a:ea typeface="隶书" panose="02010509060101010101" pitchFamily="49" charset="-122"/>
              </a:rPr>
              <a:t>lengthT</a:t>
            </a:r>
            <a:r>
              <a:rPr altLang="zh-CN" dirty="0" lang="en-US">
                <a:latin typeface="Times New Roman" panose="02020603050405020304" pitchFamily="18" charset="0"/>
                <a:ea typeface="隶书" panose="02010509060101010101" pitchFamily="49" charset="-122"/>
              </a:rPr>
              <a:t>)	</a:t>
            </a:r>
          </a:p>
          <a:p>
            <a:pPr eaLnBrk="1" hangingPunct="1">
              <a:spcBef>
                <a:spcPct val="5000"/>
              </a:spcBef>
              <a:buFontTx/>
              <a:buNone/>
            </a:pPr>
            <a:r>
              <a:rPr altLang="zh-CN" dirty="0" lang="en-US">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if</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posP</a:t>
            </a:r>
            <a:r>
              <a:rPr altLang="zh-CN" dirty="0" lang="en-US">
                <a:latin typeface="Times New Roman" panose="02020603050405020304" pitchFamily="18" charset="0"/>
                <a:ea typeface="隶书" panose="02010509060101010101" pitchFamily="49" charset="-122"/>
              </a:rPr>
              <a:t> == </a:t>
            </a:r>
            <a:r>
              <a:rPr altLang="zh-CN" dirty="0" lang="en-US">
                <a:latin typeface="Courier New" panose="02070309020205020404" pitchFamily="49"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1 || pat.ch[</a:t>
            </a:r>
            <a:r>
              <a:rPr altLang="zh-CN" dirty="0" lang="en-US" err="1">
                <a:latin typeface="Times New Roman" panose="02020603050405020304" pitchFamily="18" charset="0"/>
                <a:ea typeface="隶书" panose="02010509060101010101" pitchFamily="49" charset="-122"/>
              </a:rPr>
              <a:t>posP</a:t>
            </a:r>
            <a:r>
              <a:rPr altLang="zh-CN" dirty="0" lang="en-US">
                <a:latin typeface="Times New Roman" panose="02020603050405020304" pitchFamily="18" charset="0"/>
                <a:ea typeface="隶书" panose="02010509060101010101" pitchFamily="49" charset="-122"/>
              </a:rPr>
              <a:t>] == </a:t>
            </a:r>
            <a:r>
              <a:rPr altLang="zh-CN" dirty="0" lang="en-US" err="1">
                <a:latin typeface="Times New Roman" panose="02020603050405020304" pitchFamily="18" charset="0"/>
                <a:ea typeface="隶书" panose="02010509060101010101" pitchFamily="49" charset="-122"/>
              </a:rPr>
              <a:t>ch</a:t>
            </a:r>
            <a:r>
              <a:rPr altLang="zh-CN" dirty="0" lang="en-US">
                <a:latin typeface="Times New Roman" panose="02020603050405020304" pitchFamily="18" charset="0"/>
                <a:ea typeface="隶书" panose="02010509060101010101" pitchFamily="49" charset="-122"/>
              </a:rPr>
              <a:t>[</a:t>
            </a:r>
            <a:r>
              <a:rPr altLang="zh-CN" dirty="0" lang="en-US" err="1">
                <a:latin typeface="Times New Roman" panose="02020603050405020304" pitchFamily="18" charset="0"/>
                <a:ea typeface="隶书" panose="02010509060101010101" pitchFamily="49" charset="-122"/>
              </a:rPr>
              <a:t>posT</a:t>
            </a:r>
            <a:r>
              <a:rPr altLang="zh-CN" dirty="0" lang="en-US">
                <a:latin typeface="Times New Roman" panose="02020603050405020304" pitchFamily="18" charset="0"/>
                <a:ea typeface="隶书" panose="02010509060101010101" pitchFamily="49" charset="-122"/>
              </a:rPr>
              <a:t>]) </a:t>
            </a:r>
          </a:p>
          <a:p>
            <a:pPr eaLnBrk="1" hangingPunct="1">
              <a:spcBef>
                <a:spcPct val="5000"/>
              </a:spcBef>
              <a:buFontTx/>
              <a:buNone/>
            </a:pPr>
            <a:r>
              <a:rPr altLang="zh-CN" dirty="0" lang="en-US">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posP</a:t>
            </a:r>
            <a:r>
              <a:rPr altLang="zh-CN" dirty="0" lang="en-US">
                <a:latin typeface="Times New Roman" panose="02020603050405020304" pitchFamily="18" charset="0"/>
                <a:ea typeface="隶书" panose="02010509060101010101" pitchFamily="49" charset="-122"/>
              </a:rPr>
              <a:t>++</a:t>
            </a:r>
            <a:r>
              <a:rPr altLang="zh-CN" b="1" dirty="0" lang="en-US">
                <a:latin typeface="Times New Roman" panose="02020603050405020304" pitchFamily="18" charset="0"/>
                <a:ea typeface="隶书" panose="02010509060101010101" pitchFamily="49" charset="-122"/>
              </a:rPr>
              <a:t>; </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posT</a:t>
            </a:r>
            <a:r>
              <a:rPr altLang="zh-CN" dirty="0" lang="en-US">
                <a:latin typeface="Times New Roman" panose="02020603050405020304" pitchFamily="18" charset="0"/>
                <a:ea typeface="隶书" panose="02010509060101010101" pitchFamily="49" charset="-122"/>
              </a:rPr>
              <a:t>++</a:t>
            </a:r>
            <a:r>
              <a:rPr altLang="zh-CN" b="1" dirty="0" lang="en-US">
                <a:latin typeface="Times New Roman" panose="02020603050405020304" pitchFamily="18" charset="0"/>
                <a:ea typeface="隶书" panose="02010509060101010101" pitchFamily="49" charset="-122"/>
              </a:rPr>
              <a:t>; }</a:t>
            </a:r>
            <a:r>
              <a:rPr altLang="zh-CN"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对应字符匹配</a:t>
            </a:r>
            <a:endParaRPr altLang="en-US" dirty="0" lang="zh-CN">
              <a:latin typeface="Times New Roman" panose="02020603050405020304" pitchFamily="18" charset="0"/>
              <a:ea typeface="隶书" panose="02010509060101010101" pitchFamily="49"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278" name=""/>
        <p:cNvGrpSpPr/>
        <p:nvPr/>
      </p:nvGrpSpPr>
      <p:grpSpPr>
        <a:xfrm>
          <a:off x="0" y="0"/>
          <a:ext cx="0" cy="0"/>
          <a:chOff x="0" y="0"/>
          <a:chExt cx="0" cy="0"/>
        </a:xfrm>
      </p:grpSpPr>
      <p:sp>
        <p:nvSpPr>
          <p:cNvPr id="1049507" name="Rectangle 2"/>
          <p:cNvSpPr>
            <a:spLocks noGrp="1" noChangeArrowheads="1"/>
          </p:cNvSpPr>
          <p:nvPr>
            <p:ph idx="1"/>
          </p:nvPr>
        </p:nvSpPr>
        <p:spPr>
          <a:xfrm>
            <a:off x="603252" y="731840"/>
            <a:ext cx="8031163" cy="5132387"/>
          </a:xfrm>
        </p:spPr>
        <p:txBody>
          <a:bodyPr>
            <a:normAutofit fontScale="94444"/>
          </a:bodyPr>
          <a:p>
            <a:pPr eaLnBrk="1" hangingPunct="1">
              <a:spcBef>
                <a:spcPct val="5000"/>
              </a:spcBef>
              <a:buFontTx/>
              <a:buNone/>
            </a:pP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else</a:t>
            </a:r>
            <a:r>
              <a:rPr altLang="zh-CN" lang="en-US">
                <a:latin typeface="Times New Roman" panose="02020603050405020304" pitchFamily="18" charset="0"/>
                <a:ea typeface="隶书" panose="02010509060101010101" pitchFamily="49" charset="-122"/>
              </a:rPr>
              <a:t> posP = next[posP]</a:t>
            </a:r>
            <a:r>
              <a:rPr altLang="zh-CN" b="1"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求</a:t>
            </a:r>
            <a:r>
              <a:rPr altLang="zh-CN" lang="en-US">
                <a:solidFill>
                  <a:schemeClr val="tx2"/>
                </a:solidFill>
                <a:latin typeface="Times New Roman" panose="02020603050405020304" pitchFamily="18" charset="0"/>
                <a:ea typeface="隶书" panose="02010509060101010101" pitchFamily="49" charset="-122"/>
              </a:rPr>
              <a:t>pat</a:t>
            </a:r>
            <a:r>
              <a:rPr altLang="en-US" lang="zh-CN">
                <a:solidFill>
                  <a:schemeClr val="tx2"/>
                </a:solidFill>
                <a:latin typeface="Times New Roman" panose="02020603050405020304" pitchFamily="18" charset="0"/>
                <a:ea typeface="隶书" panose="02010509060101010101" pitchFamily="49" charset="-122"/>
              </a:rPr>
              <a:t>下趟比较位置</a:t>
            </a:r>
          </a:p>
          <a:p>
            <a:pPr eaLnBrk="1" hangingPunct="1">
              <a:lnSpc>
                <a:spcPct val="80000"/>
              </a:lnSpc>
              <a:buFontTx/>
              <a:buNone/>
            </a:pPr>
            <a:r>
              <a:rPr altLang="en-US" lang="zh-CN">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if </a:t>
            </a:r>
            <a:r>
              <a:rPr altLang="zh-CN" lang="en-US">
                <a:latin typeface="Times New Roman" panose="02020603050405020304" pitchFamily="18" charset="0"/>
                <a:ea typeface="隶书" panose="02010509060101010101" pitchFamily="49" charset="-122"/>
              </a:rPr>
              <a:t>(posP &lt; lengthP) </a:t>
            </a:r>
            <a:r>
              <a:rPr altLang="zh-CN" b="1" lang="en-US">
                <a:latin typeface="Times New Roman" panose="02020603050405020304" pitchFamily="18" charset="0"/>
                <a:ea typeface="隶书" panose="02010509060101010101" pitchFamily="49" charset="-122"/>
              </a:rPr>
              <a:t>return</a:t>
            </a:r>
            <a:r>
              <a:rPr altLang="zh-CN" lang="en-US">
                <a:latin typeface="Times New Roman" panose="02020603050405020304" pitchFamily="18" charset="0"/>
                <a:ea typeface="隶书" panose="02010509060101010101" pitchFamily="49" charset="-122"/>
              </a:rPr>
              <a:t> </a:t>
            </a:r>
            <a:r>
              <a:rPr altLang="zh-CN" lang="en-US">
                <a:latin typeface="Courier New" panose="02070309020205020404" pitchFamily="49" charset="0"/>
                <a:ea typeface="隶书" panose="02010509060101010101" pitchFamily="49" charset="-122"/>
              </a:rPr>
              <a:t>-</a:t>
            </a:r>
            <a:r>
              <a:rPr altLang="zh-CN" lang="en-US">
                <a:latin typeface="Times New Roman" panose="02020603050405020304" pitchFamily="18" charset="0"/>
                <a:ea typeface="隶书" panose="02010509060101010101" pitchFamily="49" charset="-122"/>
              </a:rPr>
              <a:t>1</a:t>
            </a:r>
            <a:r>
              <a:rPr altLang="zh-CN" b="1"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匹配失败</a:t>
            </a:r>
          </a:p>
          <a:p>
            <a:pPr eaLnBrk="1" hangingPunct="1">
              <a:lnSpc>
                <a:spcPct val="80000"/>
              </a:lnSpc>
              <a:buFontTx/>
              <a:buNone/>
            </a:pPr>
            <a:r>
              <a:rPr altLang="en-US" lang="zh-CN">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else return</a:t>
            </a:r>
            <a:r>
              <a:rPr altLang="zh-CN" lang="en-US">
                <a:latin typeface="Times New Roman" panose="02020603050405020304" pitchFamily="18" charset="0"/>
                <a:ea typeface="隶书" panose="02010509060101010101" pitchFamily="49" charset="-122"/>
              </a:rPr>
              <a:t> posT</a:t>
            </a:r>
            <a:r>
              <a:rPr altLang="zh-CN" lang="en-US">
                <a:latin typeface="Courier New" panose="02070309020205020404" pitchFamily="49" charset="0"/>
                <a:ea typeface="隶书" panose="02010509060101010101" pitchFamily="49" charset="-122"/>
              </a:rPr>
              <a:t>-</a:t>
            </a:r>
            <a:r>
              <a:rPr altLang="zh-CN" lang="en-US">
                <a:latin typeface="Times New Roman" panose="02020603050405020304" pitchFamily="18" charset="0"/>
                <a:ea typeface="隶书" panose="02010509060101010101" pitchFamily="49" charset="-122"/>
              </a:rPr>
              <a:t>lengthP</a:t>
            </a:r>
            <a:r>
              <a:rPr altLang="zh-CN" b="1"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匹配成功</a:t>
            </a:r>
          </a:p>
          <a:p>
            <a:pPr eaLnBrk="1" hangingPunct="1">
              <a:lnSpc>
                <a:spcPct val="80000"/>
              </a:lnSpc>
              <a:buFontTx/>
              <a:buNone/>
            </a:pPr>
            <a:r>
              <a:rPr altLang="zh-CN" b="1" lang="en-US">
                <a:latin typeface="Times New Roman" panose="02020603050405020304" pitchFamily="18" charset="0"/>
                <a:ea typeface="隶书" panose="02010509060101010101" pitchFamily="49" charset="-122"/>
              </a:rPr>
              <a:t>};</a:t>
            </a:r>
          </a:p>
          <a:p>
            <a:pPr eaLnBrk="1" hangingPunct="1">
              <a:lnSpc>
                <a:spcPct val="80000"/>
              </a:lnSpc>
              <a:buFontTx/>
              <a:buNone/>
            </a:pPr>
            <a:endParaRPr altLang="zh-CN" b="1" sz="1800" lang="en-US">
              <a:latin typeface="Times New Roman" panose="02020603050405020304" pitchFamily="18" charset="0"/>
              <a:ea typeface="隶书" panose="02010509060101010101" pitchFamily="49" charset="-122"/>
            </a:endParaRPr>
          </a:p>
          <a:p>
            <a:pPr eaLnBrk="1" hangingPunct="1">
              <a:lnSpc>
                <a:spcPct val="110000"/>
              </a:lnSpc>
              <a:spcBef>
                <a:spcPct val="15000"/>
              </a:spcBef>
              <a:buClr>
                <a:srgbClr val="990099"/>
              </a:buClr>
              <a:buSzPct val="50000"/>
            </a:pPr>
            <a:r>
              <a:rPr altLang="en-US" b="1" lang="zh-CN">
                <a:latin typeface="Times New Roman" panose="02020603050405020304" pitchFamily="18" charset="0"/>
                <a:ea typeface="仿宋_GB2312" pitchFamily="49" charset="-122"/>
              </a:rPr>
              <a:t>此算法的时间复杂度取决于 </a:t>
            </a:r>
            <a:r>
              <a:rPr altLang="zh-CN" b="1" lang="en-US">
                <a:latin typeface="Times New Roman" panose="02020603050405020304" pitchFamily="18" charset="0"/>
                <a:ea typeface="仿宋_GB2312" pitchFamily="49" charset="-122"/>
              </a:rPr>
              <a:t>while </a:t>
            </a:r>
            <a:r>
              <a:rPr altLang="en-US" b="1" lang="zh-CN">
                <a:latin typeface="Times New Roman" panose="02020603050405020304" pitchFamily="18" charset="0"/>
                <a:ea typeface="仿宋_GB2312" pitchFamily="49" charset="-122"/>
              </a:rPr>
              <a:t>循环。由于是无回溯的算法，执行循环时，目标串字符比较有进无退，要么执行 </a:t>
            </a:r>
            <a:r>
              <a:rPr altLang="zh-CN" b="1" lang="en-US">
                <a:latin typeface="Times New Roman" panose="02020603050405020304" pitchFamily="18" charset="0"/>
                <a:ea typeface="仿宋_GB2312" pitchFamily="49" charset="-122"/>
              </a:rPr>
              <a:t>posT </a:t>
            </a:r>
            <a:r>
              <a:rPr altLang="en-US" b="1" lang="zh-CN">
                <a:latin typeface="Times New Roman" panose="02020603050405020304" pitchFamily="18" charset="0"/>
                <a:ea typeface="仿宋_GB2312" pitchFamily="49" charset="-122"/>
              </a:rPr>
              <a:t>和 </a:t>
            </a:r>
            <a:r>
              <a:rPr altLang="zh-CN" b="1" lang="en-US">
                <a:latin typeface="Times New Roman" panose="02020603050405020304" pitchFamily="18" charset="0"/>
                <a:ea typeface="仿宋_GB2312" pitchFamily="49" charset="-122"/>
              </a:rPr>
              <a:t>posP </a:t>
            </a:r>
            <a:r>
              <a:rPr altLang="en-US" b="1" lang="zh-CN">
                <a:latin typeface="Times New Roman" panose="02020603050405020304" pitchFamily="18" charset="0"/>
                <a:ea typeface="仿宋_GB2312" pitchFamily="49" charset="-122"/>
              </a:rPr>
              <a:t>进 </a:t>
            </a:r>
            <a:r>
              <a:rPr altLang="zh-CN" b="1" lang="en-US">
                <a:latin typeface="Times New Roman" panose="02020603050405020304" pitchFamily="18" charset="0"/>
                <a:ea typeface="仿宋_GB2312" pitchFamily="49" charset="-122"/>
              </a:rPr>
              <a:t>1</a:t>
            </a:r>
            <a:r>
              <a:rPr altLang="en-US" b="1" lang="zh-CN">
                <a:latin typeface="Times New Roman" panose="02020603050405020304" pitchFamily="18" charset="0"/>
                <a:ea typeface="仿宋_GB2312" pitchFamily="49" charset="-122"/>
              </a:rPr>
              <a:t>，要么查找</a:t>
            </a:r>
            <a:r>
              <a:rPr altLang="zh-CN" b="1" lang="en-US">
                <a:latin typeface="Times New Roman" panose="02020603050405020304" pitchFamily="18" charset="0"/>
                <a:ea typeface="仿宋_GB2312" pitchFamily="49" charset="-122"/>
              </a:rPr>
              <a:t>next[ ] </a:t>
            </a:r>
            <a:r>
              <a:rPr altLang="en-US" b="1" lang="zh-CN">
                <a:latin typeface="Times New Roman" panose="02020603050405020304" pitchFamily="18" charset="0"/>
                <a:ea typeface="仿宋_GB2312" pitchFamily="49" charset="-122"/>
              </a:rPr>
              <a:t>数组进行模式位置的右移，然后继续向后比较。字符的比较次数最多为</a:t>
            </a:r>
            <a:r>
              <a:rPr altLang="en-US" b="1" lang="zh-CN">
                <a:solidFill>
                  <a:schemeClr val="tx2"/>
                </a:solidFill>
                <a:latin typeface="Times New Roman" panose="02020603050405020304" pitchFamily="18" charset="0"/>
                <a:ea typeface="仿宋_GB2312" pitchFamily="49" charset="-122"/>
              </a:rPr>
              <a:t> </a:t>
            </a:r>
            <a:r>
              <a:rPr altLang="zh-CN" b="1" lang="en-US">
                <a:solidFill>
                  <a:schemeClr val="tx2"/>
                </a:solidFill>
                <a:latin typeface="Times New Roman" panose="02020603050405020304" pitchFamily="18" charset="0"/>
                <a:ea typeface="仿宋_GB2312" pitchFamily="49" charset="-122"/>
              </a:rPr>
              <a:t>O(lengthT)</a:t>
            </a:r>
            <a:r>
              <a:rPr altLang="en-US" b="1" lang="zh-CN">
                <a:latin typeface="Times New Roman" panose="02020603050405020304" pitchFamily="18" charset="0"/>
                <a:ea typeface="仿宋_GB2312" pitchFamily="49" charset="-122"/>
              </a:rPr>
              <a:t>，不超过目标的长度。 </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279" name=""/>
        <p:cNvGrpSpPr/>
        <p:nvPr/>
      </p:nvGrpSpPr>
      <p:grpSpPr>
        <a:xfrm>
          <a:off x="0" y="0"/>
          <a:ext cx="0" cy="0"/>
          <a:chOff x="0" y="0"/>
          <a:chExt cx="0" cy="0"/>
        </a:xfrm>
      </p:grpSpPr>
      <p:sp>
        <p:nvSpPr>
          <p:cNvPr id="1049508" name="Rectangle 2"/>
          <p:cNvSpPr>
            <a:spLocks noGrp="1" noChangeArrowheads="1"/>
          </p:cNvSpPr>
          <p:nvPr>
            <p:ph type="title"/>
          </p:nvPr>
        </p:nvSpPr>
        <p:spPr>
          <a:xfrm>
            <a:off x="444500" y="419100"/>
            <a:ext cx="8229600" cy="908050"/>
          </a:xfrm>
        </p:spPr>
        <p:txBody>
          <a:bodyPr/>
          <a:p>
            <a:pPr eaLnBrk="1" hangingPunct="1"/>
            <a:r>
              <a:rPr altLang="zh-CN" b="1" sz="4000" lang="en-US">
                <a:latin typeface="华文新魏" panose="02010800040101010101" pitchFamily="2" charset="-122"/>
                <a:ea typeface="华文新魏" panose="02010800040101010101" pitchFamily="2" charset="-122"/>
              </a:rPr>
              <a:t>next</a:t>
            </a:r>
            <a:r>
              <a:rPr altLang="en-US" b="1" sz="4000" lang="zh-CN">
                <a:latin typeface="华文新魏" panose="02010800040101010101" pitchFamily="2" charset="-122"/>
                <a:ea typeface="华文新魏" panose="02010800040101010101" pitchFamily="2" charset="-122"/>
              </a:rPr>
              <a:t>特征向量的计算</a:t>
            </a:r>
          </a:p>
        </p:txBody>
      </p:sp>
      <p:sp>
        <p:nvSpPr>
          <p:cNvPr id="1049509" name="Rectangle 3"/>
          <p:cNvSpPr>
            <a:spLocks noGrp="1" noChangeArrowheads="1"/>
          </p:cNvSpPr>
          <p:nvPr>
            <p:ph idx="1"/>
          </p:nvPr>
        </p:nvSpPr>
        <p:spPr>
          <a:xfrm>
            <a:off x="457200" y="1241427"/>
            <a:ext cx="8229600" cy="5013325"/>
          </a:xfrm>
        </p:spPr>
        <p:txBody>
          <a:bodyPr>
            <a:normAutofit fontScale="96552"/>
          </a:bodyPr>
          <a:p>
            <a:pPr indent="-609600" marL="609600">
              <a:lnSpc>
                <a:spcPct val="110000"/>
              </a:lnSpc>
              <a:spcBef>
                <a:spcPct val="15000"/>
              </a:spcBef>
              <a:buClr>
                <a:srgbClr val="990099"/>
              </a:buClr>
              <a:buSzPct val="50000"/>
            </a:pPr>
            <a:r>
              <a:rPr altLang="en-US" b="1" sz="3000" lang="zh-CN">
                <a:latin typeface="Times New Roman" panose="02020603050405020304" pitchFamily="18" charset="0"/>
                <a:ea typeface="仿宋_GB2312" pitchFamily="49" charset="-122"/>
              </a:rPr>
              <a:t>设模式 </a:t>
            </a:r>
            <a:r>
              <a:rPr altLang="zh-CN" b="1" sz="3000" i="1" lang="en-US">
                <a:latin typeface="Times New Roman" panose="02020603050405020304" pitchFamily="18" charset="0"/>
                <a:ea typeface="仿宋_GB2312" pitchFamily="49" charset="-122"/>
              </a:rPr>
              <a:t>P</a:t>
            </a:r>
            <a:r>
              <a:rPr altLang="zh-CN" b="1" sz="3000" lang="en-US">
                <a:latin typeface="Times New Roman" panose="02020603050405020304" pitchFamily="18" charset="0"/>
                <a:ea typeface="仿宋_GB2312" pitchFamily="49" charset="-122"/>
              </a:rPr>
              <a:t> = </a:t>
            </a:r>
            <a:r>
              <a:rPr altLang="zh-CN" b="1" sz="3000" i="1" lang="en-US">
                <a:latin typeface="Times New Roman" panose="02020603050405020304" pitchFamily="18" charset="0"/>
                <a:ea typeface="仿宋_GB2312" pitchFamily="49" charset="-122"/>
              </a:rPr>
              <a:t>p</a:t>
            </a:r>
            <a:r>
              <a:rPr altLang="zh-CN" baseline="-25000" b="1" sz="3000" lang="en-US">
                <a:latin typeface="Times New Roman" panose="02020603050405020304" pitchFamily="18" charset="0"/>
                <a:ea typeface="仿宋_GB2312" pitchFamily="49" charset="-122"/>
              </a:rPr>
              <a:t>0 </a:t>
            </a:r>
            <a:r>
              <a:rPr altLang="zh-CN" b="1" sz="3000" i="1" lang="en-US">
                <a:latin typeface="Times New Roman" panose="02020603050405020304" pitchFamily="18" charset="0"/>
                <a:ea typeface="仿宋_GB2312" pitchFamily="49" charset="-122"/>
              </a:rPr>
              <a:t>p</a:t>
            </a:r>
            <a:r>
              <a:rPr altLang="zh-CN" baseline="-25000" b="1" sz="3000" lang="en-US">
                <a:latin typeface="Times New Roman" panose="02020603050405020304" pitchFamily="18" charset="0"/>
                <a:ea typeface="仿宋_GB2312" pitchFamily="49" charset="-122"/>
              </a:rPr>
              <a:t>1 </a:t>
            </a:r>
            <a:r>
              <a:rPr altLang="zh-CN" b="1" sz="3000" i="1" lang="en-US">
                <a:latin typeface="Times New Roman" panose="02020603050405020304" pitchFamily="18" charset="0"/>
                <a:ea typeface="仿宋_GB2312" pitchFamily="49" charset="-122"/>
              </a:rPr>
              <a:t>p</a:t>
            </a:r>
            <a:r>
              <a:rPr altLang="zh-CN" baseline="-25000" b="1" sz="3000" lang="en-US">
                <a:latin typeface="Times New Roman" panose="02020603050405020304" pitchFamily="18" charset="0"/>
                <a:ea typeface="仿宋_GB2312" pitchFamily="49" charset="-122"/>
              </a:rPr>
              <a:t>2 </a:t>
            </a:r>
            <a:r>
              <a:rPr altLang="zh-CN" b="1" sz="3000" lang="en-US">
                <a:latin typeface="Times New Roman" panose="02020603050405020304" pitchFamily="18" charset="0"/>
                <a:ea typeface="仿宋_GB2312" pitchFamily="49" charset="-122"/>
              </a:rPr>
              <a:t>…</a:t>
            </a:r>
            <a:r>
              <a:rPr altLang="zh-CN" b="1" sz="3000" i="1" lang="en-US">
                <a:latin typeface="Times New Roman" panose="02020603050405020304" pitchFamily="18" charset="0"/>
                <a:ea typeface="仿宋_GB2312" pitchFamily="49" charset="-122"/>
              </a:rPr>
              <a:t>p</a:t>
            </a:r>
            <a:r>
              <a:rPr altLang="zh-CN" baseline="-25000" b="1" sz="3000" i="1" lang="en-US">
                <a:latin typeface="Times New Roman" panose="02020603050405020304" pitchFamily="18" charset="0"/>
                <a:ea typeface="仿宋_GB2312" pitchFamily="49" charset="-122"/>
              </a:rPr>
              <a:t>m</a:t>
            </a:r>
            <a:r>
              <a:rPr altLang="zh-CN" baseline="-25000" sz="3000" lang="en-US">
                <a:latin typeface="Courier New" panose="02070309020205020404" pitchFamily="49" charset="0"/>
                <a:ea typeface="仿宋_GB2312" pitchFamily="49" charset="-122"/>
              </a:rPr>
              <a:t>-</a:t>
            </a:r>
            <a:r>
              <a:rPr altLang="zh-CN" baseline="-25000" b="1" sz="3000" lang="en-US">
                <a:latin typeface="Times New Roman" panose="02020603050405020304" pitchFamily="18" charset="0"/>
                <a:ea typeface="仿宋_GB2312" pitchFamily="49" charset="-122"/>
              </a:rPr>
              <a:t>1</a:t>
            </a:r>
            <a:r>
              <a:rPr altLang="en-US" b="1" sz="3000" lang="zh-CN">
                <a:latin typeface="Times New Roman" panose="02020603050405020304" pitchFamily="18" charset="0"/>
                <a:ea typeface="仿宋_GB2312" pitchFamily="49" charset="-122"/>
              </a:rPr>
              <a:t>由 </a:t>
            </a:r>
            <a:r>
              <a:rPr altLang="zh-CN" b="1" sz="3000" i="1" lang="en-US">
                <a:latin typeface="Times New Roman" panose="02020603050405020304" pitchFamily="18" charset="0"/>
                <a:ea typeface="仿宋_GB2312" pitchFamily="49" charset="-122"/>
              </a:rPr>
              <a:t>m</a:t>
            </a:r>
            <a:r>
              <a:rPr altLang="zh-CN" b="1" sz="3000" lang="en-US">
                <a:latin typeface="Times New Roman" panose="02020603050405020304" pitchFamily="18" charset="0"/>
                <a:ea typeface="仿宋_GB2312" pitchFamily="49" charset="-122"/>
              </a:rPr>
              <a:t> </a:t>
            </a:r>
            <a:r>
              <a:rPr altLang="en-US" b="1" sz="3000" lang="zh-CN">
                <a:latin typeface="Times New Roman" panose="02020603050405020304" pitchFamily="18" charset="0"/>
                <a:ea typeface="仿宋_GB2312" pitchFamily="49" charset="-122"/>
              </a:rPr>
              <a:t>个字符组成，而</a:t>
            </a:r>
            <a:r>
              <a:rPr altLang="zh-CN" b="1" sz="3000" lang="en-US">
                <a:latin typeface="Times New Roman" panose="02020603050405020304" pitchFamily="18" charset="0"/>
                <a:ea typeface="仿宋_GB2312" pitchFamily="49" charset="-122"/>
              </a:rPr>
              <a:t>next</a:t>
            </a:r>
            <a:r>
              <a:rPr altLang="en-US" b="1" sz="3000" lang="zh-CN">
                <a:latin typeface="Times New Roman" panose="02020603050405020304" pitchFamily="18" charset="0"/>
                <a:ea typeface="仿宋_GB2312" pitchFamily="49" charset="-122"/>
              </a:rPr>
              <a:t>特征向量为</a:t>
            </a:r>
            <a:r>
              <a:rPr altLang="zh-CN" b="1" sz="3000" lang="en-US">
                <a:latin typeface="Times New Roman" panose="02020603050405020304" pitchFamily="18" charset="0"/>
                <a:ea typeface="仿宋_GB2312" pitchFamily="49" charset="-122"/>
              </a:rPr>
              <a:t>next = </a:t>
            </a:r>
            <a:r>
              <a:rPr altLang="zh-CN" b="1" sz="3000" i="1" lang="en-US">
                <a:latin typeface="Times New Roman" panose="02020603050405020304" pitchFamily="18" charset="0"/>
                <a:ea typeface="仿宋_GB2312" pitchFamily="49" charset="-122"/>
              </a:rPr>
              <a:t>n</a:t>
            </a:r>
            <a:r>
              <a:rPr altLang="zh-CN" baseline="-25000" b="1" sz="3000" lang="en-US">
                <a:latin typeface="Times New Roman" panose="02020603050405020304" pitchFamily="18" charset="0"/>
                <a:ea typeface="仿宋_GB2312" pitchFamily="49" charset="-122"/>
              </a:rPr>
              <a:t>0 </a:t>
            </a:r>
            <a:r>
              <a:rPr altLang="zh-CN" b="1" sz="3000" i="1" lang="en-US">
                <a:latin typeface="Times New Roman" panose="02020603050405020304" pitchFamily="18" charset="0"/>
                <a:ea typeface="仿宋_GB2312" pitchFamily="49" charset="-122"/>
              </a:rPr>
              <a:t>n</a:t>
            </a:r>
            <a:r>
              <a:rPr altLang="zh-CN" baseline="-25000" b="1" sz="3000" lang="en-US">
                <a:latin typeface="Times New Roman" panose="02020603050405020304" pitchFamily="18" charset="0"/>
                <a:ea typeface="仿宋_GB2312" pitchFamily="49" charset="-122"/>
              </a:rPr>
              <a:t>1 </a:t>
            </a:r>
            <a:r>
              <a:rPr altLang="zh-CN" b="1" sz="3000" i="1" lang="en-US">
                <a:latin typeface="Times New Roman" panose="02020603050405020304" pitchFamily="18" charset="0"/>
                <a:ea typeface="仿宋_GB2312" pitchFamily="49" charset="-122"/>
              </a:rPr>
              <a:t>n</a:t>
            </a:r>
            <a:r>
              <a:rPr altLang="zh-CN" baseline="-25000" b="1" sz="3000" lang="en-US">
                <a:latin typeface="Times New Roman" panose="02020603050405020304" pitchFamily="18" charset="0"/>
                <a:ea typeface="仿宋_GB2312" pitchFamily="49" charset="-122"/>
              </a:rPr>
              <a:t>2 </a:t>
            </a:r>
            <a:r>
              <a:rPr altLang="zh-CN" b="1" sz="3000" lang="en-US">
                <a:latin typeface="Times New Roman" panose="02020603050405020304" pitchFamily="18" charset="0"/>
                <a:ea typeface="仿宋_GB2312" pitchFamily="49" charset="-122"/>
              </a:rPr>
              <a:t>… </a:t>
            </a:r>
            <a:r>
              <a:rPr altLang="zh-CN" b="1" sz="3000" i="1" lang="en-US">
                <a:latin typeface="Times New Roman" panose="02020603050405020304" pitchFamily="18" charset="0"/>
                <a:ea typeface="仿宋_GB2312" pitchFamily="49" charset="-122"/>
              </a:rPr>
              <a:t>n</a:t>
            </a:r>
            <a:r>
              <a:rPr altLang="zh-CN" baseline="-25000" b="1" sz="3000" i="1" lang="en-US">
                <a:latin typeface="Times New Roman" panose="02020603050405020304" pitchFamily="18" charset="0"/>
                <a:ea typeface="仿宋_GB2312" pitchFamily="49" charset="-122"/>
              </a:rPr>
              <a:t>m</a:t>
            </a:r>
            <a:r>
              <a:rPr altLang="zh-CN" baseline="-25000" sz="3000" lang="en-US">
                <a:latin typeface="Courier New" panose="02070309020205020404" pitchFamily="49" charset="0"/>
                <a:ea typeface="仿宋_GB2312" pitchFamily="49" charset="-122"/>
              </a:rPr>
              <a:t>-</a:t>
            </a:r>
            <a:r>
              <a:rPr altLang="zh-CN" baseline="-25000" b="1" sz="3000" lang="en-US">
                <a:latin typeface="Times New Roman" panose="02020603050405020304" pitchFamily="18" charset="0"/>
                <a:ea typeface="仿宋_GB2312" pitchFamily="49" charset="-122"/>
              </a:rPr>
              <a:t>1</a:t>
            </a:r>
            <a:r>
              <a:rPr altLang="en-US" b="1" sz="3000" lang="zh-CN">
                <a:latin typeface="Times New Roman" panose="02020603050405020304" pitchFamily="18" charset="0"/>
                <a:ea typeface="仿宋_GB2312" pitchFamily="49" charset="-122"/>
              </a:rPr>
              <a:t>，表示了模式的字符分布特征。</a:t>
            </a:r>
          </a:p>
          <a:p>
            <a:pPr indent="-609600" marL="609600">
              <a:lnSpc>
                <a:spcPct val="110000"/>
              </a:lnSpc>
              <a:spcBef>
                <a:spcPct val="15000"/>
              </a:spcBef>
              <a:buClr>
                <a:srgbClr val="990099"/>
              </a:buClr>
              <a:buSzPct val="50000"/>
            </a:pPr>
            <a:r>
              <a:rPr altLang="zh-CN" b="1" sz="3000" lang="en-US">
                <a:latin typeface="Times New Roman" panose="02020603050405020304" pitchFamily="18" charset="0"/>
                <a:ea typeface="仿宋_GB2312" pitchFamily="49" charset="-122"/>
              </a:rPr>
              <a:t>next</a:t>
            </a:r>
            <a:r>
              <a:rPr altLang="en-US" b="1" sz="3000" lang="zh-CN">
                <a:latin typeface="Times New Roman" panose="02020603050405020304" pitchFamily="18" charset="0"/>
                <a:ea typeface="仿宋_GB2312" pitchFamily="49" charset="-122"/>
              </a:rPr>
              <a:t>特征向量从</a:t>
            </a:r>
            <a:r>
              <a:rPr altLang="zh-CN" b="1" sz="3000" lang="en-US">
                <a:latin typeface="Times New Roman" panose="02020603050405020304" pitchFamily="18" charset="0"/>
                <a:ea typeface="仿宋_GB2312" pitchFamily="49" charset="-122"/>
              </a:rPr>
              <a:t>0, 1, 2, …, </a:t>
            </a:r>
            <a:r>
              <a:rPr altLang="zh-CN" b="1" sz="3000" i="1" lang="en-US">
                <a:latin typeface="Times New Roman" panose="02020603050405020304" pitchFamily="18" charset="0"/>
                <a:ea typeface="仿宋_GB2312" pitchFamily="49" charset="-122"/>
              </a:rPr>
              <a:t>m</a:t>
            </a:r>
            <a:r>
              <a:rPr altLang="zh-CN" sz="3000" lang="en-US">
                <a:latin typeface="Courier New" panose="02070309020205020404" pitchFamily="49" charset="0"/>
                <a:ea typeface="仿宋_GB2312" pitchFamily="49" charset="-122"/>
              </a:rPr>
              <a:t>-</a:t>
            </a:r>
            <a:r>
              <a:rPr altLang="zh-CN" b="1" sz="3000" lang="en-US">
                <a:latin typeface="Times New Roman" panose="02020603050405020304" pitchFamily="18" charset="0"/>
                <a:ea typeface="仿宋_GB2312" pitchFamily="49" charset="-122"/>
              </a:rPr>
              <a:t>1</a:t>
            </a:r>
            <a:r>
              <a:rPr altLang="en-US" b="1" sz="3000" lang="zh-CN">
                <a:latin typeface="Times New Roman" panose="02020603050405020304" pitchFamily="18" charset="0"/>
                <a:ea typeface="仿宋_GB2312" pitchFamily="49" charset="-122"/>
              </a:rPr>
              <a:t>逐项递推计算</a:t>
            </a:r>
            <a:r>
              <a:rPr altLang="zh-CN" b="1" sz="3000" lang="en-US">
                <a:latin typeface="Times New Roman" panose="02020603050405020304" pitchFamily="18" charset="0"/>
                <a:ea typeface="仿宋_GB2312" pitchFamily="49" charset="-122"/>
              </a:rPr>
              <a:t>:</a:t>
            </a:r>
          </a:p>
          <a:p>
            <a:pPr indent="-533400" lvl="1" marL="990600">
              <a:lnSpc>
                <a:spcPct val="110000"/>
              </a:lnSpc>
              <a:spcBef>
                <a:spcPct val="15000"/>
              </a:spcBef>
              <a:buClr>
                <a:schemeClr val="tx2"/>
              </a:buClr>
              <a:buSzPct val="105000"/>
              <a:buFont typeface="Wingdings" panose="05000000000000000000" pitchFamily="2" charset="2"/>
              <a:buChar char=""/>
            </a:pPr>
            <a:r>
              <a:rPr altLang="en-US" b="1" sz="2900" lang="zh-CN">
                <a:latin typeface="Times New Roman" panose="02020603050405020304" pitchFamily="18" charset="0"/>
                <a:ea typeface="仿宋_GB2312" pitchFamily="49" charset="-122"/>
              </a:rPr>
              <a:t>当 </a:t>
            </a:r>
            <a:r>
              <a:rPr altLang="zh-CN" b="1" sz="2900" i="1" lang="en-US">
                <a:solidFill>
                  <a:schemeClr val="tx2"/>
                </a:solidFill>
                <a:latin typeface="Times New Roman" panose="02020603050405020304" pitchFamily="18" charset="0"/>
                <a:ea typeface="仿宋_GB2312" pitchFamily="49" charset="-122"/>
              </a:rPr>
              <a:t>j</a:t>
            </a:r>
            <a:r>
              <a:rPr altLang="zh-CN" b="1" sz="2900" lang="en-US">
                <a:solidFill>
                  <a:schemeClr val="tx2"/>
                </a:solidFill>
                <a:latin typeface="Times New Roman" panose="02020603050405020304" pitchFamily="18" charset="0"/>
                <a:ea typeface="仿宋_GB2312" pitchFamily="49" charset="-122"/>
              </a:rPr>
              <a:t> = 0</a:t>
            </a:r>
            <a:r>
              <a:rPr altLang="en-US" b="1" sz="2900" lang="zh-CN">
                <a:latin typeface="Times New Roman" panose="02020603050405020304" pitchFamily="18" charset="0"/>
                <a:ea typeface="仿宋_GB2312" pitchFamily="49" charset="-122"/>
              </a:rPr>
              <a:t>时，</a:t>
            </a:r>
            <a:r>
              <a:rPr altLang="zh-CN" b="1" sz="2900" i="1" lang="en-US">
                <a:solidFill>
                  <a:schemeClr val="hlink"/>
                </a:solidFill>
                <a:latin typeface="Times New Roman" panose="02020603050405020304" pitchFamily="18" charset="0"/>
                <a:ea typeface="仿宋_GB2312" pitchFamily="49" charset="-122"/>
              </a:rPr>
              <a:t>n</a:t>
            </a:r>
            <a:r>
              <a:rPr altLang="zh-CN" baseline="-25000" b="1" sz="2900" lang="en-US">
                <a:solidFill>
                  <a:schemeClr val="hlink"/>
                </a:solidFill>
                <a:latin typeface="Times New Roman" panose="02020603050405020304" pitchFamily="18" charset="0"/>
                <a:ea typeface="仿宋_GB2312" pitchFamily="49" charset="-122"/>
              </a:rPr>
              <a:t>0</a:t>
            </a:r>
            <a:r>
              <a:rPr altLang="zh-CN" b="1" sz="2900" lang="en-US">
                <a:solidFill>
                  <a:schemeClr val="hlink"/>
                </a:solidFill>
                <a:latin typeface="Times New Roman" panose="02020603050405020304" pitchFamily="18" charset="0"/>
                <a:ea typeface="仿宋_GB2312" pitchFamily="49" charset="-122"/>
              </a:rPr>
              <a:t> = </a:t>
            </a:r>
            <a:r>
              <a:rPr altLang="zh-CN" sz="2900" lang="en-US">
                <a:solidFill>
                  <a:schemeClr val="hlink"/>
                </a:solidFill>
                <a:latin typeface="Courier New" panose="02070309020205020404" pitchFamily="49" charset="0"/>
                <a:ea typeface="仿宋_GB2312" pitchFamily="49" charset="-122"/>
              </a:rPr>
              <a:t>-</a:t>
            </a:r>
            <a:r>
              <a:rPr altLang="zh-CN" b="1" sz="2900" lang="en-US">
                <a:solidFill>
                  <a:schemeClr val="hlink"/>
                </a:solidFill>
                <a:latin typeface="Times New Roman" panose="02020603050405020304" pitchFamily="18" charset="0"/>
                <a:ea typeface="仿宋_GB2312" pitchFamily="49" charset="-122"/>
              </a:rPr>
              <a:t>1</a:t>
            </a:r>
            <a:r>
              <a:rPr altLang="en-US" b="1" sz="2900" lang="zh-CN">
                <a:latin typeface="Times New Roman" panose="02020603050405020304" pitchFamily="18" charset="0"/>
                <a:ea typeface="仿宋_GB2312" pitchFamily="49" charset="-122"/>
              </a:rPr>
              <a:t>。设</a:t>
            </a:r>
            <a:r>
              <a:rPr altLang="en-US" b="1" sz="2900" i="1" lang="zh-CN">
                <a:latin typeface="Times New Roman" panose="02020603050405020304" pitchFamily="18" charset="0"/>
                <a:ea typeface="仿宋_GB2312" pitchFamily="49" charset="-122"/>
              </a:rPr>
              <a:t> </a:t>
            </a:r>
            <a:r>
              <a:rPr altLang="zh-CN" b="1" sz="2900" i="1" lang="en-US">
                <a:latin typeface="Times New Roman" panose="02020603050405020304" pitchFamily="18" charset="0"/>
                <a:ea typeface="仿宋_GB2312" pitchFamily="49" charset="-122"/>
              </a:rPr>
              <a:t>j </a:t>
            </a:r>
            <a:r>
              <a:rPr altLang="zh-CN" b="1" sz="2900" lang="en-US">
                <a:latin typeface="Times New Roman" panose="02020603050405020304" pitchFamily="18" charset="0"/>
                <a:ea typeface="仿宋_GB2312" pitchFamily="49" charset="-122"/>
              </a:rPr>
              <a:t>&gt; 0 </a:t>
            </a:r>
            <a:r>
              <a:rPr altLang="en-US" b="1" sz="2900" lang="zh-CN">
                <a:latin typeface="Times New Roman" panose="02020603050405020304" pitchFamily="18" charset="0"/>
                <a:ea typeface="仿宋_GB2312" pitchFamily="49" charset="-122"/>
              </a:rPr>
              <a:t>时 </a:t>
            </a:r>
            <a:r>
              <a:rPr altLang="zh-CN" b="1" sz="2900" i="1" lang="en-US">
                <a:latin typeface="Times New Roman" panose="02020603050405020304" pitchFamily="18" charset="0"/>
                <a:ea typeface="仿宋_GB2312" pitchFamily="49" charset="-122"/>
              </a:rPr>
              <a:t>n</a:t>
            </a:r>
            <a:r>
              <a:rPr altLang="zh-CN" baseline="-25000" b="1" sz="2900" i="1" lang="en-US">
                <a:latin typeface="Times New Roman" panose="02020603050405020304" pitchFamily="18" charset="0"/>
                <a:ea typeface="仿宋_GB2312" pitchFamily="49" charset="-122"/>
              </a:rPr>
              <a:t>j</a:t>
            </a:r>
            <a:r>
              <a:rPr altLang="zh-CN" baseline="-25000" sz="2900" lang="en-US">
                <a:latin typeface="Courier New" panose="02070309020205020404" pitchFamily="49" charset="0"/>
                <a:ea typeface="仿宋_GB2312" pitchFamily="49" charset="-122"/>
              </a:rPr>
              <a:t>-</a:t>
            </a:r>
            <a:r>
              <a:rPr altLang="zh-CN" baseline="-25000" b="1" sz="2900" lang="en-US">
                <a:latin typeface="Times New Roman" panose="02020603050405020304" pitchFamily="18" charset="0"/>
                <a:ea typeface="仿宋_GB2312" pitchFamily="49" charset="-122"/>
              </a:rPr>
              <a:t>1</a:t>
            </a:r>
            <a:r>
              <a:rPr altLang="zh-CN" b="1" sz="2900" lang="en-US">
                <a:latin typeface="Times New Roman" panose="02020603050405020304" pitchFamily="18" charset="0"/>
                <a:ea typeface="仿宋_GB2312" pitchFamily="49" charset="-122"/>
              </a:rPr>
              <a:t> = </a:t>
            </a:r>
            <a:r>
              <a:rPr altLang="zh-CN" b="1" sz="2900" i="1" lang="en-US">
                <a:latin typeface="Times New Roman" panose="02020603050405020304" pitchFamily="18" charset="0"/>
                <a:ea typeface="仿宋_GB2312" pitchFamily="49" charset="-122"/>
              </a:rPr>
              <a:t>k</a:t>
            </a:r>
            <a:r>
              <a:rPr altLang="zh-CN" b="1" sz="2900" lang="en-US">
                <a:latin typeface="Times New Roman" panose="02020603050405020304" pitchFamily="18" charset="0"/>
                <a:ea typeface="仿宋_GB2312" pitchFamily="49" charset="-122"/>
              </a:rPr>
              <a:t>:</a:t>
            </a:r>
          </a:p>
          <a:p>
            <a:pPr indent="-533400" lvl="1" marL="990600">
              <a:lnSpc>
                <a:spcPct val="110000"/>
              </a:lnSpc>
              <a:spcBef>
                <a:spcPct val="15000"/>
              </a:spcBef>
              <a:buClr>
                <a:schemeClr val="tx2"/>
              </a:buClr>
              <a:buSzPct val="105000"/>
              <a:buFont typeface="Wingdings" panose="05000000000000000000" pitchFamily="2" charset="2"/>
              <a:buChar char=""/>
            </a:pPr>
            <a:r>
              <a:rPr altLang="en-US" b="1" sz="2900" lang="zh-CN">
                <a:latin typeface="Times New Roman" panose="02020603050405020304" pitchFamily="18" charset="0"/>
                <a:ea typeface="仿宋_GB2312" pitchFamily="49" charset="-122"/>
              </a:rPr>
              <a:t>当 </a:t>
            </a:r>
            <a:r>
              <a:rPr altLang="zh-CN" b="1" sz="2900" i="1" lang="en-US">
                <a:solidFill>
                  <a:schemeClr val="tx2"/>
                </a:solidFill>
                <a:latin typeface="Times New Roman" panose="02020603050405020304" pitchFamily="18" charset="0"/>
                <a:ea typeface="仿宋_GB2312" pitchFamily="49" charset="-122"/>
              </a:rPr>
              <a:t>k</a:t>
            </a:r>
            <a:r>
              <a:rPr altLang="zh-CN" b="1" sz="2900" lang="en-US">
                <a:solidFill>
                  <a:schemeClr val="tx2"/>
                </a:solidFill>
                <a:latin typeface="Times New Roman" panose="02020603050405020304" pitchFamily="18" charset="0"/>
                <a:ea typeface="仿宋_GB2312" pitchFamily="49" charset="-122"/>
              </a:rPr>
              <a:t> = </a:t>
            </a:r>
            <a:r>
              <a:rPr altLang="zh-CN" sz="2900" lang="en-US">
                <a:solidFill>
                  <a:schemeClr val="tx2"/>
                </a:solidFill>
                <a:latin typeface="Courier New" panose="02070309020205020404" pitchFamily="49" charset="0"/>
                <a:ea typeface="仿宋_GB2312" pitchFamily="49" charset="-122"/>
              </a:rPr>
              <a:t>-</a:t>
            </a:r>
            <a:r>
              <a:rPr altLang="zh-CN" b="1" sz="2900" lang="en-US">
                <a:solidFill>
                  <a:schemeClr val="tx2"/>
                </a:solidFill>
                <a:latin typeface="Times New Roman" panose="02020603050405020304" pitchFamily="18" charset="0"/>
                <a:ea typeface="仿宋_GB2312" pitchFamily="49" charset="-122"/>
              </a:rPr>
              <a:t>1</a:t>
            </a:r>
            <a:r>
              <a:rPr altLang="en-US" b="1" sz="2900" lang="zh-CN">
                <a:solidFill>
                  <a:schemeClr val="tx2"/>
                </a:solidFill>
                <a:latin typeface="Times New Roman" panose="02020603050405020304" pitchFamily="18" charset="0"/>
                <a:ea typeface="仿宋_GB2312" pitchFamily="49" charset="-122"/>
              </a:rPr>
              <a:t>或 </a:t>
            </a:r>
            <a:r>
              <a:rPr altLang="zh-CN" b="1" sz="2900" i="1" lang="en-US">
                <a:solidFill>
                  <a:schemeClr val="tx2"/>
                </a:solidFill>
                <a:latin typeface="Times New Roman" panose="02020603050405020304" pitchFamily="18" charset="0"/>
                <a:ea typeface="仿宋_GB2312" pitchFamily="49" charset="-122"/>
              </a:rPr>
              <a:t>j</a:t>
            </a:r>
            <a:r>
              <a:rPr altLang="zh-CN" b="1" sz="2900" lang="en-US">
                <a:solidFill>
                  <a:schemeClr val="tx2"/>
                </a:solidFill>
                <a:latin typeface="Times New Roman" panose="02020603050405020304" pitchFamily="18" charset="0"/>
                <a:ea typeface="仿宋_GB2312" pitchFamily="49" charset="-122"/>
              </a:rPr>
              <a:t> &gt; 0</a:t>
            </a:r>
            <a:r>
              <a:rPr altLang="en-US" b="1" sz="2900" lang="zh-CN">
                <a:solidFill>
                  <a:schemeClr val="tx2"/>
                </a:solidFill>
                <a:latin typeface="Times New Roman" panose="02020603050405020304" pitchFamily="18" charset="0"/>
                <a:ea typeface="仿宋_GB2312" pitchFamily="49" charset="-122"/>
              </a:rPr>
              <a:t>且 </a:t>
            </a:r>
            <a:r>
              <a:rPr altLang="zh-CN" b="1" sz="2900" i="1" lang="en-US">
                <a:solidFill>
                  <a:schemeClr val="tx2"/>
                </a:solidFill>
                <a:latin typeface="Times New Roman" panose="02020603050405020304" pitchFamily="18" charset="0"/>
                <a:ea typeface="仿宋_GB2312" pitchFamily="49" charset="-122"/>
              </a:rPr>
              <a:t>p</a:t>
            </a:r>
            <a:r>
              <a:rPr altLang="zh-CN" baseline="-25000" b="1" sz="2900" i="1" lang="en-US">
                <a:solidFill>
                  <a:schemeClr val="tx2"/>
                </a:solidFill>
                <a:latin typeface="Times New Roman" panose="02020603050405020304" pitchFamily="18" charset="0"/>
                <a:ea typeface="仿宋_GB2312" pitchFamily="49" charset="-122"/>
              </a:rPr>
              <a:t>j</a:t>
            </a:r>
            <a:r>
              <a:rPr altLang="zh-CN" baseline="-25000" b="1" sz="2900" lang="en-US">
                <a:solidFill>
                  <a:schemeClr val="tx2"/>
                </a:solidFill>
                <a:latin typeface="Courier New" panose="02070309020205020404" pitchFamily="49" charset="0"/>
                <a:ea typeface="仿宋_GB2312" pitchFamily="49" charset="-122"/>
              </a:rPr>
              <a:t>-</a:t>
            </a:r>
            <a:r>
              <a:rPr altLang="zh-CN" baseline="-25000" b="1" sz="2900" lang="en-US">
                <a:solidFill>
                  <a:schemeClr val="tx2"/>
                </a:solidFill>
                <a:latin typeface="Times New Roman" panose="02020603050405020304" pitchFamily="18" charset="0"/>
                <a:ea typeface="仿宋_GB2312" pitchFamily="49" charset="-122"/>
              </a:rPr>
              <a:t>1</a:t>
            </a:r>
            <a:r>
              <a:rPr altLang="zh-CN" b="1" sz="2900" lang="en-US">
                <a:solidFill>
                  <a:schemeClr val="tx2"/>
                </a:solidFill>
                <a:latin typeface="Times New Roman" panose="02020603050405020304" pitchFamily="18" charset="0"/>
                <a:ea typeface="仿宋_GB2312" pitchFamily="49" charset="-122"/>
              </a:rPr>
              <a:t> =</a:t>
            </a:r>
            <a:r>
              <a:rPr altLang="zh-CN" b="1" sz="2900" i="1" lang="en-US">
                <a:solidFill>
                  <a:schemeClr val="tx2"/>
                </a:solidFill>
                <a:latin typeface="Times New Roman" panose="02020603050405020304" pitchFamily="18" charset="0"/>
                <a:ea typeface="仿宋_GB2312" pitchFamily="49" charset="-122"/>
              </a:rPr>
              <a:t> p</a:t>
            </a:r>
            <a:r>
              <a:rPr altLang="zh-CN" baseline="-25000" b="1" sz="2900" i="1" lang="en-US">
                <a:solidFill>
                  <a:schemeClr val="tx2"/>
                </a:solidFill>
                <a:latin typeface="Times New Roman" panose="02020603050405020304" pitchFamily="18" charset="0"/>
                <a:ea typeface="仿宋_GB2312" pitchFamily="49" charset="-122"/>
              </a:rPr>
              <a:t>k</a:t>
            </a:r>
            <a:r>
              <a:rPr altLang="en-US" b="1" sz="2900" lang="zh-CN">
                <a:latin typeface="Times New Roman" panose="02020603050405020304" pitchFamily="18" charset="0"/>
                <a:ea typeface="仿宋_GB2312" pitchFamily="49" charset="-122"/>
              </a:rPr>
              <a:t>，则 </a:t>
            </a:r>
            <a:r>
              <a:rPr altLang="zh-CN" b="1" sz="2900" i="1" lang="en-US">
                <a:solidFill>
                  <a:schemeClr val="hlink"/>
                </a:solidFill>
                <a:latin typeface="Times New Roman" panose="02020603050405020304" pitchFamily="18" charset="0"/>
                <a:ea typeface="仿宋_GB2312" pitchFamily="49" charset="-122"/>
              </a:rPr>
              <a:t>n</a:t>
            </a:r>
            <a:r>
              <a:rPr altLang="zh-CN" baseline="-25000" b="1" sz="2900" i="1" lang="en-US">
                <a:solidFill>
                  <a:schemeClr val="hlink"/>
                </a:solidFill>
                <a:latin typeface="Times New Roman" panose="02020603050405020304" pitchFamily="18" charset="0"/>
                <a:ea typeface="仿宋_GB2312" pitchFamily="49" charset="-122"/>
              </a:rPr>
              <a:t>j</a:t>
            </a:r>
            <a:r>
              <a:rPr altLang="zh-CN" b="1" sz="2900" lang="en-US">
                <a:solidFill>
                  <a:schemeClr val="hlink"/>
                </a:solidFill>
                <a:latin typeface="Times New Roman" panose="02020603050405020304" pitchFamily="18" charset="0"/>
                <a:ea typeface="仿宋_GB2312" pitchFamily="49" charset="-122"/>
              </a:rPr>
              <a:t> = </a:t>
            </a:r>
            <a:r>
              <a:rPr altLang="zh-CN" b="1" sz="2900" i="1" lang="en-US">
                <a:solidFill>
                  <a:schemeClr val="hlink"/>
                </a:solidFill>
                <a:latin typeface="Times New Roman" panose="02020603050405020304" pitchFamily="18" charset="0"/>
                <a:ea typeface="仿宋_GB2312" pitchFamily="49" charset="-122"/>
              </a:rPr>
              <a:t>k</a:t>
            </a:r>
            <a:r>
              <a:rPr altLang="zh-CN" b="1" sz="2900" lang="en-US">
                <a:solidFill>
                  <a:schemeClr val="hlink"/>
                </a:solidFill>
                <a:latin typeface="Times New Roman" panose="02020603050405020304" pitchFamily="18" charset="0"/>
                <a:ea typeface="仿宋_GB2312" pitchFamily="49" charset="-122"/>
              </a:rPr>
              <a:t>+1</a:t>
            </a:r>
            <a:r>
              <a:rPr altLang="en-US" b="1" sz="2900" lang="zh-CN">
                <a:latin typeface="Times New Roman" panose="02020603050405020304" pitchFamily="18" charset="0"/>
                <a:ea typeface="仿宋_GB2312" pitchFamily="49" charset="-122"/>
              </a:rPr>
              <a:t>。</a:t>
            </a:r>
          </a:p>
          <a:p>
            <a:pPr indent="-533400" lvl="1" marL="990600">
              <a:lnSpc>
                <a:spcPct val="110000"/>
              </a:lnSpc>
              <a:spcBef>
                <a:spcPct val="15000"/>
              </a:spcBef>
              <a:buClr>
                <a:schemeClr val="tx2"/>
              </a:buClr>
              <a:buSzPct val="105000"/>
              <a:buFont typeface="Wingdings" panose="05000000000000000000" pitchFamily="2" charset="2"/>
              <a:buChar char=""/>
            </a:pPr>
            <a:r>
              <a:rPr altLang="en-US" b="1" sz="2900" lang="zh-CN">
                <a:latin typeface="Times New Roman" panose="02020603050405020304" pitchFamily="18" charset="0"/>
                <a:ea typeface="仿宋_GB2312" pitchFamily="49" charset="-122"/>
              </a:rPr>
              <a:t>当 </a:t>
            </a:r>
            <a:r>
              <a:rPr altLang="zh-CN" b="1" sz="2900" i="1" lang="en-US">
                <a:solidFill>
                  <a:schemeClr val="tx2"/>
                </a:solidFill>
                <a:latin typeface="Times New Roman" panose="02020603050405020304" pitchFamily="18" charset="0"/>
                <a:ea typeface="仿宋_GB2312" pitchFamily="49" charset="-122"/>
              </a:rPr>
              <a:t>p</a:t>
            </a:r>
            <a:r>
              <a:rPr altLang="zh-CN" baseline="-25000" b="1" sz="2900" i="1" lang="en-US">
                <a:solidFill>
                  <a:schemeClr val="tx2"/>
                </a:solidFill>
                <a:latin typeface="Times New Roman" panose="02020603050405020304" pitchFamily="18" charset="0"/>
                <a:ea typeface="仿宋_GB2312" pitchFamily="49" charset="-122"/>
              </a:rPr>
              <a:t>j</a:t>
            </a:r>
            <a:r>
              <a:rPr altLang="zh-CN" baseline="-25000" b="1" sz="2900" lang="en-US">
                <a:solidFill>
                  <a:schemeClr val="tx2"/>
                </a:solidFill>
                <a:latin typeface="Courier New" panose="02070309020205020404" pitchFamily="49" charset="0"/>
                <a:ea typeface="仿宋_GB2312" pitchFamily="49" charset="-122"/>
              </a:rPr>
              <a:t>-</a:t>
            </a:r>
            <a:r>
              <a:rPr altLang="zh-CN" baseline="-25000" b="1" sz="2900" lang="en-US">
                <a:solidFill>
                  <a:schemeClr val="tx2"/>
                </a:solidFill>
                <a:latin typeface="Times New Roman" panose="02020603050405020304" pitchFamily="18" charset="0"/>
                <a:ea typeface="仿宋_GB2312" pitchFamily="49" charset="-122"/>
              </a:rPr>
              <a:t>1</a:t>
            </a:r>
            <a:r>
              <a:rPr altLang="zh-CN" b="1" sz="2900" lang="en-US">
                <a:solidFill>
                  <a:schemeClr val="tx2"/>
                </a:solidFill>
                <a:latin typeface="Times New Roman" panose="02020603050405020304" pitchFamily="18" charset="0"/>
                <a:ea typeface="仿宋_GB2312" pitchFamily="49" charset="-122"/>
              </a:rPr>
              <a:t> </a:t>
            </a:r>
            <a:r>
              <a:rPr altLang="zh-CN" b="1" sz="2900" lang="en-US">
                <a:solidFill>
                  <a:schemeClr val="tx2"/>
                </a:solidFill>
                <a:latin typeface="Times New Roman" panose="02020603050405020304" pitchFamily="18" charset="0"/>
                <a:ea typeface="仿宋_GB2312" pitchFamily="49" charset="-122"/>
                <a:sym typeface="Symbol" panose="05050102010706020507" pitchFamily="18" charset="2"/>
              </a:rPr>
              <a:t></a:t>
            </a:r>
            <a:r>
              <a:rPr altLang="zh-CN" b="1" sz="2900" i="1" lang="en-US">
                <a:solidFill>
                  <a:schemeClr val="tx2"/>
                </a:solidFill>
                <a:latin typeface="Times New Roman" panose="02020603050405020304" pitchFamily="18" charset="0"/>
                <a:ea typeface="仿宋_GB2312" pitchFamily="49" charset="-122"/>
              </a:rPr>
              <a:t> p</a:t>
            </a:r>
            <a:r>
              <a:rPr altLang="zh-CN" baseline="-25000" b="1" sz="2900" i="1" lang="en-US">
                <a:solidFill>
                  <a:schemeClr val="tx2"/>
                </a:solidFill>
                <a:latin typeface="Times New Roman" panose="02020603050405020304" pitchFamily="18" charset="0"/>
                <a:ea typeface="仿宋_GB2312" pitchFamily="49" charset="-122"/>
              </a:rPr>
              <a:t>k</a:t>
            </a:r>
            <a:r>
              <a:rPr altLang="zh-CN" b="1" sz="2900" lang="en-US">
                <a:latin typeface="Times New Roman" panose="02020603050405020304" pitchFamily="18" charset="0"/>
                <a:ea typeface="仿宋_GB2312" pitchFamily="49" charset="-122"/>
              </a:rPr>
              <a:t> </a:t>
            </a:r>
            <a:r>
              <a:rPr altLang="en-US" b="1" sz="2900" lang="zh-CN">
                <a:solidFill>
                  <a:schemeClr val="tx2"/>
                </a:solidFill>
                <a:latin typeface="Times New Roman" panose="02020603050405020304" pitchFamily="18" charset="0"/>
                <a:ea typeface="仿宋_GB2312" pitchFamily="49" charset="-122"/>
              </a:rPr>
              <a:t>且</a:t>
            </a:r>
            <a:r>
              <a:rPr altLang="en-US" b="1" sz="2900" i="1" lang="zh-CN">
                <a:latin typeface="Times New Roman" panose="02020603050405020304" pitchFamily="18" charset="0"/>
                <a:ea typeface="仿宋_GB2312" pitchFamily="49" charset="-122"/>
              </a:rPr>
              <a:t> </a:t>
            </a:r>
            <a:r>
              <a:rPr altLang="zh-CN" b="1" sz="2900" i="1" lang="en-US">
                <a:solidFill>
                  <a:schemeClr val="tx2"/>
                </a:solidFill>
                <a:latin typeface="Times New Roman" panose="02020603050405020304" pitchFamily="18" charset="0"/>
                <a:ea typeface="仿宋_GB2312" pitchFamily="49" charset="-122"/>
              </a:rPr>
              <a:t>k</a:t>
            </a:r>
            <a:r>
              <a:rPr altLang="zh-CN" b="1" sz="2900" lang="en-US">
                <a:solidFill>
                  <a:schemeClr val="tx2"/>
                </a:solidFill>
                <a:latin typeface="Times New Roman" panose="02020603050405020304" pitchFamily="18" charset="0"/>
                <a:ea typeface="仿宋_GB2312" pitchFamily="49" charset="-122"/>
              </a:rPr>
              <a:t> </a:t>
            </a:r>
            <a:r>
              <a:rPr altLang="zh-CN" b="1" sz="2900" lang="en-US">
                <a:solidFill>
                  <a:schemeClr val="tx2"/>
                </a:solidFill>
                <a:latin typeface="Times New Roman" panose="02020603050405020304" pitchFamily="18" charset="0"/>
                <a:ea typeface="仿宋_GB2312" pitchFamily="49" charset="-122"/>
                <a:sym typeface="Symbol" panose="05050102010706020507" pitchFamily="18" charset="2"/>
              </a:rPr>
              <a:t> </a:t>
            </a:r>
            <a:r>
              <a:rPr altLang="zh-CN" sz="2900" lang="en-US">
                <a:solidFill>
                  <a:schemeClr val="tx2"/>
                </a:solidFill>
                <a:latin typeface="Courier New" panose="02070309020205020404" pitchFamily="49" charset="0"/>
                <a:ea typeface="仿宋_GB2312" pitchFamily="49" charset="-122"/>
                <a:sym typeface="Symbol" panose="05050102010706020507" pitchFamily="18" charset="2"/>
              </a:rPr>
              <a:t>-</a:t>
            </a:r>
            <a:r>
              <a:rPr altLang="zh-CN" b="1" sz="2900" lang="en-US">
                <a:solidFill>
                  <a:schemeClr val="tx2"/>
                </a:solidFill>
                <a:latin typeface="Times New Roman" panose="02020603050405020304" pitchFamily="18" charset="0"/>
                <a:ea typeface="仿宋_GB2312" pitchFamily="49" charset="-122"/>
                <a:sym typeface="Symbol" panose="05050102010706020507" pitchFamily="18" charset="2"/>
              </a:rPr>
              <a:t>1</a:t>
            </a:r>
            <a:r>
              <a:rPr altLang="en-US" b="1" sz="2900" lang="zh-CN">
                <a:latin typeface="Times New Roman" panose="02020603050405020304" pitchFamily="18" charset="0"/>
                <a:ea typeface="仿宋_GB2312" pitchFamily="49" charset="-122"/>
                <a:sym typeface="Symbol" panose="05050102010706020507" pitchFamily="18" charset="2"/>
              </a:rPr>
              <a:t>，令 </a:t>
            </a:r>
            <a:r>
              <a:rPr altLang="zh-CN" b="1" sz="2900" i="1" lang="en-US">
                <a:solidFill>
                  <a:schemeClr val="hlink"/>
                </a:solidFill>
                <a:latin typeface="Times New Roman" panose="02020603050405020304" pitchFamily="18" charset="0"/>
                <a:ea typeface="仿宋_GB2312" pitchFamily="49" charset="-122"/>
                <a:sym typeface="Symbol" panose="05050102010706020507" pitchFamily="18" charset="2"/>
              </a:rPr>
              <a:t>k</a:t>
            </a:r>
            <a:r>
              <a:rPr altLang="zh-CN" b="1" sz="2900" lang="en-US">
                <a:solidFill>
                  <a:schemeClr val="hlink"/>
                </a:solidFill>
                <a:latin typeface="Times New Roman" panose="02020603050405020304" pitchFamily="18" charset="0"/>
                <a:ea typeface="仿宋_GB2312" pitchFamily="49" charset="-122"/>
                <a:sym typeface="Symbol" panose="05050102010706020507" pitchFamily="18" charset="2"/>
              </a:rPr>
              <a:t> = </a:t>
            </a:r>
            <a:r>
              <a:rPr altLang="zh-CN" b="1" sz="2900" i="1" lang="en-US">
                <a:solidFill>
                  <a:schemeClr val="hlink"/>
                </a:solidFill>
                <a:latin typeface="Times New Roman" panose="02020603050405020304" pitchFamily="18" charset="0"/>
                <a:ea typeface="仿宋_GB2312" pitchFamily="49" charset="-122"/>
                <a:sym typeface="Symbol" panose="05050102010706020507" pitchFamily="18" charset="2"/>
              </a:rPr>
              <a:t>n</a:t>
            </a:r>
            <a:r>
              <a:rPr altLang="zh-CN" baseline="-25000" b="1" sz="2900" i="1" lang="en-US">
                <a:solidFill>
                  <a:schemeClr val="hlink"/>
                </a:solidFill>
                <a:latin typeface="Times New Roman" panose="02020603050405020304" pitchFamily="18" charset="0"/>
                <a:ea typeface="仿宋_GB2312" pitchFamily="49" charset="-122"/>
                <a:sym typeface="Symbol" panose="05050102010706020507" pitchFamily="18" charset="2"/>
              </a:rPr>
              <a:t>k</a:t>
            </a:r>
            <a:r>
              <a:rPr altLang="en-US" b="1" sz="2900" lang="zh-CN">
                <a:latin typeface="Times New Roman" panose="02020603050405020304" pitchFamily="18" charset="0"/>
                <a:ea typeface="仿宋_GB2312" pitchFamily="49" charset="-122"/>
                <a:sym typeface="Symbol" panose="05050102010706020507" pitchFamily="18" charset="2"/>
              </a:rPr>
              <a:t>，并让</a:t>
            </a:r>
            <a:r>
              <a:rPr altLang="en-US" b="1" sz="2900" lang="zh-CN">
                <a:solidFill>
                  <a:schemeClr val="tx2"/>
                </a:solidFill>
                <a:latin typeface="Times New Roman" panose="02020603050405020304" pitchFamily="18" charset="0"/>
                <a:ea typeface="仿宋_GB2312" pitchFamily="49" charset="-122"/>
                <a:sym typeface="Wingdings" panose="05000000000000000000" pitchFamily="2" charset="2"/>
              </a:rPr>
              <a:t></a:t>
            </a:r>
            <a:r>
              <a:rPr altLang="en-US" b="1" sz="2900" lang="zh-CN">
                <a:latin typeface="Times New Roman" panose="02020603050405020304" pitchFamily="18" charset="0"/>
                <a:ea typeface="仿宋_GB2312" pitchFamily="49" charset="-122"/>
                <a:sym typeface="Wingdings" panose="05000000000000000000" pitchFamily="2" charset="2"/>
              </a:rPr>
              <a:t>循环直到条件不满足。</a:t>
            </a:r>
          </a:p>
          <a:p>
            <a:pPr indent="-533400" lvl="1" marL="990600">
              <a:lnSpc>
                <a:spcPct val="110000"/>
              </a:lnSpc>
              <a:spcBef>
                <a:spcPct val="15000"/>
              </a:spcBef>
              <a:buClr>
                <a:schemeClr val="tx2"/>
              </a:buClr>
              <a:buSzPct val="105000"/>
              <a:buFont typeface="Wingdings" panose="05000000000000000000" pitchFamily="2" charset="2"/>
              <a:buChar char=""/>
            </a:pPr>
            <a:r>
              <a:rPr altLang="en-US" b="1" sz="2900" lang="zh-CN">
                <a:latin typeface="Times New Roman" panose="02020603050405020304" pitchFamily="18" charset="0"/>
                <a:ea typeface="仿宋_GB2312" pitchFamily="49" charset="-122"/>
              </a:rPr>
              <a:t>当 </a:t>
            </a:r>
            <a:r>
              <a:rPr altLang="zh-CN" b="1" sz="2900" i="1" lang="en-US">
                <a:solidFill>
                  <a:schemeClr val="tx2"/>
                </a:solidFill>
                <a:latin typeface="Times New Roman" panose="02020603050405020304" pitchFamily="18" charset="0"/>
                <a:ea typeface="仿宋_GB2312" pitchFamily="49" charset="-122"/>
              </a:rPr>
              <a:t>p</a:t>
            </a:r>
            <a:r>
              <a:rPr altLang="zh-CN" baseline="-25000" b="1" sz="2900" i="1" lang="en-US">
                <a:solidFill>
                  <a:schemeClr val="tx2"/>
                </a:solidFill>
                <a:latin typeface="Times New Roman" panose="02020603050405020304" pitchFamily="18" charset="0"/>
                <a:ea typeface="仿宋_GB2312" pitchFamily="49" charset="-122"/>
              </a:rPr>
              <a:t>j</a:t>
            </a:r>
            <a:r>
              <a:rPr altLang="zh-CN" baseline="-25000" b="1" sz="2900" lang="en-US">
                <a:solidFill>
                  <a:schemeClr val="tx2"/>
                </a:solidFill>
                <a:latin typeface="Courier New" panose="02070309020205020404" pitchFamily="49" charset="0"/>
                <a:ea typeface="仿宋_GB2312" pitchFamily="49" charset="-122"/>
              </a:rPr>
              <a:t>-</a:t>
            </a:r>
            <a:r>
              <a:rPr altLang="zh-CN" baseline="-25000" b="1" sz="2900" lang="en-US">
                <a:solidFill>
                  <a:schemeClr val="tx2"/>
                </a:solidFill>
                <a:latin typeface="Times New Roman" panose="02020603050405020304" pitchFamily="18" charset="0"/>
                <a:ea typeface="仿宋_GB2312" pitchFamily="49" charset="-122"/>
              </a:rPr>
              <a:t>1</a:t>
            </a:r>
            <a:r>
              <a:rPr altLang="zh-CN" b="1" sz="2900" lang="en-US">
                <a:solidFill>
                  <a:schemeClr val="tx2"/>
                </a:solidFill>
                <a:latin typeface="Times New Roman" panose="02020603050405020304" pitchFamily="18" charset="0"/>
                <a:ea typeface="仿宋_GB2312" pitchFamily="49" charset="-122"/>
              </a:rPr>
              <a:t> </a:t>
            </a:r>
            <a:r>
              <a:rPr altLang="zh-CN" b="1" sz="2900" lang="en-US">
                <a:solidFill>
                  <a:schemeClr val="tx2"/>
                </a:solidFill>
                <a:latin typeface="Times New Roman" panose="02020603050405020304" pitchFamily="18" charset="0"/>
                <a:ea typeface="仿宋_GB2312" pitchFamily="49" charset="-122"/>
                <a:sym typeface="Symbol" panose="05050102010706020507" pitchFamily="18" charset="2"/>
              </a:rPr>
              <a:t></a:t>
            </a:r>
            <a:r>
              <a:rPr altLang="zh-CN" b="1" sz="2900" i="1" lang="en-US">
                <a:solidFill>
                  <a:schemeClr val="tx2"/>
                </a:solidFill>
                <a:latin typeface="Times New Roman" panose="02020603050405020304" pitchFamily="18" charset="0"/>
                <a:ea typeface="仿宋_GB2312" pitchFamily="49" charset="-122"/>
              </a:rPr>
              <a:t> p</a:t>
            </a:r>
            <a:r>
              <a:rPr altLang="zh-CN" baseline="-25000" b="1" sz="2900" i="1" lang="en-US">
                <a:solidFill>
                  <a:schemeClr val="tx2"/>
                </a:solidFill>
                <a:latin typeface="Times New Roman" panose="02020603050405020304" pitchFamily="18" charset="0"/>
                <a:ea typeface="仿宋_GB2312" pitchFamily="49" charset="-122"/>
              </a:rPr>
              <a:t>k</a:t>
            </a:r>
            <a:r>
              <a:rPr altLang="zh-CN" b="1" sz="2900" lang="en-US">
                <a:latin typeface="Times New Roman" panose="02020603050405020304" pitchFamily="18" charset="0"/>
                <a:ea typeface="仿宋_GB2312" pitchFamily="49" charset="-122"/>
              </a:rPr>
              <a:t> </a:t>
            </a:r>
            <a:r>
              <a:rPr altLang="en-US" b="1" sz="2900" lang="zh-CN">
                <a:solidFill>
                  <a:schemeClr val="tx2"/>
                </a:solidFill>
                <a:latin typeface="Times New Roman" panose="02020603050405020304" pitchFamily="18" charset="0"/>
                <a:ea typeface="仿宋_GB2312" pitchFamily="49" charset="-122"/>
              </a:rPr>
              <a:t>且</a:t>
            </a:r>
            <a:r>
              <a:rPr altLang="en-US" b="1" sz="2900" i="1" lang="zh-CN">
                <a:latin typeface="Times New Roman" panose="02020603050405020304" pitchFamily="18" charset="0"/>
                <a:ea typeface="仿宋_GB2312" pitchFamily="49" charset="-122"/>
              </a:rPr>
              <a:t> </a:t>
            </a:r>
            <a:r>
              <a:rPr altLang="zh-CN" b="1" sz="2900" i="1" lang="en-US">
                <a:solidFill>
                  <a:schemeClr val="tx2"/>
                </a:solidFill>
                <a:latin typeface="Times New Roman" panose="02020603050405020304" pitchFamily="18" charset="0"/>
                <a:ea typeface="仿宋_GB2312" pitchFamily="49" charset="-122"/>
              </a:rPr>
              <a:t>k</a:t>
            </a:r>
            <a:r>
              <a:rPr altLang="zh-CN" b="1" sz="2900" lang="en-US">
                <a:solidFill>
                  <a:schemeClr val="tx2"/>
                </a:solidFill>
                <a:latin typeface="Times New Roman" panose="02020603050405020304" pitchFamily="18" charset="0"/>
                <a:ea typeface="仿宋_GB2312" pitchFamily="49" charset="-122"/>
              </a:rPr>
              <a:t> </a:t>
            </a:r>
            <a:r>
              <a:rPr altLang="zh-CN" b="1" sz="2900" lang="en-US">
                <a:solidFill>
                  <a:schemeClr val="tx2"/>
                </a:solidFill>
                <a:latin typeface="Times New Roman" panose="02020603050405020304" pitchFamily="18" charset="0"/>
                <a:ea typeface="仿宋_GB2312" pitchFamily="49" charset="-122"/>
                <a:sym typeface="Symbol" panose="05050102010706020507" pitchFamily="18" charset="2"/>
              </a:rPr>
              <a:t>= </a:t>
            </a:r>
            <a:r>
              <a:rPr altLang="zh-CN" sz="2900" lang="en-US">
                <a:solidFill>
                  <a:schemeClr val="tx2"/>
                </a:solidFill>
                <a:latin typeface="Courier New" panose="02070309020205020404" pitchFamily="49" charset="0"/>
                <a:ea typeface="仿宋_GB2312" pitchFamily="49" charset="-122"/>
                <a:sym typeface="Symbol" panose="05050102010706020507" pitchFamily="18" charset="2"/>
              </a:rPr>
              <a:t>-</a:t>
            </a:r>
            <a:r>
              <a:rPr altLang="zh-CN" b="1" sz="2900" lang="en-US">
                <a:solidFill>
                  <a:schemeClr val="tx2"/>
                </a:solidFill>
                <a:latin typeface="Times New Roman" panose="02020603050405020304" pitchFamily="18" charset="0"/>
                <a:ea typeface="仿宋_GB2312" pitchFamily="49" charset="-122"/>
                <a:sym typeface="Symbol" panose="05050102010706020507" pitchFamily="18" charset="2"/>
              </a:rPr>
              <a:t>1</a:t>
            </a:r>
            <a:r>
              <a:rPr altLang="en-US" b="1" sz="2900" lang="zh-CN">
                <a:latin typeface="Times New Roman" panose="02020603050405020304" pitchFamily="18" charset="0"/>
                <a:ea typeface="仿宋_GB2312" pitchFamily="49" charset="-122"/>
                <a:sym typeface="Symbol" panose="05050102010706020507" pitchFamily="18" charset="2"/>
              </a:rPr>
              <a:t>，则 </a:t>
            </a:r>
            <a:r>
              <a:rPr altLang="zh-CN" b="1" sz="2900" i="1" lang="en-US">
                <a:solidFill>
                  <a:schemeClr val="hlink"/>
                </a:solidFill>
                <a:latin typeface="Times New Roman" panose="02020603050405020304" pitchFamily="18" charset="0"/>
                <a:ea typeface="仿宋_GB2312" pitchFamily="49" charset="-122"/>
                <a:sym typeface="Symbol" panose="05050102010706020507" pitchFamily="18" charset="2"/>
              </a:rPr>
              <a:t>n</a:t>
            </a:r>
            <a:r>
              <a:rPr altLang="zh-CN" baseline="-25000" b="1" sz="2900" i="1" lang="en-US">
                <a:solidFill>
                  <a:schemeClr val="hlink"/>
                </a:solidFill>
                <a:latin typeface="Times New Roman" panose="02020603050405020304" pitchFamily="18" charset="0"/>
                <a:ea typeface="仿宋_GB2312" pitchFamily="49" charset="-122"/>
                <a:sym typeface="Symbol" panose="05050102010706020507" pitchFamily="18" charset="2"/>
              </a:rPr>
              <a:t>j</a:t>
            </a:r>
            <a:r>
              <a:rPr altLang="zh-CN" b="1" sz="2900" lang="en-US">
                <a:solidFill>
                  <a:schemeClr val="hlink"/>
                </a:solidFill>
                <a:latin typeface="Times New Roman" panose="02020603050405020304" pitchFamily="18" charset="0"/>
                <a:ea typeface="仿宋_GB2312" pitchFamily="49" charset="-122"/>
                <a:sym typeface="Symbol" panose="05050102010706020507" pitchFamily="18" charset="2"/>
              </a:rPr>
              <a:t> = 0</a:t>
            </a:r>
            <a:r>
              <a:rPr altLang="en-US" b="1" sz="2900" lang="zh-CN">
                <a:latin typeface="Times New Roman" panose="02020603050405020304" pitchFamily="18" charset="0"/>
                <a:ea typeface="仿宋_GB2312" pitchFamily="49" charset="-122"/>
                <a:sym typeface="Symbol" panose="05050102010706020507" pitchFamily="18" charset="2"/>
              </a:rPr>
              <a:t>。</a:t>
            </a:r>
            <a:r>
              <a:rPr altLang="en-US" b="1" sz="2900" lang="zh-CN">
                <a:latin typeface="Times New Roman" panose="02020603050405020304" pitchFamily="18" charset="0"/>
                <a:ea typeface="仿宋_GB2312" pitchFamily="49" charset="-122"/>
              </a:rPr>
              <a:t> </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281" name=""/>
        <p:cNvGrpSpPr/>
        <p:nvPr/>
      </p:nvGrpSpPr>
      <p:grpSpPr>
        <a:xfrm>
          <a:off x="0" y="0"/>
          <a:ext cx="0" cy="0"/>
          <a:chOff x="0" y="0"/>
          <a:chExt cx="0" cy="0"/>
        </a:xfrm>
      </p:grpSpPr>
      <p:sp>
        <p:nvSpPr>
          <p:cNvPr id="1049516" name="Rectangle 2"/>
          <p:cNvSpPr>
            <a:spLocks noGrp="1" noChangeArrowheads="1"/>
          </p:cNvSpPr>
          <p:nvPr>
            <p:ph type="body" sz="half" idx="1"/>
          </p:nvPr>
        </p:nvSpPr>
        <p:spPr>
          <a:xfrm>
            <a:off x="585790" y="706438"/>
            <a:ext cx="7927975" cy="679450"/>
          </a:xfrm>
        </p:spPr>
        <p:txBody>
          <a:bodyPr/>
          <a:p>
            <a:pPr eaLnBrk="1" hangingPunct="1">
              <a:buClr>
                <a:srgbClr val="990099"/>
              </a:buClr>
              <a:buSzPct val="50000"/>
            </a:pPr>
            <a:r>
              <a:rPr altLang="en-US" b="1" sz="3000" lang="zh-CN">
                <a:ea typeface="仿宋_GB2312" pitchFamily="49" charset="-122"/>
              </a:rPr>
              <a:t>以前面的例子说明：</a:t>
            </a:r>
          </a:p>
        </p:txBody>
      </p:sp>
      <p:graphicFrame>
        <p:nvGraphicFramePr>
          <p:cNvPr id="4194333" name="Group 3"/>
          <p:cNvGraphicFramePr>
            <a:graphicFrameLocks noGrp="1"/>
          </p:cNvGraphicFramePr>
          <p:nvPr>
            <p:ph sz="half" idx="2"/>
          </p:nvPr>
        </p:nvGraphicFramePr>
        <p:xfrm>
          <a:off x="654052" y="1427163"/>
          <a:ext cx="7540625" cy="1554174"/>
        </p:xfrm>
        <a:graphic>
          <a:graphicData uri="http://schemas.openxmlformats.org/drawingml/2006/table">
            <a:tbl>
              <a:tblPr/>
              <a:tblGrid>
                <a:gridCol w="1460500"/>
                <a:gridCol w="809625"/>
                <a:gridCol w="758825"/>
                <a:gridCol w="735013"/>
                <a:gridCol w="746125"/>
                <a:gridCol w="735012"/>
                <a:gridCol w="784225"/>
                <a:gridCol w="773113"/>
                <a:gridCol w="738187"/>
              </a:tblGrid>
              <a:tr h="518054">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1" kumimoji="0" lang="en-US" normalizeH="0" strike="noStrike" u="none">
                          <a:ln>
                            <a:noFill/>
                          </a:ln>
                          <a:solidFill>
                            <a:schemeClr val="tx1"/>
                          </a:solidFill>
                          <a:effectLst/>
                          <a:latin typeface="Times New Roman" pitchFamily="18" charset="0"/>
                          <a:ea typeface="宋体" charset="-122"/>
                          <a:cs typeface="Times New Roman" pitchFamily="18" charset="0"/>
                        </a:rPr>
                        <a:t>j</a:t>
                      </a:r>
                      <a:endParaRPr altLang="zh-CN" baseline="0" b="1" cap="none" sz="2800" i="1" kumimoji="0" lang="en-US" normalizeH="0" strike="noStrike" u="none">
                        <a:ln>
                          <a:noFill/>
                        </a:ln>
                        <a:solidFill>
                          <a:schemeClr val="tx1"/>
                        </a:solidFill>
                        <a:effectLst/>
                        <a:latin typeface="Times New Roman" pitchFamily="18" charset="0"/>
                        <a:ea typeface="宋体" charset="-122"/>
                      </a:endParaRPr>
                    </a:p>
                  </a:txBody>
                  <a:tcPr marT="45669" marB="45669" horzOverflow="overflow">
                    <a:lnL cap="flat">
                      <a:noFill/>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0</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1</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2</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3</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4</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5</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6</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7</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cap="flat">
                      <a:noFill/>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518054">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1" kumimoji="0" lang="en-US" normalizeH="0" strike="noStrike" u="none">
                          <a:ln>
                            <a:noFill/>
                          </a:ln>
                          <a:solidFill>
                            <a:schemeClr val="tx1"/>
                          </a:solidFill>
                          <a:effectLst/>
                          <a:latin typeface="Times New Roman" pitchFamily="18" charset="0"/>
                          <a:ea typeface="宋体" charset="-122"/>
                          <a:cs typeface="Times New Roman" pitchFamily="18" charset="0"/>
                        </a:rPr>
                        <a:t>P</a:t>
                      </a:r>
                      <a:endParaRPr altLang="zh-CN" baseline="0" b="1" cap="none" sz="2800" i="1" kumimoji="0" lang="en-US" normalizeH="0" strike="noStrike" u="none">
                        <a:ln>
                          <a:noFill/>
                        </a:ln>
                        <a:solidFill>
                          <a:schemeClr val="tx1"/>
                        </a:solidFill>
                        <a:effectLst/>
                        <a:latin typeface="Times New Roman" pitchFamily="18" charset="0"/>
                        <a:ea typeface="宋体" charset="-122"/>
                      </a:endParaRPr>
                    </a:p>
                  </a:txBody>
                  <a:tcPr marT="45669" marB="45669" horzOverflow="overflow">
                    <a:lnL cap="flat">
                      <a:noFill/>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a</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b</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a</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a</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b</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c</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a</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c</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cap="flat">
                      <a:noFill/>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518054">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next [</a:t>
                      </a:r>
                      <a:r>
                        <a:rPr altLang="zh-CN" baseline="0" b="1" cap="none" sz="2800" i="1" kumimoji="0" lang="en-US" normalizeH="0" strike="noStrike" u="none">
                          <a:ln>
                            <a:noFill/>
                          </a:ln>
                          <a:solidFill>
                            <a:schemeClr val="tx1"/>
                          </a:solidFill>
                          <a:effectLst/>
                          <a:latin typeface="Times New Roman" pitchFamily="18" charset="0"/>
                          <a:ea typeface="宋体" charset="-122"/>
                          <a:cs typeface="Times New Roman" pitchFamily="18" charset="0"/>
                        </a:rPr>
                        <a:t>j</a:t>
                      </a: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cap="flat">
                      <a:noFill/>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0" cap="none" sz="2800" i="0" kumimoji="0" lang="en-US" normalizeH="0" strike="noStrike" u="none">
                          <a:ln>
                            <a:noFill/>
                          </a:ln>
                          <a:solidFill>
                            <a:schemeClr val="tx1"/>
                          </a:solidFill>
                          <a:effectLst/>
                          <a:latin typeface="Courier New" pitchFamily="49" charset="0"/>
                          <a:ea typeface="宋体" charset="-122"/>
                          <a:cs typeface="Courier New" pitchFamily="49" charset="0"/>
                        </a:rPr>
                        <a:t>-</a:t>
                      </a: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1</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0</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0</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tabLst>
                          <a:tab algn="r" pos="266700"/>
                          <a:tab algn="ctr" pos="2636838"/>
                          <a:tab algn="r" pos="5273675"/>
                        </a:tabLst>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1</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1</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2</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0</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w="19050" cap="flat" cmpd="sng" algn="ctr">
                      <a:solidFill>
                        <a:srgbClr val="008000"/>
                      </a:solidFill>
                      <a:prstDash val="solid"/>
                      <a:round/>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342900" latinLnBrk="0" lvl="0" marL="342900" marR="0" rtl="0">
                        <a:lnSpc>
                          <a:spcPct val="100000"/>
                        </a:lnSpc>
                        <a:spcBef>
                          <a:spcPct val="0"/>
                        </a:spcBef>
                        <a:spcAft>
                          <a:spcPct val="0"/>
                        </a:spcAft>
                        <a:buClrTx/>
                        <a:buSzTx/>
                        <a:buFontTx/>
                        <a:buNone/>
                      </a:pPr>
                      <a:r>
                        <a:rPr altLang="zh-CN" baseline="0" b="1" cap="none" sz="2800" i="0" kumimoji="0" lang="en-US" normalizeH="0" strike="noStrike" u="none">
                          <a:ln>
                            <a:noFill/>
                          </a:ln>
                          <a:solidFill>
                            <a:schemeClr val="tx1"/>
                          </a:solidFill>
                          <a:effectLst/>
                          <a:latin typeface="Times New Roman" pitchFamily="18" charset="0"/>
                          <a:ea typeface="宋体" charset="-122"/>
                          <a:cs typeface="Times New Roman" pitchFamily="18" charset="0"/>
                        </a:rPr>
                        <a:t>1</a:t>
                      </a:r>
                      <a:endParaRPr altLang="zh-CN" baseline="0" b="1" cap="none" sz="2800" i="0" kumimoji="0" lang="en-US" normalizeH="0" strike="noStrike" u="none">
                        <a:ln>
                          <a:noFill/>
                        </a:ln>
                        <a:solidFill>
                          <a:schemeClr val="tx1"/>
                        </a:solidFill>
                        <a:effectLst/>
                        <a:latin typeface="Times New Roman" pitchFamily="18" charset="0"/>
                        <a:ea typeface="宋体" charset="-122"/>
                      </a:endParaRPr>
                    </a:p>
                  </a:txBody>
                  <a:tcPr marT="45669" marB="45669" horzOverflow="overflow">
                    <a:lnL w="19050" cap="flat" cmpd="sng" algn="ctr">
                      <a:solidFill>
                        <a:srgbClr val="008000"/>
                      </a:solidFill>
                      <a:prstDash val="solid"/>
                      <a:round/>
                      <a:headEnd type="none" w="med" len="med"/>
                      <a:tailEnd type="none" w="med" len="med"/>
                    </a:lnL>
                    <a:lnR cap="flat">
                      <a:noFill/>
                      <a:headEnd type="none" w="med" len="med"/>
                      <a:tailEnd type="none" w="med" len="med"/>
                    </a:lnR>
                    <a:lnT w="19050" cap="flat" cmpd="sng" algn="ctr">
                      <a:solidFill>
                        <a:srgbClr val="008000"/>
                      </a:solidFill>
                      <a:prstDash val="solid"/>
                      <a:round/>
                      <a:headEnd type="none" w="med" len="med"/>
                      <a:tailEnd type="none" w="med" len="med"/>
                    </a:lnT>
                    <a:lnB w="19050" cap="flat" cmpd="sng" algn="ctr">
                      <a:solidFill>
                        <a:srgbClr val="008000"/>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bl>
          </a:graphicData>
        </a:graphic>
      </p:graphicFrame>
      <p:sp>
        <p:nvSpPr>
          <p:cNvPr id="1049517" name="Text Box 49"/>
          <p:cNvSpPr txBox="1">
            <a:spLocks noChangeArrowheads="1"/>
          </p:cNvSpPr>
          <p:nvPr/>
        </p:nvSpPr>
        <p:spPr bwMode="auto">
          <a:xfrm>
            <a:off x="4454527" y="3355975"/>
            <a:ext cx="1152048" cy="29489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i="1" lang="en-US">
                <a:latin typeface="Times New Roman" panose="02020603050405020304" pitchFamily="18" charset="0"/>
              </a:rPr>
              <a:t>j</a:t>
            </a:r>
            <a:r>
              <a:rPr altLang="zh-CN" b="1" sz="2400" lang="en-US">
                <a:latin typeface="Times New Roman" panose="02020603050405020304" pitchFamily="18" charset="0"/>
              </a:rPr>
              <a:t>=4</a:t>
            </a:r>
          </a:p>
          <a:p>
            <a:pPr eaLnBrk="1" hangingPunct="1">
              <a:spcBef>
                <a:spcPct val="0"/>
              </a:spcBef>
              <a:buFontTx/>
              <a:buNone/>
            </a:pPr>
            <a:r>
              <a:rPr altLang="zh-CN" b="1" sz="2400" i="1" lang="en-US">
                <a:latin typeface="Times New Roman" panose="02020603050405020304" pitchFamily="18" charset="0"/>
              </a:rPr>
              <a:t>k</a:t>
            </a:r>
            <a:r>
              <a:rPr altLang="zh-CN" b="1" sz="2400" lang="en-US">
                <a:latin typeface="Times New Roman" panose="02020603050405020304" pitchFamily="18" charset="0"/>
              </a:rPr>
              <a:t>=1</a:t>
            </a:r>
          </a:p>
          <a:p>
            <a:pPr eaLnBrk="1" hangingPunct="1">
              <a:spcBef>
                <a:spcPct val="0"/>
              </a:spcBef>
              <a:buFontTx/>
              <a:buNone/>
            </a:pPr>
            <a:r>
              <a:rPr altLang="zh-CN" b="1" sz="2400" i="1" lang="en-US">
                <a:latin typeface="Times New Roman" panose="02020603050405020304" pitchFamily="18" charset="0"/>
              </a:rPr>
              <a:t>p</a:t>
            </a:r>
            <a:r>
              <a:rPr altLang="zh-CN" baseline="-25000" b="1" sz="2400" lang="en-US">
                <a:latin typeface="Times New Roman" panose="02020603050405020304" pitchFamily="18" charset="0"/>
              </a:rPr>
              <a:t>3</a:t>
            </a:r>
            <a:r>
              <a:rPr altLang="zh-CN" b="1" sz="2400" lang="en-US">
                <a:latin typeface="Times New Roman" panose="02020603050405020304" pitchFamily="18" charset="0"/>
                <a:sym typeface="Symbol" panose="05050102010706020507" pitchFamily="18" charset="2"/>
              </a:rPr>
              <a:t></a:t>
            </a:r>
            <a:r>
              <a:rPr altLang="zh-CN" b="1" sz="2400" i="1" lang="en-US">
                <a:latin typeface="Times New Roman" panose="02020603050405020304" pitchFamily="18" charset="0"/>
              </a:rPr>
              <a:t>p</a:t>
            </a:r>
            <a:r>
              <a:rPr altLang="zh-CN" baseline="-25000" b="1" sz="2400" lang="en-US">
                <a:latin typeface="Times New Roman" panose="02020603050405020304" pitchFamily="18" charset="0"/>
              </a:rPr>
              <a:t>1</a:t>
            </a:r>
          </a:p>
          <a:p>
            <a:pPr eaLnBrk="1" hangingPunct="1">
              <a:spcBef>
                <a:spcPct val="0"/>
              </a:spcBef>
              <a:buFontTx/>
              <a:buNone/>
            </a:pPr>
            <a:r>
              <a:rPr altLang="zh-CN" b="1" sz="2400" i="1" lang="en-US">
                <a:latin typeface="Times New Roman" panose="02020603050405020304" pitchFamily="18" charset="0"/>
              </a:rPr>
              <a:t>k</a:t>
            </a:r>
            <a:r>
              <a:rPr altLang="zh-CN" b="1" sz="2400" lang="en-US">
                <a:latin typeface="Times New Roman" panose="02020603050405020304" pitchFamily="18" charset="0"/>
              </a:rPr>
              <a:t>=</a:t>
            </a:r>
            <a:r>
              <a:rPr altLang="zh-CN" b="1" sz="2400" i="1" lang="en-US">
                <a:latin typeface="Times New Roman" panose="02020603050405020304" pitchFamily="18" charset="0"/>
              </a:rPr>
              <a:t>n</a:t>
            </a:r>
            <a:r>
              <a:rPr altLang="zh-CN" baseline="-25000" b="1" sz="2400" i="1" lang="en-US">
                <a:latin typeface="Times New Roman" panose="02020603050405020304" pitchFamily="18" charset="0"/>
              </a:rPr>
              <a:t>k</a:t>
            </a:r>
            <a:r>
              <a:rPr altLang="zh-CN" b="1" sz="2400" lang="en-US">
                <a:latin typeface="Times New Roman" panose="02020603050405020304" pitchFamily="18" charset="0"/>
              </a:rPr>
              <a:t>=0</a:t>
            </a:r>
          </a:p>
          <a:p>
            <a:pPr eaLnBrk="1" hangingPunct="1">
              <a:spcBef>
                <a:spcPct val="0"/>
              </a:spcBef>
              <a:buFontTx/>
              <a:buNone/>
            </a:pPr>
            <a:r>
              <a:rPr altLang="zh-CN" b="1" sz="2400" i="1" lang="en-US">
                <a:latin typeface="Times New Roman" panose="02020603050405020304" pitchFamily="18" charset="0"/>
              </a:rPr>
              <a:t>p</a:t>
            </a:r>
            <a:r>
              <a:rPr altLang="zh-CN" baseline="-25000" b="1" sz="2400" lang="en-US">
                <a:latin typeface="Times New Roman" panose="02020603050405020304" pitchFamily="18" charset="0"/>
              </a:rPr>
              <a:t>3</a:t>
            </a:r>
            <a:r>
              <a:rPr altLang="zh-CN" b="1" sz="2400" lang="en-US">
                <a:latin typeface="Times New Roman" panose="02020603050405020304" pitchFamily="18" charset="0"/>
                <a:sym typeface="Symbol" panose="05050102010706020507" pitchFamily="18" charset="2"/>
              </a:rPr>
              <a:t>=</a:t>
            </a:r>
            <a:r>
              <a:rPr altLang="zh-CN" b="1" sz="2400" i="1" lang="en-US">
                <a:latin typeface="Times New Roman" panose="02020603050405020304" pitchFamily="18" charset="0"/>
              </a:rPr>
              <a:t>p</a:t>
            </a:r>
            <a:r>
              <a:rPr altLang="zh-CN" baseline="-25000" b="1" sz="2400" lang="en-US">
                <a:latin typeface="Times New Roman" panose="02020603050405020304" pitchFamily="18" charset="0"/>
              </a:rPr>
              <a:t>0</a:t>
            </a:r>
          </a:p>
          <a:p>
            <a:pPr eaLnBrk="1" hangingPunct="1">
              <a:spcBef>
                <a:spcPct val="0"/>
              </a:spcBef>
              <a:buFontTx/>
              <a:buNone/>
            </a:pPr>
            <a:r>
              <a:rPr altLang="zh-CN" b="1" sz="2400" i="1" lang="en-US">
                <a:latin typeface="Times New Roman" panose="02020603050405020304" pitchFamily="18" charset="0"/>
              </a:rPr>
              <a:t>n</a:t>
            </a:r>
            <a:r>
              <a:rPr altLang="zh-CN" baseline="-25000" b="1" sz="2400" lang="en-US">
                <a:latin typeface="Times New Roman" panose="02020603050405020304" pitchFamily="18" charset="0"/>
              </a:rPr>
              <a:t>4</a:t>
            </a:r>
            <a:r>
              <a:rPr altLang="zh-CN" b="1" sz="2400" lang="en-US">
                <a:latin typeface="Times New Roman" panose="02020603050405020304" pitchFamily="18" charset="0"/>
              </a:rPr>
              <a:t>=</a:t>
            </a:r>
          </a:p>
          <a:p>
            <a:pPr eaLnBrk="1" hangingPunct="1">
              <a:spcBef>
                <a:spcPct val="0"/>
              </a:spcBef>
              <a:buFontTx/>
              <a:buNone/>
            </a:pPr>
            <a:r>
              <a:rPr altLang="zh-CN" b="1" sz="2400" lang="en-US">
                <a:latin typeface="Times New Roman" panose="02020603050405020304" pitchFamily="18" charset="0"/>
              </a:rPr>
              <a:t> =</a:t>
            </a:r>
            <a:r>
              <a:rPr altLang="zh-CN" b="1" sz="2400" i="1" lang="en-US">
                <a:latin typeface="Times New Roman" panose="02020603050405020304" pitchFamily="18" charset="0"/>
              </a:rPr>
              <a:t>k</a:t>
            </a:r>
            <a:r>
              <a:rPr altLang="zh-CN" b="1" sz="2400" lang="en-US">
                <a:latin typeface="Times New Roman" panose="02020603050405020304" pitchFamily="18" charset="0"/>
              </a:rPr>
              <a:t>+1</a:t>
            </a:r>
          </a:p>
          <a:p>
            <a:pPr eaLnBrk="1" hangingPunct="1">
              <a:spcBef>
                <a:spcPct val="0"/>
              </a:spcBef>
              <a:buFontTx/>
              <a:buNone/>
            </a:pPr>
            <a:r>
              <a:rPr altLang="zh-CN" b="1" sz="2400" lang="en-US">
                <a:latin typeface="Times New Roman" panose="02020603050405020304" pitchFamily="18" charset="0"/>
              </a:rPr>
              <a:t> =1</a:t>
            </a:r>
          </a:p>
        </p:txBody>
      </p:sp>
      <p:sp>
        <p:nvSpPr>
          <p:cNvPr id="1049518" name="Text Box 50"/>
          <p:cNvSpPr txBox="1">
            <a:spLocks noChangeArrowheads="1"/>
          </p:cNvSpPr>
          <p:nvPr/>
        </p:nvSpPr>
        <p:spPr bwMode="auto">
          <a:xfrm>
            <a:off x="3524252" y="3370263"/>
            <a:ext cx="951874" cy="18694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i="1" lang="en-US">
                <a:latin typeface="Times New Roman" panose="02020603050405020304" pitchFamily="18" charset="0"/>
              </a:rPr>
              <a:t>j</a:t>
            </a:r>
            <a:r>
              <a:rPr altLang="zh-CN" b="1" sz="2400" lang="en-US">
                <a:latin typeface="Times New Roman" panose="02020603050405020304" pitchFamily="18" charset="0"/>
              </a:rPr>
              <a:t>=3</a:t>
            </a:r>
          </a:p>
          <a:p>
            <a:pPr eaLnBrk="1" hangingPunct="1">
              <a:spcBef>
                <a:spcPct val="0"/>
              </a:spcBef>
              <a:buFontTx/>
              <a:buNone/>
            </a:pPr>
            <a:r>
              <a:rPr altLang="zh-CN" b="1" sz="2400" i="1" lang="en-US">
                <a:latin typeface="Times New Roman" panose="02020603050405020304" pitchFamily="18" charset="0"/>
              </a:rPr>
              <a:t>k</a:t>
            </a:r>
            <a:r>
              <a:rPr altLang="zh-CN" b="1" sz="2400" lang="en-US">
                <a:latin typeface="Times New Roman" panose="02020603050405020304" pitchFamily="18" charset="0"/>
              </a:rPr>
              <a:t>=0</a:t>
            </a:r>
          </a:p>
          <a:p>
            <a:pPr eaLnBrk="1" hangingPunct="1">
              <a:spcBef>
                <a:spcPct val="0"/>
              </a:spcBef>
              <a:buFontTx/>
              <a:buNone/>
            </a:pPr>
            <a:r>
              <a:rPr altLang="zh-CN" b="1" sz="2400" i="1" lang="en-US">
                <a:latin typeface="Times New Roman" panose="02020603050405020304" pitchFamily="18" charset="0"/>
              </a:rPr>
              <a:t>n</a:t>
            </a:r>
            <a:r>
              <a:rPr altLang="zh-CN" baseline="-25000" b="1" sz="2400" lang="en-US">
                <a:latin typeface="Times New Roman" panose="02020603050405020304" pitchFamily="18" charset="0"/>
              </a:rPr>
              <a:t>3</a:t>
            </a:r>
            <a:r>
              <a:rPr altLang="zh-CN" b="1" sz="2400" lang="en-US">
                <a:latin typeface="Times New Roman" panose="02020603050405020304" pitchFamily="18" charset="0"/>
              </a:rPr>
              <a:t>=</a:t>
            </a:r>
          </a:p>
          <a:p>
            <a:pPr eaLnBrk="1" hangingPunct="1">
              <a:spcBef>
                <a:spcPct val="0"/>
              </a:spcBef>
              <a:buFontTx/>
              <a:buNone/>
            </a:pPr>
            <a:r>
              <a:rPr altLang="zh-CN" b="1" sz="2400" lang="en-US">
                <a:latin typeface="Times New Roman" panose="02020603050405020304" pitchFamily="18" charset="0"/>
              </a:rPr>
              <a:t> =</a:t>
            </a:r>
            <a:r>
              <a:rPr altLang="zh-CN" b="1" sz="2400" i="1" lang="en-US">
                <a:latin typeface="Times New Roman" panose="02020603050405020304" pitchFamily="18" charset="0"/>
              </a:rPr>
              <a:t>k</a:t>
            </a:r>
            <a:r>
              <a:rPr altLang="zh-CN" b="1" sz="2400" lang="en-US">
                <a:latin typeface="Times New Roman" panose="02020603050405020304" pitchFamily="18" charset="0"/>
              </a:rPr>
              <a:t>+1</a:t>
            </a:r>
          </a:p>
          <a:p>
            <a:pPr eaLnBrk="1" hangingPunct="1">
              <a:spcBef>
                <a:spcPct val="0"/>
              </a:spcBef>
              <a:buFontTx/>
              <a:buNone/>
            </a:pPr>
            <a:r>
              <a:rPr altLang="zh-CN" b="1" sz="2400" lang="en-US">
                <a:latin typeface="Times New Roman" panose="02020603050405020304" pitchFamily="18" charset="0"/>
              </a:rPr>
              <a:t> =1</a:t>
            </a:r>
          </a:p>
        </p:txBody>
      </p:sp>
      <p:sp>
        <p:nvSpPr>
          <p:cNvPr id="1049519" name="Text Box 51"/>
          <p:cNvSpPr txBox="1">
            <a:spLocks noChangeArrowheads="1"/>
          </p:cNvSpPr>
          <p:nvPr/>
        </p:nvSpPr>
        <p:spPr bwMode="auto">
          <a:xfrm>
            <a:off x="2362202" y="3370263"/>
            <a:ext cx="974248" cy="29489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i="1" lang="en-US">
                <a:latin typeface="Times New Roman" panose="02020603050405020304" pitchFamily="18" charset="0"/>
              </a:rPr>
              <a:t>j</a:t>
            </a:r>
            <a:r>
              <a:rPr altLang="zh-CN" b="1" sz="2400" lang="en-US">
                <a:latin typeface="Times New Roman" panose="02020603050405020304" pitchFamily="18" charset="0"/>
              </a:rPr>
              <a:t>=2</a:t>
            </a:r>
          </a:p>
          <a:p>
            <a:pPr eaLnBrk="1" hangingPunct="1">
              <a:spcBef>
                <a:spcPct val="0"/>
              </a:spcBef>
              <a:buFontTx/>
              <a:buNone/>
            </a:pPr>
            <a:r>
              <a:rPr altLang="zh-CN" b="1" sz="2400" i="1" lang="en-US">
                <a:latin typeface="Times New Roman" panose="02020603050405020304" pitchFamily="18" charset="0"/>
              </a:rPr>
              <a:t>k</a:t>
            </a:r>
            <a:r>
              <a:rPr altLang="zh-CN" b="1" sz="2400" lang="en-US">
                <a:latin typeface="Times New Roman" panose="02020603050405020304" pitchFamily="18" charset="0"/>
              </a:rPr>
              <a:t>=0</a:t>
            </a:r>
          </a:p>
          <a:p>
            <a:pPr eaLnBrk="1" hangingPunct="1">
              <a:spcBef>
                <a:spcPct val="0"/>
              </a:spcBef>
              <a:buFontTx/>
              <a:buNone/>
            </a:pPr>
            <a:r>
              <a:rPr altLang="zh-CN" b="1" sz="2400" i="1" lang="en-US">
                <a:latin typeface="Times New Roman" panose="02020603050405020304" pitchFamily="18" charset="0"/>
              </a:rPr>
              <a:t>p</a:t>
            </a:r>
            <a:r>
              <a:rPr altLang="zh-CN" baseline="-25000" b="1" sz="2400" lang="en-US">
                <a:latin typeface="Times New Roman" panose="02020603050405020304" pitchFamily="18" charset="0"/>
              </a:rPr>
              <a:t>1</a:t>
            </a:r>
            <a:r>
              <a:rPr altLang="zh-CN" b="1" sz="2400" lang="en-US">
                <a:latin typeface="Times New Roman" panose="02020603050405020304" pitchFamily="18" charset="0"/>
                <a:sym typeface="Symbol" panose="05050102010706020507" pitchFamily="18" charset="2"/>
              </a:rPr>
              <a:t></a:t>
            </a:r>
            <a:r>
              <a:rPr altLang="zh-CN" b="1" sz="2400" i="1" lang="en-US">
                <a:latin typeface="Times New Roman" panose="02020603050405020304" pitchFamily="18" charset="0"/>
              </a:rPr>
              <a:t>p</a:t>
            </a:r>
            <a:r>
              <a:rPr altLang="zh-CN" baseline="-25000" b="1" sz="2400" lang="en-US">
                <a:latin typeface="Times New Roman" panose="02020603050405020304" pitchFamily="18" charset="0"/>
              </a:rPr>
              <a:t>0</a:t>
            </a:r>
          </a:p>
          <a:p>
            <a:pPr eaLnBrk="1" hangingPunct="1">
              <a:spcBef>
                <a:spcPct val="0"/>
              </a:spcBef>
              <a:buFontTx/>
              <a:buNone/>
            </a:pPr>
            <a:r>
              <a:rPr altLang="zh-CN" b="1" sz="2400" i="1" lang="en-US">
                <a:latin typeface="Times New Roman" panose="02020603050405020304" pitchFamily="18" charset="0"/>
              </a:rPr>
              <a:t>k</a:t>
            </a:r>
            <a:r>
              <a:rPr altLang="zh-CN" b="1" sz="2400" lang="en-US">
                <a:latin typeface="Times New Roman" panose="02020603050405020304" pitchFamily="18" charset="0"/>
              </a:rPr>
              <a:t>=</a:t>
            </a:r>
            <a:r>
              <a:rPr altLang="zh-CN" b="1" sz="2400" i="1" lang="en-US">
                <a:latin typeface="Times New Roman" panose="02020603050405020304" pitchFamily="18" charset="0"/>
              </a:rPr>
              <a:t>n</a:t>
            </a:r>
            <a:r>
              <a:rPr altLang="zh-CN" baseline="-25000" b="1" sz="2400" i="1" lang="en-US">
                <a:latin typeface="Times New Roman" panose="02020603050405020304" pitchFamily="18" charset="0"/>
              </a:rPr>
              <a:t>k</a:t>
            </a:r>
            <a:r>
              <a:rPr altLang="zh-CN" b="1" sz="2400" lang="en-US">
                <a:latin typeface="Times New Roman" panose="02020603050405020304" pitchFamily="18" charset="0"/>
              </a:rPr>
              <a:t>=</a:t>
            </a:r>
          </a:p>
          <a:p>
            <a:pPr eaLnBrk="1" hangingPunct="1">
              <a:spcBef>
                <a:spcPct val="0"/>
              </a:spcBef>
              <a:buFontTx/>
              <a:buNone/>
            </a:pPr>
            <a:r>
              <a:rPr altLang="zh-CN" b="1" sz="2400" lang="en-US">
                <a:latin typeface="Courier New" panose="02070309020205020404" pitchFamily="49" charset="0"/>
              </a:rPr>
              <a:t> =-</a:t>
            </a:r>
            <a:r>
              <a:rPr altLang="zh-CN" b="1" sz="2400" lang="en-US">
                <a:latin typeface="Times New Roman" panose="02020603050405020304" pitchFamily="18" charset="0"/>
              </a:rPr>
              <a:t>1</a:t>
            </a:r>
          </a:p>
          <a:p>
            <a:pPr eaLnBrk="1" hangingPunct="1">
              <a:spcBef>
                <a:spcPct val="0"/>
              </a:spcBef>
              <a:buFontTx/>
              <a:buNone/>
            </a:pPr>
            <a:r>
              <a:rPr altLang="zh-CN" b="1" sz="2400" i="1" lang="en-US">
                <a:latin typeface="Times New Roman" panose="02020603050405020304" pitchFamily="18" charset="0"/>
              </a:rPr>
              <a:t>n</a:t>
            </a:r>
            <a:r>
              <a:rPr altLang="zh-CN" baseline="-25000" b="1" sz="2400" lang="en-US">
                <a:latin typeface="Times New Roman" panose="02020603050405020304" pitchFamily="18" charset="0"/>
              </a:rPr>
              <a:t>2</a:t>
            </a:r>
            <a:r>
              <a:rPr altLang="zh-CN" b="1" sz="2400" lang="en-US">
                <a:latin typeface="Times New Roman" panose="02020603050405020304" pitchFamily="18" charset="0"/>
              </a:rPr>
              <a:t>=</a:t>
            </a:r>
          </a:p>
          <a:p>
            <a:pPr eaLnBrk="1" hangingPunct="1">
              <a:spcBef>
                <a:spcPct val="0"/>
              </a:spcBef>
              <a:buFontTx/>
              <a:buNone/>
            </a:pPr>
            <a:r>
              <a:rPr altLang="zh-CN" b="1" sz="2400" lang="en-US">
                <a:latin typeface="Times New Roman" panose="02020603050405020304" pitchFamily="18" charset="0"/>
              </a:rPr>
              <a:t> =</a:t>
            </a:r>
            <a:r>
              <a:rPr altLang="zh-CN" b="1" sz="2400" i="1" lang="en-US">
                <a:latin typeface="Times New Roman" panose="02020603050405020304" pitchFamily="18" charset="0"/>
              </a:rPr>
              <a:t>k</a:t>
            </a:r>
            <a:r>
              <a:rPr altLang="zh-CN" b="1" sz="2400" lang="en-US">
                <a:latin typeface="Times New Roman" panose="02020603050405020304" pitchFamily="18" charset="0"/>
              </a:rPr>
              <a:t>+1</a:t>
            </a:r>
          </a:p>
          <a:p>
            <a:pPr eaLnBrk="1" hangingPunct="1">
              <a:spcBef>
                <a:spcPct val="0"/>
              </a:spcBef>
              <a:buFontTx/>
              <a:buNone/>
            </a:pPr>
            <a:r>
              <a:rPr altLang="zh-CN" b="1" sz="2400" lang="en-US">
                <a:latin typeface="Times New Roman" panose="02020603050405020304" pitchFamily="18" charset="0"/>
              </a:rPr>
              <a:t> =0</a:t>
            </a:r>
          </a:p>
        </p:txBody>
      </p:sp>
      <p:sp>
        <p:nvSpPr>
          <p:cNvPr id="1049520" name="Text Box 52"/>
          <p:cNvSpPr txBox="1">
            <a:spLocks noChangeArrowheads="1"/>
          </p:cNvSpPr>
          <p:nvPr/>
        </p:nvSpPr>
        <p:spPr bwMode="auto">
          <a:xfrm>
            <a:off x="1470027" y="3359150"/>
            <a:ext cx="875674" cy="18694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i="1" lang="en-US">
                <a:latin typeface="Times New Roman" panose="02020603050405020304" pitchFamily="18" charset="0"/>
              </a:rPr>
              <a:t>j</a:t>
            </a:r>
            <a:r>
              <a:rPr altLang="zh-CN" b="1" sz="2400" lang="en-US">
                <a:latin typeface="Times New Roman" panose="02020603050405020304" pitchFamily="18" charset="0"/>
              </a:rPr>
              <a:t>=1</a:t>
            </a:r>
          </a:p>
          <a:p>
            <a:pPr eaLnBrk="1" hangingPunct="1">
              <a:spcBef>
                <a:spcPct val="0"/>
              </a:spcBef>
              <a:buFontTx/>
              <a:buNone/>
            </a:pPr>
            <a:r>
              <a:rPr altLang="zh-CN" b="1" sz="2400" i="1" lang="en-US">
                <a:latin typeface="Times New Roman" panose="02020603050405020304" pitchFamily="18" charset="0"/>
              </a:rPr>
              <a:t>k</a:t>
            </a:r>
            <a:r>
              <a:rPr altLang="zh-CN" b="1" sz="2400" lang="en-US">
                <a:latin typeface="Times New Roman" panose="02020603050405020304" pitchFamily="18" charset="0"/>
              </a:rPr>
              <a:t>=</a:t>
            </a:r>
            <a:r>
              <a:rPr altLang="zh-CN" b="1" sz="2400" lang="en-US">
                <a:latin typeface="Courier New" panose="02070309020205020404" pitchFamily="49" charset="0"/>
              </a:rPr>
              <a:t>-</a:t>
            </a:r>
            <a:r>
              <a:rPr altLang="zh-CN" b="1" sz="2400" lang="en-US">
                <a:latin typeface="Times New Roman" panose="02020603050405020304" pitchFamily="18" charset="0"/>
              </a:rPr>
              <a:t>1</a:t>
            </a:r>
          </a:p>
          <a:p>
            <a:pPr eaLnBrk="1" hangingPunct="1">
              <a:spcBef>
                <a:spcPct val="0"/>
              </a:spcBef>
              <a:buFontTx/>
              <a:buNone/>
            </a:pPr>
            <a:r>
              <a:rPr altLang="zh-CN" b="1" sz="2400" i="1" lang="en-US">
                <a:latin typeface="Times New Roman" panose="02020603050405020304" pitchFamily="18" charset="0"/>
              </a:rPr>
              <a:t>n</a:t>
            </a:r>
            <a:r>
              <a:rPr altLang="zh-CN" baseline="-25000" b="1" sz="2400" lang="en-US">
                <a:latin typeface="Times New Roman" panose="02020603050405020304" pitchFamily="18" charset="0"/>
              </a:rPr>
              <a:t>1</a:t>
            </a:r>
            <a:r>
              <a:rPr altLang="zh-CN" b="1" sz="2400" lang="en-US">
                <a:latin typeface="Times New Roman" panose="02020603050405020304" pitchFamily="18" charset="0"/>
              </a:rPr>
              <a:t>=</a:t>
            </a:r>
          </a:p>
          <a:p>
            <a:pPr eaLnBrk="1" hangingPunct="1">
              <a:spcBef>
                <a:spcPct val="0"/>
              </a:spcBef>
              <a:buFontTx/>
              <a:buNone/>
            </a:pPr>
            <a:r>
              <a:rPr altLang="zh-CN" b="1" sz="2400" lang="en-US">
                <a:latin typeface="Times New Roman" panose="02020603050405020304" pitchFamily="18" charset="0"/>
              </a:rPr>
              <a:t>=</a:t>
            </a:r>
            <a:r>
              <a:rPr altLang="zh-CN" b="1" sz="2400" i="1" lang="en-US">
                <a:latin typeface="Times New Roman" panose="02020603050405020304" pitchFamily="18" charset="0"/>
              </a:rPr>
              <a:t>k</a:t>
            </a:r>
            <a:r>
              <a:rPr altLang="zh-CN" b="1" sz="2400" lang="en-US">
                <a:latin typeface="Times New Roman" panose="02020603050405020304" pitchFamily="18" charset="0"/>
              </a:rPr>
              <a:t>+1</a:t>
            </a:r>
          </a:p>
          <a:p>
            <a:pPr eaLnBrk="1" hangingPunct="1">
              <a:spcBef>
                <a:spcPct val="0"/>
              </a:spcBef>
              <a:buFontTx/>
              <a:buNone/>
            </a:pPr>
            <a:r>
              <a:rPr altLang="zh-CN" b="1" sz="2400" lang="en-US">
                <a:latin typeface="Times New Roman" panose="02020603050405020304" pitchFamily="18" charset="0"/>
              </a:rPr>
              <a:t>=0</a:t>
            </a:r>
          </a:p>
        </p:txBody>
      </p:sp>
      <p:sp>
        <p:nvSpPr>
          <p:cNvPr id="1049521" name="Text Box 53"/>
          <p:cNvSpPr txBox="1">
            <a:spLocks noChangeArrowheads="1"/>
          </p:cNvSpPr>
          <p:nvPr/>
        </p:nvSpPr>
        <p:spPr bwMode="auto">
          <a:xfrm>
            <a:off x="534990" y="3322640"/>
            <a:ext cx="981938" cy="8026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i="1" lang="en-US">
                <a:latin typeface="Times New Roman" panose="02020603050405020304" pitchFamily="18" charset="0"/>
              </a:rPr>
              <a:t>j</a:t>
            </a:r>
            <a:r>
              <a:rPr altLang="zh-CN" b="1" sz="2400" lang="en-US">
                <a:latin typeface="Times New Roman" panose="02020603050405020304" pitchFamily="18" charset="0"/>
              </a:rPr>
              <a:t>=0</a:t>
            </a:r>
          </a:p>
          <a:p>
            <a:pPr eaLnBrk="1" hangingPunct="1">
              <a:spcBef>
                <a:spcPct val="0"/>
              </a:spcBef>
              <a:buFontTx/>
              <a:buNone/>
            </a:pPr>
            <a:r>
              <a:rPr altLang="zh-CN" b="1" sz="2400" i="1" lang="en-US">
                <a:latin typeface="Times New Roman" panose="02020603050405020304" pitchFamily="18" charset="0"/>
              </a:rPr>
              <a:t>n</a:t>
            </a:r>
            <a:r>
              <a:rPr altLang="zh-CN" baseline="-25000" b="1" sz="2400" lang="en-US">
                <a:latin typeface="Times New Roman" panose="02020603050405020304" pitchFamily="18" charset="0"/>
              </a:rPr>
              <a:t>0</a:t>
            </a:r>
            <a:r>
              <a:rPr altLang="zh-CN" b="1" sz="2400" lang="en-US">
                <a:latin typeface="Times New Roman" panose="02020603050405020304" pitchFamily="18" charset="0"/>
              </a:rPr>
              <a:t>=</a:t>
            </a:r>
            <a:r>
              <a:rPr altLang="zh-CN" b="1" sz="2400" lang="en-US">
                <a:latin typeface="Courier New" panose="02070309020205020404" pitchFamily="49" charset="0"/>
              </a:rPr>
              <a:t>-</a:t>
            </a:r>
            <a:r>
              <a:rPr altLang="zh-CN" b="1" sz="2400" lang="en-US">
                <a:latin typeface="Times New Roman" panose="02020603050405020304" pitchFamily="18" charset="0"/>
              </a:rPr>
              <a:t>1</a:t>
            </a:r>
          </a:p>
        </p:txBody>
      </p:sp>
      <p:sp>
        <p:nvSpPr>
          <p:cNvPr id="1049522" name="Text Box 54"/>
          <p:cNvSpPr txBox="1">
            <a:spLocks noChangeArrowheads="1"/>
          </p:cNvSpPr>
          <p:nvPr/>
        </p:nvSpPr>
        <p:spPr bwMode="auto">
          <a:xfrm>
            <a:off x="5611815" y="3357563"/>
            <a:ext cx="959266" cy="22250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i="1" lang="en-US">
                <a:latin typeface="Times New Roman" panose="02020603050405020304" pitchFamily="18" charset="0"/>
              </a:rPr>
              <a:t>j</a:t>
            </a:r>
            <a:r>
              <a:rPr altLang="zh-CN" b="1" sz="2400" lang="en-US">
                <a:latin typeface="Times New Roman" panose="02020603050405020304" pitchFamily="18" charset="0"/>
              </a:rPr>
              <a:t>=5</a:t>
            </a:r>
          </a:p>
          <a:p>
            <a:pPr eaLnBrk="1" hangingPunct="1">
              <a:spcBef>
                <a:spcPct val="0"/>
              </a:spcBef>
              <a:buFontTx/>
              <a:buNone/>
            </a:pPr>
            <a:r>
              <a:rPr altLang="zh-CN" b="1" sz="2400" i="1" lang="en-US">
                <a:latin typeface="Times New Roman" panose="02020603050405020304" pitchFamily="18" charset="0"/>
              </a:rPr>
              <a:t>k</a:t>
            </a:r>
            <a:r>
              <a:rPr altLang="zh-CN" b="1" sz="2400" lang="en-US">
                <a:latin typeface="Times New Roman" panose="02020603050405020304" pitchFamily="18" charset="0"/>
              </a:rPr>
              <a:t>=1</a:t>
            </a:r>
          </a:p>
          <a:p>
            <a:pPr eaLnBrk="1" hangingPunct="1">
              <a:spcBef>
                <a:spcPct val="0"/>
              </a:spcBef>
              <a:buFontTx/>
              <a:buNone/>
            </a:pPr>
            <a:r>
              <a:rPr altLang="zh-CN" b="1" sz="2400" i="1" lang="en-US">
                <a:latin typeface="Times New Roman" panose="02020603050405020304" pitchFamily="18" charset="0"/>
              </a:rPr>
              <a:t>p</a:t>
            </a:r>
            <a:r>
              <a:rPr altLang="zh-CN" baseline="-25000" b="1" sz="2400" lang="en-US">
                <a:latin typeface="Times New Roman" panose="02020603050405020304" pitchFamily="18" charset="0"/>
              </a:rPr>
              <a:t>4</a:t>
            </a:r>
            <a:r>
              <a:rPr altLang="zh-CN" b="1" sz="2400" lang="en-US">
                <a:latin typeface="Times New Roman" panose="02020603050405020304" pitchFamily="18" charset="0"/>
                <a:sym typeface="Symbol" panose="05050102010706020507" pitchFamily="18" charset="2"/>
              </a:rPr>
              <a:t>=</a:t>
            </a:r>
            <a:r>
              <a:rPr altLang="zh-CN" b="1" sz="2400" i="1" lang="en-US">
                <a:latin typeface="Times New Roman" panose="02020603050405020304" pitchFamily="18" charset="0"/>
              </a:rPr>
              <a:t>p</a:t>
            </a:r>
            <a:r>
              <a:rPr altLang="zh-CN" baseline="-25000" b="1" sz="2400" lang="en-US">
                <a:latin typeface="Times New Roman" panose="02020603050405020304" pitchFamily="18" charset="0"/>
              </a:rPr>
              <a:t>1</a:t>
            </a:r>
          </a:p>
          <a:p>
            <a:pPr eaLnBrk="1" hangingPunct="1">
              <a:spcBef>
                <a:spcPct val="0"/>
              </a:spcBef>
              <a:buFontTx/>
              <a:buNone/>
            </a:pPr>
            <a:r>
              <a:rPr altLang="zh-CN" b="1" sz="2400" i="1" lang="en-US">
                <a:latin typeface="Times New Roman" panose="02020603050405020304" pitchFamily="18" charset="0"/>
              </a:rPr>
              <a:t>n</a:t>
            </a:r>
            <a:r>
              <a:rPr altLang="zh-CN" baseline="-25000" b="1" sz="2400" lang="en-US">
                <a:latin typeface="Times New Roman" panose="02020603050405020304" pitchFamily="18" charset="0"/>
              </a:rPr>
              <a:t>5</a:t>
            </a:r>
            <a:r>
              <a:rPr altLang="zh-CN" b="1" sz="2400" lang="en-US">
                <a:latin typeface="Times New Roman" panose="02020603050405020304" pitchFamily="18" charset="0"/>
              </a:rPr>
              <a:t>=</a:t>
            </a:r>
          </a:p>
          <a:p>
            <a:pPr eaLnBrk="1" hangingPunct="1">
              <a:spcBef>
                <a:spcPct val="0"/>
              </a:spcBef>
              <a:buFontTx/>
              <a:buNone/>
            </a:pPr>
            <a:r>
              <a:rPr altLang="zh-CN" b="1" sz="2400" lang="en-US">
                <a:latin typeface="Times New Roman" panose="02020603050405020304" pitchFamily="18" charset="0"/>
              </a:rPr>
              <a:t> =</a:t>
            </a:r>
            <a:r>
              <a:rPr altLang="zh-CN" b="1" sz="2400" i="1" lang="en-US">
                <a:latin typeface="Times New Roman" panose="02020603050405020304" pitchFamily="18" charset="0"/>
              </a:rPr>
              <a:t>k</a:t>
            </a:r>
            <a:r>
              <a:rPr altLang="zh-CN" b="1" sz="2400" lang="en-US">
                <a:latin typeface="Times New Roman" panose="02020603050405020304" pitchFamily="18" charset="0"/>
              </a:rPr>
              <a:t>+1</a:t>
            </a:r>
          </a:p>
          <a:p>
            <a:pPr eaLnBrk="1" hangingPunct="1">
              <a:spcBef>
                <a:spcPct val="0"/>
              </a:spcBef>
              <a:buFontTx/>
              <a:buNone/>
            </a:pPr>
            <a:r>
              <a:rPr altLang="zh-CN" b="1" sz="2400" lang="en-US">
                <a:latin typeface="Times New Roman" panose="02020603050405020304" pitchFamily="18" charset="0"/>
              </a:rPr>
              <a:t> =2</a:t>
            </a:r>
          </a:p>
        </p:txBody>
      </p:sp>
      <p:sp>
        <p:nvSpPr>
          <p:cNvPr id="1049523" name="Text Box 55"/>
          <p:cNvSpPr txBox="1">
            <a:spLocks noChangeArrowheads="1"/>
          </p:cNvSpPr>
          <p:nvPr/>
        </p:nvSpPr>
        <p:spPr bwMode="auto">
          <a:xfrm>
            <a:off x="6589713" y="3370263"/>
            <a:ext cx="1522333" cy="2606041"/>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i="1" lang="en-US">
                <a:latin typeface="Times New Roman" panose="02020603050405020304" pitchFamily="18" charset="0"/>
              </a:rPr>
              <a:t>j</a:t>
            </a:r>
            <a:r>
              <a:rPr altLang="zh-CN" b="1" sz="2400" lang="en-US">
                <a:latin typeface="Times New Roman" panose="02020603050405020304" pitchFamily="18" charset="0"/>
              </a:rPr>
              <a:t>=6</a:t>
            </a:r>
          </a:p>
          <a:p>
            <a:pPr eaLnBrk="1" hangingPunct="1">
              <a:spcBef>
                <a:spcPct val="0"/>
              </a:spcBef>
              <a:buFontTx/>
              <a:buNone/>
            </a:pPr>
            <a:r>
              <a:rPr altLang="zh-CN" b="1" sz="2400" i="1" lang="en-US">
                <a:latin typeface="Times New Roman" panose="02020603050405020304" pitchFamily="18" charset="0"/>
              </a:rPr>
              <a:t>k</a:t>
            </a:r>
            <a:r>
              <a:rPr altLang="zh-CN" b="1" sz="2400" lang="en-US">
                <a:latin typeface="Times New Roman" panose="02020603050405020304" pitchFamily="18" charset="0"/>
              </a:rPr>
              <a:t>=2</a:t>
            </a:r>
          </a:p>
          <a:p>
            <a:pPr eaLnBrk="1" hangingPunct="1">
              <a:spcBef>
                <a:spcPct val="0"/>
              </a:spcBef>
              <a:buFontTx/>
              <a:buNone/>
            </a:pPr>
            <a:r>
              <a:rPr altLang="zh-CN" b="1" sz="2400" i="1" lang="en-US">
                <a:latin typeface="Times New Roman" panose="02020603050405020304" pitchFamily="18" charset="0"/>
              </a:rPr>
              <a:t>p</a:t>
            </a:r>
            <a:r>
              <a:rPr altLang="zh-CN" baseline="-25000" b="1" sz="2400" lang="en-US">
                <a:latin typeface="Times New Roman" panose="02020603050405020304" pitchFamily="18" charset="0"/>
              </a:rPr>
              <a:t>5</a:t>
            </a:r>
            <a:r>
              <a:rPr altLang="zh-CN" b="1" sz="2400" lang="en-US">
                <a:latin typeface="Times New Roman" panose="02020603050405020304" pitchFamily="18" charset="0"/>
                <a:sym typeface="Symbol" panose="05050102010706020507" pitchFamily="18" charset="2"/>
              </a:rPr>
              <a:t></a:t>
            </a:r>
            <a:r>
              <a:rPr altLang="zh-CN" b="1" sz="2400" i="1" lang="en-US">
                <a:latin typeface="Times New Roman" panose="02020603050405020304" pitchFamily="18" charset="0"/>
              </a:rPr>
              <a:t>p</a:t>
            </a:r>
            <a:r>
              <a:rPr altLang="zh-CN" baseline="-25000" b="1" sz="2400" lang="en-US">
                <a:latin typeface="Times New Roman" panose="02020603050405020304" pitchFamily="18" charset="0"/>
              </a:rPr>
              <a:t>2</a:t>
            </a:r>
          </a:p>
          <a:p>
            <a:pPr eaLnBrk="1" hangingPunct="1">
              <a:spcBef>
                <a:spcPct val="0"/>
              </a:spcBef>
              <a:buFontTx/>
              <a:buNone/>
            </a:pPr>
            <a:r>
              <a:rPr altLang="zh-CN" b="1" sz="2400" i="1" lang="en-US">
                <a:latin typeface="Times New Roman" panose="02020603050405020304" pitchFamily="18" charset="0"/>
              </a:rPr>
              <a:t>k</a:t>
            </a:r>
            <a:r>
              <a:rPr altLang="zh-CN" b="1" sz="2400" lang="en-US">
                <a:latin typeface="Times New Roman" panose="02020603050405020304" pitchFamily="18" charset="0"/>
              </a:rPr>
              <a:t>=</a:t>
            </a:r>
            <a:r>
              <a:rPr altLang="zh-CN" b="1" sz="2400" i="1" lang="en-US">
                <a:latin typeface="Times New Roman" panose="02020603050405020304" pitchFamily="18" charset="0"/>
              </a:rPr>
              <a:t>n</a:t>
            </a:r>
            <a:r>
              <a:rPr altLang="zh-CN" baseline="-25000" b="1" sz="2400" i="1" lang="en-US">
                <a:latin typeface="Times New Roman" panose="02020603050405020304" pitchFamily="18" charset="0"/>
              </a:rPr>
              <a:t>k</a:t>
            </a:r>
            <a:r>
              <a:rPr altLang="zh-CN" b="1" sz="2400" lang="en-US">
                <a:latin typeface="Times New Roman" panose="02020603050405020304" pitchFamily="18" charset="0"/>
              </a:rPr>
              <a:t>=0</a:t>
            </a:r>
          </a:p>
          <a:p>
            <a:pPr eaLnBrk="1" hangingPunct="1">
              <a:spcBef>
                <a:spcPct val="0"/>
              </a:spcBef>
              <a:buFontTx/>
              <a:buNone/>
            </a:pPr>
            <a:r>
              <a:rPr altLang="zh-CN" b="1" sz="2400" i="1" lang="en-US">
                <a:latin typeface="Times New Roman" panose="02020603050405020304" pitchFamily="18" charset="0"/>
              </a:rPr>
              <a:t>p</a:t>
            </a:r>
            <a:r>
              <a:rPr altLang="zh-CN" baseline="-25000" b="1" sz="2400" lang="en-US">
                <a:latin typeface="Times New Roman" panose="02020603050405020304" pitchFamily="18" charset="0"/>
              </a:rPr>
              <a:t>5</a:t>
            </a:r>
            <a:r>
              <a:rPr altLang="zh-CN" b="1" sz="2400" lang="en-US">
                <a:latin typeface="Times New Roman" panose="02020603050405020304" pitchFamily="18" charset="0"/>
                <a:sym typeface="Symbol" panose="05050102010706020507" pitchFamily="18" charset="2"/>
              </a:rPr>
              <a:t></a:t>
            </a:r>
            <a:r>
              <a:rPr altLang="zh-CN" b="1" sz="2400" i="1" lang="en-US">
                <a:latin typeface="Times New Roman" panose="02020603050405020304" pitchFamily="18" charset="0"/>
              </a:rPr>
              <a:t>p</a:t>
            </a:r>
            <a:r>
              <a:rPr altLang="zh-CN" baseline="-25000" b="1" sz="2400" lang="en-US">
                <a:latin typeface="Times New Roman" panose="02020603050405020304" pitchFamily="18" charset="0"/>
              </a:rPr>
              <a:t>0</a:t>
            </a:r>
          </a:p>
          <a:p>
            <a:pPr eaLnBrk="1" hangingPunct="1">
              <a:spcBef>
                <a:spcPct val="0"/>
              </a:spcBef>
              <a:buFontTx/>
              <a:buNone/>
            </a:pPr>
            <a:r>
              <a:rPr altLang="zh-CN" b="1" sz="2400" i="1" lang="en-US">
                <a:latin typeface="Times New Roman" panose="02020603050405020304" pitchFamily="18" charset="0"/>
              </a:rPr>
              <a:t>k</a:t>
            </a:r>
            <a:r>
              <a:rPr altLang="zh-CN" b="1" sz="2400" lang="en-US">
                <a:latin typeface="Times New Roman" panose="02020603050405020304" pitchFamily="18" charset="0"/>
              </a:rPr>
              <a:t>=</a:t>
            </a:r>
            <a:r>
              <a:rPr altLang="zh-CN" b="1" sz="2400" i="1" lang="en-US">
                <a:latin typeface="Times New Roman" panose="02020603050405020304" pitchFamily="18" charset="0"/>
              </a:rPr>
              <a:t>n</a:t>
            </a:r>
            <a:r>
              <a:rPr altLang="zh-CN" baseline="-25000" b="1" sz="2400" i="1" lang="en-US">
                <a:latin typeface="Times New Roman" panose="02020603050405020304" pitchFamily="18" charset="0"/>
              </a:rPr>
              <a:t>k</a:t>
            </a:r>
            <a:r>
              <a:rPr altLang="zh-CN" b="1" sz="2400" lang="en-US">
                <a:latin typeface="Times New Roman" panose="02020603050405020304" pitchFamily="18" charset="0"/>
              </a:rPr>
              <a:t>=</a:t>
            </a:r>
            <a:r>
              <a:rPr altLang="zh-CN" b="1" sz="2400" lang="en-US">
                <a:latin typeface="Courier New" panose="02070309020205020404" pitchFamily="49" charset="0"/>
              </a:rPr>
              <a:t>-</a:t>
            </a:r>
            <a:r>
              <a:rPr altLang="zh-CN" b="1" sz="2400" lang="en-US">
                <a:latin typeface="Times New Roman" panose="02020603050405020304" pitchFamily="18" charset="0"/>
              </a:rPr>
              <a:t>1</a:t>
            </a:r>
          </a:p>
          <a:p>
            <a:pPr eaLnBrk="1" hangingPunct="1">
              <a:spcBef>
                <a:spcPct val="0"/>
              </a:spcBef>
              <a:buFontTx/>
              <a:buNone/>
            </a:pPr>
            <a:r>
              <a:rPr altLang="zh-CN" b="1" sz="2400" i="1" lang="en-US">
                <a:latin typeface="Times New Roman" panose="02020603050405020304" pitchFamily="18" charset="0"/>
              </a:rPr>
              <a:t>n</a:t>
            </a:r>
            <a:r>
              <a:rPr altLang="zh-CN" baseline="-25000" b="1" sz="2400" lang="en-US">
                <a:latin typeface="Times New Roman" panose="02020603050405020304" pitchFamily="18" charset="0"/>
              </a:rPr>
              <a:t>5</a:t>
            </a:r>
            <a:r>
              <a:rPr altLang="zh-CN" b="1" sz="2400" lang="en-US">
                <a:latin typeface="Times New Roman" panose="02020603050405020304" pitchFamily="18" charset="0"/>
              </a:rPr>
              <a:t>=</a:t>
            </a:r>
            <a:r>
              <a:rPr altLang="zh-CN" b="1" sz="2400" i="1" lang="en-US">
                <a:latin typeface="Times New Roman" panose="02020603050405020304" pitchFamily="18" charset="0"/>
              </a:rPr>
              <a:t>k</a:t>
            </a:r>
            <a:r>
              <a:rPr altLang="zh-CN" b="1" sz="2400" lang="en-US">
                <a:latin typeface="Times New Roman" panose="02020603050405020304" pitchFamily="18" charset="0"/>
              </a:rPr>
              <a:t>+1=0</a:t>
            </a:r>
          </a:p>
        </p:txBody>
      </p:sp>
      <p:sp>
        <p:nvSpPr>
          <p:cNvPr id="1049524" name="Text Box 56"/>
          <p:cNvSpPr txBox="1">
            <a:spLocks noChangeArrowheads="1"/>
          </p:cNvSpPr>
          <p:nvPr/>
        </p:nvSpPr>
        <p:spPr bwMode="auto">
          <a:xfrm>
            <a:off x="7781927" y="3381375"/>
            <a:ext cx="1166733" cy="18694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400" i="1" lang="en-US">
                <a:latin typeface="Times New Roman" panose="02020603050405020304" pitchFamily="18" charset="0"/>
              </a:rPr>
              <a:t>j</a:t>
            </a:r>
            <a:r>
              <a:rPr altLang="zh-CN" b="1" sz="2400" lang="en-US">
                <a:latin typeface="Times New Roman" panose="02020603050405020304" pitchFamily="18" charset="0"/>
              </a:rPr>
              <a:t>=7</a:t>
            </a:r>
          </a:p>
          <a:p>
            <a:pPr eaLnBrk="1" hangingPunct="1">
              <a:spcBef>
                <a:spcPct val="0"/>
              </a:spcBef>
              <a:buFontTx/>
              <a:buNone/>
            </a:pPr>
            <a:r>
              <a:rPr altLang="zh-CN" b="1" sz="2400" i="1" lang="en-US">
                <a:latin typeface="Times New Roman" panose="02020603050405020304" pitchFamily="18" charset="0"/>
              </a:rPr>
              <a:t>k</a:t>
            </a:r>
            <a:r>
              <a:rPr altLang="zh-CN" b="1" sz="2400" lang="en-US">
                <a:latin typeface="Times New Roman" panose="02020603050405020304" pitchFamily="18" charset="0"/>
              </a:rPr>
              <a:t>=0</a:t>
            </a:r>
          </a:p>
          <a:p>
            <a:pPr eaLnBrk="1" hangingPunct="1">
              <a:spcBef>
                <a:spcPct val="0"/>
              </a:spcBef>
              <a:buFontTx/>
              <a:buNone/>
            </a:pPr>
            <a:r>
              <a:rPr altLang="zh-CN" b="1" sz="2400" i="1" lang="en-US">
                <a:latin typeface="Times New Roman" panose="02020603050405020304" pitchFamily="18" charset="0"/>
              </a:rPr>
              <a:t>p</a:t>
            </a:r>
            <a:r>
              <a:rPr altLang="zh-CN" baseline="-25000" b="1" sz="2400" lang="en-US">
                <a:latin typeface="Times New Roman" panose="02020603050405020304" pitchFamily="18" charset="0"/>
              </a:rPr>
              <a:t>6</a:t>
            </a:r>
            <a:r>
              <a:rPr altLang="zh-CN" b="1" sz="2400" lang="en-US">
                <a:latin typeface="Times New Roman" panose="02020603050405020304" pitchFamily="18" charset="0"/>
                <a:sym typeface="Symbol" panose="05050102010706020507" pitchFamily="18" charset="2"/>
              </a:rPr>
              <a:t>=</a:t>
            </a:r>
            <a:r>
              <a:rPr altLang="zh-CN" b="1" sz="2400" i="1" lang="en-US">
                <a:latin typeface="Times New Roman" panose="02020603050405020304" pitchFamily="18" charset="0"/>
              </a:rPr>
              <a:t>p</a:t>
            </a:r>
            <a:r>
              <a:rPr altLang="zh-CN" baseline="-25000" b="1" sz="2400" lang="en-US">
                <a:latin typeface="Times New Roman" panose="02020603050405020304" pitchFamily="18" charset="0"/>
              </a:rPr>
              <a:t>0</a:t>
            </a:r>
          </a:p>
          <a:p>
            <a:pPr eaLnBrk="1" hangingPunct="1">
              <a:spcBef>
                <a:spcPct val="0"/>
              </a:spcBef>
              <a:buFontTx/>
              <a:buNone/>
            </a:pPr>
            <a:r>
              <a:rPr altLang="zh-CN" b="1" sz="2400" i="1" lang="en-US">
                <a:latin typeface="Times New Roman" panose="02020603050405020304" pitchFamily="18" charset="0"/>
              </a:rPr>
              <a:t>n</a:t>
            </a:r>
            <a:r>
              <a:rPr altLang="zh-CN" baseline="-25000" b="1" sz="2400" lang="en-US">
                <a:latin typeface="Times New Roman" panose="02020603050405020304" pitchFamily="18" charset="0"/>
              </a:rPr>
              <a:t>7</a:t>
            </a:r>
            <a:r>
              <a:rPr altLang="zh-CN" b="1" sz="2400" lang="en-US">
                <a:latin typeface="Times New Roman" panose="02020603050405020304" pitchFamily="18" charset="0"/>
              </a:rPr>
              <a:t>=</a:t>
            </a:r>
            <a:r>
              <a:rPr altLang="zh-CN" b="1" sz="2400" i="1" lang="en-US">
                <a:latin typeface="Times New Roman" panose="02020603050405020304" pitchFamily="18" charset="0"/>
              </a:rPr>
              <a:t>k</a:t>
            </a:r>
            <a:r>
              <a:rPr altLang="zh-CN" b="1" sz="2400" lang="en-US">
                <a:latin typeface="Times New Roman" panose="02020603050405020304" pitchFamily="18" charset="0"/>
              </a:rPr>
              <a:t>+1</a:t>
            </a:r>
          </a:p>
          <a:p>
            <a:pPr eaLnBrk="1" hangingPunct="1">
              <a:spcBef>
                <a:spcPct val="0"/>
              </a:spcBef>
              <a:buFontTx/>
              <a:buNone/>
            </a:pPr>
            <a:r>
              <a:rPr altLang="zh-CN" b="1" sz="2400" lang="en-US">
                <a:latin typeface="Times New Roman" panose="02020603050405020304" pitchFamily="18" charset="0"/>
              </a:rPr>
              <a:t> =1</a:t>
            </a:r>
          </a:p>
        </p:txBody>
      </p:sp>
      <p:sp>
        <p:nvSpPr>
          <p:cNvPr id="1049525" name="Line 57"/>
          <p:cNvSpPr>
            <a:spLocks noChangeShapeType="1"/>
          </p:cNvSpPr>
          <p:nvPr/>
        </p:nvSpPr>
        <p:spPr bwMode="auto">
          <a:xfrm flipV="1">
            <a:off x="1055688" y="3000375"/>
            <a:ext cx="1365250" cy="425450"/>
          </a:xfrm>
          <a:prstGeom prst="line"/>
          <a:noFill/>
          <a:ln w="25400">
            <a:solidFill>
              <a:schemeClr val="tx2"/>
            </a:solidFill>
            <a:round/>
            <a:headEnd/>
            <a:tailEnd type="triangle" w="med" len="lg"/>
          </a:ln>
          <a:effectLst/>
        </p:spPr>
        <p:txBody>
          <a:bodyPr/>
          <a:p>
            <a:endParaRPr altLang="en-US" lang="zh-CN"/>
          </a:p>
        </p:txBody>
      </p:sp>
      <p:sp>
        <p:nvSpPr>
          <p:cNvPr id="1049526" name="Line 58"/>
          <p:cNvSpPr>
            <a:spLocks noChangeShapeType="1"/>
          </p:cNvSpPr>
          <p:nvPr/>
        </p:nvSpPr>
        <p:spPr bwMode="auto">
          <a:xfrm flipV="1">
            <a:off x="1982788" y="2998788"/>
            <a:ext cx="1262062" cy="436562"/>
          </a:xfrm>
          <a:prstGeom prst="line"/>
          <a:noFill/>
          <a:ln w="25400">
            <a:solidFill>
              <a:schemeClr val="tx2"/>
            </a:solidFill>
            <a:round/>
            <a:headEnd/>
            <a:tailEnd type="triangle" w="med" len="lg"/>
          </a:ln>
          <a:effectLst/>
        </p:spPr>
        <p:txBody>
          <a:bodyPr/>
          <a:p>
            <a:endParaRPr altLang="en-US" lang="zh-CN"/>
          </a:p>
        </p:txBody>
      </p:sp>
      <p:sp>
        <p:nvSpPr>
          <p:cNvPr id="1049527" name="Line 59"/>
          <p:cNvSpPr>
            <a:spLocks noChangeShapeType="1"/>
          </p:cNvSpPr>
          <p:nvPr/>
        </p:nvSpPr>
        <p:spPr bwMode="auto">
          <a:xfrm flipV="1">
            <a:off x="2921002" y="3011488"/>
            <a:ext cx="1057275" cy="412750"/>
          </a:xfrm>
          <a:prstGeom prst="line"/>
          <a:noFill/>
          <a:ln w="25400">
            <a:solidFill>
              <a:schemeClr val="tx2"/>
            </a:solidFill>
            <a:round/>
            <a:headEnd/>
            <a:tailEnd type="triangle" w="med" len="lg"/>
          </a:ln>
          <a:effectLst/>
        </p:spPr>
        <p:txBody>
          <a:bodyPr/>
          <a:p>
            <a:endParaRPr altLang="en-US" lang="zh-CN"/>
          </a:p>
        </p:txBody>
      </p:sp>
      <p:sp>
        <p:nvSpPr>
          <p:cNvPr id="1049528" name="Line 60"/>
          <p:cNvSpPr>
            <a:spLocks noChangeShapeType="1"/>
          </p:cNvSpPr>
          <p:nvPr/>
        </p:nvSpPr>
        <p:spPr bwMode="auto">
          <a:xfrm flipV="1">
            <a:off x="3992565" y="2998788"/>
            <a:ext cx="784225" cy="425450"/>
          </a:xfrm>
          <a:prstGeom prst="line"/>
          <a:noFill/>
          <a:ln w="25400">
            <a:solidFill>
              <a:schemeClr val="tx2"/>
            </a:solidFill>
            <a:round/>
            <a:headEnd/>
            <a:tailEnd type="triangle" w="med" len="lg"/>
          </a:ln>
          <a:effectLst/>
        </p:spPr>
        <p:txBody>
          <a:bodyPr/>
          <a:p>
            <a:endParaRPr altLang="en-US" lang="zh-CN"/>
          </a:p>
        </p:txBody>
      </p:sp>
      <p:sp>
        <p:nvSpPr>
          <p:cNvPr id="1049529" name="Line 61"/>
          <p:cNvSpPr>
            <a:spLocks noChangeShapeType="1"/>
          </p:cNvSpPr>
          <p:nvPr/>
        </p:nvSpPr>
        <p:spPr bwMode="auto">
          <a:xfrm flipV="1">
            <a:off x="4945065" y="3000375"/>
            <a:ext cx="592137" cy="438150"/>
          </a:xfrm>
          <a:prstGeom prst="line"/>
          <a:noFill/>
          <a:ln w="25400">
            <a:solidFill>
              <a:schemeClr val="tx2"/>
            </a:solidFill>
            <a:round/>
            <a:headEnd/>
            <a:tailEnd type="triangle" w="med" len="lg"/>
          </a:ln>
          <a:effectLst/>
        </p:spPr>
        <p:txBody>
          <a:bodyPr/>
          <a:p>
            <a:endParaRPr altLang="en-US" lang="zh-CN"/>
          </a:p>
        </p:txBody>
      </p:sp>
      <p:sp>
        <p:nvSpPr>
          <p:cNvPr id="1049530" name="Line 62"/>
          <p:cNvSpPr>
            <a:spLocks noChangeShapeType="1"/>
          </p:cNvSpPr>
          <p:nvPr/>
        </p:nvSpPr>
        <p:spPr bwMode="auto">
          <a:xfrm flipV="1">
            <a:off x="6038852" y="3000375"/>
            <a:ext cx="244475" cy="463550"/>
          </a:xfrm>
          <a:prstGeom prst="line"/>
          <a:noFill/>
          <a:ln w="25400">
            <a:solidFill>
              <a:schemeClr val="tx2"/>
            </a:solidFill>
            <a:round/>
            <a:headEnd/>
            <a:tailEnd type="triangle" w="med" len="lg"/>
          </a:ln>
          <a:effectLst/>
        </p:spPr>
        <p:txBody>
          <a:bodyPr/>
          <a:p>
            <a:endParaRPr altLang="en-US" lang="zh-CN"/>
          </a:p>
        </p:txBody>
      </p:sp>
      <p:sp>
        <p:nvSpPr>
          <p:cNvPr id="1049531" name="Line 63"/>
          <p:cNvSpPr>
            <a:spLocks noChangeShapeType="1"/>
          </p:cNvSpPr>
          <p:nvPr/>
        </p:nvSpPr>
        <p:spPr bwMode="auto">
          <a:xfrm flipV="1">
            <a:off x="6848477" y="2986088"/>
            <a:ext cx="244475" cy="463550"/>
          </a:xfrm>
          <a:prstGeom prst="line"/>
          <a:noFill/>
          <a:ln w="25400">
            <a:solidFill>
              <a:schemeClr val="tx2"/>
            </a:solidFill>
            <a:round/>
            <a:headEnd/>
            <a:tailEnd type="triangle" w="med" len="lg"/>
          </a:ln>
          <a:effectLst/>
        </p:spPr>
        <p:txBody>
          <a:bodyPr/>
          <a:p>
            <a:endParaRPr altLang="en-US" lang="zh-CN"/>
          </a:p>
        </p:txBody>
      </p:sp>
      <p:sp>
        <p:nvSpPr>
          <p:cNvPr id="1049532" name="Line 64"/>
          <p:cNvSpPr>
            <a:spLocks noChangeShapeType="1"/>
          </p:cNvSpPr>
          <p:nvPr/>
        </p:nvSpPr>
        <p:spPr bwMode="auto">
          <a:xfrm flipH="1" flipV="1">
            <a:off x="7824790" y="2971800"/>
            <a:ext cx="180975" cy="463550"/>
          </a:xfrm>
          <a:prstGeom prst="line"/>
          <a:noFill/>
          <a:ln w="25400">
            <a:solidFill>
              <a:schemeClr val="tx2"/>
            </a:solidFill>
            <a:round/>
            <a:headEnd/>
            <a:tailEnd type="triangle" w="med" len="lg"/>
          </a:ln>
          <a:effectLst/>
        </p:spPr>
        <p:txBody>
          <a:bodyPr/>
          <a:p>
            <a:endParaRPr altLang="en-US" lang="zh-CN"/>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282" name=""/>
        <p:cNvGrpSpPr/>
        <p:nvPr/>
      </p:nvGrpSpPr>
      <p:grpSpPr>
        <a:xfrm>
          <a:off x="0" y="0"/>
          <a:ext cx="0" cy="0"/>
          <a:chOff x="0" y="0"/>
          <a:chExt cx="0" cy="0"/>
        </a:xfrm>
      </p:grpSpPr>
      <p:sp>
        <p:nvSpPr>
          <p:cNvPr id="1049533" name="Rectangle 2"/>
          <p:cNvSpPr>
            <a:spLocks noGrp="1" noChangeArrowheads="1"/>
          </p:cNvSpPr>
          <p:nvPr>
            <p:ph type="title"/>
          </p:nvPr>
        </p:nvSpPr>
        <p:spPr>
          <a:xfrm>
            <a:off x="457200" y="285750"/>
            <a:ext cx="8229600" cy="615950"/>
          </a:xfrm>
        </p:spPr>
        <p:txBody>
          <a:bodyPr/>
          <a:p>
            <a:pPr eaLnBrk="1" hangingPunct="1"/>
            <a:r>
              <a:rPr altLang="en-US" b="1" sz="3600" lang="zh-CN">
                <a:latin typeface="华文新魏" panose="02010800040101010101" pitchFamily="2" charset="-122"/>
                <a:ea typeface="华文新魏" panose="02010800040101010101" pitchFamily="2" charset="-122"/>
              </a:rPr>
              <a:t>对当前串计算</a:t>
            </a:r>
            <a:r>
              <a:rPr altLang="zh-CN" b="1" sz="3600" lang="en-US">
                <a:latin typeface="华文新魏" panose="02010800040101010101" pitchFamily="2" charset="-122"/>
                <a:ea typeface="华文新魏" panose="02010800040101010101" pitchFamily="2" charset="-122"/>
              </a:rPr>
              <a:t>next</a:t>
            </a:r>
            <a:r>
              <a:rPr altLang="en-US" b="1" sz="3600" lang="zh-CN">
                <a:latin typeface="华文新魏" panose="02010800040101010101" pitchFamily="2" charset="-122"/>
                <a:ea typeface="华文新魏" panose="02010800040101010101" pitchFamily="2" charset="-122"/>
              </a:rPr>
              <a:t>特征向量的算法</a:t>
            </a:r>
          </a:p>
        </p:txBody>
      </p:sp>
      <p:sp>
        <p:nvSpPr>
          <p:cNvPr id="1049534" name="Rectangle 3"/>
          <p:cNvSpPr>
            <a:spLocks noGrp="1" noChangeArrowheads="1"/>
          </p:cNvSpPr>
          <p:nvPr>
            <p:ph idx="1"/>
          </p:nvPr>
        </p:nvSpPr>
        <p:spPr>
          <a:xfrm>
            <a:off x="609600" y="1270000"/>
            <a:ext cx="8229600" cy="4929188"/>
          </a:xfrm>
        </p:spPr>
        <p:txBody>
          <a:bodyPr/>
          <a:p>
            <a:pPr eaLnBrk="1" hangingPunct="1">
              <a:spcBef>
                <a:spcPct val="0"/>
              </a:spcBef>
              <a:buFontTx/>
              <a:buNone/>
            </a:pPr>
            <a:r>
              <a:rPr altLang="zh-CN" b="1" dirty="0" lang="en-US">
                <a:latin typeface="Times New Roman" panose="02020603050405020304" pitchFamily="18" charset="0"/>
                <a:ea typeface="隶书" panose="02010509060101010101" pitchFamily="49" charset="-122"/>
              </a:rPr>
              <a:t>void </a:t>
            </a:r>
            <a:r>
              <a:rPr altLang="zh-CN" dirty="0" lang="en-US" err="1">
                <a:latin typeface="Times New Roman" panose="02020603050405020304" pitchFamily="18" charset="0"/>
                <a:ea typeface="隶书" panose="02010509060101010101" pitchFamily="49" charset="-122"/>
              </a:rPr>
              <a:t>AString</a:t>
            </a:r>
            <a:r>
              <a:rPr altLang="zh-CN" b="1" dirty="0" lang="en-US">
                <a:latin typeface="Times New Roman" panose="02020603050405020304" pitchFamily="18" charset="0"/>
                <a:ea typeface="隶书" panose="02010509060101010101" pitchFamily="49" charset="-122"/>
              </a:rPr>
              <a:t>::</a:t>
            </a:r>
            <a:r>
              <a:rPr altLang="zh-CN" dirty="0" lang="en-US" err="1">
                <a:latin typeface="Times New Roman" panose="02020603050405020304" pitchFamily="18" charset="0"/>
                <a:ea typeface="隶书" panose="02010509060101010101" pitchFamily="49" charset="-122"/>
              </a:rPr>
              <a:t>getNext</a:t>
            </a:r>
            <a:r>
              <a:rPr altLang="zh-CN" dirty="0" lang="en-US">
                <a:latin typeface="Times New Roman" panose="02020603050405020304" pitchFamily="18" charset="0"/>
                <a:ea typeface="隶书" panose="02010509060101010101" pitchFamily="49" charset="-122"/>
              </a:rPr>
              <a:t>(</a:t>
            </a:r>
            <a:r>
              <a:rPr altLang="zh-CN" b="1" dirty="0" lang="en-US">
                <a:latin typeface="Times New Roman" panose="02020603050405020304" pitchFamily="18" charset="0"/>
                <a:ea typeface="隶书" panose="02010509060101010101" pitchFamily="49" charset="-122"/>
              </a:rPr>
              <a:t>int </a:t>
            </a:r>
            <a:r>
              <a:rPr altLang="zh-CN" dirty="0" lang="en-US">
                <a:latin typeface="Times New Roman" panose="02020603050405020304" pitchFamily="18" charset="0"/>
                <a:ea typeface="隶书" panose="02010509060101010101" pitchFamily="49" charset="-122"/>
              </a:rPr>
              <a:t>next[])</a:t>
            </a:r>
            <a:r>
              <a:rPr altLang="zh-CN" b="1" dirty="0"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b="1" dirty="0" lang="en-US">
                <a:latin typeface="Times New Roman" panose="02020603050405020304" pitchFamily="18" charset="0"/>
                <a:ea typeface="隶书" panose="02010509060101010101" pitchFamily="49" charset="-122"/>
              </a:rPr>
              <a:t>     int </a:t>
            </a:r>
            <a:r>
              <a:rPr altLang="zh-CN" dirty="0" lang="en-US">
                <a:latin typeface="Times New Roman" panose="02020603050405020304" pitchFamily="18" charset="0"/>
                <a:ea typeface="隶书" panose="02010509060101010101" pitchFamily="49" charset="-122"/>
              </a:rPr>
              <a:t>j = 0</a:t>
            </a:r>
            <a:r>
              <a:rPr altLang="zh-CN" b="1" dirty="0" lang="en-US">
                <a:latin typeface="Times New Roman" panose="02020603050405020304" pitchFamily="18" charset="0"/>
                <a:ea typeface="隶书" panose="02010509060101010101" pitchFamily="49" charset="-122"/>
              </a:rPr>
              <a:t>, </a:t>
            </a:r>
            <a:r>
              <a:rPr altLang="zh-CN" dirty="0" lang="en-US">
                <a:latin typeface="Times New Roman" panose="02020603050405020304" pitchFamily="18" charset="0"/>
                <a:ea typeface="隶书" panose="02010509060101010101" pitchFamily="49" charset="-122"/>
              </a:rPr>
              <a:t>k = </a:t>
            </a:r>
            <a:r>
              <a:rPr altLang="zh-CN" dirty="0" lang="en-US">
                <a:latin typeface="Courier New" panose="02070309020205020404" pitchFamily="49"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1</a:t>
            </a:r>
            <a:r>
              <a:rPr altLang="zh-CN" b="1"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lengthP</a:t>
            </a:r>
            <a:r>
              <a:rPr altLang="zh-CN" dirty="0" lang="en-US">
                <a:latin typeface="Times New Roman" panose="02020603050405020304" pitchFamily="18" charset="0"/>
                <a:ea typeface="隶书" panose="02010509060101010101" pitchFamily="49" charset="-122"/>
              </a:rPr>
              <a:t> = </a:t>
            </a:r>
            <a:r>
              <a:rPr altLang="zh-CN" dirty="0" lang="en-US" err="1">
                <a:latin typeface="Times New Roman" panose="02020603050405020304" pitchFamily="18" charset="0"/>
                <a:ea typeface="隶书" panose="02010509060101010101" pitchFamily="49" charset="-122"/>
              </a:rPr>
              <a:t>curLength</a:t>
            </a:r>
            <a:r>
              <a:rPr altLang="zh-CN" b="1" dirty="0"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dirty="0" lang="en-US">
                <a:latin typeface="Times New Roman" panose="02020603050405020304" pitchFamily="18" charset="0"/>
                <a:ea typeface="隶书" panose="02010509060101010101" pitchFamily="49" charset="-122"/>
              </a:rPr>
              <a:t>     </a:t>
            </a:r>
            <a:r>
              <a:rPr altLang="zh-CN" dirty="0" lang="en-US">
                <a:latin typeface="Times New Roman" panose="02020603050405020304" pitchFamily="18" charset="0"/>
                <a:ea typeface="隶书" panose="02010509060101010101" pitchFamily="49" charset="-122"/>
              </a:rPr>
              <a:t>next[0] = </a:t>
            </a:r>
            <a:r>
              <a:rPr altLang="zh-CN" dirty="0" lang="en-US">
                <a:latin typeface="Courier New" panose="02070309020205020404" pitchFamily="49"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1</a:t>
            </a:r>
            <a:r>
              <a:rPr altLang="zh-CN" b="1" dirty="0"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dirty="0" lang="en-US">
                <a:latin typeface="Times New Roman" panose="02020603050405020304" pitchFamily="18" charset="0"/>
                <a:ea typeface="隶书" panose="02010509060101010101" pitchFamily="49" charset="-122"/>
              </a:rPr>
              <a:t>     while </a:t>
            </a:r>
            <a:r>
              <a:rPr altLang="zh-CN" dirty="0" lang="en-US">
                <a:latin typeface="Times New Roman" panose="02020603050405020304" pitchFamily="18" charset="0"/>
                <a:ea typeface="隶书" panose="02010509060101010101" pitchFamily="49" charset="-122"/>
              </a:rPr>
              <a:t>(j &lt; </a:t>
            </a:r>
            <a:r>
              <a:rPr altLang="zh-CN" dirty="0" lang="en-US" err="1">
                <a:latin typeface="Times New Roman" panose="02020603050405020304" pitchFamily="18" charset="0"/>
                <a:ea typeface="隶书" panose="02010509060101010101" pitchFamily="49" charset="-122"/>
              </a:rPr>
              <a:t>lengthP</a:t>
            </a:r>
            <a:r>
              <a:rPr altLang="zh-CN" dirty="0" lang="en-US">
                <a:latin typeface="Times New Roman" panose="02020603050405020304" pitchFamily="18" charset="0"/>
                <a:ea typeface="隶书" panose="02010509060101010101" pitchFamily="49" charset="-122"/>
              </a:rPr>
              <a:t>)</a:t>
            </a:r>
            <a:r>
              <a:rPr altLang="zh-CN" b="1"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计算</a:t>
            </a:r>
            <a:r>
              <a:rPr altLang="zh-CN" b="1" dirty="0" lang="en-US">
                <a:solidFill>
                  <a:schemeClr val="tx2"/>
                </a:solidFill>
                <a:latin typeface="Times New Roman" panose="02020603050405020304" pitchFamily="18" charset="0"/>
                <a:ea typeface="隶书" panose="02010509060101010101" pitchFamily="49" charset="-122"/>
              </a:rPr>
              <a:t>next[j]</a:t>
            </a:r>
          </a:p>
          <a:p>
            <a:pPr eaLnBrk="1" hangingPunct="1">
              <a:spcBef>
                <a:spcPct val="0"/>
              </a:spcBef>
              <a:buFontTx/>
              <a:buNone/>
            </a:pPr>
            <a:r>
              <a:rPr altLang="zh-CN" b="1" dirty="0" lang="en-US">
                <a:latin typeface="Times New Roman" panose="02020603050405020304" pitchFamily="18" charset="0"/>
                <a:ea typeface="隶书" panose="02010509060101010101" pitchFamily="49" charset="-122"/>
              </a:rPr>
              <a:t>          if </a:t>
            </a:r>
            <a:r>
              <a:rPr altLang="zh-CN" dirty="0" lang="en-US">
                <a:latin typeface="Times New Roman" panose="02020603050405020304" pitchFamily="18" charset="0"/>
                <a:ea typeface="隶书" panose="02010509060101010101" pitchFamily="49" charset="-122"/>
              </a:rPr>
              <a:t>( k == </a:t>
            </a:r>
            <a:r>
              <a:rPr altLang="zh-CN" dirty="0" lang="en-US">
                <a:latin typeface="Courier New" panose="02070309020205020404" pitchFamily="49"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1</a:t>
            </a:r>
            <a:r>
              <a:rPr altLang="zh-CN" b="1" dirty="0" lang="en-US">
                <a:latin typeface="Times New Roman" panose="02020603050405020304" pitchFamily="18" charset="0"/>
                <a:ea typeface="隶书" panose="02010509060101010101" pitchFamily="49" charset="-122"/>
              </a:rPr>
              <a:t> || </a:t>
            </a:r>
            <a:r>
              <a:rPr altLang="zh-CN" dirty="0" lang="en-US" err="1">
                <a:latin typeface="Times New Roman" panose="02020603050405020304" pitchFamily="18" charset="0"/>
                <a:ea typeface="隶书" panose="02010509060101010101" pitchFamily="49" charset="-122"/>
              </a:rPr>
              <a:t>ch</a:t>
            </a:r>
            <a:r>
              <a:rPr altLang="zh-CN" dirty="0" lang="en-US">
                <a:latin typeface="Times New Roman" panose="02020603050405020304" pitchFamily="18" charset="0"/>
                <a:ea typeface="隶书" panose="02010509060101010101" pitchFamily="49" charset="-122"/>
              </a:rPr>
              <a:t>[j] == </a:t>
            </a:r>
            <a:r>
              <a:rPr altLang="zh-CN" dirty="0" lang="en-US" err="1">
                <a:latin typeface="Times New Roman" panose="02020603050405020304" pitchFamily="18" charset="0"/>
                <a:ea typeface="隶书" panose="02010509060101010101" pitchFamily="49" charset="-122"/>
              </a:rPr>
              <a:t>ch</a:t>
            </a:r>
            <a:r>
              <a:rPr altLang="zh-CN" dirty="0" lang="en-US">
                <a:latin typeface="Times New Roman" panose="02020603050405020304" pitchFamily="18" charset="0"/>
                <a:ea typeface="隶书" panose="02010509060101010101" pitchFamily="49" charset="-122"/>
              </a:rPr>
              <a:t>[k])</a:t>
            </a:r>
            <a:r>
              <a:rPr altLang="zh-CN" b="1" dirty="0"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b="1"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j++</a:t>
            </a:r>
            <a:r>
              <a:rPr altLang="zh-CN" b="1" dirty="0" lang="en-US">
                <a:latin typeface="Times New Roman" panose="02020603050405020304" pitchFamily="18" charset="0"/>
                <a:ea typeface="隶书" panose="02010509060101010101" pitchFamily="49" charset="-122"/>
              </a:rPr>
              <a:t>;  </a:t>
            </a:r>
            <a:r>
              <a:rPr altLang="zh-CN" dirty="0" lang="en-US">
                <a:latin typeface="Times New Roman" panose="02020603050405020304" pitchFamily="18" charset="0"/>
                <a:ea typeface="隶书" panose="02010509060101010101" pitchFamily="49" charset="-122"/>
              </a:rPr>
              <a:t>k++</a:t>
            </a:r>
            <a:r>
              <a:rPr altLang="zh-CN" b="1" dirty="0"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dirty="0" lang="en-US">
                <a:latin typeface="Times New Roman" panose="02020603050405020304" pitchFamily="18" charset="0"/>
                <a:ea typeface="隶书" panose="02010509060101010101" pitchFamily="49" charset="-122"/>
              </a:rPr>
              <a:t>	           </a:t>
            </a:r>
            <a:r>
              <a:rPr altLang="zh-CN" dirty="0" lang="en-US">
                <a:latin typeface="Times New Roman" panose="02020603050405020304" pitchFamily="18" charset="0"/>
                <a:ea typeface="隶书" panose="02010509060101010101" pitchFamily="49" charset="-122"/>
              </a:rPr>
              <a:t>next[j] = k</a:t>
            </a:r>
            <a:r>
              <a:rPr altLang="zh-CN" b="1" dirty="0"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dirty="0"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b="1" dirty="0" lang="en-US">
                <a:latin typeface="Times New Roman" panose="02020603050405020304" pitchFamily="18" charset="0"/>
                <a:ea typeface="隶书" panose="02010509060101010101" pitchFamily="49" charset="-122"/>
              </a:rPr>
              <a:t>          else </a:t>
            </a:r>
            <a:r>
              <a:rPr altLang="zh-CN" dirty="0" lang="en-US">
                <a:latin typeface="Times New Roman" panose="02020603050405020304" pitchFamily="18" charset="0"/>
                <a:ea typeface="隶书" panose="02010509060101010101" pitchFamily="49" charset="-122"/>
              </a:rPr>
              <a:t>k = next[k]</a:t>
            </a:r>
            <a:r>
              <a:rPr altLang="zh-CN" b="1" dirty="0"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dirty="0" lang="en-US">
                <a:latin typeface="Times New Roman" panose="02020603050405020304" pitchFamily="18"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 </a:t>
            </a:r>
          </a:p>
        </p:txBody>
      </p:sp>
      <p:sp>
        <p:nvSpPr>
          <p:cNvPr id="1049535" name="动作按钮: 转到开头 2">
            <a:hlinkClick r:id="rId1" action="ppaction://hlinksldjump" highlightClick="1"/>
          </p:cNvPr>
          <p:cNvSpPr/>
          <p:nvPr/>
        </p:nvSpPr>
        <p:spPr>
          <a:xfrm>
            <a:off x="7830589" y="6083863"/>
            <a:ext cx="520931" cy="380279"/>
          </a:xfrm>
          <a:prstGeom prst="actionButtonBeginning"/>
        </p:spPr>
        <p:style>
          <a:lnRef idx="1">
            <a:schemeClr val="accent5"/>
          </a:lnRef>
          <a:fillRef idx="2">
            <a:schemeClr val="accent5"/>
          </a:fillRef>
          <a:effectRef idx="1">
            <a:schemeClr val="accent5"/>
          </a:effectRef>
          <a:fontRef idx="minor">
            <a:schemeClr val="dk1"/>
          </a:fontRef>
        </p:style>
        <p:txBody>
          <a:bodyPr anchor="ctr" rtlCol="0"/>
          <a:p>
            <a:pPr algn="ctr"/>
            <a:endParaRPr altLang="en-US" lang="zh-CN"/>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283" name=""/>
        <p:cNvGrpSpPr/>
        <p:nvPr/>
      </p:nvGrpSpPr>
      <p:grpSpPr>
        <a:xfrm>
          <a:off x="0" y="0"/>
          <a:ext cx="0" cy="0"/>
          <a:chOff x="0" y="0"/>
          <a:chExt cx="0" cy="0"/>
        </a:xfrm>
      </p:grpSpPr>
      <p:sp>
        <p:nvSpPr>
          <p:cNvPr id="1049536" name="Rectangle 2"/>
          <p:cNvSpPr>
            <a:spLocks noGrp="1" noChangeArrowheads="1"/>
          </p:cNvSpPr>
          <p:nvPr>
            <p:ph type="title"/>
          </p:nvPr>
        </p:nvSpPr>
        <p:spPr>
          <a:xfrm>
            <a:off x="685800" y="381002"/>
            <a:ext cx="7772400" cy="893763"/>
          </a:xfrm>
        </p:spPr>
        <p:txBody>
          <a:bodyPr/>
          <a:p>
            <a:pPr eaLnBrk="1" hangingPunct="1"/>
            <a:r>
              <a:rPr altLang="en-US" b="1" sz="4000" lang="zh-CN">
                <a:solidFill>
                  <a:srgbClr val="C00000"/>
                </a:solidFill>
                <a:latin typeface="华文新魏" panose="02010800040101010101" pitchFamily="2" charset="-122"/>
                <a:ea typeface="华文新魏" panose="02010800040101010101" pitchFamily="2" charset="-122"/>
              </a:rPr>
              <a:t>广义表 </a:t>
            </a:r>
            <a:r>
              <a:rPr altLang="zh-CN" b="1" sz="4000" lang="en-US">
                <a:solidFill>
                  <a:srgbClr val="C00000"/>
                </a:solidFill>
                <a:latin typeface="华文新魏" panose="02010800040101010101" pitchFamily="2" charset="-122"/>
                <a:ea typeface="华文新魏" panose="02010800040101010101" pitchFamily="2" charset="-122"/>
              </a:rPr>
              <a:t>(General Lists )</a:t>
            </a:r>
          </a:p>
        </p:txBody>
      </p:sp>
      <p:sp>
        <p:nvSpPr>
          <p:cNvPr id="1049537" name="Rectangle 3"/>
          <p:cNvSpPr>
            <a:spLocks noGrp="1" noChangeArrowheads="1"/>
          </p:cNvSpPr>
          <p:nvPr>
            <p:ph idx="1"/>
          </p:nvPr>
        </p:nvSpPr>
        <p:spPr>
          <a:xfrm>
            <a:off x="698500" y="1509715"/>
            <a:ext cx="7791450" cy="4752975"/>
          </a:xfrm>
        </p:spPr>
        <p:txBody>
          <a:bodyPr/>
          <a:p>
            <a:pPr eaLnBrk="1" hangingPunct="1">
              <a:lnSpc>
                <a:spcPct val="105000"/>
              </a:lnSpc>
              <a:buClr>
                <a:srgbClr val="990099"/>
              </a:buClr>
              <a:buSzPct val="50000"/>
            </a:pPr>
            <a:r>
              <a:rPr altLang="en-US" b="1" dirty="0" sz="3400" lang="zh-CN">
                <a:latin typeface="Times New Roman" panose="02020603050405020304" pitchFamily="18" charset="0"/>
                <a:ea typeface="仿宋_GB2312" pitchFamily="49" charset="-122"/>
              </a:rPr>
              <a:t>广义表是 </a:t>
            </a:r>
            <a:r>
              <a:rPr altLang="zh-CN" b="1" dirty="0" sz="3400" i="1" lang="en-US">
                <a:solidFill>
                  <a:srgbClr val="6600FF"/>
                </a:solidFill>
                <a:latin typeface="Times New Roman" panose="02020603050405020304" pitchFamily="18" charset="0"/>
                <a:ea typeface="仿宋_GB2312" pitchFamily="49" charset="-122"/>
              </a:rPr>
              <a:t>n</a:t>
            </a:r>
            <a:r>
              <a:rPr altLang="zh-CN" b="1" dirty="0" sz="3400" lang="en-US">
                <a:solidFill>
                  <a:srgbClr val="6600FF"/>
                </a:solidFill>
                <a:latin typeface="Times New Roman" panose="02020603050405020304" pitchFamily="18" charset="0"/>
                <a:ea typeface="仿宋_GB2312" pitchFamily="49" charset="-122"/>
              </a:rPr>
              <a:t> ( </a:t>
            </a:r>
            <a:r>
              <a:rPr altLang="zh-CN" b="1" dirty="0" sz="3400" lang="en-US">
                <a:solidFill>
                  <a:srgbClr val="6600FF"/>
                </a:solidFill>
                <a:latin typeface="宋体" panose="02010600030101010101" pitchFamily="2" charset="-122"/>
              </a:rPr>
              <a:t>≥</a:t>
            </a:r>
            <a:r>
              <a:rPr altLang="zh-CN" b="1" dirty="0" sz="3400" lang="en-US">
                <a:solidFill>
                  <a:srgbClr val="6600FF"/>
                </a:solidFill>
                <a:latin typeface="Times New Roman" panose="02020603050405020304" pitchFamily="18" charset="0"/>
                <a:ea typeface="仿宋_GB2312" pitchFamily="49" charset="-122"/>
                <a:sym typeface="Symbol" panose="05050102010706020507" pitchFamily="18" charset="2"/>
              </a:rPr>
              <a:t>0 </a:t>
            </a:r>
            <a:r>
              <a:rPr altLang="zh-CN" b="1" dirty="0" sz="3400" lang="en-US">
                <a:solidFill>
                  <a:srgbClr val="6600FF"/>
                </a:solidFill>
                <a:latin typeface="Times New Roman" panose="02020603050405020304" pitchFamily="18" charset="0"/>
                <a:ea typeface="仿宋_GB2312" pitchFamily="49" charset="-122"/>
              </a:rPr>
              <a:t>) </a:t>
            </a:r>
            <a:r>
              <a:rPr altLang="en-US" b="1" dirty="0" sz="3400" lang="zh-CN">
                <a:latin typeface="Times New Roman" panose="02020603050405020304" pitchFamily="18" charset="0"/>
                <a:ea typeface="仿宋_GB2312" pitchFamily="49" charset="-122"/>
              </a:rPr>
              <a:t>个</a:t>
            </a:r>
            <a:r>
              <a:rPr altLang="en-US" b="1" dirty="0" sz="3400" lang="zh-CN">
                <a:solidFill>
                  <a:schemeClr val="tx2"/>
                </a:solidFill>
                <a:latin typeface="Times New Roman" panose="02020603050405020304" pitchFamily="18" charset="0"/>
                <a:ea typeface="仿宋_GB2312" pitchFamily="49" charset="-122"/>
              </a:rPr>
              <a:t>表元素</a:t>
            </a:r>
            <a:r>
              <a:rPr altLang="en-US" b="1" dirty="0" sz="3400" lang="zh-CN">
                <a:latin typeface="Times New Roman" panose="02020603050405020304" pitchFamily="18" charset="0"/>
                <a:ea typeface="仿宋_GB2312" pitchFamily="49" charset="-122"/>
              </a:rPr>
              <a:t>组成的有限序列，记作</a:t>
            </a:r>
            <a:endParaRPr altLang="en-US" dirty="0" sz="3400" lang="zh-CN">
              <a:latin typeface="Times New Roman" panose="02020603050405020304" pitchFamily="18" charset="0"/>
              <a:ea typeface="仿宋_GB2312" pitchFamily="49" charset="-122"/>
            </a:endParaRPr>
          </a:p>
          <a:p>
            <a:pPr eaLnBrk="1" hangingPunct="1">
              <a:lnSpc>
                <a:spcPct val="105000"/>
              </a:lnSpc>
              <a:buClr>
                <a:srgbClr val="990099"/>
              </a:buClr>
              <a:buSzPct val="50000"/>
              <a:buFontTx/>
              <a:buNone/>
            </a:pPr>
            <a:r>
              <a:rPr altLang="en-US" dirty="0" sz="3400" i="1" lang="zh-CN">
                <a:latin typeface="Times New Roman" panose="02020603050405020304" pitchFamily="18" charset="0"/>
                <a:ea typeface="仿宋_GB2312" pitchFamily="49" charset="-122"/>
              </a:rPr>
              <a:t>             </a:t>
            </a:r>
            <a:r>
              <a:rPr altLang="zh-CN" b="1" dirty="0" sz="3400" i="1" lang="en-US">
                <a:latin typeface="Times New Roman" panose="02020603050405020304" pitchFamily="18" charset="0"/>
                <a:ea typeface="仿宋_GB2312" pitchFamily="49" charset="-122"/>
              </a:rPr>
              <a:t>LS</a:t>
            </a:r>
            <a:r>
              <a:rPr altLang="zh-CN" b="1" dirty="0" sz="3400" lang="en-US">
                <a:latin typeface="Times New Roman" panose="02020603050405020304" pitchFamily="18" charset="0"/>
                <a:ea typeface="仿宋_GB2312" pitchFamily="49" charset="-122"/>
              </a:rPr>
              <a:t> (</a:t>
            </a:r>
            <a:r>
              <a:rPr altLang="zh-CN" b="1" dirty="0" sz="3400" i="1" lang="en-US">
                <a:latin typeface="Times New Roman" panose="02020603050405020304" pitchFamily="18" charset="0"/>
                <a:ea typeface="仿宋_GB2312" pitchFamily="49" charset="-122"/>
              </a:rPr>
              <a:t>a</a:t>
            </a:r>
            <a:r>
              <a:rPr altLang="zh-CN" baseline="-25000" b="1" dirty="0" sz="3400" lang="en-US">
                <a:latin typeface="Times New Roman" panose="02020603050405020304" pitchFamily="18" charset="0"/>
                <a:ea typeface="仿宋_GB2312" pitchFamily="49" charset="-122"/>
              </a:rPr>
              <a:t>1</a:t>
            </a:r>
            <a:r>
              <a:rPr altLang="zh-CN" b="1" dirty="0" sz="3400" lang="en-US">
                <a:latin typeface="Times New Roman" panose="02020603050405020304" pitchFamily="18" charset="0"/>
                <a:ea typeface="仿宋_GB2312" pitchFamily="49" charset="-122"/>
              </a:rPr>
              <a:t>, </a:t>
            </a:r>
            <a:r>
              <a:rPr altLang="zh-CN" b="1" dirty="0" sz="3400" i="1" lang="en-US">
                <a:latin typeface="Times New Roman" panose="02020603050405020304" pitchFamily="18" charset="0"/>
                <a:ea typeface="仿宋_GB2312" pitchFamily="49" charset="-122"/>
              </a:rPr>
              <a:t>a</a:t>
            </a:r>
            <a:r>
              <a:rPr altLang="zh-CN" baseline="-25000" b="1" dirty="0" sz="3400" lang="en-US">
                <a:latin typeface="Times New Roman" panose="02020603050405020304" pitchFamily="18" charset="0"/>
                <a:ea typeface="仿宋_GB2312" pitchFamily="49" charset="-122"/>
              </a:rPr>
              <a:t>2</a:t>
            </a:r>
            <a:r>
              <a:rPr altLang="zh-CN" b="1" dirty="0" sz="3400" lang="en-US">
                <a:latin typeface="Times New Roman" panose="02020603050405020304" pitchFamily="18" charset="0"/>
                <a:ea typeface="仿宋_GB2312" pitchFamily="49" charset="-122"/>
              </a:rPr>
              <a:t>, </a:t>
            </a:r>
            <a:r>
              <a:rPr altLang="zh-CN" b="1" dirty="0" sz="3400" i="1" lang="en-US">
                <a:latin typeface="Times New Roman" panose="02020603050405020304" pitchFamily="18" charset="0"/>
                <a:ea typeface="仿宋_GB2312" pitchFamily="49" charset="-122"/>
              </a:rPr>
              <a:t>a</a:t>
            </a:r>
            <a:r>
              <a:rPr altLang="zh-CN" baseline="-25000" b="1" dirty="0" sz="3400" lang="en-US">
                <a:latin typeface="Times New Roman" panose="02020603050405020304" pitchFamily="18" charset="0"/>
                <a:ea typeface="仿宋_GB2312" pitchFamily="49" charset="-122"/>
              </a:rPr>
              <a:t>3</a:t>
            </a:r>
            <a:r>
              <a:rPr altLang="zh-CN" b="1" dirty="0" sz="3400" lang="en-US">
                <a:latin typeface="Times New Roman" panose="02020603050405020304" pitchFamily="18" charset="0"/>
                <a:ea typeface="仿宋_GB2312" pitchFamily="49" charset="-122"/>
              </a:rPr>
              <a:t>, …, </a:t>
            </a:r>
            <a:r>
              <a:rPr altLang="zh-CN" b="1" dirty="0" sz="3400" i="1" lang="en-US">
                <a:latin typeface="Times New Roman" panose="02020603050405020304" pitchFamily="18" charset="0"/>
                <a:ea typeface="仿宋_GB2312" pitchFamily="49" charset="-122"/>
              </a:rPr>
              <a:t>a</a:t>
            </a:r>
            <a:r>
              <a:rPr altLang="zh-CN" baseline="-25000" b="1" dirty="0" sz="3400" i="1" lang="en-US">
                <a:latin typeface="Times New Roman" panose="02020603050405020304" pitchFamily="18" charset="0"/>
                <a:ea typeface="仿宋_GB2312" pitchFamily="49" charset="-122"/>
              </a:rPr>
              <a:t>n</a:t>
            </a:r>
            <a:r>
              <a:rPr altLang="zh-CN" b="1" dirty="0" sz="3400" lang="en-US">
                <a:latin typeface="Times New Roman" panose="02020603050405020304" pitchFamily="18" charset="0"/>
                <a:ea typeface="仿宋_GB2312" pitchFamily="49" charset="-122"/>
              </a:rPr>
              <a:t>)</a:t>
            </a:r>
          </a:p>
          <a:p>
            <a:pPr eaLnBrk="1" hangingPunct="1">
              <a:lnSpc>
                <a:spcPct val="105000"/>
              </a:lnSpc>
              <a:buClr>
                <a:srgbClr val="990099"/>
              </a:buClr>
              <a:buSzPct val="50000"/>
            </a:pPr>
            <a:r>
              <a:rPr altLang="zh-CN" b="1" dirty="0" sz="3400" i="1" lang="en-US">
                <a:latin typeface="Times New Roman" panose="02020603050405020304" pitchFamily="18" charset="0"/>
                <a:ea typeface="仿宋_GB2312" pitchFamily="49" charset="-122"/>
              </a:rPr>
              <a:t>LS </a:t>
            </a:r>
            <a:r>
              <a:rPr altLang="zh-CN" b="1" dirty="0" sz="3400" lang="zh-CN">
                <a:latin typeface="Times New Roman" panose="02020603050405020304" pitchFamily="18" charset="0"/>
                <a:ea typeface="仿宋_GB2312" pitchFamily="49" charset="-122"/>
              </a:rPr>
              <a:t>是表名，</a:t>
            </a:r>
            <a:r>
              <a:rPr altLang="zh-CN" b="1" dirty="0" sz="3400" i="1" lang="en-US">
                <a:latin typeface="Times New Roman" panose="02020603050405020304" pitchFamily="18" charset="0"/>
                <a:ea typeface="仿宋_GB2312" pitchFamily="49" charset="-122"/>
              </a:rPr>
              <a:t>a</a:t>
            </a:r>
            <a:r>
              <a:rPr altLang="zh-CN" baseline="-25000" b="1" dirty="0" sz="3400" i="1" lang="en-US">
                <a:latin typeface="Times New Roman" panose="02020603050405020304" pitchFamily="18" charset="0"/>
                <a:ea typeface="仿宋_GB2312" pitchFamily="49" charset="-122"/>
              </a:rPr>
              <a:t>i </a:t>
            </a:r>
            <a:r>
              <a:rPr altLang="zh-CN" b="1" dirty="0" sz="3400" lang="zh-CN">
                <a:latin typeface="Times New Roman" panose="02020603050405020304" pitchFamily="18" charset="0"/>
                <a:ea typeface="仿宋_GB2312" pitchFamily="49" charset="-122"/>
              </a:rPr>
              <a:t>是</a:t>
            </a:r>
            <a:r>
              <a:rPr altLang="zh-CN" b="1" dirty="0" sz="3400" lang="zh-CN">
                <a:solidFill>
                  <a:srgbClr val="6600FF"/>
                </a:solidFill>
                <a:latin typeface="Times New Roman" panose="02020603050405020304" pitchFamily="18" charset="0"/>
                <a:ea typeface="仿宋_GB2312" pitchFamily="49" charset="-122"/>
              </a:rPr>
              <a:t>表元素</a:t>
            </a:r>
            <a:r>
              <a:rPr altLang="zh-CN" b="1" dirty="0" sz="3400" lang="zh-CN">
                <a:latin typeface="Times New Roman" panose="02020603050405020304" pitchFamily="18" charset="0"/>
                <a:ea typeface="仿宋_GB2312" pitchFamily="49" charset="-122"/>
              </a:rPr>
              <a:t>，可以是表（</a:t>
            </a:r>
            <a:r>
              <a:rPr altLang="en-US" b="1" dirty="0" sz="3400" lang="zh-CN">
                <a:latin typeface="Times New Roman" panose="02020603050405020304" pitchFamily="18" charset="0"/>
                <a:ea typeface="仿宋_GB2312" pitchFamily="49" charset="-122"/>
              </a:rPr>
              <a:t>称为</a:t>
            </a:r>
            <a:r>
              <a:rPr altLang="en-US" b="1" dirty="0" sz="3400" lang="zh-CN">
                <a:solidFill>
                  <a:srgbClr val="6600FF"/>
                </a:solidFill>
                <a:latin typeface="Times New Roman" panose="02020603050405020304" pitchFamily="18" charset="0"/>
                <a:ea typeface="仿宋_GB2312" pitchFamily="49" charset="-122"/>
              </a:rPr>
              <a:t>子表</a:t>
            </a:r>
            <a:r>
              <a:rPr altLang="en-US" b="1" dirty="0" sz="3400" lang="zh-CN">
                <a:latin typeface="Times New Roman" panose="02020603050405020304" pitchFamily="18" charset="0"/>
                <a:ea typeface="仿宋_GB2312" pitchFamily="49" charset="-122"/>
              </a:rPr>
              <a:t>），可以是数据元素（称为</a:t>
            </a:r>
            <a:r>
              <a:rPr altLang="en-US" b="1" dirty="0" sz="3400" lang="zh-CN">
                <a:solidFill>
                  <a:srgbClr val="6600FF"/>
                </a:solidFill>
                <a:latin typeface="Times New Roman" panose="02020603050405020304" pitchFamily="18" charset="0"/>
                <a:ea typeface="仿宋_GB2312" pitchFamily="49" charset="-122"/>
              </a:rPr>
              <a:t>原子</a:t>
            </a:r>
            <a:r>
              <a:rPr altLang="en-US" b="1" dirty="0" sz="3400" lang="zh-CN">
                <a:latin typeface="Times New Roman" panose="02020603050405020304" pitchFamily="18" charset="0"/>
                <a:ea typeface="仿宋_GB2312" pitchFamily="49" charset="-122"/>
              </a:rPr>
              <a:t>）。</a:t>
            </a:r>
          </a:p>
          <a:p>
            <a:pPr eaLnBrk="1" hangingPunct="1">
              <a:lnSpc>
                <a:spcPct val="105000"/>
              </a:lnSpc>
              <a:buClr>
                <a:srgbClr val="990099"/>
              </a:buClr>
              <a:buSzPct val="50000"/>
            </a:pPr>
            <a:r>
              <a:rPr altLang="zh-CN" b="1" dirty="0" sz="3400" i="1" lang="en-US">
                <a:latin typeface="Times New Roman" panose="02020603050405020304" pitchFamily="18" charset="0"/>
                <a:ea typeface="仿宋_GB2312" pitchFamily="49" charset="-122"/>
              </a:rPr>
              <a:t>n</a:t>
            </a:r>
            <a:r>
              <a:rPr altLang="zh-CN" b="1" dirty="0" sz="3400" lang="zh-CN">
                <a:latin typeface="Times New Roman" panose="02020603050405020304" pitchFamily="18" charset="0"/>
                <a:ea typeface="仿宋_GB2312" pitchFamily="49" charset="-122"/>
              </a:rPr>
              <a:t>为表的长度。</a:t>
            </a:r>
            <a:r>
              <a:rPr altLang="zh-CN" b="1" dirty="0" sz="3400" i="1" lang="en-US">
                <a:latin typeface="Times New Roman" panose="02020603050405020304" pitchFamily="18" charset="0"/>
                <a:ea typeface="仿宋_GB2312" pitchFamily="49" charset="-122"/>
              </a:rPr>
              <a:t>n</a:t>
            </a:r>
            <a:r>
              <a:rPr altLang="zh-CN" b="1" dirty="0" sz="3400" lang="en-US">
                <a:latin typeface="Times New Roman" panose="02020603050405020304" pitchFamily="18" charset="0"/>
                <a:ea typeface="仿宋_GB2312" pitchFamily="49" charset="-122"/>
              </a:rPr>
              <a:t> = 0 </a:t>
            </a:r>
            <a:r>
              <a:rPr altLang="zh-CN" b="1" dirty="0" sz="3400" lang="zh-CN">
                <a:latin typeface="Times New Roman" panose="02020603050405020304" pitchFamily="18" charset="0"/>
                <a:ea typeface="仿宋_GB2312" pitchFamily="49" charset="-122"/>
              </a:rPr>
              <a:t>的广义表为</a:t>
            </a:r>
            <a:r>
              <a:rPr altLang="zh-CN" b="1" dirty="0" sz="3400" lang="zh-CN">
                <a:solidFill>
                  <a:srgbClr val="6600FF"/>
                </a:solidFill>
                <a:latin typeface="Times New Roman" panose="02020603050405020304" pitchFamily="18" charset="0"/>
                <a:ea typeface="仿宋_GB2312" pitchFamily="49" charset="-122"/>
              </a:rPr>
              <a:t>空表</a:t>
            </a:r>
            <a:r>
              <a:rPr altLang="zh-CN" b="1" dirty="0" sz="3400" lang="zh-CN">
                <a:latin typeface="Times New Roman" panose="02020603050405020304" pitchFamily="18" charset="0"/>
                <a:ea typeface="仿宋_GB2312" pitchFamily="49" charset="-122"/>
              </a:rPr>
              <a:t>。</a:t>
            </a:r>
            <a:endParaRPr altLang="en-US" b="1" dirty="0" sz="3400" lang="zh-CN">
              <a:latin typeface="Times New Roman" panose="02020603050405020304" pitchFamily="18" charset="0"/>
              <a:ea typeface="仿宋_GB2312" pitchFamily="49"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286" name=""/>
        <p:cNvGrpSpPr/>
        <p:nvPr/>
      </p:nvGrpSpPr>
      <p:grpSpPr>
        <a:xfrm>
          <a:off x="0" y="0"/>
          <a:ext cx="0" cy="0"/>
          <a:chOff x="0" y="0"/>
          <a:chExt cx="0" cy="0"/>
        </a:xfrm>
      </p:grpSpPr>
      <p:sp>
        <p:nvSpPr>
          <p:cNvPr id="1049541" name="Rectangle 5"/>
          <p:cNvSpPr>
            <a:spLocks noChangeArrowheads="1"/>
          </p:cNvSpPr>
          <p:nvPr/>
        </p:nvSpPr>
        <p:spPr bwMode="auto">
          <a:xfrm>
            <a:off x="1014413" y="1638300"/>
            <a:ext cx="6908972" cy="649104"/>
          </a:xfrm>
          <a:prstGeom prst="rect"/>
          <a:noFill/>
          <a:ln>
            <a:noFill/>
          </a:ln>
        </p:spPr>
        <p:txBody>
          <a:bodyPr bIns="44517" lIns="90623" rIns="90623" tIns="44517"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0"/>
              </a:spcBef>
              <a:buFontTx/>
              <a:buNone/>
            </a:pPr>
            <a:r>
              <a:rPr altLang="zh-CN" b="1" sz="3600" i="1" kumimoji="1" lang="en-US">
                <a:latin typeface="Times New Roman" panose="02020603050405020304" pitchFamily="18" charset="0"/>
              </a:rPr>
              <a:t>G</a:t>
            </a:r>
            <a:r>
              <a:rPr altLang="zh-CN" b="1" sz="3600" kumimoji="1" lang="en-US">
                <a:latin typeface="Times New Roman" panose="02020603050405020304" pitchFamily="18" charset="0"/>
              </a:rPr>
              <a:t> = ( ‘</a:t>
            </a:r>
            <a:r>
              <a:rPr altLang="zh-CN" b="1" sz="3600" i="1" kumimoji="1" lang="en-US">
                <a:latin typeface="Times New Roman" panose="02020603050405020304" pitchFamily="18" charset="0"/>
              </a:rPr>
              <a:t>a</a:t>
            </a:r>
            <a:r>
              <a:rPr altLang="zh-CN" b="1" sz="3600" kumimoji="1" lang="en-US">
                <a:latin typeface="Times New Roman" panose="02020603050405020304" pitchFamily="18" charset="0"/>
              </a:rPr>
              <a:t>’,  ( 5,  3,  ‘</a:t>
            </a:r>
            <a:r>
              <a:rPr altLang="zh-CN" b="1" sz="3600" i="1" kumimoji="1" lang="en-US">
                <a:latin typeface="Times New Roman" panose="02020603050405020304" pitchFamily="18" charset="0"/>
              </a:rPr>
              <a:t>x</a:t>
            </a:r>
            <a:r>
              <a:rPr altLang="zh-CN" b="1" sz="3600" kumimoji="1" lang="en-US">
                <a:latin typeface="Times New Roman" panose="02020603050405020304" pitchFamily="18" charset="0"/>
              </a:rPr>
              <a:t>’ ) ,  …)</a:t>
            </a:r>
          </a:p>
        </p:txBody>
      </p:sp>
      <p:sp>
        <p:nvSpPr>
          <p:cNvPr id="1049542" name="Rectangle 6"/>
          <p:cNvSpPr>
            <a:spLocks noChangeArrowheads="1"/>
          </p:cNvSpPr>
          <p:nvPr/>
        </p:nvSpPr>
        <p:spPr bwMode="auto">
          <a:xfrm>
            <a:off x="1928815" y="3500438"/>
            <a:ext cx="1003753" cy="582346"/>
          </a:xfrm>
          <a:prstGeom prst="rect"/>
          <a:noFill/>
          <a:ln w="12700">
            <a:noFill/>
            <a:miter lim="800000"/>
            <a:headEnd/>
            <a:tailEnd/>
          </a:ln>
          <a:effectLst/>
        </p:spPr>
        <p:txBody>
          <a:bodyPr bIns="44517" lIns="90623" rIns="90623" tIns="44517" wrap="none">
            <a:spAutoFit/>
          </a:bodyPr>
          <a:p>
            <a:pPr>
              <a:spcBef>
                <a:spcPct val="20000"/>
              </a:spcBef>
              <a:buClr>
                <a:schemeClr val="tx1"/>
              </a:buClr>
              <a:buSzPct val="100000"/>
            </a:pPr>
            <a:r>
              <a:rPr altLang="en-US" b="1" sz="3200" kumimoji="1" lang="zh-CN">
                <a:solidFill>
                  <a:srgbClr val="009900"/>
                </a:solidFill>
                <a:effectLst>
                  <a:outerShdw algn="tl" blurRad="38100" dir="2700000" dist="38100">
                    <a:srgbClr val="C0C0C0"/>
                  </a:outerShdw>
                </a:effectLst>
                <a:latin typeface="Times New Roman" pitchFamily="18" charset="0"/>
                <a:ea typeface="仿宋_GB2312" pitchFamily="49" charset="-122"/>
              </a:rPr>
              <a:t>原子</a:t>
            </a:r>
          </a:p>
        </p:txBody>
      </p:sp>
      <p:sp>
        <p:nvSpPr>
          <p:cNvPr id="1049543" name="Rectangle 7"/>
          <p:cNvSpPr>
            <a:spLocks noChangeArrowheads="1"/>
          </p:cNvSpPr>
          <p:nvPr/>
        </p:nvSpPr>
        <p:spPr bwMode="auto">
          <a:xfrm>
            <a:off x="3713165" y="3695700"/>
            <a:ext cx="1003753" cy="582346"/>
          </a:xfrm>
          <a:prstGeom prst="rect"/>
          <a:noFill/>
          <a:ln w="12700">
            <a:noFill/>
            <a:miter lim="800000"/>
            <a:headEnd/>
            <a:tailEnd/>
          </a:ln>
          <a:effectLst/>
        </p:spPr>
        <p:txBody>
          <a:bodyPr bIns="44517" lIns="90623" rIns="90623" tIns="44517" wrap="none">
            <a:spAutoFit/>
          </a:bodyPr>
          <a:p>
            <a:pPr>
              <a:spcBef>
                <a:spcPct val="20000"/>
              </a:spcBef>
              <a:buClr>
                <a:schemeClr val="tx1"/>
              </a:buClr>
              <a:buSzPct val="100000"/>
            </a:pPr>
            <a:r>
              <a:rPr altLang="en-US" b="1" sz="3200" kumimoji="1" lang="zh-CN">
                <a:solidFill>
                  <a:srgbClr val="009900"/>
                </a:solidFill>
                <a:effectLst>
                  <a:outerShdw algn="tl" blurRad="38100" dir="2700000" dist="38100">
                    <a:srgbClr val="C0C0C0"/>
                  </a:outerShdw>
                </a:effectLst>
                <a:latin typeface="Times New Roman" pitchFamily="18" charset="0"/>
                <a:ea typeface="仿宋_GB2312" pitchFamily="49" charset="-122"/>
              </a:rPr>
              <a:t>子表</a:t>
            </a:r>
          </a:p>
        </p:txBody>
      </p:sp>
      <p:sp>
        <p:nvSpPr>
          <p:cNvPr id="1049544" name="Line 8"/>
          <p:cNvSpPr>
            <a:spLocks noChangeShapeType="1"/>
          </p:cNvSpPr>
          <p:nvPr/>
        </p:nvSpPr>
        <p:spPr bwMode="auto">
          <a:xfrm>
            <a:off x="2081213" y="2400300"/>
            <a:ext cx="685800" cy="0"/>
          </a:xfrm>
          <a:prstGeom prst="line"/>
          <a:noFill/>
          <a:ln w="50800">
            <a:solidFill>
              <a:srgbClr val="FF6600"/>
            </a:solidFill>
            <a:round/>
            <a:headEnd/>
            <a:tailEnd/>
          </a:ln>
        </p:spPr>
        <p:txBody>
          <a:bodyPr bIns="44517" lIns="90623" rIns="90623" tIns="44517" wrap="none"/>
          <a:p>
            <a:endParaRPr altLang="en-US" lang="zh-CN"/>
          </a:p>
        </p:txBody>
      </p:sp>
      <p:sp>
        <p:nvSpPr>
          <p:cNvPr id="1049545" name="Line 9"/>
          <p:cNvSpPr>
            <a:spLocks noChangeShapeType="1"/>
          </p:cNvSpPr>
          <p:nvPr/>
        </p:nvSpPr>
        <p:spPr bwMode="auto">
          <a:xfrm>
            <a:off x="3071813" y="2628900"/>
            <a:ext cx="2133600" cy="0"/>
          </a:xfrm>
          <a:prstGeom prst="line"/>
          <a:noFill/>
          <a:ln w="50800">
            <a:solidFill>
              <a:srgbClr val="FF6600"/>
            </a:solidFill>
            <a:round/>
            <a:headEnd/>
            <a:tailEnd/>
          </a:ln>
        </p:spPr>
        <p:txBody>
          <a:bodyPr bIns="44517" lIns="90623" rIns="90623" tIns="44517" wrap="none"/>
          <a:p>
            <a:endParaRPr altLang="en-US" lang="zh-CN"/>
          </a:p>
        </p:txBody>
      </p:sp>
      <p:sp>
        <p:nvSpPr>
          <p:cNvPr id="1049546" name="Line 10"/>
          <p:cNvSpPr>
            <a:spLocks noChangeShapeType="1"/>
          </p:cNvSpPr>
          <p:nvPr/>
        </p:nvSpPr>
        <p:spPr bwMode="auto">
          <a:xfrm>
            <a:off x="2462213" y="2476500"/>
            <a:ext cx="0" cy="914400"/>
          </a:xfrm>
          <a:prstGeom prst="line"/>
          <a:noFill/>
          <a:ln w="50800">
            <a:solidFill>
              <a:srgbClr val="FF6600"/>
            </a:solidFill>
            <a:round/>
            <a:headEnd/>
            <a:tailEnd type="arrow" w="med" len="med"/>
          </a:ln>
        </p:spPr>
        <p:txBody>
          <a:bodyPr bIns="44517" lIns="90623" rIns="90623" tIns="44517" wrap="none"/>
          <a:p>
            <a:endParaRPr altLang="en-US" lang="zh-CN"/>
          </a:p>
        </p:txBody>
      </p:sp>
      <p:sp>
        <p:nvSpPr>
          <p:cNvPr id="1049547" name="Line 11"/>
          <p:cNvSpPr>
            <a:spLocks noChangeShapeType="1"/>
          </p:cNvSpPr>
          <p:nvPr/>
        </p:nvSpPr>
        <p:spPr bwMode="auto">
          <a:xfrm>
            <a:off x="4214813" y="2705100"/>
            <a:ext cx="0" cy="914400"/>
          </a:xfrm>
          <a:prstGeom prst="line"/>
          <a:noFill/>
          <a:ln w="50800">
            <a:solidFill>
              <a:srgbClr val="FF6600"/>
            </a:solidFill>
            <a:round/>
            <a:headEnd/>
            <a:tailEnd type="arrow" w="med" len="med"/>
          </a:ln>
        </p:spPr>
        <p:txBody>
          <a:bodyPr bIns="44517" lIns="90623" rIns="90623" tIns="44517" wrap="none"/>
          <a:p>
            <a:endParaRPr altLang="en-US" lang="zh-CN"/>
          </a:p>
        </p:txBody>
      </p:sp>
      <p:sp>
        <p:nvSpPr>
          <p:cNvPr id="1049548" name="Oval 12"/>
          <p:cNvSpPr>
            <a:spLocks noChangeArrowheads="1"/>
          </p:cNvSpPr>
          <p:nvPr/>
        </p:nvSpPr>
        <p:spPr bwMode="auto">
          <a:xfrm>
            <a:off x="2182813" y="1566863"/>
            <a:ext cx="533400" cy="762000"/>
          </a:xfrm>
          <a:prstGeom prst="ellipse"/>
          <a:noFill/>
          <a:ln w="38100">
            <a:solidFill>
              <a:schemeClr val="accent1"/>
            </a:solidFill>
            <a:round/>
            <a:headEnd/>
            <a:tailEnd/>
          </a:ln>
        </p:spPr>
        <p:txBody>
          <a:bodyPr anchor="ctr" bIns="44517" lIns="90623" rIns="90623" tIns="44517"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Clr>
                <a:schemeClr val="tx1"/>
              </a:buClr>
              <a:buFontTx/>
              <a:buNone/>
            </a:pPr>
            <a:endParaRPr altLang="zh-CN" sz="2400" lang="zh-CN">
              <a:latin typeface="仿宋_GB2312" pitchFamily="49" charset="-122"/>
              <a:ea typeface="仿宋_GB2312" pitchFamily="49" charset="-122"/>
            </a:endParaRPr>
          </a:p>
        </p:txBody>
      </p:sp>
      <p:sp>
        <p:nvSpPr>
          <p:cNvPr id="1049549" name="AutoShape 14"/>
          <p:cNvSpPr/>
          <p:nvPr/>
        </p:nvSpPr>
        <p:spPr bwMode="auto">
          <a:xfrm rot="5389053">
            <a:off x="4444208" y="83345"/>
            <a:ext cx="301625" cy="3046412"/>
          </a:xfrm>
          <a:prstGeom prst="leftBrace">
            <a:avLst>
              <a:gd name="adj1" fmla="val 84167"/>
              <a:gd name="adj2" fmla="val 49361"/>
            </a:avLst>
          </a:prstGeom>
          <a:noFill/>
          <a:ln w="38100">
            <a:solidFill>
              <a:schemeClr val="accent1"/>
            </a:solidFill>
            <a:round/>
            <a:headEnd/>
            <a:tailEnd/>
          </a:ln>
        </p:spPr>
        <p:txBody>
          <a:bodyPr anchor="ctr" bIns="44517" lIns="90623" rIns="90623" rot="10800000" tIns="44517" vert="eaVert"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Clr>
                <a:schemeClr val="tx1"/>
              </a:buClr>
              <a:buFontTx/>
              <a:buNone/>
            </a:pPr>
            <a:endParaRPr altLang="zh-CN" sz="2400" lang="zh-CN">
              <a:latin typeface="仿宋_GB2312" pitchFamily="49" charset="-122"/>
              <a:ea typeface="仿宋_GB2312" pitchFamily="49" charset="-122"/>
            </a:endParaRPr>
          </a:p>
        </p:txBody>
      </p:sp>
      <p:sp>
        <p:nvSpPr>
          <p:cNvPr id="1049550" name="Rectangle 15"/>
          <p:cNvSpPr>
            <a:spLocks noChangeArrowheads="1"/>
          </p:cNvSpPr>
          <p:nvPr/>
        </p:nvSpPr>
        <p:spPr bwMode="auto">
          <a:xfrm>
            <a:off x="1928815" y="614363"/>
            <a:ext cx="1003753" cy="582346"/>
          </a:xfrm>
          <a:prstGeom prst="rect"/>
          <a:noFill/>
          <a:ln w="12700">
            <a:noFill/>
            <a:miter lim="800000"/>
            <a:headEnd/>
            <a:tailEnd/>
          </a:ln>
          <a:effectLst/>
        </p:spPr>
        <p:txBody>
          <a:bodyPr bIns="44517" lIns="90623" rIns="90623" tIns="44517" wrap="none">
            <a:spAutoFit/>
          </a:bodyPr>
          <a:p>
            <a:pPr>
              <a:spcBef>
                <a:spcPct val="20000"/>
              </a:spcBef>
              <a:buClr>
                <a:schemeClr val="tx1"/>
              </a:buClr>
              <a:buSzPct val="100000"/>
            </a:pPr>
            <a:r>
              <a:rPr altLang="en-US" b="1" sz="3200" kumimoji="1" lang="zh-CN">
                <a:solidFill>
                  <a:srgbClr val="CC0099"/>
                </a:solidFill>
                <a:effectLst>
                  <a:outerShdw algn="tl" blurRad="38100" dir="2700000" dist="38100">
                    <a:srgbClr val="C0C0C0"/>
                  </a:outerShdw>
                </a:effectLst>
                <a:latin typeface="Times New Roman" pitchFamily="18" charset="0"/>
                <a:ea typeface="仿宋_GB2312" pitchFamily="49" charset="-122"/>
              </a:rPr>
              <a:t>表头</a:t>
            </a:r>
          </a:p>
        </p:txBody>
      </p:sp>
      <p:sp>
        <p:nvSpPr>
          <p:cNvPr id="1049551" name="Rectangle 16"/>
          <p:cNvSpPr>
            <a:spLocks noChangeArrowheads="1"/>
          </p:cNvSpPr>
          <p:nvPr/>
        </p:nvSpPr>
        <p:spPr bwMode="auto">
          <a:xfrm>
            <a:off x="4062415" y="614363"/>
            <a:ext cx="1003753" cy="582346"/>
          </a:xfrm>
          <a:prstGeom prst="rect"/>
          <a:noFill/>
          <a:ln w="12700">
            <a:noFill/>
            <a:miter lim="800000"/>
            <a:headEnd/>
            <a:tailEnd/>
          </a:ln>
          <a:effectLst/>
        </p:spPr>
        <p:txBody>
          <a:bodyPr bIns="44517" lIns="90623" rIns="90623" tIns="44517" wrap="none">
            <a:spAutoFit/>
          </a:bodyPr>
          <a:p>
            <a:pPr>
              <a:spcBef>
                <a:spcPct val="20000"/>
              </a:spcBef>
              <a:buClr>
                <a:schemeClr val="tx1"/>
              </a:buClr>
              <a:buSzPct val="100000"/>
            </a:pPr>
            <a:r>
              <a:rPr altLang="en-US" b="1" sz="3200" kumimoji="1" lang="zh-CN">
                <a:solidFill>
                  <a:srgbClr val="CC0099"/>
                </a:solidFill>
                <a:effectLst>
                  <a:outerShdw algn="tl" blurRad="38100" dir="2700000" dist="38100">
                    <a:srgbClr val="C0C0C0"/>
                  </a:outerShdw>
                </a:effectLst>
                <a:latin typeface="Times New Roman" pitchFamily="18" charset="0"/>
                <a:ea typeface="仿宋_GB2312" pitchFamily="49" charset="-122"/>
              </a:rPr>
              <a:t>表尾</a:t>
            </a:r>
          </a:p>
        </p:txBody>
      </p:sp>
      <p:sp>
        <p:nvSpPr>
          <p:cNvPr id="1049552" name="Line 17"/>
          <p:cNvSpPr>
            <a:spLocks noChangeShapeType="1"/>
          </p:cNvSpPr>
          <p:nvPr/>
        </p:nvSpPr>
        <p:spPr bwMode="auto">
          <a:xfrm>
            <a:off x="2462213" y="1300163"/>
            <a:ext cx="0" cy="228600"/>
          </a:xfrm>
          <a:prstGeom prst="line"/>
          <a:noFill/>
          <a:ln w="38100">
            <a:solidFill>
              <a:schemeClr val="accent1"/>
            </a:solidFill>
            <a:round/>
            <a:headEnd/>
            <a:tailEnd/>
          </a:ln>
        </p:spPr>
        <p:txBody>
          <a:bodyPr bIns="44517" lIns="90623" rIns="90623" tIns="44517" wrap="none"/>
          <a:p>
            <a:endParaRPr altLang="en-US" lang="zh-CN"/>
          </a:p>
        </p:txBody>
      </p:sp>
      <p:sp>
        <p:nvSpPr>
          <p:cNvPr id="1049553" name="Rectangle 14"/>
          <p:cNvSpPr>
            <a:spLocks noChangeArrowheads="1"/>
          </p:cNvSpPr>
          <p:nvPr/>
        </p:nvSpPr>
        <p:spPr bwMode="auto">
          <a:xfrm>
            <a:off x="404815" y="4554538"/>
            <a:ext cx="8389937" cy="1691640"/>
          </a:xfrm>
          <a:prstGeom prst="rect"/>
          <a:noFill/>
          <a:ln>
            <a:noFill/>
          </a:ln>
          <a:effectLst/>
        </p:spPr>
        <p:txBody>
          <a:bodyPr>
            <a:spAutoFit/>
          </a:bodyPr>
          <a:p>
            <a:pPr eaLnBrk="1" hangingPunct="1">
              <a:lnSpc>
                <a:spcPct val="105000"/>
              </a:lnSpc>
              <a:spcBef>
                <a:spcPct val="20000"/>
              </a:spcBef>
              <a:buClr>
                <a:srgbClr val="990099"/>
              </a:buClr>
              <a:buSzPct val="50000"/>
            </a:pPr>
            <a:r>
              <a:rPr altLang="zh-CN" b="1" dirty="0" sz="3400" lang="en-US">
                <a:effectLst>
                  <a:outerShdw algn="tl" blurRad="38100" dir="2700000" dist="38100">
                    <a:srgbClr val="C0C0C0"/>
                  </a:outerShdw>
                </a:effectLst>
                <a:latin typeface="Times New Roman" pitchFamily="18" charset="0"/>
                <a:ea typeface="仿宋_GB2312" pitchFamily="49" charset="-122"/>
              </a:rPr>
              <a:t>n &gt; 0</a:t>
            </a:r>
            <a:r>
              <a:rPr altLang="zh-CN" b="1" dirty="0" sz="3400" lang="zh-CN">
                <a:effectLst>
                  <a:outerShdw algn="tl" blurRad="38100" dir="2700000" dist="38100">
                    <a:srgbClr val="C0C0C0"/>
                  </a:outerShdw>
                </a:effectLst>
                <a:latin typeface="Times New Roman" pitchFamily="18" charset="0"/>
                <a:ea typeface="仿宋_GB2312" pitchFamily="49" charset="-122"/>
              </a:rPr>
              <a:t>时，</a:t>
            </a:r>
            <a:r>
              <a:rPr altLang="en-US" b="1" dirty="0" sz="3400" lang="zh-CN">
                <a:effectLst>
                  <a:outerShdw algn="tl" blurRad="38100" dir="2700000" dist="38100">
                    <a:srgbClr val="C0C0C0"/>
                  </a:outerShdw>
                </a:effectLst>
                <a:latin typeface="Times New Roman" pitchFamily="18" charset="0"/>
                <a:ea typeface="仿宋_GB2312" pitchFamily="49" charset="-122"/>
              </a:rPr>
              <a:t>表的第一个</a:t>
            </a:r>
            <a:r>
              <a:rPr altLang="en-US" b="1" dirty="0" sz="3400" lang="zh-CN">
                <a:solidFill>
                  <a:srgbClr val="FF6600"/>
                </a:solidFill>
                <a:effectLst>
                  <a:outerShdw algn="tl" blurRad="38100" dir="2700000" dist="38100">
                    <a:srgbClr val="C0C0C0"/>
                  </a:outerShdw>
                </a:effectLst>
                <a:latin typeface="Times New Roman" pitchFamily="18" charset="0"/>
                <a:ea typeface="仿宋_GB2312" pitchFamily="49" charset="-122"/>
              </a:rPr>
              <a:t>表元素</a:t>
            </a:r>
            <a:r>
              <a:rPr altLang="en-US" b="1" dirty="0" sz="3400" lang="zh-CN">
                <a:effectLst>
                  <a:outerShdw algn="tl" blurRad="38100" dir="2700000" dist="38100">
                    <a:srgbClr val="C0C0C0"/>
                  </a:outerShdw>
                </a:effectLst>
                <a:latin typeface="Times New Roman" pitchFamily="18" charset="0"/>
                <a:ea typeface="仿宋_GB2312" pitchFamily="49" charset="-122"/>
              </a:rPr>
              <a:t>称为广义表 的</a:t>
            </a:r>
            <a:r>
              <a:rPr altLang="en-US" b="1" dirty="0" sz="3400" lang="zh-CN">
                <a:solidFill>
                  <a:srgbClr val="6600FF"/>
                </a:solidFill>
                <a:effectLst>
                  <a:outerShdw algn="tl" blurRad="38100" dir="2700000" dist="38100">
                    <a:srgbClr val="C0C0C0"/>
                  </a:outerShdw>
                </a:effectLst>
                <a:latin typeface="Times New Roman" pitchFamily="18" charset="0"/>
                <a:ea typeface="仿宋_GB2312" pitchFamily="49" charset="-122"/>
              </a:rPr>
              <a:t>表头（</a:t>
            </a:r>
            <a:r>
              <a:rPr altLang="zh-CN" b="1" dirty="0" sz="3400" lang="en-US">
                <a:solidFill>
                  <a:srgbClr val="6600FF"/>
                </a:solidFill>
                <a:effectLst>
                  <a:outerShdw algn="tl" blurRad="38100" dir="2700000" dist="38100">
                    <a:srgbClr val="C0C0C0"/>
                  </a:outerShdw>
                </a:effectLst>
                <a:latin typeface="Times New Roman" pitchFamily="18" charset="0"/>
                <a:ea typeface="仿宋_GB2312" pitchFamily="49" charset="-122"/>
              </a:rPr>
              <a:t>head</a:t>
            </a:r>
            <a:r>
              <a:rPr altLang="en-US" b="1" dirty="0" sz="3400" lang="zh-CN">
                <a:solidFill>
                  <a:srgbClr val="6600FF"/>
                </a:solidFill>
                <a:effectLst>
                  <a:outerShdw algn="tl" blurRad="38100" dir="2700000" dist="38100">
                    <a:srgbClr val="C0C0C0"/>
                  </a:outerShdw>
                </a:effectLst>
                <a:latin typeface="Times New Roman" pitchFamily="18" charset="0"/>
                <a:ea typeface="仿宋_GB2312" pitchFamily="49" charset="-122"/>
              </a:rPr>
              <a:t>）</a:t>
            </a:r>
            <a:r>
              <a:rPr altLang="en-US" b="1" dirty="0" sz="3400" lang="zh-CN">
                <a:effectLst>
                  <a:outerShdw algn="tl" blurRad="38100" dir="2700000" dist="38100">
                    <a:srgbClr val="C0C0C0"/>
                  </a:outerShdw>
                </a:effectLst>
                <a:latin typeface="Times New Roman" pitchFamily="18" charset="0"/>
                <a:ea typeface="仿宋_GB2312" pitchFamily="49" charset="-122"/>
              </a:rPr>
              <a:t>，除此之外，其它表元素组成的</a:t>
            </a:r>
            <a:r>
              <a:rPr altLang="en-US" b="1" dirty="0" sz="3400" lang="zh-CN">
                <a:solidFill>
                  <a:srgbClr val="FF6600"/>
                </a:solidFill>
                <a:effectLst>
                  <a:outerShdw algn="tl" blurRad="38100" dir="2700000" dist="38100">
                    <a:srgbClr val="C0C0C0"/>
                  </a:outerShdw>
                </a:effectLst>
                <a:latin typeface="Times New Roman" pitchFamily="18" charset="0"/>
                <a:ea typeface="仿宋_GB2312" pitchFamily="49" charset="-122"/>
              </a:rPr>
              <a:t>表</a:t>
            </a:r>
            <a:r>
              <a:rPr altLang="en-US" b="1" dirty="0" sz="3400" lang="zh-CN">
                <a:effectLst>
                  <a:outerShdw algn="tl" blurRad="38100" dir="2700000" dist="38100">
                    <a:srgbClr val="C0C0C0"/>
                  </a:outerShdw>
                </a:effectLst>
                <a:latin typeface="Times New Roman" pitchFamily="18" charset="0"/>
                <a:ea typeface="仿宋_GB2312" pitchFamily="49" charset="-122"/>
              </a:rPr>
              <a:t>称为广义表的</a:t>
            </a:r>
            <a:r>
              <a:rPr altLang="en-US" b="1" dirty="0" sz="3400" lang="zh-CN">
                <a:solidFill>
                  <a:srgbClr val="6600FF"/>
                </a:solidFill>
                <a:effectLst>
                  <a:outerShdw algn="tl" blurRad="38100" dir="2700000" dist="38100">
                    <a:srgbClr val="C0C0C0"/>
                  </a:outerShdw>
                </a:effectLst>
                <a:latin typeface="Times New Roman" pitchFamily="18" charset="0"/>
                <a:ea typeface="仿宋_GB2312" pitchFamily="49" charset="-122"/>
              </a:rPr>
              <a:t>表尾（</a:t>
            </a:r>
            <a:r>
              <a:rPr altLang="zh-CN" b="1" dirty="0" sz="3400" lang="en-US">
                <a:solidFill>
                  <a:srgbClr val="6600FF"/>
                </a:solidFill>
                <a:effectLst>
                  <a:outerShdw algn="tl" blurRad="38100" dir="2700000" dist="38100">
                    <a:srgbClr val="C0C0C0"/>
                  </a:outerShdw>
                </a:effectLst>
                <a:latin typeface="Times New Roman" pitchFamily="18" charset="0"/>
                <a:ea typeface="仿宋_GB2312" pitchFamily="49" charset="-122"/>
              </a:rPr>
              <a:t>tail</a:t>
            </a:r>
            <a:r>
              <a:rPr altLang="en-US" b="1" dirty="0" sz="3400" lang="zh-CN">
                <a:solidFill>
                  <a:srgbClr val="6600FF"/>
                </a:solidFill>
                <a:effectLst>
                  <a:outerShdw algn="tl" blurRad="38100" dir="2700000" dist="38100">
                    <a:srgbClr val="C0C0C0"/>
                  </a:outerShdw>
                </a:effectLst>
                <a:latin typeface="Times New Roman" pitchFamily="18" charset="0"/>
                <a:ea typeface="仿宋_GB2312" pitchFamily="49" charset="-122"/>
              </a:rPr>
              <a:t>）</a:t>
            </a:r>
            <a:r>
              <a:rPr altLang="en-US" b="1" dirty="0" sz="3400" lang="zh-CN">
                <a:effectLst>
                  <a:outerShdw algn="tl" blurRad="38100" dir="2700000" dist="38100">
                    <a:srgbClr val="C0C0C0"/>
                  </a:outerShdw>
                </a:effectLst>
                <a:latin typeface="Times New Roman" pitchFamily="18" charset="0"/>
                <a:ea typeface="仿宋_GB2312" pitchFamily="49" charset="-122"/>
              </a:rPr>
              <a: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287" name=""/>
        <p:cNvGrpSpPr/>
        <p:nvPr/>
      </p:nvGrpSpPr>
      <p:grpSpPr>
        <a:xfrm>
          <a:off x="0" y="0"/>
          <a:ext cx="0" cy="0"/>
          <a:chOff x="0" y="0"/>
          <a:chExt cx="0" cy="0"/>
        </a:xfrm>
      </p:grpSpPr>
      <p:sp>
        <p:nvSpPr>
          <p:cNvPr id="1049554" name="Rectangle 2"/>
          <p:cNvSpPr>
            <a:spLocks noGrp="1" noChangeArrowheads="1"/>
          </p:cNvSpPr>
          <p:nvPr>
            <p:ph type="title"/>
          </p:nvPr>
        </p:nvSpPr>
        <p:spPr>
          <a:xfrm>
            <a:off x="457200" y="274638"/>
            <a:ext cx="8229600" cy="711200"/>
          </a:xfrm>
        </p:spPr>
        <p:txBody>
          <a:bodyPr/>
          <a:p>
            <a:pPr eaLnBrk="1" hangingPunct="1"/>
            <a:r>
              <a:rPr altLang="en-US" b="1" sz="4000" lang="zh-CN">
                <a:solidFill>
                  <a:srgbClr val="CC3300"/>
                </a:solidFill>
                <a:ea typeface="华文新魏" panose="02010800040101010101" pitchFamily="2" charset="-122"/>
              </a:rPr>
              <a:t>广义表的特性</a:t>
            </a:r>
            <a:endParaRPr altLang="en-US" lang="zh-CN">
              <a:ea typeface="华文新魏" panose="02010800040101010101" pitchFamily="2" charset="-122"/>
            </a:endParaRPr>
          </a:p>
        </p:txBody>
      </p:sp>
      <p:sp>
        <p:nvSpPr>
          <p:cNvPr id="1049555" name="Rectangle 3"/>
          <p:cNvSpPr>
            <a:spLocks noGrp="1" noChangeArrowheads="1"/>
          </p:cNvSpPr>
          <p:nvPr>
            <p:ph idx="1"/>
          </p:nvPr>
        </p:nvSpPr>
        <p:spPr>
          <a:xfrm>
            <a:off x="1066800" y="1349377"/>
            <a:ext cx="2344738" cy="1249363"/>
          </a:xfrm>
        </p:spPr>
        <p:txBody>
          <a:bodyPr/>
          <a:p>
            <a:pPr eaLnBrk="1" hangingPunct="1">
              <a:buClr>
                <a:srgbClr val="990099"/>
              </a:buClr>
              <a:buSzPct val="50000"/>
            </a:pPr>
            <a:r>
              <a:rPr altLang="en-US" b="1" sz="3000" lang="zh-CN">
                <a:ea typeface="仿宋_GB2312" pitchFamily="49" charset="-122"/>
              </a:rPr>
              <a:t>有次序性</a:t>
            </a:r>
          </a:p>
          <a:p>
            <a:pPr eaLnBrk="1" hangingPunct="1">
              <a:buClr>
                <a:srgbClr val="990099"/>
              </a:buClr>
              <a:buSzPct val="50000"/>
            </a:pPr>
            <a:r>
              <a:rPr altLang="en-US" b="1" sz="3000" lang="zh-CN">
                <a:ea typeface="仿宋_GB2312" pitchFamily="49" charset="-122"/>
              </a:rPr>
              <a:t>有长度</a:t>
            </a:r>
            <a:endParaRPr altLang="en-US" sz="3000" lang="zh-CN">
              <a:ea typeface="仿宋_GB2312" pitchFamily="49" charset="-122"/>
            </a:endParaRPr>
          </a:p>
        </p:txBody>
      </p:sp>
      <p:sp>
        <p:nvSpPr>
          <p:cNvPr id="1049556" name="Rectangle 4"/>
          <p:cNvSpPr>
            <a:spLocks noChangeArrowheads="1"/>
          </p:cNvSpPr>
          <p:nvPr/>
        </p:nvSpPr>
        <p:spPr bwMode="auto">
          <a:xfrm>
            <a:off x="3581400" y="1371600"/>
            <a:ext cx="2590800" cy="1149350"/>
          </a:xfrm>
          <a:prstGeom prst="rect"/>
          <a:noFill/>
          <a:ln>
            <a:noFill/>
          </a:ln>
          <a:effectLst/>
        </p:spPr>
        <p:txBody>
          <a:bodyPr/>
          <a:lstStyle>
            <a:lvl1pPr indent="-342900" marL="342900">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Clr>
                <a:srgbClr val="990099"/>
              </a:buClr>
              <a:buSzPct val="50000"/>
            </a:pPr>
            <a:r>
              <a:rPr altLang="en-US" b="1" sz="3000" lang="zh-CN">
                <a:ea typeface="仿宋_GB2312" pitchFamily="49" charset="-122"/>
              </a:rPr>
              <a:t>有深度</a:t>
            </a:r>
          </a:p>
          <a:p>
            <a:pPr eaLnBrk="1" hangingPunct="1">
              <a:lnSpc>
                <a:spcPct val="90000"/>
              </a:lnSpc>
              <a:buClr>
                <a:srgbClr val="990099"/>
              </a:buClr>
              <a:buSzPct val="50000"/>
            </a:pPr>
            <a:r>
              <a:rPr altLang="en-US" b="1" sz="3000" lang="zh-CN">
                <a:ea typeface="仿宋_GB2312" pitchFamily="49" charset="-122"/>
              </a:rPr>
              <a:t>可共享</a:t>
            </a:r>
            <a:endParaRPr altLang="en-US" sz="3000" lang="zh-CN">
              <a:ea typeface="仿宋_GB2312" pitchFamily="49" charset="-122"/>
            </a:endParaRPr>
          </a:p>
        </p:txBody>
      </p:sp>
      <p:sp>
        <p:nvSpPr>
          <p:cNvPr id="1049557" name="Rectangle 5"/>
          <p:cNvSpPr>
            <a:spLocks noChangeArrowheads="1"/>
          </p:cNvSpPr>
          <p:nvPr/>
        </p:nvSpPr>
        <p:spPr bwMode="auto">
          <a:xfrm>
            <a:off x="5969000" y="1346202"/>
            <a:ext cx="2590800" cy="925513"/>
          </a:xfrm>
          <a:prstGeom prst="rect"/>
          <a:noFill/>
          <a:ln>
            <a:noFill/>
          </a:ln>
          <a:effectLst/>
        </p:spPr>
        <p:txBody>
          <a:bodyPr/>
          <a:lstStyle>
            <a:lvl1pPr indent="-342900" marL="342900">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Clr>
                <a:srgbClr val="990099"/>
              </a:buClr>
              <a:buSzPct val="50000"/>
            </a:pPr>
            <a:r>
              <a:rPr altLang="en-US" b="1" sz="3000" lang="zh-CN">
                <a:ea typeface="仿宋_GB2312" pitchFamily="49" charset="-122"/>
              </a:rPr>
              <a:t>可递归</a:t>
            </a:r>
            <a:endParaRPr altLang="en-US" sz="3000" lang="zh-CN">
              <a:ea typeface="仿宋_GB2312" pitchFamily="49" charset="-122"/>
            </a:endParaRPr>
          </a:p>
        </p:txBody>
      </p:sp>
      <p:sp>
        <p:nvSpPr>
          <p:cNvPr id="1049558" name="Text Box 6"/>
          <p:cNvSpPr txBox="1">
            <a:spLocks noChangeArrowheads="1"/>
          </p:cNvSpPr>
          <p:nvPr/>
        </p:nvSpPr>
        <p:spPr bwMode="auto">
          <a:xfrm>
            <a:off x="1092200" y="2578100"/>
            <a:ext cx="7747000" cy="3660139"/>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altLang="zh-CN" b="1" sz="3000" kumimoji="1" lang="en-US">
                <a:latin typeface="Times New Roman" panose="02020603050405020304" pitchFamily="18" charset="0"/>
              </a:rPr>
              <a:t>A( )                              </a:t>
            </a:r>
            <a:r>
              <a:rPr altLang="zh-CN" b="1" sz="3000" kumimoji="1" lang="en-US">
                <a:solidFill>
                  <a:srgbClr val="0000CC"/>
                </a:solidFill>
                <a:latin typeface="Times New Roman" panose="02020603050405020304" pitchFamily="18" charset="0"/>
              </a:rPr>
              <a:t>A</a:t>
            </a:r>
            <a:r>
              <a:rPr altLang="en-US" b="1" sz="3000" kumimoji="1" lang="zh-CN">
                <a:solidFill>
                  <a:srgbClr val="0000CC"/>
                </a:solidFill>
                <a:latin typeface="Times New Roman" panose="02020603050405020304" pitchFamily="18" charset="0"/>
                <a:ea typeface="仿宋_GB2312" pitchFamily="49" charset="-122"/>
              </a:rPr>
              <a:t>长度为</a:t>
            </a:r>
            <a:r>
              <a:rPr altLang="zh-CN" b="1" sz="3000" kumimoji="1" lang="en-US">
                <a:solidFill>
                  <a:srgbClr val="0000CC"/>
                </a:solidFill>
                <a:latin typeface="Times New Roman" panose="02020603050405020304" pitchFamily="18" charset="0"/>
                <a:ea typeface="仿宋_GB2312" pitchFamily="49" charset="-122"/>
              </a:rPr>
              <a:t>0</a:t>
            </a:r>
            <a:r>
              <a:rPr altLang="en-US" b="1" sz="3000" kumimoji="1" lang="zh-CN">
                <a:solidFill>
                  <a:srgbClr val="0000CC"/>
                </a:solidFill>
                <a:latin typeface="Times New Roman" panose="02020603050405020304" pitchFamily="18" charset="0"/>
                <a:ea typeface="仿宋_GB2312" pitchFamily="49" charset="-122"/>
              </a:rPr>
              <a:t>，深度为</a:t>
            </a:r>
            <a:r>
              <a:rPr altLang="zh-CN" b="1" sz="3000" kumimoji="1" lang="en-US">
                <a:solidFill>
                  <a:srgbClr val="0000CC"/>
                </a:solidFill>
                <a:latin typeface="Times New Roman" panose="02020603050405020304" pitchFamily="18" charset="0"/>
                <a:ea typeface="仿宋_GB2312" pitchFamily="49" charset="-122"/>
              </a:rPr>
              <a:t>1</a:t>
            </a:r>
          </a:p>
          <a:p>
            <a:pPr eaLnBrk="1" hangingPunct="1">
              <a:buFontTx/>
              <a:buNone/>
            </a:pPr>
            <a:r>
              <a:rPr altLang="zh-CN" b="1" sz="3000" kumimoji="1" lang="en-US">
                <a:latin typeface="Times New Roman" panose="02020603050405020304" pitchFamily="18" charset="0"/>
              </a:rPr>
              <a:t>B( 6, 2 )                       </a:t>
            </a:r>
            <a:r>
              <a:rPr altLang="zh-CN" b="1" sz="3000" kumimoji="1" lang="en-US">
                <a:solidFill>
                  <a:srgbClr val="0000CC"/>
                </a:solidFill>
                <a:latin typeface="Times New Roman" panose="02020603050405020304" pitchFamily="18" charset="0"/>
              </a:rPr>
              <a:t>B</a:t>
            </a:r>
            <a:r>
              <a:rPr altLang="en-US" b="1" sz="3000" kumimoji="1" lang="zh-CN">
                <a:solidFill>
                  <a:srgbClr val="0000CC"/>
                </a:solidFill>
                <a:latin typeface="Times New Roman" panose="02020603050405020304" pitchFamily="18" charset="0"/>
                <a:ea typeface="仿宋_GB2312" pitchFamily="49" charset="-122"/>
              </a:rPr>
              <a:t>长度为</a:t>
            </a:r>
            <a:r>
              <a:rPr altLang="zh-CN" b="1" sz="3000" kumimoji="1" lang="en-US">
                <a:solidFill>
                  <a:srgbClr val="0000CC"/>
                </a:solidFill>
                <a:latin typeface="Times New Roman" panose="02020603050405020304" pitchFamily="18" charset="0"/>
                <a:ea typeface="仿宋_GB2312" pitchFamily="49" charset="-122"/>
              </a:rPr>
              <a:t>2</a:t>
            </a:r>
            <a:r>
              <a:rPr altLang="en-US" b="1" sz="3000" kumimoji="1" lang="zh-CN">
                <a:solidFill>
                  <a:srgbClr val="0000CC"/>
                </a:solidFill>
                <a:latin typeface="Times New Roman" panose="02020603050405020304" pitchFamily="18" charset="0"/>
                <a:ea typeface="仿宋_GB2312" pitchFamily="49" charset="-122"/>
              </a:rPr>
              <a:t>，深度为</a:t>
            </a:r>
            <a:r>
              <a:rPr altLang="zh-CN" b="1" sz="3000" kumimoji="1" lang="en-US">
                <a:solidFill>
                  <a:srgbClr val="0000CC"/>
                </a:solidFill>
                <a:latin typeface="Times New Roman" panose="02020603050405020304" pitchFamily="18" charset="0"/>
                <a:ea typeface="仿宋_GB2312" pitchFamily="49" charset="-122"/>
              </a:rPr>
              <a:t>1</a:t>
            </a:r>
          </a:p>
          <a:p>
            <a:pPr eaLnBrk="1" hangingPunct="1">
              <a:buFontTx/>
              <a:buNone/>
            </a:pPr>
            <a:r>
              <a:rPr altLang="zh-CN" b="1" sz="3000" kumimoji="1" lang="en-US">
                <a:latin typeface="Times New Roman" panose="02020603050405020304" pitchFamily="18" charset="0"/>
              </a:rPr>
              <a:t>C( ‘</a:t>
            </a:r>
            <a:r>
              <a:rPr altLang="zh-CN" b="1" sz="3000" i="1" kumimoji="1" lang="en-US">
                <a:latin typeface="Times New Roman" panose="02020603050405020304" pitchFamily="18" charset="0"/>
              </a:rPr>
              <a:t>a</a:t>
            </a:r>
            <a:r>
              <a:rPr altLang="zh-CN" b="1" sz="3000" kumimoji="1" lang="en-US">
                <a:latin typeface="Times New Roman" panose="02020603050405020304" pitchFamily="18" charset="0"/>
              </a:rPr>
              <a:t>’, ( 5,  3,  ‘</a:t>
            </a:r>
            <a:r>
              <a:rPr altLang="zh-CN" b="1" sz="3000" i="1" kumimoji="1" lang="en-US">
                <a:latin typeface="Times New Roman" panose="02020603050405020304" pitchFamily="18" charset="0"/>
              </a:rPr>
              <a:t>x</a:t>
            </a:r>
            <a:r>
              <a:rPr altLang="zh-CN" b="1" sz="3000" kumimoji="1" lang="en-US">
                <a:latin typeface="Times New Roman" panose="02020603050405020304" pitchFamily="18" charset="0"/>
              </a:rPr>
              <a:t>’ ) )   </a:t>
            </a:r>
            <a:r>
              <a:rPr altLang="zh-CN" b="1" sz="3000" kumimoji="1" lang="en-US">
                <a:solidFill>
                  <a:srgbClr val="0000CC"/>
                </a:solidFill>
                <a:latin typeface="Times New Roman" panose="02020603050405020304" pitchFamily="18" charset="0"/>
              </a:rPr>
              <a:t>C</a:t>
            </a:r>
            <a:r>
              <a:rPr altLang="en-US" b="1" sz="3000" kumimoji="1" lang="zh-CN">
                <a:solidFill>
                  <a:srgbClr val="0000CC"/>
                </a:solidFill>
                <a:latin typeface="Times New Roman" panose="02020603050405020304" pitchFamily="18" charset="0"/>
                <a:ea typeface="仿宋_GB2312" pitchFamily="49" charset="-122"/>
              </a:rPr>
              <a:t>长度为</a:t>
            </a:r>
            <a:r>
              <a:rPr altLang="zh-CN" b="1" sz="3000" kumimoji="1" lang="en-US">
                <a:solidFill>
                  <a:srgbClr val="0000CC"/>
                </a:solidFill>
                <a:latin typeface="Times New Roman" panose="02020603050405020304" pitchFamily="18" charset="0"/>
                <a:ea typeface="仿宋_GB2312" pitchFamily="49" charset="-122"/>
              </a:rPr>
              <a:t>2</a:t>
            </a:r>
            <a:r>
              <a:rPr altLang="en-US" b="1" sz="3000" kumimoji="1" lang="zh-CN">
                <a:solidFill>
                  <a:srgbClr val="0000CC"/>
                </a:solidFill>
                <a:latin typeface="Times New Roman" panose="02020603050405020304" pitchFamily="18" charset="0"/>
                <a:ea typeface="仿宋_GB2312" pitchFamily="49" charset="-122"/>
              </a:rPr>
              <a:t>，深度为</a:t>
            </a:r>
            <a:r>
              <a:rPr altLang="zh-CN" b="1" sz="3000" kumimoji="1" lang="en-US">
                <a:solidFill>
                  <a:srgbClr val="0000CC"/>
                </a:solidFill>
                <a:latin typeface="Times New Roman" panose="02020603050405020304" pitchFamily="18" charset="0"/>
                <a:ea typeface="仿宋_GB2312" pitchFamily="49" charset="-122"/>
              </a:rPr>
              <a:t>2</a:t>
            </a:r>
          </a:p>
          <a:p>
            <a:pPr eaLnBrk="1" hangingPunct="1">
              <a:buFontTx/>
              <a:buNone/>
            </a:pPr>
            <a:r>
              <a:rPr altLang="zh-CN" b="1" sz="3000" kumimoji="1" lang="en-US">
                <a:latin typeface="Times New Roman" panose="02020603050405020304" pitchFamily="18" charset="0"/>
              </a:rPr>
              <a:t>D( B,  C, A )                </a:t>
            </a:r>
            <a:r>
              <a:rPr altLang="zh-CN" b="1" sz="3000" kumimoji="1" lang="en-US">
                <a:solidFill>
                  <a:srgbClr val="0000CC"/>
                </a:solidFill>
                <a:latin typeface="Times New Roman" panose="02020603050405020304" pitchFamily="18" charset="0"/>
              </a:rPr>
              <a:t>D</a:t>
            </a:r>
            <a:r>
              <a:rPr altLang="en-US" b="1" sz="3000" kumimoji="1" lang="zh-CN">
                <a:solidFill>
                  <a:srgbClr val="0000CC"/>
                </a:solidFill>
                <a:latin typeface="Times New Roman" panose="02020603050405020304" pitchFamily="18" charset="0"/>
                <a:ea typeface="仿宋_GB2312" pitchFamily="49" charset="-122"/>
              </a:rPr>
              <a:t>长度为</a:t>
            </a:r>
            <a:r>
              <a:rPr altLang="zh-CN" b="1" sz="3000" kumimoji="1" lang="en-US">
                <a:solidFill>
                  <a:srgbClr val="0000CC"/>
                </a:solidFill>
                <a:latin typeface="Times New Roman" panose="02020603050405020304" pitchFamily="18" charset="0"/>
                <a:ea typeface="仿宋_GB2312" pitchFamily="49" charset="-122"/>
              </a:rPr>
              <a:t>3</a:t>
            </a:r>
            <a:r>
              <a:rPr altLang="en-US" b="1" sz="3000" kumimoji="1" lang="zh-CN">
                <a:solidFill>
                  <a:srgbClr val="0000CC"/>
                </a:solidFill>
                <a:latin typeface="Times New Roman" panose="02020603050405020304" pitchFamily="18" charset="0"/>
                <a:ea typeface="仿宋_GB2312" pitchFamily="49" charset="-122"/>
              </a:rPr>
              <a:t>，深度为</a:t>
            </a:r>
            <a:r>
              <a:rPr altLang="zh-CN" b="1" sz="3000" kumimoji="1" lang="en-US">
                <a:solidFill>
                  <a:srgbClr val="0000CC"/>
                </a:solidFill>
                <a:latin typeface="Times New Roman" panose="02020603050405020304" pitchFamily="18" charset="0"/>
                <a:ea typeface="仿宋_GB2312" pitchFamily="49" charset="-122"/>
              </a:rPr>
              <a:t>3</a:t>
            </a:r>
          </a:p>
          <a:p>
            <a:pPr eaLnBrk="1" hangingPunct="1">
              <a:buFontTx/>
              <a:buNone/>
            </a:pPr>
            <a:r>
              <a:rPr altLang="zh-CN" b="1" sz="3000" kumimoji="1" lang="en-US">
                <a:latin typeface="Times New Roman" panose="02020603050405020304" pitchFamily="18" charset="0"/>
              </a:rPr>
              <a:t>E( B, D )                      </a:t>
            </a:r>
            <a:r>
              <a:rPr altLang="zh-CN" b="1" sz="3000" kumimoji="1" lang="en-US">
                <a:solidFill>
                  <a:srgbClr val="FF6600"/>
                </a:solidFill>
                <a:latin typeface="Times New Roman" panose="02020603050405020304" pitchFamily="18" charset="0"/>
              </a:rPr>
              <a:t>E</a:t>
            </a:r>
            <a:r>
              <a:rPr altLang="en-US" b="1" sz="3000" kumimoji="1" lang="zh-CN">
                <a:solidFill>
                  <a:srgbClr val="FF6600"/>
                </a:solidFill>
                <a:latin typeface="Times New Roman" panose="02020603050405020304" pitchFamily="18" charset="0"/>
                <a:ea typeface="仿宋_GB2312" pitchFamily="49" charset="-122"/>
              </a:rPr>
              <a:t>长度为？  深度为？</a:t>
            </a:r>
          </a:p>
          <a:p>
            <a:pPr eaLnBrk="1" hangingPunct="1">
              <a:buFontTx/>
              <a:buNone/>
            </a:pPr>
            <a:r>
              <a:rPr altLang="zh-CN" b="1" sz="3000" kumimoji="1" lang="en-US">
                <a:latin typeface="Times New Roman" panose="02020603050405020304" pitchFamily="18" charset="0"/>
              </a:rPr>
              <a:t>F( 4, F )                       </a:t>
            </a:r>
            <a:r>
              <a:rPr altLang="zh-CN" b="1" sz="3000" kumimoji="1" lang="en-US">
                <a:solidFill>
                  <a:srgbClr val="FF6600"/>
                </a:solidFill>
                <a:latin typeface="Times New Roman" panose="02020603050405020304" pitchFamily="18" charset="0"/>
              </a:rPr>
              <a:t>F</a:t>
            </a:r>
            <a:r>
              <a:rPr altLang="en-US" b="1" sz="3000" kumimoji="1" lang="zh-CN">
                <a:solidFill>
                  <a:srgbClr val="FF6600"/>
                </a:solidFill>
                <a:latin typeface="Times New Roman" panose="02020603050405020304" pitchFamily="18" charset="0"/>
                <a:ea typeface="仿宋_GB2312" pitchFamily="49" charset="-122"/>
              </a:rPr>
              <a:t>长度为？ 深度为？</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288" name=""/>
        <p:cNvGrpSpPr/>
        <p:nvPr/>
      </p:nvGrpSpPr>
      <p:grpSpPr>
        <a:xfrm>
          <a:off x="0" y="0"/>
          <a:ext cx="0" cy="0"/>
          <a:chOff x="0" y="0"/>
          <a:chExt cx="0" cy="0"/>
        </a:xfrm>
      </p:grpSpPr>
      <p:sp>
        <p:nvSpPr>
          <p:cNvPr id="1049559" name="Rectangle 2"/>
          <p:cNvSpPr>
            <a:spLocks noGrp="1" noChangeArrowheads="1"/>
          </p:cNvSpPr>
          <p:nvPr>
            <p:ph type="title"/>
          </p:nvPr>
        </p:nvSpPr>
        <p:spPr>
          <a:xfrm>
            <a:off x="457200" y="274638"/>
            <a:ext cx="8229600" cy="711200"/>
          </a:xfrm>
        </p:spPr>
        <p:txBody>
          <a:bodyPr/>
          <a:p>
            <a:r>
              <a:rPr altLang="en-US" b="1" dirty="0" sz="4000" lang="zh-CN">
                <a:solidFill>
                  <a:srgbClr val="CC3300"/>
                </a:solidFill>
                <a:ea typeface="华文新魏" panose="02010800040101010101" pitchFamily="2" charset="-122"/>
              </a:rPr>
              <a:t>广义表的表头</a:t>
            </a:r>
            <a:r>
              <a:rPr altLang="zh-CN" b="1" dirty="0" sz="4000" lang="en-US">
                <a:solidFill>
                  <a:srgbClr val="CC3300"/>
                </a:solidFill>
                <a:ea typeface="华文新魏" panose="02010800040101010101" pitchFamily="2" charset="-122"/>
              </a:rPr>
              <a:t>(head)</a:t>
            </a:r>
            <a:r>
              <a:rPr altLang="en-US" b="1" dirty="0" sz="4000" lang="zh-CN">
                <a:solidFill>
                  <a:srgbClr val="CC3300"/>
                </a:solidFill>
                <a:ea typeface="华文新魏" panose="02010800040101010101" pitchFamily="2" charset="-122"/>
              </a:rPr>
              <a:t>与表尾</a:t>
            </a:r>
            <a:r>
              <a:rPr altLang="zh-CN" b="1" dirty="0" lang="en-US">
                <a:solidFill>
                  <a:srgbClr val="CC3300"/>
                </a:solidFill>
                <a:ea typeface="华文新魏" panose="02010800040101010101" pitchFamily="2" charset="-122"/>
              </a:rPr>
              <a:t>(tail)</a:t>
            </a:r>
            <a:endParaRPr altLang="en-US" dirty="0" lang="zh-CN">
              <a:ea typeface="华文新魏" panose="02010800040101010101" pitchFamily="2" charset="-122"/>
            </a:endParaRPr>
          </a:p>
        </p:txBody>
      </p:sp>
      <p:sp>
        <p:nvSpPr>
          <p:cNvPr id="1049560" name="Rectangle 3"/>
          <p:cNvSpPr>
            <a:spLocks noGrp="1" noChangeArrowheads="1"/>
          </p:cNvSpPr>
          <p:nvPr>
            <p:ph idx="1"/>
          </p:nvPr>
        </p:nvSpPr>
        <p:spPr>
          <a:xfrm>
            <a:off x="685800" y="1260475"/>
            <a:ext cx="7924800" cy="1581150"/>
          </a:xfrm>
        </p:spPr>
        <p:txBody>
          <a:bodyPr/>
          <a:p>
            <a:pPr eaLnBrk="1" hangingPunct="1">
              <a:buClr>
                <a:srgbClr val="990099"/>
              </a:buClr>
              <a:buSzPct val="50000"/>
            </a:pPr>
            <a:r>
              <a:rPr altLang="en-US" b="1" dirty="0" sz="3000" lang="zh-CN">
                <a:ea typeface="仿宋_GB2312" pitchFamily="49" charset="-122"/>
              </a:rPr>
              <a:t>广义表的第一个表元素即为该表的</a:t>
            </a:r>
            <a:r>
              <a:rPr altLang="en-US" b="1" dirty="0" sz="3000" lang="zh-CN">
                <a:solidFill>
                  <a:srgbClr val="FF0000"/>
                </a:solidFill>
                <a:ea typeface="仿宋_GB2312" pitchFamily="49" charset="-122"/>
              </a:rPr>
              <a:t>表头</a:t>
            </a:r>
            <a:r>
              <a:rPr altLang="en-US" b="1" dirty="0" sz="3000" lang="zh-CN">
                <a:ea typeface="仿宋_GB2312" pitchFamily="49" charset="-122"/>
              </a:rPr>
              <a:t>，除表头元素外其他表元素组成的表即为该表的</a:t>
            </a:r>
            <a:r>
              <a:rPr altLang="en-US" b="1" dirty="0" sz="3000" lang="zh-CN">
                <a:solidFill>
                  <a:srgbClr val="FF0000"/>
                </a:solidFill>
                <a:ea typeface="仿宋_GB2312" pitchFamily="49" charset="-122"/>
              </a:rPr>
              <a:t>表尾</a:t>
            </a:r>
            <a:r>
              <a:rPr altLang="en-US" b="1" dirty="0" sz="3000" lang="zh-CN">
                <a:ea typeface="仿宋_GB2312" pitchFamily="49" charset="-122"/>
              </a:rPr>
              <a:t>。</a:t>
            </a:r>
            <a:endParaRPr altLang="en-US" dirty="0" sz="3000" lang="zh-CN">
              <a:ea typeface="仿宋_GB2312" pitchFamily="49" charset="-122"/>
            </a:endParaRPr>
          </a:p>
        </p:txBody>
      </p:sp>
      <p:sp>
        <p:nvSpPr>
          <p:cNvPr id="1049561" name="Text Box 4"/>
          <p:cNvSpPr txBox="1">
            <a:spLocks noChangeArrowheads="1"/>
          </p:cNvSpPr>
          <p:nvPr/>
        </p:nvSpPr>
        <p:spPr bwMode="auto">
          <a:xfrm>
            <a:off x="1274763" y="2816225"/>
            <a:ext cx="6991350" cy="4104640"/>
          </a:xfrm>
          <a:prstGeom prst="rect"/>
          <a:solidFill>
            <a:srgbClr val="FFFF99"/>
          </a:solid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altLang="zh-CN" b="1" sz="3000" kumimoji="1" lang="en-US">
                <a:latin typeface="Times New Roman" panose="02020603050405020304" pitchFamily="18" charset="0"/>
              </a:rPr>
              <a:t>A( )                  </a:t>
            </a:r>
            <a:r>
              <a:rPr altLang="zh-CN" b="1" sz="3000" kumimoji="1" lang="en-US">
                <a:solidFill>
                  <a:srgbClr val="006600"/>
                </a:solidFill>
                <a:latin typeface="Times New Roman" panose="02020603050405020304" pitchFamily="18" charset="0"/>
                <a:ea typeface="仿宋_GB2312" pitchFamily="49" charset="-122"/>
              </a:rPr>
              <a:t>head(A) </a:t>
            </a:r>
            <a:r>
              <a:rPr altLang="en-US" b="1" sz="3000" kumimoji="1" lang="zh-CN">
                <a:solidFill>
                  <a:srgbClr val="006600"/>
                </a:solidFill>
                <a:latin typeface="Times New Roman" panose="02020603050405020304" pitchFamily="18" charset="0"/>
                <a:ea typeface="仿宋_GB2312" pitchFamily="49" charset="-122"/>
              </a:rPr>
              <a:t>和 </a:t>
            </a:r>
            <a:r>
              <a:rPr altLang="zh-CN" b="1" sz="3000" kumimoji="1" lang="en-US">
                <a:solidFill>
                  <a:srgbClr val="006600"/>
                </a:solidFill>
                <a:latin typeface="Times New Roman" panose="02020603050405020304" pitchFamily="18" charset="0"/>
                <a:ea typeface="仿宋_GB2312" pitchFamily="49" charset="-122"/>
              </a:rPr>
              <a:t>tail(A) </a:t>
            </a:r>
            <a:r>
              <a:rPr altLang="en-US" b="1" sz="3000" kumimoji="1" lang="zh-CN">
                <a:solidFill>
                  <a:srgbClr val="006600"/>
                </a:solidFill>
                <a:latin typeface="Times New Roman" panose="02020603050405020304" pitchFamily="18" charset="0"/>
                <a:ea typeface="仿宋_GB2312" pitchFamily="49" charset="-122"/>
              </a:rPr>
              <a:t>不存在</a:t>
            </a:r>
          </a:p>
          <a:p>
            <a:pPr eaLnBrk="1" hangingPunct="1">
              <a:buFontTx/>
              <a:buNone/>
            </a:pPr>
            <a:r>
              <a:rPr altLang="zh-CN" b="1" sz="3000" kumimoji="1" lang="en-US">
                <a:latin typeface="Times New Roman" panose="02020603050405020304" pitchFamily="18" charset="0"/>
              </a:rPr>
              <a:t>B( 6, 2 )           </a:t>
            </a:r>
            <a:r>
              <a:rPr altLang="zh-CN" b="1" sz="3000" kumimoji="1" lang="en-US">
                <a:solidFill>
                  <a:srgbClr val="800080"/>
                </a:solidFill>
                <a:latin typeface="Times New Roman" panose="02020603050405020304" pitchFamily="18" charset="0"/>
              </a:rPr>
              <a:t>head(B) = 6, tail(B) = (2)</a:t>
            </a:r>
            <a:endParaRPr altLang="zh-CN" b="1" sz="3000" kumimoji="1" lang="en-US">
              <a:latin typeface="Times New Roman" panose="02020603050405020304" pitchFamily="18" charset="0"/>
            </a:endParaRPr>
          </a:p>
          <a:p>
            <a:pPr eaLnBrk="1" hangingPunct="1">
              <a:buFontTx/>
              <a:buNone/>
            </a:pPr>
            <a:r>
              <a:rPr altLang="zh-CN" b="1" sz="3000" kumimoji="1" lang="en-US">
                <a:latin typeface="Times New Roman" panose="02020603050405020304" pitchFamily="18" charset="0"/>
              </a:rPr>
              <a:t>C( ‘</a:t>
            </a:r>
            <a:r>
              <a:rPr altLang="zh-CN" b="1" sz="3000" i="1" kumimoji="1" lang="en-US">
                <a:latin typeface="Times New Roman" panose="02020603050405020304" pitchFamily="18" charset="0"/>
              </a:rPr>
              <a:t>a</a:t>
            </a:r>
            <a:r>
              <a:rPr altLang="zh-CN" b="1" sz="3000" kumimoji="1" lang="en-US">
                <a:latin typeface="Times New Roman" panose="02020603050405020304" pitchFamily="18" charset="0"/>
              </a:rPr>
              <a:t>’, ( 5,  3,  ‘</a:t>
            </a:r>
            <a:r>
              <a:rPr altLang="zh-CN" b="1" sz="3000" i="1" kumimoji="1" lang="en-US">
                <a:latin typeface="Times New Roman" panose="02020603050405020304" pitchFamily="18" charset="0"/>
              </a:rPr>
              <a:t>x</a:t>
            </a:r>
            <a:r>
              <a:rPr altLang="zh-CN" b="1" sz="3000" kumimoji="1" lang="en-US">
                <a:latin typeface="Times New Roman" panose="02020603050405020304" pitchFamily="18" charset="0"/>
              </a:rPr>
              <a:t>’ ) )      </a:t>
            </a:r>
            <a:r>
              <a:rPr altLang="zh-CN" b="1" sz="3000" kumimoji="1" lang="en-US">
                <a:solidFill>
                  <a:schemeClr val="tx2"/>
                </a:solidFill>
                <a:latin typeface="Times New Roman" panose="02020603050405020304" pitchFamily="18" charset="0"/>
              </a:rPr>
              <a:t>head(C) =‘</a:t>
            </a:r>
            <a:r>
              <a:rPr altLang="zh-CN" b="1" sz="3000" i="1" kumimoji="1" lang="en-US">
                <a:solidFill>
                  <a:schemeClr val="tx2"/>
                </a:solidFill>
                <a:latin typeface="Times New Roman" panose="02020603050405020304" pitchFamily="18" charset="0"/>
              </a:rPr>
              <a:t>a</a:t>
            </a:r>
            <a:r>
              <a:rPr altLang="zh-CN" b="1" sz="3000" kumimoji="1" lang="en-US">
                <a:solidFill>
                  <a:schemeClr val="tx2"/>
                </a:solidFill>
                <a:latin typeface="Times New Roman" panose="02020603050405020304" pitchFamily="18" charset="0"/>
              </a:rPr>
              <a:t>’</a:t>
            </a:r>
            <a:endParaRPr altLang="zh-CN" b="1" sz="3000" kumimoji="1" lang="en-US">
              <a:latin typeface="Times New Roman" panose="02020603050405020304" pitchFamily="18" charset="0"/>
            </a:endParaRPr>
          </a:p>
          <a:p>
            <a:pPr eaLnBrk="1" hangingPunct="1">
              <a:buFontTx/>
              <a:buNone/>
            </a:pPr>
            <a:r>
              <a:rPr altLang="zh-CN" b="1" sz="3000" kumimoji="1" lang="en-US">
                <a:latin typeface="Times New Roman" panose="02020603050405020304" pitchFamily="18" charset="0"/>
              </a:rPr>
              <a:t>D( B,  C, A )      </a:t>
            </a:r>
            <a:r>
              <a:rPr altLang="zh-CN" b="1" sz="3000" kumimoji="1" lang="en-US">
                <a:solidFill>
                  <a:schemeClr val="tx2"/>
                </a:solidFill>
                <a:latin typeface="Times New Roman" panose="02020603050405020304" pitchFamily="18" charset="0"/>
              </a:rPr>
              <a:t>tail(C) = ((5,3,’x’))</a:t>
            </a:r>
          </a:p>
          <a:p>
            <a:pPr eaLnBrk="1" hangingPunct="1">
              <a:buFontTx/>
              <a:buNone/>
            </a:pPr>
            <a:r>
              <a:rPr altLang="zh-CN" b="1" sz="3000" kumimoji="1" lang="en-US">
                <a:latin typeface="Times New Roman" panose="02020603050405020304" pitchFamily="18" charset="0"/>
              </a:rPr>
              <a:t>E( B, D )          </a:t>
            </a:r>
            <a:r>
              <a:rPr altLang="zh-CN" b="1" sz="3000" kumimoji="1" lang="en-US">
                <a:solidFill>
                  <a:schemeClr val="tx2"/>
                </a:solidFill>
                <a:latin typeface="Times New Roman" panose="02020603050405020304" pitchFamily="18" charset="0"/>
              </a:rPr>
              <a:t>head( </a:t>
            </a:r>
            <a:r>
              <a:rPr altLang="zh-CN" b="1" sz="3000" kumimoji="1" lang="en-US">
                <a:solidFill>
                  <a:srgbClr val="006666"/>
                </a:solidFill>
                <a:latin typeface="Times New Roman" panose="02020603050405020304" pitchFamily="18" charset="0"/>
              </a:rPr>
              <a:t>((5,3,’x’))</a:t>
            </a:r>
            <a:r>
              <a:rPr altLang="zh-CN" b="1" sz="3000" kumimoji="1" lang="en-US">
                <a:solidFill>
                  <a:schemeClr val="tx2"/>
                </a:solidFill>
                <a:latin typeface="Times New Roman" panose="02020603050405020304" pitchFamily="18" charset="0"/>
              </a:rPr>
              <a:t> ) = (5,3,’x’)</a:t>
            </a:r>
          </a:p>
          <a:p>
            <a:pPr eaLnBrk="1" hangingPunct="1">
              <a:buFontTx/>
              <a:buNone/>
            </a:pPr>
            <a:r>
              <a:rPr altLang="zh-CN" b="1" sz="3000" kumimoji="1" lang="en-US">
                <a:latin typeface="Times New Roman" panose="02020603050405020304" pitchFamily="18" charset="0"/>
              </a:rPr>
              <a:t>F( 4, F )           </a:t>
            </a:r>
            <a:r>
              <a:rPr altLang="zh-CN" b="1" sz="3000" kumimoji="1" lang="en-US">
                <a:solidFill>
                  <a:schemeClr val="tx2"/>
                </a:solidFill>
                <a:latin typeface="Times New Roman" panose="02020603050405020304" pitchFamily="18" charset="0"/>
              </a:rPr>
              <a:t>tail( </a:t>
            </a:r>
            <a:r>
              <a:rPr altLang="zh-CN" b="1" sz="3000" kumimoji="1" lang="en-US">
                <a:solidFill>
                  <a:srgbClr val="006666"/>
                </a:solidFill>
                <a:latin typeface="Times New Roman" panose="02020603050405020304" pitchFamily="18" charset="0"/>
              </a:rPr>
              <a:t>((5,3,’x’))</a:t>
            </a:r>
            <a:r>
              <a:rPr altLang="zh-CN" b="1" sz="3000" kumimoji="1" lang="en-US">
                <a:solidFill>
                  <a:schemeClr val="tx2"/>
                </a:solidFill>
                <a:latin typeface="Times New Roman" panose="02020603050405020304" pitchFamily="18" charset="0"/>
              </a:rPr>
              <a:t> ) = ( )                        </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289" name=""/>
        <p:cNvGrpSpPr/>
        <p:nvPr/>
      </p:nvGrpSpPr>
      <p:grpSpPr>
        <a:xfrm>
          <a:off x="0" y="0"/>
          <a:ext cx="0" cy="0"/>
          <a:chOff x="0" y="0"/>
          <a:chExt cx="0" cy="0"/>
        </a:xfrm>
      </p:grpSpPr>
      <p:sp>
        <p:nvSpPr>
          <p:cNvPr id="1049562" name="标题 1"/>
          <p:cNvSpPr>
            <a:spLocks noGrp="1" noChangeArrowheads="1"/>
          </p:cNvSpPr>
          <p:nvPr>
            <p:ph type="title"/>
          </p:nvPr>
        </p:nvSpPr>
        <p:spPr/>
        <p:txBody>
          <a:bodyPr/>
          <a:p>
            <a:endParaRPr altLang="en-US" lang="zh-CN"/>
          </a:p>
        </p:txBody>
      </p:sp>
      <p:sp>
        <p:nvSpPr>
          <p:cNvPr id="1049563" name="内容占位符 2"/>
          <p:cNvSpPr>
            <a:spLocks noGrp="1" noChangeArrowheads="1"/>
          </p:cNvSpPr>
          <p:nvPr>
            <p:ph idx="1"/>
          </p:nvPr>
        </p:nvSpPr>
        <p:spPr>
          <a:xfrm>
            <a:off x="228599" y="1600202"/>
            <a:ext cx="9175866" cy="4525963"/>
          </a:xfrm>
        </p:spPr>
        <p:txBody>
          <a:bodyPr/>
          <a:p>
            <a:pPr indent="0" marL="0">
              <a:buNone/>
            </a:pPr>
            <a:r>
              <a:rPr altLang="en-US" dirty="0" lang="zh-CN"/>
              <a:t>例：</a:t>
            </a:r>
            <a:r>
              <a:rPr altLang="zh-CN" dirty="0" lang="zh-CN"/>
              <a:t>设广义表</a:t>
            </a:r>
            <a:endParaRPr altLang="zh-CN" dirty="0" lang="en-US"/>
          </a:p>
          <a:p>
            <a:pPr indent="0" marL="0">
              <a:buNone/>
            </a:pPr>
            <a:r>
              <a:rPr altLang="zh-CN" dirty="0" lang="en-US"/>
              <a:t>A = </a:t>
            </a:r>
            <a:r>
              <a:rPr altLang="zh-CN" dirty="0" sz="3200" lang="en-US"/>
              <a:t>(apple,</a:t>
            </a:r>
            <a:r>
              <a:rPr altLang="zh-CN" dirty="0" sz="3200" lang="en-US">
                <a:solidFill>
                  <a:srgbClr val="C00000"/>
                </a:solidFill>
              </a:rPr>
              <a:t>(</a:t>
            </a:r>
            <a:r>
              <a:rPr altLang="zh-CN" dirty="0" sz="3200" lang="en-US"/>
              <a:t> </a:t>
            </a:r>
            <a:r>
              <a:rPr altLang="zh-CN" dirty="0" sz="3200" lang="en-US">
                <a:solidFill>
                  <a:srgbClr val="00B050"/>
                </a:solidFill>
              </a:rPr>
              <a:t>(</a:t>
            </a:r>
            <a:r>
              <a:rPr altLang="zh-CN" dirty="0" sz="3200" lang="en-US"/>
              <a:t>orange, banana</a:t>
            </a:r>
            <a:r>
              <a:rPr altLang="zh-CN" dirty="0" sz="3200" lang="en-US">
                <a:solidFill>
                  <a:srgbClr val="00B050"/>
                </a:solidFill>
              </a:rPr>
              <a:t>),(</a:t>
            </a:r>
            <a:r>
              <a:rPr altLang="zh-CN" dirty="0" sz="3200" lang="en-US"/>
              <a:t>peach, pear, kiwifruit</a:t>
            </a:r>
            <a:r>
              <a:rPr altLang="zh-CN" dirty="0" sz="3200" lang="en-US">
                <a:solidFill>
                  <a:srgbClr val="00B050"/>
                </a:solidFill>
              </a:rPr>
              <a:t>)</a:t>
            </a:r>
            <a:r>
              <a:rPr altLang="zh-CN" dirty="0" sz="3200" lang="en-US">
                <a:solidFill>
                  <a:srgbClr val="C00000"/>
                </a:solidFill>
              </a:rPr>
              <a:t>)</a:t>
            </a:r>
            <a:r>
              <a:rPr altLang="zh-CN" dirty="0" sz="3200" lang="en-US"/>
              <a:t>), </a:t>
            </a:r>
          </a:p>
          <a:p>
            <a:pPr indent="0" marL="0">
              <a:buNone/>
            </a:pPr>
            <a:endParaRPr altLang="zh-CN" dirty="0" lang="en-US"/>
          </a:p>
          <a:p>
            <a:pPr indent="0" marL="0">
              <a:buNone/>
            </a:pPr>
            <a:r>
              <a:rPr altLang="zh-CN" dirty="0" lang="zh-CN"/>
              <a:t>则取出</a:t>
            </a:r>
            <a:r>
              <a:rPr altLang="zh-CN" dirty="0" lang="en-US"/>
              <a:t>A</a:t>
            </a:r>
            <a:r>
              <a:rPr altLang="zh-CN" dirty="0" lang="zh-CN"/>
              <a:t>中的原子</a:t>
            </a:r>
            <a:r>
              <a:rPr altLang="zh-CN" dirty="0" lang="en-US"/>
              <a:t>orange</a:t>
            </a:r>
            <a:r>
              <a:rPr altLang="zh-CN" dirty="0" lang="zh-CN"/>
              <a:t>的操作是</a:t>
            </a:r>
            <a:r>
              <a:rPr altLang="zh-CN" dirty="0" lang="en-US"/>
              <a:t>:</a:t>
            </a:r>
            <a:r>
              <a:rPr altLang="zh-CN" dirty="0" lang="zh-CN" u="sng"/>
              <a:t> </a:t>
            </a:r>
            <a:endParaRPr altLang="zh-CN" dirty="0" lang="en-US" u="sng"/>
          </a:p>
          <a:p>
            <a:pPr indent="0" marL="0">
              <a:buNone/>
            </a:pPr>
            <a:r>
              <a:rPr altLang="zh-CN" dirty="0" lang="en-US"/>
              <a:t>   </a:t>
            </a:r>
            <a:r>
              <a:rPr altLang="zh-CN" dirty="0" lang="en-US">
                <a:solidFill>
                  <a:srgbClr val="0000FF"/>
                </a:solidFill>
              </a:rPr>
              <a:t>head (head(head(tail(A))))</a:t>
            </a:r>
            <a:endParaRPr altLang="en-US" dirty="0" lang="zh-CN">
              <a:solidFill>
                <a:srgbClr val="0000FF"/>
              </a:solidFill>
            </a:endParaRPr>
          </a:p>
        </p:txBody>
      </p:sp>
      <p:cxnSp>
        <p:nvCxnSpPr>
          <p:cNvPr id="3145730" name="直接连接符 2"/>
          <p:cNvCxnSpPr>
            <a:cxnSpLocks/>
          </p:cNvCxnSpPr>
          <p:nvPr/>
        </p:nvCxnSpPr>
        <p:spPr>
          <a:xfrm>
            <a:off x="1981200" y="2992580"/>
            <a:ext cx="6934200" cy="0"/>
          </a:xfrm>
          <a:prstGeom prst="line"/>
          <a:ln>
            <a:solidFill>
              <a:srgbClr val="C00000"/>
            </a:solidFill>
          </a:ln>
        </p:spPr>
        <p:style>
          <a:lnRef idx="3">
            <a:schemeClr val="accent6"/>
          </a:lnRef>
          <a:fillRef idx="0">
            <a:schemeClr val="accent6"/>
          </a:fillRef>
          <a:effectRef idx="2">
            <a:schemeClr val="accent6"/>
          </a:effectRef>
          <a:fontRef idx="minor">
            <a:schemeClr val="tx1"/>
          </a:fontRef>
        </p:style>
      </p:cxnSp>
      <p:cxnSp>
        <p:nvCxnSpPr>
          <p:cNvPr id="3145731" name="直接连接符 4"/>
          <p:cNvCxnSpPr>
            <a:cxnSpLocks/>
          </p:cNvCxnSpPr>
          <p:nvPr/>
        </p:nvCxnSpPr>
        <p:spPr>
          <a:xfrm flipV="1">
            <a:off x="1981200" y="2865438"/>
            <a:ext cx="6629400" cy="30162"/>
          </a:xfrm>
          <a:prstGeom prst="line"/>
          <a:ln>
            <a:solidFill>
              <a:srgbClr val="C00000"/>
            </a:solidFill>
          </a:ln>
        </p:spPr>
        <p:style>
          <a:lnRef idx="2">
            <a:schemeClr val="accent4"/>
          </a:lnRef>
          <a:fillRef idx="0">
            <a:schemeClr val="accent4"/>
          </a:fillRef>
          <a:effectRef idx="1">
            <a:schemeClr val="accent4"/>
          </a:effectRef>
          <a:fontRef idx="minor">
            <a:schemeClr val="tx1"/>
          </a:fontRef>
        </p:style>
      </p:cxnSp>
      <p:cxnSp>
        <p:nvCxnSpPr>
          <p:cNvPr id="3145732" name="直接连接符 8"/>
          <p:cNvCxnSpPr>
            <a:cxnSpLocks/>
          </p:cNvCxnSpPr>
          <p:nvPr/>
        </p:nvCxnSpPr>
        <p:spPr>
          <a:xfrm>
            <a:off x="2209800" y="2776452"/>
            <a:ext cx="2743200" cy="0"/>
          </a:xfrm>
          <a:prstGeom prst="line"/>
          <a:ln>
            <a:solidFill>
              <a:srgbClr val="C00000"/>
            </a:solidFill>
          </a:ln>
        </p:spPr>
        <p:style>
          <a:lnRef idx="2">
            <a:schemeClr val="accent4"/>
          </a:lnRef>
          <a:fillRef idx="0">
            <a:schemeClr val="accent4"/>
          </a:fillRef>
          <a:effectRef idx="1">
            <a:schemeClr val="accent4"/>
          </a:effectRef>
          <a:fontRef idx="minor">
            <a:schemeClr val="tx1"/>
          </a:fontRef>
        </p:style>
      </p:cxnSp>
      <p:cxnSp>
        <p:nvCxnSpPr>
          <p:cNvPr id="3145733" name="直接连接符 10"/>
          <p:cNvCxnSpPr>
            <a:cxnSpLocks/>
          </p:cNvCxnSpPr>
          <p:nvPr/>
        </p:nvCxnSpPr>
        <p:spPr>
          <a:xfrm>
            <a:off x="2209800" y="2667000"/>
            <a:ext cx="1295400" cy="0"/>
          </a:xfrm>
          <a:prstGeom prst="line"/>
          <a:ln>
            <a:solidFill>
              <a:srgbClr val="C00000"/>
            </a:solidFill>
          </a:ln>
        </p:spPr>
        <p:style>
          <a:lnRef idx="2">
            <a:schemeClr val="accent4"/>
          </a:lnRef>
          <a:fillRef idx="0">
            <a:schemeClr val="accent4"/>
          </a:fillRef>
          <a:effectRef idx="1">
            <a:schemeClr val="accent4"/>
          </a:effectRef>
          <a:fontRef idx="minor">
            <a:schemeClr val="tx1"/>
          </a:fontRef>
        </p:style>
      </p:cxn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6" presetSubtype="21">
                                  <p:stCondLst>
                                    <p:cond delay="0"/>
                                  </p:stCondLst>
                                  <p:childTnLst>
                                    <p:set>
                                      <p:cBhvr>
                                        <p:cTn dur="1" fill="hold" id="6">
                                          <p:stCondLst>
                                            <p:cond delay="0"/>
                                          </p:stCondLst>
                                        </p:cTn>
                                        <p:tgtEl>
                                          <p:spTgt spid="3145730"/>
                                        </p:tgtEl>
                                        <p:attrNameLst>
                                          <p:attrName>style.visibility</p:attrName>
                                        </p:attrNameLst>
                                      </p:cBhvr>
                                      <p:to>
                                        <p:strVal val="visible"/>
                                      </p:to>
                                    </p:set>
                                    <p:animEffect transition="in" filter="barn(inVertical)">
                                      <p:cBhvr>
                                        <p:cTn dur="500" id="7"/>
                                        <p:tgtEl>
                                          <p:spTgt spid="3145730"/>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16" presetSubtype="21">
                                  <p:stCondLst>
                                    <p:cond delay="0"/>
                                  </p:stCondLst>
                                  <p:childTnLst>
                                    <p:set>
                                      <p:cBhvr>
                                        <p:cTn dur="1" fill="hold" id="11">
                                          <p:stCondLst>
                                            <p:cond delay="0"/>
                                          </p:stCondLst>
                                        </p:cTn>
                                        <p:tgtEl>
                                          <p:spTgt spid="3145731"/>
                                        </p:tgtEl>
                                        <p:attrNameLst>
                                          <p:attrName>style.visibility</p:attrName>
                                        </p:attrNameLst>
                                      </p:cBhvr>
                                      <p:to>
                                        <p:strVal val="visible"/>
                                      </p:to>
                                    </p:set>
                                    <p:animEffect transition="in" filter="barn(inVertical)">
                                      <p:cBhvr>
                                        <p:cTn dur="500" id="12"/>
                                        <p:tgtEl>
                                          <p:spTgt spid="3145731"/>
                                        </p:tgtEl>
                                      </p:cBhvr>
                                    </p:animEffec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6" presetSubtype="21">
                                  <p:stCondLst>
                                    <p:cond delay="0"/>
                                  </p:stCondLst>
                                  <p:childTnLst>
                                    <p:set>
                                      <p:cBhvr>
                                        <p:cTn dur="1" fill="hold" id="16">
                                          <p:stCondLst>
                                            <p:cond delay="0"/>
                                          </p:stCondLst>
                                        </p:cTn>
                                        <p:tgtEl>
                                          <p:spTgt spid="3145732"/>
                                        </p:tgtEl>
                                        <p:attrNameLst>
                                          <p:attrName>style.visibility</p:attrName>
                                        </p:attrNameLst>
                                      </p:cBhvr>
                                      <p:to>
                                        <p:strVal val="visible"/>
                                      </p:to>
                                    </p:set>
                                    <p:animEffect transition="in" filter="barn(inVertical)">
                                      <p:cBhvr>
                                        <p:cTn dur="500" id="17"/>
                                        <p:tgtEl>
                                          <p:spTgt spid="3145732"/>
                                        </p:tgtEl>
                                      </p:cBhvr>
                                    </p:animEffect>
                                  </p:childTnLst>
                                </p:cTn>
                              </p:par>
                            </p:childTnLst>
                          </p:cTn>
                        </p:par>
                      </p:childTnLst>
                    </p:cTn>
                  </p:par>
                  <p:par>
                    <p:cTn fill="hold" id="18">
                      <p:stCondLst>
                        <p:cond delay="indefinite"/>
                      </p:stCondLst>
                      <p:childTnLst>
                        <p:par>
                          <p:cTn fill="hold" id="19">
                            <p:stCondLst>
                              <p:cond delay="0"/>
                            </p:stCondLst>
                            <p:childTnLst>
                              <p:par>
                                <p:cTn fill="hold" id="20" nodeType="clickEffect" presetClass="entr" presetID="16" presetSubtype="21">
                                  <p:stCondLst>
                                    <p:cond delay="0"/>
                                  </p:stCondLst>
                                  <p:childTnLst>
                                    <p:set>
                                      <p:cBhvr>
                                        <p:cTn dur="1" fill="hold" id="21">
                                          <p:stCondLst>
                                            <p:cond delay="0"/>
                                          </p:stCondLst>
                                        </p:cTn>
                                        <p:tgtEl>
                                          <p:spTgt spid="3145733"/>
                                        </p:tgtEl>
                                        <p:attrNameLst>
                                          <p:attrName>style.visibility</p:attrName>
                                        </p:attrNameLst>
                                      </p:cBhvr>
                                      <p:to>
                                        <p:strVal val="visible"/>
                                      </p:to>
                                    </p:set>
                                    <p:animEffect transition="in" filter="barn(inVertical)">
                                      <p:cBhvr>
                                        <p:cTn dur="500" id="22"/>
                                        <p:tgtEl>
                                          <p:spTgt spid="3145733"/>
                                        </p:tgtEl>
                                      </p:cBhvr>
                                    </p:animEffect>
                                  </p:childTnLst>
                                </p:cTn>
                              </p:par>
                            </p:childTnLst>
                          </p:cTn>
                        </p:par>
                      </p:childTnLst>
                    </p:cTn>
                  </p:par>
                  <p:par>
                    <p:cTn fill="hold" id="23">
                      <p:stCondLst>
                        <p:cond delay="indefinite"/>
                      </p:stCondLst>
                      <p:childTnLst>
                        <p:par>
                          <p:cTn fill="hold" id="24">
                            <p:stCondLst>
                              <p:cond delay="0"/>
                            </p:stCondLst>
                            <p:childTnLst>
                              <p:par>
                                <p:cTn fill="hold" id="25" nodeType="clickEffect" presetClass="entr" presetID="16" presetSubtype="21">
                                  <p:stCondLst>
                                    <p:cond delay="0"/>
                                  </p:stCondLst>
                                  <p:childTnLst>
                                    <p:set>
                                      <p:cBhvr>
                                        <p:cTn dur="1" fill="hold" id="26">
                                          <p:stCondLst>
                                            <p:cond delay="0"/>
                                          </p:stCondLst>
                                        </p:cTn>
                                        <p:tgtEl>
                                          <p:spTgt spid="1049563">
                                            <p:txEl>
                                              <p:pRg st="4" end="4"/>
                                            </p:txEl>
                                          </p:spTgt>
                                        </p:tgtEl>
                                        <p:attrNameLst>
                                          <p:attrName>style.visibility</p:attrName>
                                        </p:attrNameLst>
                                      </p:cBhvr>
                                      <p:to>
                                        <p:strVal val="visible"/>
                                      </p:to>
                                    </p:set>
                                    <p:animEffect transition="in" filter="barn(inVertical)">
                                      <p:cBhvr>
                                        <p:cTn dur="500" id="27"/>
                                        <p:tgtEl>
                                          <p:spTgt spid="10495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290" name=""/>
        <p:cNvGrpSpPr/>
        <p:nvPr/>
      </p:nvGrpSpPr>
      <p:grpSpPr>
        <a:xfrm>
          <a:off x="0" y="0"/>
          <a:ext cx="0" cy="0"/>
          <a:chOff x="0" y="0"/>
          <a:chExt cx="0" cy="0"/>
        </a:xfrm>
      </p:grpSpPr>
      <p:grpSp>
        <p:nvGrpSpPr>
          <p:cNvPr id="291" name="Group 2"/>
          <p:cNvGrpSpPr/>
          <p:nvPr/>
        </p:nvGrpSpPr>
        <p:grpSpPr bwMode="auto">
          <a:xfrm>
            <a:off x="582615" y="517525"/>
            <a:ext cx="7945437" cy="5757862"/>
            <a:chOff x="343" y="222"/>
            <a:chExt cx="5005" cy="3627"/>
          </a:xfrm>
        </p:grpSpPr>
        <p:sp>
          <p:nvSpPr>
            <p:cNvPr id="1049564" name="Line 3"/>
            <p:cNvSpPr>
              <a:spLocks noChangeShapeType="1"/>
            </p:cNvSpPr>
            <p:nvPr/>
          </p:nvSpPr>
          <p:spPr bwMode="auto">
            <a:xfrm flipH="1">
              <a:off x="3682" y="2867"/>
              <a:ext cx="199" cy="333"/>
            </a:xfrm>
            <a:prstGeom prst="line"/>
            <a:noFill/>
            <a:ln w="19050">
              <a:solidFill>
                <a:srgbClr val="0000CC"/>
              </a:solidFill>
              <a:round/>
              <a:headEnd/>
              <a:tailEnd type="triangle" w="sm" len="lg"/>
            </a:ln>
            <a:effectLst/>
          </p:spPr>
          <p:txBody>
            <a:bodyPr anchor="ctr" wrap="none"/>
            <a:p>
              <a:endParaRPr altLang="en-US" lang="zh-CN"/>
            </a:p>
          </p:txBody>
        </p:sp>
        <p:sp>
          <p:nvSpPr>
            <p:cNvPr id="1049565" name="Oval 4"/>
            <p:cNvSpPr>
              <a:spLocks noChangeArrowheads="1"/>
            </p:cNvSpPr>
            <p:nvPr/>
          </p:nvSpPr>
          <p:spPr bwMode="auto">
            <a:xfrm>
              <a:off x="555" y="530"/>
              <a:ext cx="144" cy="144"/>
            </a:xfrm>
            <a:prstGeom prst="ellipse"/>
            <a:solidFill>
              <a:schemeClr val="accent2">
                <a:lumMod val="40000"/>
                <a:lumOff val="60000"/>
              </a:schemeClr>
            </a:solidFill>
            <a:ln w="9525">
              <a:solidFill>
                <a:schemeClr val="tx1"/>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566" name="Text Box 5"/>
            <p:cNvSpPr txBox="1">
              <a:spLocks noChangeArrowheads="1"/>
            </p:cNvSpPr>
            <p:nvPr/>
          </p:nvSpPr>
          <p:spPr bwMode="auto">
            <a:xfrm>
              <a:off x="495" y="226"/>
              <a:ext cx="278" cy="327"/>
            </a:xfrm>
            <a:prstGeom prst="rect"/>
            <a:noFill/>
            <a:ln>
              <a:noFill/>
            </a:ln>
            <a:effectLst/>
          </p:spPr>
          <p:txBody>
            <a:bodyPr wrap="none">
              <a:spAutoFit/>
            </a:bodyPr>
            <a:p>
              <a:pPr eaLnBrk="1" hangingPunct="1"/>
              <a:r>
                <a:rPr altLang="zh-CN" b="1" dirty="0" sz="2800" kumimoji="1" lang="en-US">
                  <a:solidFill>
                    <a:srgbClr val="0000CC"/>
                  </a:solidFill>
                  <a:effectLst>
                    <a:outerShdw algn="tl" blurRad="38100" dir="2700000" dist="38100">
                      <a:srgbClr val="C0C0C0"/>
                    </a:outerShdw>
                  </a:effectLst>
                  <a:latin typeface="Times New Roman" pitchFamily="18" charset="0"/>
                  <a:ea typeface="宋体" charset="-122"/>
                </a:rPr>
                <a:t>A</a:t>
              </a:r>
              <a:endParaRPr altLang="zh-CN" b="1" dirty="0" sz="2400" kumimoji="1" lang="en-US">
                <a:latin typeface="Times New Roman" pitchFamily="18" charset="0"/>
                <a:ea typeface="宋体" charset="-122"/>
              </a:endParaRPr>
            </a:p>
          </p:txBody>
        </p:sp>
        <p:grpSp>
          <p:nvGrpSpPr>
            <p:cNvPr id="292" name="Group 6"/>
            <p:cNvGrpSpPr/>
            <p:nvPr/>
          </p:nvGrpSpPr>
          <p:grpSpPr bwMode="auto">
            <a:xfrm>
              <a:off x="1167" y="535"/>
              <a:ext cx="417" cy="494"/>
              <a:chOff x="949" y="465"/>
              <a:chExt cx="417" cy="494"/>
            </a:xfrm>
          </p:grpSpPr>
          <p:sp>
            <p:nvSpPr>
              <p:cNvPr id="1049567" name="Line 7"/>
              <p:cNvSpPr>
                <a:spLocks noChangeShapeType="1"/>
              </p:cNvSpPr>
              <p:nvPr/>
            </p:nvSpPr>
            <p:spPr bwMode="auto">
              <a:xfrm>
                <a:off x="1187" y="568"/>
                <a:ext cx="125" cy="273"/>
              </a:xfrm>
              <a:prstGeom prst="line"/>
              <a:noFill/>
              <a:ln w="19050">
                <a:solidFill>
                  <a:srgbClr val="0000CC"/>
                </a:solidFill>
                <a:round/>
                <a:headEnd/>
                <a:tailEnd type="triangle" w="sm" len="lg"/>
              </a:ln>
              <a:effectLst/>
            </p:spPr>
            <p:txBody>
              <a:bodyPr anchor="ctr" wrap="none"/>
              <a:p>
                <a:endParaRPr altLang="en-US" lang="zh-CN"/>
              </a:p>
            </p:txBody>
          </p:sp>
          <p:sp>
            <p:nvSpPr>
              <p:cNvPr id="1049568" name="Line 8"/>
              <p:cNvSpPr>
                <a:spLocks noChangeShapeType="1"/>
              </p:cNvSpPr>
              <p:nvPr/>
            </p:nvSpPr>
            <p:spPr bwMode="auto">
              <a:xfrm flipH="1">
                <a:off x="1014" y="570"/>
                <a:ext cx="126" cy="266"/>
              </a:xfrm>
              <a:prstGeom prst="line"/>
              <a:noFill/>
              <a:ln w="19050">
                <a:solidFill>
                  <a:srgbClr val="0000CC"/>
                </a:solidFill>
                <a:round/>
                <a:headEnd/>
                <a:tailEnd type="triangle" w="sm" len="lg"/>
              </a:ln>
              <a:effectLst/>
            </p:spPr>
            <p:txBody>
              <a:bodyPr anchor="ctr" wrap="none"/>
              <a:p>
                <a:endParaRPr altLang="en-US" lang="zh-CN"/>
              </a:p>
            </p:txBody>
          </p:sp>
          <p:sp>
            <p:nvSpPr>
              <p:cNvPr id="1049569" name="Oval 9"/>
              <p:cNvSpPr>
                <a:spLocks noChangeArrowheads="1"/>
              </p:cNvSpPr>
              <p:nvPr/>
            </p:nvSpPr>
            <p:spPr bwMode="auto">
              <a:xfrm>
                <a:off x="1099" y="465"/>
                <a:ext cx="144" cy="144"/>
              </a:xfrm>
              <a:prstGeom prst="ellipse"/>
              <a:solidFill>
                <a:schemeClr val="accent2">
                  <a:lumMod val="40000"/>
                  <a:lumOff val="60000"/>
                </a:schemeClr>
              </a:solidFill>
              <a:ln w="9525">
                <a:solidFill>
                  <a:schemeClr val="tx1"/>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570" name="Rectangle 10"/>
              <p:cNvSpPr>
                <a:spLocks noChangeArrowheads="1"/>
              </p:cNvSpPr>
              <p:nvPr/>
            </p:nvSpPr>
            <p:spPr bwMode="auto">
              <a:xfrm>
                <a:off x="949" y="842"/>
                <a:ext cx="104" cy="112"/>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571" name="Rectangle 11"/>
              <p:cNvSpPr>
                <a:spLocks noChangeArrowheads="1"/>
              </p:cNvSpPr>
              <p:nvPr/>
            </p:nvSpPr>
            <p:spPr bwMode="auto">
              <a:xfrm>
                <a:off x="1262" y="847"/>
                <a:ext cx="104" cy="112"/>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grpSp>
        <p:sp>
          <p:nvSpPr>
            <p:cNvPr id="1049572" name="Text Box 12"/>
            <p:cNvSpPr txBox="1">
              <a:spLocks noChangeArrowheads="1"/>
            </p:cNvSpPr>
            <p:nvPr/>
          </p:nvSpPr>
          <p:spPr bwMode="auto">
            <a:xfrm>
              <a:off x="1266" y="224"/>
              <a:ext cx="265" cy="327"/>
            </a:xfrm>
            <a:prstGeom prst="rect"/>
            <a:noFill/>
            <a:ln>
              <a:noFill/>
            </a:ln>
            <a:effectLst/>
          </p:spPr>
          <p:txBody>
            <a:bodyPr wrap="none">
              <a:spAutoFit/>
            </a:bodyPr>
            <a:p>
              <a:pPr eaLnBrk="1" hangingPunct="1"/>
              <a:r>
                <a:rPr altLang="zh-CN" b="1" dirty="0" sz="2800" kumimoji="1" lang="en-US">
                  <a:solidFill>
                    <a:srgbClr val="0000CC"/>
                  </a:solidFill>
                  <a:effectLst>
                    <a:outerShdw algn="tl" blurRad="38100" dir="2700000" dist="38100">
                      <a:srgbClr val="C0C0C0"/>
                    </a:outerShdw>
                  </a:effectLst>
                  <a:latin typeface="Times New Roman" pitchFamily="18" charset="0"/>
                  <a:ea typeface="宋体" charset="-122"/>
                </a:rPr>
                <a:t>B</a:t>
              </a:r>
              <a:endParaRPr altLang="zh-CN" b="1" dirty="0" sz="2400" kumimoji="1" lang="en-US">
                <a:latin typeface="Times New Roman" pitchFamily="18" charset="0"/>
                <a:ea typeface="宋体" charset="-122"/>
              </a:endParaRPr>
            </a:p>
          </p:txBody>
        </p:sp>
        <p:sp>
          <p:nvSpPr>
            <p:cNvPr id="1049573" name="Text Box 13"/>
            <p:cNvSpPr txBox="1">
              <a:spLocks noChangeArrowheads="1"/>
            </p:cNvSpPr>
            <p:nvPr/>
          </p:nvSpPr>
          <p:spPr bwMode="auto">
            <a:xfrm>
              <a:off x="2365" y="222"/>
              <a:ext cx="260" cy="322"/>
            </a:xfrm>
            <a:prstGeom prst="rect"/>
            <a:noFill/>
            <a:ln>
              <a:noFill/>
            </a:ln>
            <a:effectLst/>
          </p:spPr>
          <p:txBody>
            <a:bodyPr wrap="none">
              <a:spAutoFit/>
            </a:bodyPr>
            <a:p>
              <a:pPr eaLnBrk="1" hangingPunct="1"/>
              <a:r>
                <a:rPr altLang="zh-CN" b="1" dirty="0" sz="2800" kumimoji="1" lang="en-US">
                  <a:solidFill>
                    <a:srgbClr val="0000CC"/>
                  </a:solidFill>
                  <a:effectLst>
                    <a:outerShdw algn="tl" blurRad="38100" dir="2700000" dist="38100">
                      <a:srgbClr val="C0C0C0"/>
                    </a:outerShdw>
                  </a:effectLst>
                  <a:latin typeface="Times New Roman" pitchFamily="18" charset="0"/>
                  <a:ea typeface="宋体" charset="-122"/>
                </a:rPr>
                <a:t>C</a:t>
              </a:r>
              <a:endParaRPr altLang="zh-CN" b="1" dirty="0" sz="2400" kumimoji="1" lang="en-US">
                <a:latin typeface="Times New Roman" pitchFamily="18" charset="0"/>
                <a:ea typeface="宋体" charset="-122"/>
              </a:endParaRPr>
            </a:p>
          </p:txBody>
        </p:sp>
        <p:sp>
          <p:nvSpPr>
            <p:cNvPr id="1049574" name="Text Box 14"/>
            <p:cNvSpPr txBox="1">
              <a:spLocks noChangeArrowheads="1"/>
            </p:cNvSpPr>
            <p:nvPr/>
          </p:nvSpPr>
          <p:spPr bwMode="auto">
            <a:xfrm>
              <a:off x="1111" y="973"/>
              <a:ext cx="543" cy="32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i="1" kumimoji="1" lang="en-US">
                  <a:solidFill>
                    <a:srgbClr val="0000CC"/>
                  </a:solidFill>
                  <a:latin typeface="Times New Roman" panose="02020603050405020304" pitchFamily="18" charset="0"/>
                </a:rPr>
                <a:t>u   v</a:t>
              </a:r>
              <a:endParaRPr altLang="zh-CN" sz="2400" kumimoji="1" lang="en-US">
                <a:latin typeface="Times New Roman" panose="02020603050405020304" pitchFamily="18" charset="0"/>
              </a:endParaRPr>
            </a:p>
          </p:txBody>
        </p:sp>
        <p:grpSp>
          <p:nvGrpSpPr>
            <p:cNvPr id="293" name="Group 15"/>
            <p:cNvGrpSpPr/>
            <p:nvPr/>
          </p:nvGrpSpPr>
          <p:grpSpPr bwMode="auto">
            <a:xfrm>
              <a:off x="2181" y="533"/>
              <a:ext cx="845" cy="1139"/>
              <a:chOff x="2160" y="463"/>
              <a:chExt cx="845" cy="1139"/>
            </a:xfrm>
          </p:grpSpPr>
          <p:sp>
            <p:nvSpPr>
              <p:cNvPr id="1049575" name="Line 16"/>
              <p:cNvSpPr>
                <a:spLocks noChangeShapeType="1"/>
              </p:cNvSpPr>
              <p:nvPr/>
            </p:nvSpPr>
            <p:spPr bwMode="auto">
              <a:xfrm flipH="1">
                <a:off x="2635" y="885"/>
                <a:ext cx="0" cy="363"/>
              </a:xfrm>
              <a:prstGeom prst="line"/>
              <a:noFill/>
              <a:ln w="19050">
                <a:solidFill>
                  <a:srgbClr val="0000CC"/>
                </a:solidFill>
                <a:round/>
                <a:headEnd/>
                <a:tailEnd type="triangle" w="sm" len="lg"/>
              </a:ln>
              <a:effectLst/>
            </p:spPr>
            <p:txBody>
              <a:bodyPr anchor="ctr" wrap="none"/>
              <a:p>
                <a:endParaRPr altLang="en-US" lang="zh-CN"/>
              </a:p>
            </p:txBody>
          </p:sp>
          <p:sp>
            <p:nvSpPr>
              <p:cNvPr id="1049576" name="Line 17"/>
              <p:cNvSpPr>
                <a:spLocks noChangeShapeType="1"/>
              </p:cNvSpPr>
              <p:nvPr/>
            </p:nvSpPr>
            <p:spPr bwMode="auto">
              <a:xfrm>
                <a:off x="2499" y="566"/>
                <a:ext cx="125" cy="273"/>
              </a:xfrm>
              <a:prstGeom prst="line"/>
              <a:noFill/>
              <a:ln w="19050">
                <a:solidFill>
                  <a:srgbClr val="0000CC"/>
                </a:solidFill>
                <a:round/>
                <a:headEnd/>
                <a:tailEnd type="triangle" w="sm" len="lg"/>
              </a:ln>
              <a:effectLst/>
            </p:spPr>
            <p:txBody>
              <a:bodyPr anchor="ctr" wrap="none"/>
              <a:p>
                <a:endParaRPr altLang="en-US" lang="zh-CN"/>
              </a:p>
            </p:txBody>
          </p:sp>
          <p:sp>
            <p:nvSpPr>
              <p:cNvPr id="1049577" name="Line 18"/>
              <p:cNvSpPr>
                <a:spLocks noChangeShapeType="1"/>
              </p:cNvSpPr>
              <p:nvPr/>
            </p:nvSpPr>
            <p:spPr bwMode="auto">
              <a:xfrm flipH="1">
                <a:off x="2311" y="568"/>
                <a:ext cx="141" cy="266"/>
              </a:xfrm>
              <a:prstGeom prst="line"/>
              <a:noFill/>
              <a:ln w="19050">
                <a:solidFill>
                  <a:srgbClr val="0000CC"/>
                </a:solidFill>
                <a:round/>
                <a:headEnd/>
                <a:tailEnd type="triangle" w="sm" len="lg"/>
              </a:ln>
              <a:effectLst/>
            </p:spPr>
            <p:txBody>
              <a:bodyPr anchor="ctr" wrap="none"/>
              <a:p>
                <a:endParaRPr altLang="en-US" lang="zh-CN"/>
              </a:p>
            </p:txBody>
          </p:sp>
          <p:sp>
            <p:nvSpPr>
              <p:cNvPr id="1049578" name="Oval 19"/>
              <p:cNvSpPr>
                <a:spLocks noChangeArrowheads="1"/>
              </p:cNvSpPr>
              <p:nvPr/>
            </p:nvSpPr>
            <p:spPr bwMode="auto">
              <a:xfrm>
                <a:off x="2411" y="463"/>
                <a:ext cx="144" cy="144"/>
              </a:xfrm>
              <a:prstGeom prst="ellipse"/>
              <a:solidFill>
                <a:schemeClr val="accent2">
                  <a:lumMod val="40000"/>
                  <a:lumOff val="60000"/>
                </a:schemeClr>
              </a:solidFill>
              <a:ln w="9525">
                <a:solidFill>
                  <a:schemeClr val="tx1"/>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579" name="Rectangle 20"/>
              <p:cNvSpPr>
                <a:spLocks noChangeArrowheads="1"/>
              </p:cNvSpPr>
              <p:nvPr/>
            </p:nvSpPr>
            <p:spPr bwMode="auto">
              <a:xfrm>
                <a:off x="2233" y="840"/>
                <a:ext cx="104" cy="112"/>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580" name="Rectangle 21"/>
              <p:cNvSpPr>
                <a:spLocks noChangeArrowheads="1"/>
              </p:cNvSpPr>
              <p:nvPr/>
            </p:nvSpPr>
            <p:spPr bwMode="auto">
              <a:xfrm>
                <a:off x="2781" y="1230"/>
                <a:ext cx="104" cy="112"/>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581" name="Line 22"/>
              <p:cNvSpPr>
                <a:spLocks noChangeShapeType="1"/>
              </p:cNvSpPr>
              <p:nvPr/>
            </p:nvSpPr>
            <p:spPr bwMode="auto">
              <a:xfrm>
                <a:off x="2672" y="931"/>
                <a:ext cx="154" cy="296"/>
              </a:xfrm>
              <a:prstGeom prst="line"/>
              <a:noFill/>
              <a:ln w="19050">
                <a:solidFill>
                  <a:srgbClr val="0000CC"/>
                </a:solidFill>
                <a:round/>
                <a:headEnd/>
                <a:tailEnd type="triangle" w="sm" len="lg"/>
              </a:ln>
              <a:effectLst/>
            </p:spPr>
            <p:txBody>
              <a:bodyPr anchor="ctr" wrap="none"/>
              <a:p>
                <a:endParaRPr altLang="en-US" lang="zh-CN"/>
              </a:p>
            </p:txBody>
          </p:sp>
          <p:sp>
            <p:nvSpPr>
              <p:cNvPr id="1049582" name="Line 23"/>
              <p:cNvSpPr>
                <a:spLocks noChangeShapeType="1"/>
              </p:cNvSpPr>
              <p:nvPr/>
            </p:nvSpPr>
            <p:spPr bwMode="auto">
              <a:xfrm flipH="1">
                <a:off x="2441" y="933"/>
                <a:ext cx="163" cy="296"/>
              </a:xfrm>
              <a:prstGeom prst="line"/>
              <a:noFill/>
              <a:ln w="19050">
                <a:solidFill>
                  <a:srgbClr val="0000CC"/>
                </a:solidFill>
                <a:round/>
                <a:headEnd/>
                <a:tailEnd type="triangle" w="sm" len="lg"/>
              </a:ln>
              <a:effectLst/>
            </p:spPr>
            <p:txBody>
              <a:bodyPr anchor="ctr" wrap="none"/>
              <a:p>
                <a:endParaRPr altLang="en-US" lang="zh-CN"/>
              </a:p>
            </p:txBody>
          </p:sp>
          <p:sp>
            <p:nvSpPr>
              <p:cNvPr id="1049583" name="Oval 24"/>
              <p:cNvSpPr>
                <a:spLocks noChangeArrowheads="1"/>
              </p:cNvSpPr>
              <p:nvPr/>
            </p:nvSpPr>
            <p:spPr bwMode="auto">
              <a:xfrm>
                <a:off x="2570" y="828"/>
                <a:ext cx="144" cy="144"/>
              </a:xfrm>
              <a:prstGeom prst="ellipse"/>
              <a:solidFill>
                <a:schemeClr val="accent2">
                  <a:lumMod val="40000"/>
                  <a:lumOff val="60000"/>
                </a:schemeClr>
              </a:solidFill>
              <a:ln w="9525">
                <a:solidFill>
                  <a:schemeClr val="tx1"/>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584" name="Rectangle 25"/>
              <p:cNvSpPr>
                <a:spLocks noChangeArrowheads="1"/>
              </p:cNvSpPr>
              <p:nvPr/>
            </p:nvSpPr>
            <p:spPr bwMode="auto">
              <a:xfrm>
                <a:off x="2388" y="1228"/>
                <a:ext cx="104" cy="112"/>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585" name="Rectangle 26"/>
              <p:cNvSpPr>
                <a:spLocks noChangeArrowheads="1"/>
              </p:cNvSpPr>
              <p:nvPr/>
            </p:nvSpPr>
            <p:spPr bwMode="auto">
              <a:xfrm>
                <a:off x="2578" y="1233"/>
                <a:ext cx="104" cy="105"/>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586" name="Text Box 27"/>
              <p:cNvSpPr txBox="1">
                <a:spLocks noChangeArrowheads="1"/>
              </p:cNvSpPr>
              <p:nvPr/>
            </p:nvSpPr>
            <p:spPr bwMode="auto">
              <a:xfrm>
                <a:off x="2160" y="881"/>
                <a:ext cx="228" cy="327"/>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i="1" kumimoji="1" lang="en-US">
                    <a:solidFill>
                      <a:srgbClr val="0000CC"/>
                    </a:solidFill>
                    <a:latin typeface="Times New Roman" panose="02020603050405020304" pitchFamily="18" charset="0"/>
                  </a:rPr>
                  <a:t>a</a:t>
                </a:r>
                <a:endParaRPr altLang="zh-CN" sz="2400" kumimoji="1" lang="en-US">
                  <a:latin typeface="Times New Roman" panose="02020603050405020304" pitchFamily="18" charset="0"/>
                </a:endParaRPr>
              </a:p>
            </p:txBody>
          </p:sp>
          <p:sp>
            <p:nvSpPr>
              <p:cNvPr id="1049587" name="Text Box 28"/>
              <p:cNvSpPr txBox="1">
                <a:spLocks noChangeArrowheads="1"/>
              </p:cNvSpPr>
              <p:nvPr/>
            </p:nvSpPr>
            <p:spPr bwMode="auto">
              <a:xfrm>
                <a:off x="2313" y="1280"/>
                <a:ext cx="692" cy="32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i="1" kumimoji="1" lang="en-US">
                    <a:solidFill>
                      <a:srgbClr val="0000CC"/>
                    </a:solidFill>
                    <a:latin typeface="Times New Roman" panose="02020603050405020304" pitchFamily="18" charset="0"/>
                  </a:rPr>
                  <a:t>x  y  z</a:t>
                </a:r>
                <a:endParaRPr altLang="zh-CN" sz="2400" kumimoji="1" lang="en-US">
                  <a:latin typeface="Times New Roman" panose="02020603050405020304" pitchFamily="18" charset="0"/>
                </a:endParaRPr>
              </a:p>
            </p:txBody>
          </p:sp>
        </p:grpSp>
        <p:sp>
          <p:nvSpPr>
            <p:cNvPr id="1049588" name="Text Box 29"/>
            <p:cNvSpPr txBox="1">
              <a:spLocks noChangeArrowheads="1"/>
            </p:cNvSpPr>
            <p:nvPr/>
          </p:nvSpPr>
          <p:spPr bwMode="auto">
            <a:xfrm>
              <a:off x="4180" y="248"/>
              <a:ext cx="278" cy="327"/>
            </a:xfrm>
            <a:prstGeom prst="rect"/>
            <a:noFill/>
            <a:ln>
              <a:noFill/>
            </a:ln>
            <a:effectLst/>
          </p:spPr>
          <p:txBody>
            <a:bodyPr wrap="none">
              <a:spAutoFit/>
            </a:bodyPr>
            <a:p>
              <a:pPr eaLnBrk="1" hangingPunct="1"/>
              <a:r>
                <a:rPr altLang="zh-CN" b="1" dirty="0" sz="2800" kumimoji="1" lang="en-US">
                  <a:solidFill>
                    <a:srgbClr val="0000CC"/>
                  </a:solidFill>
                  <a:effectLst>
                    <a:outerShdw algn="tl" blurRad="38100" dir="2700000" dist="38100">
                      <a:srgbClr val="C0C0C0"/>
                    </a:outerShdw>
                  </a:effectLst>
                  <a:latin typeface="Times New Roman" pitchFamily="18" charset="0"/>
                  <a:ea typeface="宋体" charset="-122"/>
                </a:rPr>
                <a:t>D</a:t>
              </a:r>
              <a:endParaRPr altLang="zh-CN" b="1" dirty="0" sz="2400" kumimoji="1" lang="en-US">
                <a:latin typeface="Times New Roman" pitchFamily="18" charset="0"/>
                <a:ea typeface="宋体" charset="-122"/>
              </a:endParaRPr>
            </a:p>
          </p:txBody>
        </p:sp>
        <p:grpSp>
          <p:nvGrpSpPr>
            <p:cNvPr id="294" name="Group 30"/>
            <p:cNvGrpSpPr/>
            <p:nvPr/>
          </p:nvGrpSpPr>
          <p:grpSpPr bwMode="auto">
            <a:xfrm>
              <a:off x="3478" y="544"/>
              <a:ext cx="1870" cy="1505"/>
              <a:chOff x="3457" y="474"/>
              <a:chExt cx="1870" cy="1505"/>
            </a:xfrm>
          </p:grpSpPr>
          <p:sp>
            <p:nvSpPr>
              <p:cNvPr id="1049589" name="Line 31"/>
              <p:cNvSpPr>
                <a:spLocks noChangeShapeType="1"/>
              </p:cNvSpPr>
              <p:nvPr/>
            </p:nvSpPr>
            <p:spPr bwMode="auto">
              <a:xfrm flipH="1">
                <a:off x="3822" y="585"/>
                <a:ext cx="437" cy="274"/>
              </a:xfrm>
              <a:prstGeom prst="line"/>
              <a:noFill/>
              <a:ln w="19050">
                <a:solidFill>
                  <a:srgbClr val="0000CC"/>
                </a:solidFill>
                <a:round/>
                <a:headEnd/>
                <a:tailEnd type="triangle" w="sm" len="lg"/>
              </a:ln>
              <a:effectLst/>
            </p:spPr>
            <p:txBody>
              <a:bodyPr anchor="ctr" wrap="none"/>
              <a:p>
                <a:endParaRPr altLang="en-US" lang="zh-CN"/>
              </a:p>
            </p:txBody>
          </p:sp>
          <p:sp>
            <p:nvSpPr>
              <p:cNvPr id="1049590" name="Line 32"/>
              <p:cNvSpPr>
                <a:spLocks noChangeShapeType="1"/>
              </p:cNvSpPr>
              <p:nvPr/>
            </p:nvSpPr>
            <p:spPr bwMode="auto">
              <a:xfrm>
                <a:off x="4340" y="578"/>
                <a:ext cx="608" cy="296"/>
              </a:xfrm>
              <a:prstGeom prst="line"/>
              <a:noFill/>
              <a:ln w="19050">
                <a:solidFill>
                  <a:srgbClr val="0000CC"/>
                </a:solidFill>
                <a:round/>
                <a:headEnd/>
                <a:tailEnd type="triangle" w="sm" len="lg"/>
              </a:ln>
              <a:effectLst/>
            </p:spPr>
            <p:txBody>
              <a:bodyPr anchor="ctr" wrap="none"/>
              <a:p>
                <a:endParaRPr altLang="en-US" lang="zh-CN"/>
              </a:p>
            </p:txBody>
          </p:sp>
          <p:sp>
            <p:nvSpPr>
              <p:cNvPr id="1049591" name="Line 33"/>
              <p:cNvSpPr>
                <a:spLocks noChangeShapeType="1"/>
              </p:cNvSpPr>
              <p:nvPr/>
            </p:nvSpPr>
            <p:spPr bwMode="auto">
              <a:xfrm>
                <a:off x="4296" y="593"/>
                <a:ext cx="81" cy="237"/>
              </a:xfrm>
              <a:prstGeom prst="line"/>
              <a:noFill/>
              <a:ln w="19050">
                <a:solidFill>
                  <a:srgbClr val="0000CC"/>
                </a:solidFill>
                <a:round/>
                <a:headEnd/>
                <a:tailEnd type="triangle" w="sm" len="lg"/>
              </a:ln>
              <a:effectLst/>
            </p:spPr>
            <p:txBody>
              <a:bodyPr anchor="ctr" wrap="none"/>
              <a:p>
                <a:endParaRPr altLang="en-US" lang="zh-CN"/>
              </a:p>
            </p:txBody>
          </p:sp>
          <p:sp>
            <p:nvSpPr>
              <p:cNvPr id="1049592" name="Oval 34"/>
              <p:cNvSpPr>
                <a:spLocks noChangeArrowheads="1"/>
              </p:cNvSpPr>
              <p:nvPr/>
            </p:nvSpPr>
            <p:spPr bwMode="auto">
              <a:xfrm>
                <a:off x="4229" y="474"/>
                <a:ext cx="144" cy="144"/>
              </a:xfrm>
              <a:prstGeom prst="ellipse"/>
              <a:solidFill>
                <a:schemeClr val="accent2">
                  <a:lumMod val="40000"/>
                  <a:lumOff val="60000"/>
                </a:schemeClr>
              </a:solidFill>
              <a:ln w="9525">
                <a:solidFill>
                  <a:schemeClr val="tx1"/>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grpSp>
            <p:nvGrpSpPr>
              <p:cNvPr id="295" name="Group 35"/>
              <p:cNvGrpSpPr/>
              <p:nvPr/>
            </p:nvGrpSpPr>
            <p:grpSpPr bwMode="auto">
              <a:xfrm>
                <a:off x="3546" y="835"/>
                <a:ext cx="417" cy="494"/>
                <a:chOff x="949" y="465"/>
                <a:chExt cx="417" cy="494"/>
              </a:xfrm>
            </p:grpSpPr>
            <p:sp>
              <p:nvSpPr>
                <p:cNvPr id="1049593" name="Line 36"/>
                <p:cNvSpPr>
                  <a:spLocks noChangeShapeType="1"/>
                </p:cNvSpPr>
                <p:nvPr/>
              </p:nvSpPr>
              <p:spPr bwMode="auto">
                <a:xfrm>
                  <a:off x="1187" y="568"/>
                  <a:ext cx="125" cy="273"/>
                </a:xfrm>
                <a:prstGeom prst="line"/>
                <a:noFill/>
                <a:ln w="19050">
                  <a:solidFill>
                    <a:srgbClr val="0000CC"/>
                  </a:solidFill>
                  <a:round/>
                  <a:headEnd/>
                  <a:tailEnd type="triangle" w="sm" len="lg"/>
                </a:ln>
                <a:effectLst/>
              </p:spPr>
              <p:txBody>
                <a:bodyPr anchor="ctr" wrap="none"/>
                <a:p>
                  <a:endParaRPr altLang="en-US" lang="zh-CN"/>
                </a:p>
              </p:txBody>
            </p:sp>
            <p:sp>
              <p:nvSpPr>
                <p:cNvPr id="1049594" name="Line 37"/>
                <p:cNvSpPr>
                  <a:spLocks noChangeShapeType="1"/>
                </p:cNvSpPr>
                <p:nvPr/>
              </p:nvSpPr>
              <p:spPr bwMode="auto">
                <a:xfrm flipH="1">
                  <a:off x="1014" y="570"/>
                  <a:ext cx="126" cy="266"/>
                </a:xfrm>
                <a:prstGeom prst="line"/>
                <a:noFill/>
                <a:ln w="19050">
                  <a:solidFill>
                    <a:srgbClr val="0000CC"/>
                  </a:solidFill>
                  <a:round/>
                  <a:headEnd/>
                  <a:tailEnd type="triangle" w="sm" len="lg"/>
                </a:ln>
                <a:effectLst/>
              </p:spPr>
              <p:txBody>
                <a:bodyPr anchor="ctr" wrap="none"/>
                <a:p>
                  <a:endParaRPr altLang="en-US" lang="zh-CN"/>
                </a:p>
              </p:txBody>
            </p:sp>
            <p:sp>
              <p:nvSpPr>
                <p:cNvPr id="1049595" name="Oval 38"/>
                <p:cNvSpPr>
                  <a:spLocks noChangeArrowheads="1"/>
                </p:cNvSpPr>
                <p:nvPr/>
              </p:nvSpPr>
              <p:spPr bwMode="auto">
                <a:xfrm>
                  <a:off x="1099" y="465"/>
                  <a:ext cx="144" cy="144"/>
                </a:xfrm>
                <a:prstGeom prst="ellipse"/>
                <a:solidFill>
                  <a:schemeClr val="accent2">
                    <a:lumMod val="40000"/>
                    <a:lumOff val="60000"/>
                  </a:schemeClr>
                </a:solidFill>
                <a:ln w="9525">
                  <a:solidFill>
                    <a:schemeClr val="tx1"/>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596" name="Rectangle 39"/>
                <p:cNvSpPr>
                  <a:spLocks noChangeArrowheads="1"/>
                </p:cNvSpPr>
                <p:nvPr/>
              </p:nvSpPr>
              <p:spPr bwMode="auto">
                <a:xfrm>
                  <a:off x="949" y="842"/>
                  <a:ext cx="104" cy="112"/>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597" name="Rectangle 40"/>
                <p:cNvSpPr>
                  <a:spLocks noChangeArrowheads="1"/>
                </p:cNvSpPr>
                <p:nvPr/>
              </p:nvSpPr>
              <p:spPr bwMode="auto">
                <a:xfrm>
                  <a:off x="1262" y="847"/>
                  <a:ext cx="104" cy="112"/>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grpSp>
          <p:sp>
            <p:nvSpPr>
              <p:cNvPr id="1049598" name="Text Box 41"/>
              <p:cNvSpPr txBox="1">
                <a:spLocks noChangeArrowheads="1"/>
              </p:cNvSpPr>
              <p:nvPr/>
            </p:nvSpPr>
            <p:spPr bwMode="auto">
              <a:xfrm>
                <a:off x="3490" y="1273"/>
                <a:ext cx="543" cy="32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i="1" kumimoji="1" lang="en-US">
                    <a:solidFill>
                      <a:srgbClr val="0000CC"/>
                    </a:solidFill>
                    <a:latin typeface="Times New Roman" panose="02020603050405020304" pitchFamily="18" charset="0"/>
                  </a:rPr>
                  <a:t>u   v</a:t>
                </a:r>
                <a:endParaRPr altLang="zh-CN" sz="2400" kumimoji="1" lang="en-US">
                  <a:latin typeface="Times New Roman" panose="02020603050405020304" pitchFamily="18" charset="0"/>
                </a:endParaRPr>
              </a:p>
            </p:txBody>
          </p:sp>
          <p:grpSp>
            <p:nvGrpSpPr>
              <p:cNvPr id="296" name="Group 42"/>
              <p:cNvGrpSpPr/>
              <p:nvPr/>
            </p:nvGrpSpPr>
            <p:grpSpPr bwMode="auto">
              <a:xfrm>
                <a:off x="4071" y="840"/>
                <a:ext cx="845" cy="1139"/>
                <a:chOff x="2160" y="463"/>
                <a:chExt cx="845" cy="1139"/>
              </a:xfrm>
            </p:grpSpPr>
            <p:sp>
              <p:nvSpPr>
                <p:cNvPr id="1049599" name="Line 43"/>
                <p:cNvSpPr>
                  <a:spLocks noChangeShapeType="1"/>
                </p:cNvSpPr>
                <p:nvPr/>
              </p:nvSpPr>
              <p:spPr bwMode="auto">
                <a:xfrm flipH="1">
                  <a:off x="2635" y="885"/>
                  <a:ext cx="0" cy="363"/>
                </a:xfrm>
                <a:prstGeom prst="line"/>
                <a:noFill/>
                <a:ln w="19050">
                  <a:solidFill>
                    <a:srgbClr val="0000CC"/>
                  </a:solidFill>
                  <a:round/>
                  <a:headEnd/>
                  <a:tailEnd type="triangle" w="sm" len="lg"/>
                </a:ln>
                <a:effectLst/>
              </p:spPr>
              <p:txBody>
                <a:bodyPr anchor="ctr" wrap="none"/>
                <a:p>
                  <a:endParaRPr altLang="en-US" lang="zh-CN"/>
                </a:p>
              </p:txBody>
            </p:sp>
            <p:sp>
              <p:nvSpPr>
                <p:cNvPr id="1049600" name="Line 44"/>
                <p:cNvSpPr>
                  <a:spLocks noChangeShapeType="1"/>
                </p:cNvSpPr>
                <p:nvPr/>
              </p:nvSpPr>
              <p:spPr bwMode="auto">
                <a:xfrm>
                  <a:off x="2499" y="566"/>
                  <a:ext cx="125" cy="273"/>
                </a:xfrm>
                <a:prstGeom prst="line"/>
                <a:noFill/>
                <a:ln w="19050">
                  <a:solidFill>
                    <a:srgbClr val="0000CC"/>
                  </a:solidFill>
                  <a:round/>
                  <a:headEnd/>
                  <a:tailEnd type="triangle" w="sm" len="lg"/>
                </a:ln>
                <a:effectLst/>
              </p:spPr>
              <p:txBody>
                <a:bodyPr anchor="ctr" wrap="none"/>
                <a:p>
                  <a:endParaRPr altLang="en-US" lang="zh-CN"/>
                </a:p>
              </p:txBody>
            </p:sp>
            <p:sp>
              <p:nvSpPr>
                <p:cNvPr id="1049601" name="Line 45"/>
                <p:cNvSpPr>
                  <a:spLocks noChangeShapeType="1"/>
                </p:cNvSpPr>
                <p:nvPr/>
              </p:nvSpPr>
              <p:spPr bwMode="auto">
                <a:xfrm flipH="1">
                  <a:off x="2311" y="568"/>
                  <a:ext cx="141" cy="266"/>
                </a:xfrm>
                <a:prstGeom prst="line"/>
                <a:noFill/>
                <a:ln w="19050">
                  <a:solidFill>
                    <a:srgbClr val="0000CC"/>
                  </a:solidFill>
                  <a:round/>
                  <a:headEnd/>
                  <a:tailEnd type="triangle" w="sm" len="lg"/>
                </a:ln>
                <a:effectLst/>
              </p:spPr>
              <p:txBody>
                <a:bodyPr anchor="ctr" wrap="none"/>
                <a:p>
                  <a:endParaRPr altLang="en-US" lang="zh-CN"/>
                </a:p>
              </p:txBody>
            </p:sp>
            <p:sp>
              <p:nvSpPr>
                <p:cNvPr id="1049602" name="Oval 46"/>
                <p:cNvSpPr>
                  <a:spLocks noChangeArrowheads="1"/>
                </p:cNvSpPr>
                <p:nvPr/>
              </p:nvSpPr>
              <p:spPr bwMode="auto">
                <a:xfrm>
                  <a:off x="2411" y="463"/>
                  <a:ext cx="144" cy="144"/>
                </a:xfrm>
                <a:prstGeom prst="ellipse"/>
                <a:solidFill>
                  <a:schemeClr val="accent2">
                    <a:lumMod val="40000"/>
                    <a:lumOff val="60000"/>
                  </a:schemeClr>
                </a:solidFill>
                <a:ln w="9525">
                  <a:solidFill>
                    <a:schemeClr val="tx1"/>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03" name="Rectangle 47"/>
                <p:cNvSpPr>
                  <a:spLocks noChangeArrowheads="1"/>
                </p:cNvSpPr>
                <p:nvPr/>
              </p:nvSpPr>
              <p:spPr bwMode="auto">
                <a:xfrm>
                  <a:off x="2233" y="840"/>
                  <a:ext cx="104" cy="112"/>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04" name="Rectangle 48"/>
                <p:cNvSpPr>
                  <a:spLocks noChangeArrowheads="1"/>
                </p:cNvSpPr>
                <p:nvPr/>
              </p:nvSpPr>
              <p:spPr bwMode="auto">
                <a:xfrm>
                  <a:off x="2781" y="1230"/>
                  <a:ext cx="104" cy="112"/>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05" name="Line 49"/>
                <p:cNvSpPr>
                  <a:spLocks noChangeShapeType="1"/>
                </p:cNvSpPr>
                <p:nvPr/>
              </p:nvSpPr>
              <p:spPr bwMode="auto">
                <a:xfrm>
                  <a:off x="2672" y="931"/>
                  <a:ext cx="154" cy="296"/>
                </a:xfrm>
                <a:prstGeom prst="line"/>
                <a:noFill/>
                <a:ln w="19050">
                  <a:solidFill>
                    <a:srgbClr val="0000CC"/>
                  </a:solidFill>
                  <a:round/>
                  <a:headEnd/>
                  <a:tailEnd type="triangle" w="sm" len="lg"/>
                </a:ln>
                <a:effectLst/>
              </p:spPr>
              <p:txBody>
                <a:bodyPr anchor="ctr" wrap="none"/>
                <a:p>
                  <a:endParaRPr altLang="en-US" lang="zh-CN"/>
                </a:p>
              </p:txBody>
            </p:sp>
            <p:sp>
              <p:nvSpPr>
                <p:cNvPr id="1049606" name="Line 50"/>
                <p:cNvSpPr>
                  <a:spLocks noChangeShapeType="1"/>
                </p:cNvSpPr>
                <p:nvPr/>
              </p:nvSpPr>
              <p:spPr bwMode="auto">
                <a:xfrm flipH="1">
                  <a:off x="2441" y="933"/>
                  <a:ext cx="163" cy="296"/>
                </a:xfrm>
                <a:prstGeom prst="line"/>
                <a:noFill/>
                <a:ln w="19050">
                  <a:solidFill>
                    <a:srgbClr val="0000CC"/>
                  </a:solidFill>
                  <a:round/>
                  <a:headEnd/>
                  <a:tailEnd type="triangle" w="sm" len="lg"/>
                </a:ln>
                <a:effectLst/>
              </p:spPr>
              <p:txBody>
                <a:bodyPr anchor="ctr" wrap="none"/>
                <a:p>
                  <a:endParaRPr altLang="en-US" lang="zh-CN"/>
                </a:p>
              </p:txBody>
            </p:sp>
            <p:sp>
              <p:nvSpPr>
                <p:cNvPr id="1049607" name="Oval 51"/>
                <p:cNvSpPr>
                  <a:spLocks noChangeArrowheads="1"/>
                </p:cNvSpPr>
                <p:nvPr/>
              </p:nvSpPr>
              <p:spPr bwMode="auto">
                <a:xfrm>
                  <a:off x="2570" y="828"/>
                  <a:ext cx="144" cy="144"/>
                </a:xfrm>
                <a:prstGeom prst="ellipse"/>
                <a:solidFill>
                  <a:schemeClr val="accent2">
                    <a:lumMod val="40000"/>
                    <a:lumOff val="60000"/>
                  </a:schemeClr>
                </a:solidFill>
                <a:ln w="9525">
                  <a:solidFill>
                    <a:schemeClr val="tx1"/>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08" name="Rectangle 52"/>
                <p:cNvSpPr>
                  <a:spLocks noChangeArrowheads="1"/>
                </p:cNvSpPr>
                <p:nvPr/>
              </p:nvSpPr>
              <p:spPr bwMode="auto">
                <a:xfrm>
                  <a:off x="2388" y="1228"/>
                  <a:ext cx="104" cy="112"/>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09" name="Rectangle 53"/>
                <p:cNvSpPr>
                  <a:spLocks noChangeArrowheads="1"/>
                </p:cNvSpPr>
                <p:nvPr/>
              </p:nvSpPr>
              <p:spPr bwMode="auto">
                <a:xfrm>
                  <a:off x="2578" y="1233"/>
                  <a:ext cx="104" cy="105"/>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10" name="Text Box 54"/>
                <p:cNvSpPr txBox="1">
                  <a:spLocks noChangeArrowheads="1"/>
                </p:cNvSpPr>
                <p:nvPr/>
              </p:nvSpPr>
              <p:spPr bwMode="auto">
                <a:xfrm>
                  <a:off x="2160" y="881"/>
                  <a:ext cx="228" cy="327"/>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i="1" kumimoji="1" lang="en-US">
                      <a:solidFill>
                        <a:srgbClr val="0000CC"/>
                      </a:solidFill>
                      <a:latin typeface="Times New Roman" panose="02020603050405020304" pitchFamily="18" charset="0"/>
                    </a:rPr>
                    <a:t>a</a:t>
                  </a:r>
                  <a:endParaRPr altLang="zh-CN" sz="2400" kumimoji="1" lang="en-US">
                    <a:latin typeface="Times New Roman" panose="02020603050405020304" pitchFamily="18" charset="0"/>
                  </a:endParaRPr>
                </a:p>
              </p:txBody>
            </p:sp>
            <p:sp>
              <p:nvSpPr>
                <p:cNvPr id="1049611" name="Text Box 55"/>
                <p:cNvSpPr txBox="1">
                  <a:spLocks noChangeArrowheads="1"/>
                </p:cNvSpPr>
                <p:nvPr/>
              </p:nvSpPr>
              <p:spPr bwMode="auto">
                <a:xfrm>
                  <a:off x="2313" y="1280"/>
                  <a:ext cx="692" cy="32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i="1" kumimoji="1" lang="en-US">
                      <a:solidFill>
                        <a:srgbClr val="0000CC"/>
                      </a:solidFill>
                      <a:latin typeface="Times New Roman" panose="02020603050405020304" pitchFamily="18" charset="0"/>
                    </a:rPr>
                    <a:t>x  y  z</a:t>
                  </a:r>
                  <a:endParaRPr altLang="zh-CN" sz="2400" kumimoji="1" lang="en-US">
                    <a:latin typeface="Times New Roman" panose="02020603050405020304" pitchFamily="18" charset="0"/>
                  </a:endParaRPr>
                </a:p>
              </p:txBody>
            </p:sp>
          </p:grpSp>
          <p:sp>
            <p:nvSpPr>
              <p:cNvPr id="1049612" name="Oval 56"/>
              <p:cNvSpPr>
                <a:spLocks noChangeArrowheads="1"/>
              </p:cNvSpPr>
              <p:nvPr/>
            </p:nvSpPr>
            <p:spPr bwMode="auto">
              <a:xfrm>
                <a:off x="4932" y="836"/>
                <a:ext cx="144" cy="144"/>
              </a:xfrm>
              <a:prstGeom prst="ellipse"/>
              <a:solidFill>
                <a:schemeClr val="accent2">
                  <a:lumMod val="40000"/>
                  <a:lumOff val="60000"/>
                </a:schemeClr>
              </a:solidFill>
              <a:ln w="9525">
                <a:solidFill>
                  <a:schemeClr val="tx1"/>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13" name="Text Box 57"/>
              <p:cNvSpPr txBox="1">
                <a:spLocks noChangeArrowheads="1"/>
              </p:cNvSpPr>
              <p:nvPr/>
            </p:nvSpPr>
            <p:spPr bwMode="auto">
              <a:xfrm>
                <a:off x="3457" y="647"/>
                <a:ext cx="265" cy="327"/>
              </a:xfrm>
              <a:prstGeom prst="rect"/>
              <a:noFill/>
              <a:ln>
                <a:noFill/>
              </a:ln>
              <a:effectLst/>
            </p:spPr>
            <p:txBody>
              <a:bodyPr wrap="none">
                <a:spAutoFit/>
              </a:bodyPr>
              <a:p>
                <a:pPr eaLnBrk="1" hangingPunct="1"/>
                <a:r>
                  <a:rPr altLang="zh-CN" b="1" dirty="0" sz="2800" kumimoji="1" lang="en-US">
                    <a:solidFill>
                      <a:srgbClr val="0000CC"/>
                    </a:solidFill>
                    <a:effectLst>
                      <a:outerShdw algn="tl" blurRad="38100" dir="2700000" dist="38100">
                        <a:srgbClr val="C0C0C0"/>
                      </a:outerShdw>
                    </a:effectLst>
                    <a:latin typeface="Times New Roman" pitchFamily="18" charset="0"/>
                    <a:ea typeface="宋体" charset="-122"/>
                  </a:rPr>
                  <a:t>B</a:t>
                </a:r>
                <a:endParaRPr altLang="zh-CN" b="1" dirty="0" sz="2400" kumimoji="1" lang="en-US">
                  <a:latin typeface="Times New Roman" pitchFamily="18" charset="0"/>
                  <a:ea typeface="宋体" charset="-122"/>
                </a:endParaRPr>
              </a:p>
            </p:txBody>
          </p:sp>
          <p:sp>
            <p:nvSpPr>
              <p:cNvPr id="1049614" name="Text Box 58"/>
              <p:cNvSpPr txBox="1">
                <a:spLocks noChangeArrowheads="1"/>
              </p:cNvSpPr>
              <p:nvPr/>
            </p:nvSpPr>
            <p:spPr bwMode="auto">
              <a:xfrm>
                <a:off x="4080" y="657"/>
                <a:ext cx="260" cy="322"/>
              </a:xfrm>
              <a:prstGeom prst="rect"/>
              <a:noFill/>
              <a:ln>
                <a:noFill/>
              </a:ln>
              <a:effectLst/>
            </p:spPr>
            <p:txBody>
              <a:bodyPr wrap="none">
                <a:spAutoFit/>
              </a:bodyPr>
              <a:p>
                <a:pPr eaLnBrk="1" hangingPunct="1"/>
                <a:r>
                  <a:rPr altLang="zh-CN" b="1" dirty="0" sz="2800" kumimoji="1" lang="en-US">
                    <a:solidFill>
                      <a:srgbClr val="0000CC"/>
                    </a:solidFill>
                    <a:effectLst>
                      <a:outerShdw algn="tl" blurRad="38100" dir="2700000" dist="38100">
                        <a:srgbClr val="C0C0C0"/>
                      </a:outerShdw>
                    </a:effectLst>
                    <a:latin typeface="Times New Roman" pitchFamily="18" charset="0"/>
                    <a:ea typeface="宋体" charset="-122"/>
                  </a:rPr>
                  <a:t>C</a:t>
                </a:r>
                <a:endParaRPr altLang="zh-CN" b="1" dirty="0" sz="2400" kumimoji="1" lang="en-US">
                  <a:latin typeface="Times New Roman" pitchFamily="18" charset="0"/>
                  <a:ea typeface="宋体" charset="-122"/>
                </a:endParaRPr>
              </a:p>
            </p:txBody>
          </p:sp>
          <p:sp>
            <p:nvSpPr>
              <p:cNvPr id="1049615" name="Text Box 59"/>
              <p:cNvSpPr txBox="1">
                <a:spLocks noChangeArrowheads="1"/>
              </p:cNvSpPr>
              <p:nvPr/>
            </p:nvSpPr>
            <p:spPr bwMode="auto">
              <a:xfrm>
                <a:off x="5049" y="673"/>
                <a:ext cx="278" cy="327"/>
              </a:xfrm>
              <a:prstGeom prst="rect"/>
              <a:noFill/>
              <a:ln>
                <a:noFill/>
              </a:ln>
              <a:effectLst/>
            </p:spPr>
            <p:txBody>
              <a:bodyPr wrap="none">
                <a:spAutoFit/>
              </a:bodyPr>
              <a:p>
                <a:pPr eaLnBrk="1" hangingPunct="1"/>
                <a:r>
                  <a:rPr altLang="zh-CN" b="1" dirty="0" sz="2800" kumimoji="1" lang="en-US">
                    <a:solidFill>
                      <a:srgbClr val="0000CC"/>
                    </a:solidFill>
                    <a:effectLst>
                      <a:outerShdw algn="tl" blurRad="38100" dir="2700000" dist="38100">
                        <a:srgbClr val="C0C0C0"/>
                      </a:outerShdw>
                    </a:effectLst>
                    <a:latin typeface="Times New Roman" pitchFamily="18" charset="0"/>
                    <a:ea typeface="宋体" charset="-122"/>
                  </a:rPr>
                  <a:t>A</a:t>
                </a:r>
                <a:endParaRPr altLang="zh-CN" b="1" dirty="0" sz="2400" kumimoji="1" lang="en-US">
                  <a:latin typeface="Times New Roman" pitchFamily="18" charset="0"/>
                  <a:ea typeface="宋体" charset="-122"/>
                </a:endParaRPr>
              </a:p>
            </p:txBody>
          </p:sp>
        </p:grpSp>
        <p:grpSp>
          <p:nvGrpSpPr>
            <p:cNvPr id="297" name="Group 60"/>
            <p:cNvGrpSpPr/>
            <p:nvPr/>
          </p:nvGrpSpPr>
          <p:grpSpPr bwMode="auto">
            <a:xfrm>
              <a:off x="650" y="1657"/>
              <a:ext cx="2091" cy="2192"/>
              <a:chOff x="615" y="1496"/>
              <a:chExt cx="2091" cy="2192"/>
            </a:xfrm>
          </p:grpSpPr>
          <p:sp>
            <p:nvSpPr>
              <p:cNvPr id="1049616" name="Line 61"/>
              <p:cNvSpPr>
                <a:spLocks noChangeShapeType="1"/>
              </p:cNvSpPr>
              <p:nvPr/>
            </p:nvSpPr>
            <p:spPr bwMode="auto">
              <a:xfrm>
                <a:off x="1325" y="1904"/>
                <a:ext cx="326" cy="289"/>
              </a:xfrm>
              <a:prstGeom prst="line"/>
              <a:noFill/>
              <a:ln w="19050">
                <a:solidFill>
                  <a:srgbClr val="0000CC"/>
                </a:solidFill>
                <a:round/>
                <a:headEnd/>
                <a:tailEnd type="triangle" w="sm" len="lg"/>
              </a:ln>
              <a:effectLst/>
            </p:spPr>
            <p:txBody>
              <a:bodyPr anchor="ctr" wrap="none"/>
              <a:p>
                <a:endParaRPr altLang="en-US" lang="zh-CN"/>
              </a:p>
            </p:txBody>
          </p:sp>
          <p:sp>
            <p:nvSpPr>
              <p:cNvPr id="1049617" name="Line 62"/>
              <p:cNvSpPr>
                <a:spLocks noChangeShapeType="1"/>
              </p:cNvSpPr>
              <p:nvPr/>
            </p:nvSpPr>
            <p:spPr bwMode="auto">
              <a:xfrm flipH="1">
                <a:off x="955" y="1904"/>
                <a:ext cx="326" cy="289"/>
              </a:xfrm>
              <a:prstGeom prst="line"/>
              <a:noFill/>
              <a:ln w="19050">
                <a:solidFill>
                  <a:srgbClr val="0000CC"/>
                </a:solidFill>
                <a:round/>
                <a:headEnd/>
                <a:tailEnd type="triangle" w="sm" len="lg"/>
              </a:ln>
              <a:effectLst/>
            </p:spPr>
            <p:txBody>
              <a:bodyPr anchor="ctr" wrap="none"/>
              <a:p>
                <a:endParaRPr altLang="en-US" lang="zh-CN"/>
              </a:p>
            </p:txBody>
          </p:sp>
          <p:sp>
            <p:nvSpPr>
              <p:cNvPr id="1049618" name="Line 63"/>
              <p:cNvSpPr>
                <a:spLocks noChangeShapeType="1"/>
              </p:cNvSpPr>
              <p:nvPr/>
            </p:nvSpPr>
            <p:spPr bwMode="auto">
              <a:xfrm flipH="1" flipV="1">
                <a:off x="994" y="2250"/>
                <a:ext cx="644" cy="7"/>
              </a:xfrm>
              <a:prstGeom prst="line"/>
              <a:noFill/>
              <a:ln w="19050">
                <a:solidFill>
                  <a:srgbClr val="0000CC"/>
                </a:solidFill>
                <a:round/>
                <a:headEnd/>
                <a:tailEnd type="triangle" w="sm" len="lg"/>
              </a:ln>
              <a:effectLst/>
            </p:spPr>
            <p:txBody>
              <a:bodyPr anchor="ctr" wrap="none"/>
              <a:p>
                <a:endParaRPr altLang="en-US" lang="zh-CN"/>
              </a:p>
            </p:txBody>
          </p:sp>
          <p:sp>
            <p:nvSpPr>
              <p:cNvPr id="1049619" name="Line 64"/>
              <p:cNvSpPr>
                <a:spLocks noChangeShapeType="1"/>
              </p:cNvSpPr>
              <p:nvPr/>
            </p:nvSpPr>
            <p:spPr bwMode="auto">
              <a:xfrm>
                <a:off x="1719" y="2287"/>
                <a:ext cx="608" cy="296"/>
              </a:xfrm>
              <a:prstGeom prst="line"/>
              <a:noFill/>
              <a:ln w="19050">
                <a:solidFill>
                  <a:srgbClr val="0000CC"/>
                </a:solidFill>
                <a:round/>
                <a:headEnd/>
                <a:tailEnd type="triangle" w="sm" len="lg"/>
              </a:ln>
              <a:effectLst/>
            </p:spPr>
            <p:txBody>
              <a:bodyPr anchor="ctr" wrap="none"/>
              <a:p>
                <a:endParaRPr altLang="en-US" lang="zh-CN"/>
              </a:p>
            </p:txBody>
          </p:sp>
          <p:sp>
            <p:nvSpPr>
              <p:cNvPr id="1049620" name="Line 65"/>
              <p:cNvSpPr>
                <a:spLocks noChangeShapeType="1"/>
              </p:cNvSpPr>
              <p:nvPr/>
            </p:nvSpPr>
            <p:spPr bwMode="auto">
              <a:xfrm>
                <a:off x="1675" y="2302"/>
                <a:ext cx="81" cy="237"/>
              </a:xfrm>
              <a:prstGeom prst="line"/>
              <a:noFill/>
              <a:ln w="19050">
                <a:solidFill>
                  <a:srgbClr val="0000CC"/>
                </a:solidFill>
                <a:round/>
                <a:headEnd/>
                <a:tailEnd type="triangle" w="sm" len="lg"/>
              </a:ln>
              <a:effectLst/>
            </p:spPr>
            <p:txBody>
              <a:bodyPr anchor="ctr" wrap="none"/>
              <a:p>
                <a:endParaRPr altLang="en-US" lang="zh-CN"/>
              </a:p>
            </p:txBody>
          </p:sp>
          <p:sp>
            <p:nvSpPr>
              <p:cNvPr id="1049621" name="Oval 66"/>
              <p:cNvSpPr>
                <a:spLocks noChangeArrowheads="1"/>
              </p:cNvSpPr>
              <p:nvPr/>
            </p:nvSpPr>
            <p:spPr bwMode="auto">
              <a:xfrm>
                <a:off x="1608" y="2183"/>
                <a:ext cx="144" cy="144"/>
              </a:xfrm>
              <a:prstGeom prst="ellipse"/>
              <a:solidFill>
                <a:schemeClr val="accent2">
                  <a:lumMod val="40000"/>
                  <a:lumOff val="60000"/>
                </a:schemeClr>
              </a:solidFill>
              <a:ln w="9525">
                <a:solidFill>
                  <a:schemeClr val="tx1"/>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grpSp>
            <p:nvGrpSpPr>
              <p:cNvPr id="298" name="Group 67"/>
              <p:cNvGrpSpPr/>
              <p:nvPr/>
            </p:nvGrpSpPr>
            <p:grpSpPr bwMode="auto">
              <a:xfrm>
                <a:off x="701" y="2180"/>
                <a:ext cx="417" cy="494"/>
                <a:chOff x="949" y="465"/>
                <a:chExt cx="417" cy="494"/>
              </a:xfrm>
            </p:grpSpPr>
            <p:sp>
              <p:nvSpPr>
                <p:cNvPr id="1049622" name="Line 68"/>
                <p:cNvSpPr>
                  <a:spLocks noChangeShapeType="1"/>
                </p:cNvSpPr>
                <p:nvPr/>
              </p:nvSpPr>
              <p:spPr bwMode="auto">
                <a:xfrm>
                  <a:off x="1187" y="568"/>
                  <a:ext cx="125" cy="273"/>
                </a:xfrm>
                <a:prstGeom prst="line"/>
                <a:noFill/>
                <a:ln w="19050">
                  <a:solidFill>
                    <a:srgbClr val="0000CC"/>
                  </a:solidFill>
                  <a:round/>
                  <a:headEnd/>
                  <a:tailEnd type="triangle" w="sm" len="lg"/>
                </a:ln>
                <a:effectLst/>
              </p:spPr>
              <p:txBody>
                <a:bodyPr anchor="ctr" wrap="none"/>
                <a:p>
                  <a:endParaRPr altLang="en-US" lang="zh-CN"/>
                </a:p>
              </p:txBody>
            </p:sp>
            <p:sp>
              <p:nvSpPr>
                <p:cNvPr id="1049623" name="Line 69"/>
                <p:cNvSpPr>
                  <a:spLocks noChangeShapeType="1"/>
                </p:cNvSpPr>
                <p:nvPr/>
              </p:nvSpPr>
              <p:spPr bwMode="auto">
                <a:xfrm flipH="1">
                  <a:off x="1014" y="570"/>
                  <a:ext cx="126" cy="266"/>
                </a:xfrm>
                <a:prstGeom prst="line"/>
                <a:noFill/>
                <a:ln w="19050">
                  <a:solidFill>
                    <a:srgbClr val="0000CC"/>
                  </a:solidFill>
                  <a:round/>
                  <a:headEnd/>
                  <a:tailEnd type="triangle" w="sm" len="lg"/>
                </a:ln>
                <a:effectLst/>
              </p:spPr>
              <p:txBody>
                <a:bodyPr anchor="ctr" wrap="none"/>
                <a:p>
                  <a:endParaRPr altLang="en-US" lang="zh-CN"/>
                </a:p>
              </p:txBody>
            </p:sp>
            <p:sp>
              <p:nvSpPr>
                <p:cNvPr id="1049624" name="Oval 70"/>
                <p:cNvSpPr>
                  <a:spLocks noChangeArrowheads="1"/>
                </p:cNvSpPr>
                <p:nvPr/>
              </p:nvSpPr>
              <p:spPr bwMode="auto">
                <a:xfrm>
                  <a:off x="1095" y="465"/>
                  <a:ext cx="144" cy="144"/>
                </a:xfrm>
                <a:prstGeom prst="ellipse"/>
                <a:solidFill>
                  <a:schemeClr val="accent2">
                    <a:lumMod val="40000"/>
                    <a:lumOff val="60000"/>
                  </a:schemeClr>
                </a:solidFill>
                <a:ln w="9525">
                  <a:solidFill>
                    <a:schemeClr val="tx1"/>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25" name="Rectangle 71"/>
                <p:cNvSpPr>
                  <a:spLocks noChangeArrowheads="1"/>
                </p:cNvSpPr>
                <p:nvPr/>
              </p:nvSpPr>
              <p:spPr bwMode="auto">
                <a:xfrm>
                  <a:off x="949" y="842"/>
                  <a:ext cx="104" cy="112"/>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26" name="Rectangle 72"/>
                <p:cNvSpPr>
                  <a:spLocks noChangeArrowheads="1"/>
                </p:cNvSpPr>
                <p:nvPr/>
              </p:nvSpPr>
              <p:spPr bwMode="auto">
                <a:xfrm>
                  <a:off x="1262" y="847"/>
                  <a:ext cx="104" cy="112"/>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grpSp>
          <p:sp>
            <p:nvSpPr>
              <p:cNvPr id="1049627" name="Text Box 73"/>
              <p:cNvSpPr txBox="1">
                <a:spLocks noChangeArrowheads="1"/>
              </p:cNvSpPr>
              <p:nvPr/>
            </p:nvSpPr>
            <p:spPr bwMode="auto">
              <a:xfrm>
                <a:off x="645" y="2618"/>
                <a:ext cx="543" cy="32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i="1" kumimoji="1" lang="en-US">
                    <a:solidFill>
                      <a:srgbClr val="0000CC"/>
                    </a:solidFill>
                    <a:latin typeface="Times New Roman" panose="02020603050405020304" pitchFamily="18" charset="0"/>
                  </a:rPr>
                  <a:t>u   v</a:t>
                </a:r>
                <a:endParaRPr altLang="zh-CN" sz="2400" i="1" kumimoji="1" lang="en-US">
                  <a:latin typeface="Times New Roman" panose="02020603050405020304" pitchFamily="18" charset="0"/>
                </a:endParaRPr>
              </a:p>
            </p:txBody>
          </p:sp>
          <p:grpSp>
            <p:nvGrpSpPr>
              <p:cNvPr id="299" name="Group 74"/>
              <p:cNvGrpSpPr/>
              <p:nvPr/>
            </p:nvGrpSpPr>
            <p:grpSpPr bwMode="auto">
              <a:xfrm>
                <a:off x="1450" y="2549"/>
                <a:ext cx="845" cy="1139"/>
                <a:chOff x="2160" y="463"/>
                <a:chExt cx="845" cy="1139"/>
              </a:xfrm>
            </p:grpSpPr>
            <p:sp>
              <p:nvSpPr>
                <p:cNvPr id="1049628" name="Line 75"/>
                <p:cNvSpPr>
                  <a:spLocks noChangeShapeType="1"/>
                </p:cNvSpPr>
                <p:nvPr/>
              </p:nvSpPr>
              <p:spPr bwMode="auto">
                <a:xfrm flipH="1">
                  <a:off x="2635" y="885"/>
                  <a:ext cx="0" cy="363"/>
                </a:xfrm>
                <a:prstGeom prst="line"/>
                <a:noFill/>
                <a:ln w="19050">
                  <a:solidFill>
                    <a:srgbClr val="0000CC"/>
                  </a:solidFill>
                  <a:round/>
                  <a:headEnd/>
                  <a:tailEnd type="triangle" w="sm" len="lg"/>
                </a:ln>
                <a:effectLst/>
              </p:spPr>
              <p:txBody>
                <a:bodyPr anchor="ctr" wrap="none"/>
                <a:p>
                  <a:endParaRPr altLang="en-US" lang="zh-CN"/>
                </a:p>
              </p:txBody>
            </p:sp>
            <p:sp>
              <p:nvSpPr>
                <p:cNvPr id="1049629" name="Line 76"/>
                <p:cNvSpPr>
                  <a:spLocks noChangeShapeType="1"/>
                </p:cNvSpPr>
                <p:nvPr/>
              </p:nvSpPr>
              <p:spPr bwMode="auto">
                <a:xfrm>
                  <a:off x="2499" y="566"/>
                  <a:ext cx="125" cy="273"/>
                </a:xfrm>
                <a:prstGeom prst="line"/>
                <a:noFill/>
                <a:ln w="19050">
                  <a:solidFill>
                    <a:srgbClr val="0000CC"/>
                  </a:solidFill>
                  <a:round/>
                  <a:headEnd/>
                  <a:tailEnd type="triangle" w="sm" len="lg"/>
                </a:ln>
                <a:effectLst/>
              </p:spPr>
              <p:txBody>
                <a:bodyPr anchor="ctr" wrap="none"/>
                <a:p>
                  <a:endParaRPr altLang="en-US" lang="zh-CN"/>
                </a:p>
              </p:txBody>
            </p:sp>
            <p:sp>
              <p:nvSpPr>
                <p:cNvPr id="1049630" name="Line 77"/>
                <p:cNvSpPr>
                  <a:spLocks noChangeShapeType="1"/>
                </p:cNvSpPr>
                <p:nvPr/>
              </p:nvSpPr>
              <p:spPr bwMode="auto">
                <a:xfrm flipH="1">
                  <a:off x="2311" y="568"/>
                  <a:ext cx="141" cy="266"/>
                </a:xfrm>
                <a:prstGeom prst="line"/>
                <a:noFill/>
                <a:ln w="19050">
                  <a:solidFill>
                    <a:srgbClr val="0000CC"/>
                  </a:solidFill>
                  <a:round/>
                  <a:headEnd/>
                  <a:tailEnd type="triangle" w="sm" len="lg"/>
                </a:ln>
                <a:effectLst/>
              </p:spPr>
              <p:txBody>
                <a:bodyPr anchor="ctr" wrap="none"/>
                <a:p>
                  <a:endParaRPr altLang="en-US" lang="zh-CN"/>
                </a:p>
              </p:txBody>
            </p:sp>
            <p:sp>
              <p:nvSpPr>
                <p:cNvPr id="1049631" name="Oval 78"/>
                <p:cNvSpPr>
                  <a:spLocks noChangeArrowheads="1"/>
                </p:cNvSpPr>
                <p:nvPr/>
              </p:nvSpPr>
              <p:spPr bwMode="auto">
                <a:xfrm>
                  <a:off x="2405" y="463"/>
                  <a:ext cx="144" cy="144"/>
                </a:xfrm>
                <a:prstGeom prst="ellipse"/>
                <a:solidFill>
                  <a:schemeClr val="accent1"/>
                </a:solidFill>
                <a:ln w="9525">
                  <a:solidFill>
                    <a:schemeClr val="tx1"/>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32" name="Rectangle 79"/>
                <p:cNvSpPr>
                  <a:spLocks noChangeArrowheads="1"/>
                </p:cNvSpPr>
                <p:nvPr/>
              </p:nvSpPr>
              <p:spPr bwMode="auto">
                <a:xfrm>
                  <a:off x="2233" y="840"/>
                  <a:ext cx="104" cy="112"/>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33" name="Rectangle 80"/>
                <p:cNvSpPr>
                  <a:spLocks noChangeArrowheads="1"/>
                </p:cNvSpPr>
                <p:nvPr/>
              </p:nvSpPr>
              <p:spPr bwMode="auto">
                <a:xfrm>
                  <a:off x="2781" y="1230"/>
                  <a:ext cx="104" cy="112"/>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34" name="Line 81"/>
                <p:cNvSpPr>
                  <a:spLocks noChangeShapeType="1"/>
                </p:cNvSpPr>
                <p:nvPr/>
              </p:nvSpPr>
              <p:spPr bwMode="auto">
                <a:xfrm>
                  <a:off x="2672" y="931"/>
                  <a:ext cx="154" cy="296"/>
                </a:xfrm>
                <a:prstGeom prst="line"/>
                <a:noFill/>
                <a:ln w="19050">
                  <a:solidFill>
                    <a:srgbClr val="0000CC"/>
                  </a:solidFill>
                  <a:round/>
                  <a:headEnd/>
                  <a:tailEnd type="triangle" w="sm" len="lg"/>
                </a:ln>
                <a:effectLst/>
              </p:spPr>
              <p:txBody>
                <a:bodyPr anchor="ctr" wrap="none"/>
                <a:p>
                  <a:endParaRPr altLang="en-US" lang="zh-CN"/>
                </a:p>
              </p:txBody>
            </p:sp>
            <p:sp>
              <p:nvSpPr>
                <p:cNvPr id="1049635" name="Line 82"/>
                <p:cNvSpPr>
                  <a:spLocks noChangeShapeType="1"/>
                </p:cNvSpPr>
                <p:nvPr/>
              </p:nvSpPr>
              <p:spPr bwMode="auto">
                <a:xfrm flipH="1">
                  <a:off x="2441" y="933"/>
                  <a:ext cx="163" cy="296"/>
                </a:xfrm>
                <a:prstGeom prst="line"/>
                <a:noFill/>
                <a:ln w="19050">
                  <a:solidFill>
                    <a:srgbClr val="0000CC"/>
                  </a:solidFill>
                  <a:round/>
                  <a:headEnd/>
                  <a:tailEnd type="triangle" w="sm" len="lg"/>
                </a:ln>
                <a:effectLst/>
              </p:spPr>
              <p:txBody>
                <a:bodyPr anchor="ctr" wrap="none"/>
                <a:p>
                  <a:endParaRPr altLang="en-US" lang="zh-CN"/>
                </a:p>
              </p:txBody>
            </p:sp>
            <p:sp>
              <p:nvSpPr>
                <p:cNvPr id="1049636" name="Oval 83"/>
                <p:cNvSpPr>
                  <a:spLocks noChangeArrowheads="1"/>
                </p:cNvSpPr>
                <p:nvPr/>
              </p:nvSpPr>
              <p:spPr bwMode="auto">
                <a:xfrm>
                  <a:off x="2570" y="828"/>
                  <a:ext cx="144" cy="144"/>
                </a:xfrm>
                <a:prstGeom prst="ellipse"/>
                <a:solidFill>
                  <a:schemeClr val="accent2">
                    <a:lumMod val="40000"/>
                    <a:lumOff val="60000"/>
                  </a:schemeClr>
                </a:solidFill>
                <a:ln w="9525">
                  <a:solidFill>
                    <a:schemeClr val="tx1"/>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37" name="Rectangle 84"/>
                <p:cNvSpPr>
                  <a:spLocks noChangeArrowheads="1"/>
                </p:cNvSpPr>
                <p:nvPr/>
              </p:nvSpPr>
              <p:spPr bwMode="auto">
                <a:xfrm>
                  <a:off x="2388" y="1228"/>
                  <a:ext cx="104" cy="112"/>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38" name="Rectangle 85"/>
                <p:cNvSpPr>
                  <a:spLocks noChangeArrowheads="1"/>
                </p:cNvSpPr>
                <p:nvPr/>
              </p:nvSpPr>
              <p:spPr bwMode="auto">
                <a:xfrm>
                  <a:off x="2578" y="1233"/>
                  <a:ext cx="104" cy="105"/>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39" name="Text Box 86"/>
                <p:cNvSpPr txBox="1">
                  <a:spLocks noChangeArrowheads="1"/>
                </p:cNvSpPr>
                <p:nvPr/>
              </p:nvSpPr>
              <p:spPr bwMode="auto">
                <a:xfrm>
                  <a:off x="2160" y="881"/>
                  <a:ext cx="228" cy="327"/>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i="1" kumimoji="1" lang="en-US">
                      <a:solidFill>
                        <a:srgbClr val="0000CC"/>
                      </a:solidFill>
                      <a:latin typeface="Times New Roman" panose="02020603050405020304" pitchFamily="18" charset="0"/>
                    </a:rPr>
                    <a:t>a</a:t>
                  </a:r>
                  <a:endParaRPr altLang="zh-CN" sz="2400" kumimoji="1" lang="en-US">
                    <a:latin typeface="Times New Roman" panose="02020603050405020304" pitchFamily="18" charset="0"/>
                  </a:endParaRPr>
                </a:p>
              </p:txBody>
            </p:sp>
            <p:sp>
              <p:nvSpPr>
                <p:cNvPr id="1049640" name="Text Box 87"/>
                <p:cNvSpPr txBox="1">
                  <a:spLocks noChangeArrowheads="1"/>
                </p:cNvSpPr>
                <p:nvPr/>
              </p:nvSpPr>
              <p:spPr bwMode="auto">
                <a:xfrm>
                  <a:off x="2313" y="1280"/>
                  <a:ext cx="692" cy="32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i="1" kumimoji="1" lang="en-US">
                      <a:solidFill>
                        <a:srgbClr val="0000CC"/>
                      </a:solidFill>
                      <a:latin typeface="Times New Roman" panose="02020603050405020304" pitchFamily="18" charset="0"/>
                    </a:rPr>
                    <a:t>x  y  z</a:t>
                  </a:r>
                  <a:endParaRPr altLang="zh-CN" sz="2400" kumimoji="1" lang="en-US">
                    <a:latin typeface="Times New Roman" panose="02020603050405020304" pitchFamily="18" charset="0"/>
                  </a:endParaRPr>
                </a:p>
              </p:txBody>
            </p:sp>
          </p:grpSp>
          <p:sp>
            <p:nvSpPr>
              <p:cNvPr id="1049641" name="Oval 88"/>
              <p:cNvSpPr>
                <a:spLocks noChangeArrowheads="1"/>
              </p:cNvSpPr>
              <p:nvPr/>
            </p:nvSpPr>
            <p:spPr bwMode="auto">
              <a:xfrm>
                <a:off x="2311" y="2545"/>
                <a:ext cx="144" cy="144"/>
              </a:xfrm>
              <a:prstGeom prst="ellipse"/>
              <a:solidFill>
                <a:schemeClr val="accent2">
                  <a:lumMod val="40000"/>
                  <a:lumOff val="60000"/>
                </a:schemeClr>
              </a:solidFill>
              <a:ln w="9525">
                <a:solidFill>
                  <a:schemeClr val="tx1"/>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42" name="Text Box 89"/>
              <p:cNvSpPr txBox="1">
                <a:spLocks noChangeArrowheads="1"/>
              </p:cNvSpPr>
              <p:nvPr/>
            </p:nvSpPr>
            <p:spPr bwMode="auto">
              <a:xfrm>
                <a:off x="615" y="1992"/>
                <a:ext cx="265" cy="327"/>
              </a:xfrm>
              <a:prstGeom prst="rect"/>
              <a:noFill/>
              <a:ln>
                <a:noFill/>
              </a:ln>
              <a:effectLst/>
            </p:spPr>
            <p:txBody>
              <a:bodyPr wrap="none">
                <a:spAutoFit/>
              </a:bodyPr>
              <a:p>
                <a:pPr eaLnBrk="1" hangingPunct="1"/>
                <a:r>
                  <a:rPr altLang="zh-CN" b="1" dirty="0" sz="2800" kumimoji="1" lang="en-US">
                    <a:solidFill>
                      <a:srgbClr val="0000CC"/>
                    </a:solidFill>
                    <a:effectLst>
                      <a:outerShdw algn="tl" blurRad="38100" dir="2700000" dist="38100">
                        <a:srgbClr val="C0C0C0"/>
                      </a:outerShdw>
                    </a:effectLst>
                    <a:latin typeface="Times New Roman" pitchFamily="18" charset="0"/>
                    <a:ea typeface="宋体" charset="-122"/>
                  </a:rPr>
                  <a:t>B</a:t>
                </a:r>
                <a:endParaRPr altLang="zh-CN" b="1" dirty="0" sz="2400" kumimoji="1" lang="en-US">
                  <a:latin typeface="Times New Roman" pitchFamily="18" charset="0"/>
                  <a:ea typeface="宋体" charset="-122"/>
                </a:endParaRPr>
              </a:p>
            </p:txBody>
          </p:sp>
          <p:sp>
            <p:nvSpPr>
              <p:cNvPr id="1049643" name="Text Box 90"/>
              <p:cNvSpPr txBox="1">
                <a:spLocks noChangeArrowheads="1"/>
              </p:cNvSpPr>
              <p:nvPr/>
            </p:nvSpPr>
            <p:spPr bwMode="auto">
              <a:xfrm>
                <a:off x="1466" y="2366"/>
                <a:ext cx="260" cy="322"/>
              </a:xfrm>
              <a:prstGeom prst="rect"/>
              <a:noFill/>
              <a:ln>
                <a:noFill/>
              </a:ln>
              <a:effectLst/>
            </p:spPr>
            <p:txBody>
              <a:bodyPr wrap="none">
                <a:spAutoFit/>
              </a:bodyPr>
              <a:p>
                <a:pPr eaLnBrk="1" hangingPunct="1"/>
                <a:r>
                  <a:rPr altLang="zh-CN" b="1" dirty="0" sz="2800" kumimoji="1" lang="en-US">
                    <a:solidFill>
                      <a:srgbClr val="0000CC"/>
                    </a:solidFill>
                    <a:effectLst>
                      <a:outerShdw algn="tl" blurRad="38100" dir="2700000" dist="38100">
                        <a:srgbClr val="C0C0C0"/>
                      </a:outerShdw>
                    </a:effectLst>
                    <a:latin typeface="Times New Roman" pitchFamily="18" charset="0"/>
                    <a:ea typeface="宋体" charset="-122"/>
                  </a:rPr>
                  <a:t>C</a:t>
                </a:r>
                <a:endParaRPr altLang="zh-CN" b="1" dirty="0" sz="2400" kumimoji="1" lang="en-US">
                  <a:latin typeface="Times New Roman" pitchFamily="18" charset="0"/>
                  <a:ea typeface="宋体" charset="-122"/>
                </a:endParaRPr>
              </a:p>
            </p:txBody>
          </p:sp>
          <p:sp>
            <p:nvSpPr>
              <p:cNvPr id="1049644" name="Text Box 91"/>
              <p:cNvSpPr txBox="1">
                <a:spLocks noChangeArrowheads="1"/>
              </p:cNvSpPr>
              <p:nvPr/>
            </p:nvSpPr>
            <p:spPr bwMode="auto">
              <a:xfrm>
                <a:off x="2428" y="2382"/>
                <a:ext cx="278" cy="327"/>
              </a:xfrm>
              <a:prstGeom prst="rect"/>
              <a:noFill/>
              <a:ln>
                <a:noFill/>
              </a:ln>
              <a:effectLst/>
            </p:spPr>
            <p:txBody>
              <a:bodyPr wrap="none">
                <a:spAutoFit/>
              </a:bodyPr>
              <a:p>
                <a:pPr eaLnBrk="1" hangingPunct="1"/>
                <a:r>
                  <a:rPr altLang="zh-CN" b="1" dirty="0" sz="2800" kumimoji="1" lang="en-US">
                    <a:solidFill>
                      <a:srgbClr val="0000CC"/>
                    </a:solidFill>
                    <a:effectLst>
                      <a:outerShdw algn="tl" blurRad="38100" dir="2700000" dist="38100">
                        <a:srgbClr val="C0C0C0"/>
                      </a:outerShdw>
                    </a:effectLst>
                    <a:latin typeface="Times New Roman" pitchFamily="18" charset="0"/>
                    <a:ea typeface="宋体" charset="-122"/>
                  </a:rPr>
                  <a:t>A</a:t>
                </a:r>
                <a:endParaRPr altLang="zh-CN" b="1" dirty="0" sz="2400" kumimoji="1" lang="en-US">
                  <a:latin typeface="Times New Roman" pitchFamily="18" charset="0"/>
                  <a:ea typeface="宋体" charset="-122"/>
                </a:endParaRPr>
              </a:p>
            </p:txBody>
          </p:sp>
          <p:sp>
            <p:nvSpPr>
              <p:cNvPr id="1049645" name="Oval 92"/>
              <p:cNvSpPr>
                <a:spLocks noChangeArrowheads="1"/>
              </p:cNvSpPr>
              <p:nvPr/>
            </p:nvSpPr>
            <p:spPr bwMode="auto">
              <a:xfrm>
                <a:off x="1253" y="1800"/>
                <a:ext cx="144" cy="144"/>
              </a:xfrm>
              <a:prstGeom prst="ellipse"/>
              <a:solidFill>
                <a:schemeClr val="accent2">
                  <a:lumMod val="40000"/>
                  <a:lumOff val="60000"/>
                </a:schemeClr>
              </a:solidFill>
              <a:ln w="9525">
                <a:solidFill>
                  <a:schemeClr val="tx1"/>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46" name="Text Box 93"/>
              <p:cNvSpPr txBox="1">
                <a:spLocks noChangeArrowheads="1"/>
              </p:cNvSpPr>
              <p:nvPr/>
            </p:nvSpPr>
            <p:spPr bwMode="auto">
              <a:xfrm>
                <a:off x="1193" y="1496"/>
                <a:ext cx="265" cy="327"/>
              </a:xfrm>
              <a:prstGeom prst="rect"/>
              <a:noFill/>
              <a:ln>
                <a:noFill/>
              </a:ln>
              <a:effectLst/>
            </p:spPr>
            <p:txBody>
              <a:bodyPr wrap="none">
                <a:spAutoFit/>
              </a:bodyPr>
              <a:p>
                <a:pPr eaLnBrk="1" hangingPunct="1"/>
                <a:r>
                  <a:rPr altLang="zh-CN" b="1" dirty="0" sz="2800" kumimoji="1" lang="en-US">
                    <a:solidFill>
                      <a:srgbClr val="0000CC"/>
                    </a:solidFill>
                    <a:effectLst>
                      <a:outerShdw algn="tl" blurRad="38100" dir="2700000" dist="38100">
                        <a:srgbClr val="C0C0C0"/>
                      </a:outerShdw>
                    </a:effectLst>
                    <a:latin typeface="Times New Roman" pitchFamily="18" charset="0"/>
                    <a:ea typeface="宋体" charset="-122"/>
                  </a:rPr>
                  <a:t>E</a:t>
                </a:r>
                <a:endParaRPr altLang="zh-CN" b="1" dirty="0" sz="2400" kumimoji="1" lang="en-US">
                  <a:latin typeface="Times New Roman" pitchFamily="18" charset="0"/>
                  <a:ea typeface="宋体" charset="-122"/>
                </a:endParaRPr>
              </a:p>
            </p:txBody>
          </p:sp>
          <p:sp>
            <p:nvSpPr>
              <p:cNvPr id="1049647" name="Text Box 94"/>
              <p:cNvSpPr txBox="1">
                <a:spLocks noChangeArrowheads="1"/>
              </p:cNvSpPr>
              <p:nvPr/>
            </p:nvSpPr>
            <p:spPr bwMode="auto">
              <a:xfrm>
                <a:off x="1726" y="1982"/>
                <a:ext cx="278" cy="327"/>
              </a:xfrm>
              <a:prstGeom prst="rect"/>
              <a:noFill/>
              <a:ln>
                <a:noFill/>
              </a:ln>
              <a:effectLst/>
            </p:spPr>
            <p:txBody>
              <a:bodyPr wrap="none">
                <a:spAutoFit/>
              </a:bodyPr>
              <a:p>
                <a:pPr eaLnBrk="1" hangingPunct="1"/>
                <a:r>
                  <a:rPr altLang="zh-CN" b="1" dirty="0" sz="2800" kumimoji="1" lang="en-US">
                    <a:solidFill>
                      <a:srgbClr val="0000CC"/>
                    </a:solidFill>
                    <a:effectLst>
                      <a:outerShdw algn="tl" blurRad="38100" dir="2700000" dist="38100">
                        <a:srgbClr val="C0C0C0"/>
                      </a:outerShdw>
                    </a:effectLst>
                    <a:latin typeface="Times New Roman" pitchFamily="18" charset="0"/>
                    <a:ea typeface="宋体" charset="-122"/>
                  </a:rPr>
                  <a:t>D</a:t>
                </a:r>
                <a:endParaRPr altLang="zh-CN" b="1" dirty="0" sz="2400" kumimoji="1" lang="en-US">
                  <a:latin typeface="Times New Roman" pitchFamily="18" charset="0"/>
                  <a:ea typeface="宋体" charset="-122"/>
                </a:endParaRPr>
              </a:p>
            </p:txBody>
          </p:sp>
        </p:grpSp>
        <p:sp>
          <p:nvSpPr>
            <p:cNvPr id="1049648" name="Text Box 95"/>
            <p:cNvSpPr txBox="1">
              <a:spLocks noChangeArrowheads="1"/>
            </p:cNvSpPr>
            <p:nvPr/>
          </p:nvSpPr>
          <p:spPr bwMode="auto">
            <a:xfrm>
              <a:off x="343" y="747"/>
              <a:ext cx="470" cy="269"/>
            </a:xfrm>
            <a:prstGeom prst="rect"/>
            <a:noFill/>
            <a:ln>
              <a:noFill/>
            </a:ln>
            <a:effectLst/>
          </p:spPr>
          <p:txBody>
            <a:bodyPr wrap="none">
              <a:spAutoFit/>
            </a:bodyPr>
            <a:p>
              <a:pPr eaLnBrk="1" hangingPunct="1"/>
              <a:r>
                <a:rPr altLang="zh-CN" b="1" sz="2200" kumimoji="1" lang="zh-CN">
                  <a:solidFill>
                    <a:schemeClr val="tx2"/>
                  </a:solidFill>
                  <a:effectLst>
                    <a:outerShdw algn="tl" blurRad="38100" dir="2700000" dist="38100">
                      <a:srgbClr val="C0C0C0"/>
                    </a:outerShdw>
                  </a:effectLst>
                  <a:latin typeface="Times New Roman" pitchFamily="18" charset="0"/>
                  <a:ea typeface="仿宋_GB2312" pitchFamily="49" charset="-122"/>
                </a:rPr>
                <a:t>空表</a:t>
              </a:r>
              <a:endParaRPr altLang="en-US" sz="2200" kumimoji="1" lang="zh-CN">
                <a:solidFill>
                  <a:schemeClr val="tx2"/>
                </a:solidFill>
                <a:latin typeface="Times New Roman" pitchFamily="18" charset="0"/>
                <a:ea typeface="仿宋_GB2312" pitchFamily="49" charset="-122"/>
              </a:endParaRPr>
            </a:p>
          </p:txBody>
        </p:sp>
        <p:sp>
          <p:nvSpPr>
            <p:cNvPr id="1049649" name="Text Box 96"/>
            <p:cNvSpPr txBox="1">
              <a:spLocks noChangeArrowheads="1"/>
            </p:cNvSpPr>
            <p:nvPr/>
          </p:nvSpPr>
          <p:spPr bwMode="auto">
            <a:xfrm>
              <a:off x="1052" y="1269"/>
              <a:ext cx="647" cy="269"/>
            </a:xfrm>
            <a:prstGeom prst="rect"/>
            <a:noFill/>
            <a:ln>
              <a:noFill/>
            </a:ln>
            <a:effectLst/>
          </p:spPr>
          <p:txBody>
            <a:bodyPr wrap="none">
              <a:spAutoFit/>
            </a:bodyPr>
            <a:p>
              <a:pPr eaLnBrk="1" hangingPunct="1"/>
              <a:r>
                <a:rPr altLang="en-US" b="1" sz="2200" kumimoji="1" lang="zh-CN">
                  <a:solidFill>
                    <a:schemeClr val="tx2"/>
                  </a:solidFill>
                  <a:effectLst>
                    <a:outerShdw algn="tl" blurRad="38100" dir="2700000" dist="38100">
                      <a:srgbClr val="C0C0C0"/>
                    </a:outerShdw>
                  </a:effectLst>
                  <a:latin typeface="Times New Roman" pitchFamily="18" charset="0"/>
                  <a:ea typeface="仿宋_GB2312" pitchFamily="49" charset="-122"/>
                </a:rPr>
                <a:t>线性表</a:t>
              </a:r>
              <a:endParaRPr altLang="en-US" sz="2200" kumimoji="1" lang="zh-CN">
                <a:solidFill>
                  <a:schemeClr val="tx2"/>
                </a:solidFill>
                <a:latin typeface="Times New Roman" pitchFamily="18" charset="0"/>
                <a:ea typeface="仿宋_GB2312" pitchFamily="49" charset="-122"/>
              </a:endParaRPr>
            </a:p>
          </p:txBody>
        </p:sp>
        <p:sp>
          <p:nvSpPr>
            <p:cNvPr id="1049650" name="Text Box 97"/>
            <p:cNvSpPr txBox="1">
              <a:spLocks noChangeArrowheads="1"/>
            </p:cNvSpPr>
            <p:nvPr/>
          </p:nvSpPr>
          <p:spPr bwMode="auto">
            <a:xfrm>
              <a:off x="593" y="3206"/>
              <a:ext cx="647" cy="269"/>
            </a:xfrm>
            <a:prstGeom prst="rect"/>
            <a:noFill/>
            <a:ln>
              <a:noFill/>
            </a:ln>
            <a:effectLst/>
          </p:spPr>
          <p:txBody>
            <a:bodyPr wrap="none">
              <a:spAutoFit/>
            </a:bodyPr>
            <a:p>
              <a:pPr eaLnBrk="1" hangingPunct="1"/>
              <a:r>
                <a:rPr altLang="en-US" b="1" sz="2200" kumimoji="1" lang="zh-CN">
                  <a:solidFill>
                    <a:schemeClr val="tx2"/>
                  </a:solidFill>
                  <a:effectLst>
                    <a:outerShdw algn="tl" blurRad="38100" dir="2700000" dist="38100">
                      <a:srgbClr val="C0C0C0"/>
                    </a:outerShdw>
                  </a:effectLst>
                  <a:latin typeface="Times New Roman" pitchFamily="18" charset="0"/>
                  <a:ea typeface="仿宋_GB2312" pitchFamily="49" charset="-122"/>
                </a:rPr>
                <a:t>再入表</a:t>
              </a:r>
              <a:endParaRPr altLang="en-US" sz="2200" kumimoji="1" lang="zh-CN">
                <a:solidFill>
                  <a:schemeClr val="tx2"/>
                </a:solidFill>
                <a:latin typeface="Times New Roman" pitchFamily="18" charset="0"/>
                <a:ea typeface="仿宋_GB2312" pitchFamily="49" charset="-122"/>
              </a:endParaRPr>
            </a:p>
          </p:txBody>
        </p:sp>
        <p:sp>
          <p:nvSpPr>
            <p:cNvPr id="1049651" name="Text Box 98"/>
            <p:cNvSpPr txBox="1">
              <a:spLocks noChangeArrowheads="1"/>
            </p:cNvSpPr>
            <p:nvPr/>
          </p:nvSpPr>
          <p:spPr bwMode="auto">
            <a:xfrm>
              <a:off x="2386" y="1664"/>
              <a:ext cx="470" cy="269"/>
            </a:xfrm>
            <a:prstGeom prst="rect"/>
            <a:noFill/>
            <a:ln>
              <a:noFill/>
            </a:ln>
            <a:effectLst/>
          </p:spPr>
          <p:txBody>
            <a:bodyPr wrap="none">
              <a:spAutoFit/>
            </a:bodyPr>
            <a:p>
              <a:pPr eaLnBrk="1" hangingPunct="1"/>
              <a:r>
                <a:rPr altLang="en-US" b="1" sz="2200" kumimoji="1" lang="zh-CN">
                  <a:solidFill>
                    <a:schemeClr val="tx2"/>
                  </a:solidFill>
                  <a:effectLst>
                    <a:outerShdw algn="tl" blurRad="38100" dir="2700000" dist="38100">
                      <a:srgbClr val="C0C0C0"/>
                    </a:outerShdw>
                  </a:effectLst>
                  <a:latin typeface="Times New Roman" pitchFamily="18" charset="0"/>
                  <a:ea typeface="仿宋_GB2312" pitchFamily="49" charset="-122"/>
                </a:rPr>
                <a:t>纯表</a:t>
              </a:r>
              <a:endParaRPr altLang="en-US" sz="2200" kumimoji="1" lang="zh-CN">
                <a:solidFill>
                  <a:schemeClr val="tx2"/>
                </a:solidFill>
                <a:latin typeface="Times New Roman" pitchFamily="18" charset="0"/>
                <a:ea typeface="仿宋_GB2312" pitchFamily="49" charset="-122"/>
              </a:endParaRPr>
            </a:p>
          </p:txBody>
        </p:sp>
        <p:sp>
          <p:nvSpPr>
            <p:cNvPr id="1049652" name="Oval 99"/>
            <p:cNvSpPr>
              <a:spLocks noChangeArrowheads="1"/>
            </p:cNvSpPr>
            <p:nvPr/>
          </p:nvSpPr>
          <p:spPr bwMode="auto">
            <a:xfrm>
              <a:off x="3850" y="2760"/>
              <a:ext cx="144" cy="144"/>
            </a:xfrm>
            <a:prstGeom prst="ellipse"/>
            <a:solidFill>
              <a:schemeClr val="accent2">
                <a:lumMod val="40000"/>
                <a:lumOff val="60000"/>
              </a:schemeClr>
            </a:solidFill>
            <a:ln w="9525">
              <a:solidFill>
                <a:schemeClr val="tx1"/>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53" name="Text Box 100"/>
            <p:cNvSpPr txBox="1">
              <a:spLocks noChangeArrowheads="1"/>
            </p:cNvSpPr>
            <p:nvPr/>
          </p:nvSpPr>
          <p:spPr bwMode="auto">
            <a:xfrm>
              <a:off x="3769" y="2456"/>
              <a:ext cx="253" cy="327"/>
            </a:xfrm>
            <a:prstGeom prst="rect"/>
            <a:noFill/>
            <a:ln>
              <a:noFill/>
            </a:ln>
            <a:effectLst/>
          </p:spPr>
          <p:txBody>
            <a:bodyPr wrap="none">
              <a:spAutoFit/>
            </a:bodyPr>
            <a:p>
              <a:pPr eaLnBrk="1" hangingPunct="1"/>
              <a:r>
                <a:rPr altLang="zh-CN" b="1" dirty="0" sz="2800" kumimoji="1" lang="en-US">
                  <a:solidFill>
                    <a:srgbClr val="0000CC"/>
                  </a:solidFill>
                  <a:effectLst>
                    <a:outerShdw algn="tl" blurRad="38100" dir="2700000" dist="38100">
                      <a:srgbClr val="C0C0C0"/>
                    </a:outerShdw>
                  </a:effectLst>
                  <a:latin typeface="Times New Roman" pitchFamily="18" charset="0"/>
                  <a:ea typeface="宋体" charset="-122"/>
                </a:rPr>
                <a:t>F</a:t>
              </a:r>
              <a:endParaRPr altLang="zh-CN" b="1" dirty="0" sz="2400" kumimoji="1" lang="en-US">
                <a:latin typeface="Times New Roman" pitchFamily="18" charset="0"/>
                <a:ea typeface="宋体" charset="-122"/>
              </a:endParaRPr>
            </a:p>
          </p:txBody>
        </p:sp>
        <p:sp>
          <p:nvSpPr>
            <p:cNvPr id="1049654" name="Text Box 101"/>
            <p:cNvSpPr txBox="1">
              <a:spLocks noChangeArrowheads="1"/>
            </p:cNvSpPr>
            <p:nvPr/>
          </p:nvSpPr>
          <p:spPr bwMode="auto">
            <a:xfrm>
              <a:off x="4077" y="3187"/>
              <a:ext cx="647" cy="269"/>
            </a:xfrm>
            <a:prstGeom prst="rect"/>
            <a:noFill/>
            <a:ln>
              <a:noFill/>
            </a:ln>
            <a:effectLst/>
          </p:spPr>
          <p:txBody>
            <a:bodyPr wrap="none">
              <a:spAutoFit/>
            </a:bodyPr>
            <a:p>
              <a:pPr eaLnBrk="1" hangingPunct="1"/>
              <a:r>
                <a:rPr altLang="zh-CN" b="1" sz="2200" kumimoji="1" lang="zh-CN">
                  <a:solidFill>
                    <a:schemeClr val="tx2"/>
                  </a:solidFill>
                  <a:effectLst>
                    <a:outerShdw algn="tl" blurRad="38100" dir="2700000" dist="38100">
                      <a:srgbClr val="C0C0C0"/>
                    </a:outerShdw>
                  </a:effectLst>
                  <a:latin typeface="Times New Roman" pitchFamily="18" charset="0"/>
                  <a:ea typeface="仿宋_GB2312" pitchFamily="49" charset="-122"/>
                </a:rPr>
                <a:t>递归表</a:t>
              </a:r>
              <a:endParaRPr altLang="en-US" sz="2200" kumimoji="1" lang="zh-CN">
                <a:solidFill>
                  <a:schemeClr val="tx2"/>
                </a:solidFill>
                <a:latin typeface="Times New Roman" pitchFamily="18" charset="0"/>
                <a:ea typeface="仿宋_GB2312" pitchFamily="49" charset="-122"/>
              </a:endParaRPr>
            </a:p>
          </p:txBody>
        </p:sp>
        <p:sp>
          <p:nvSpPr>
            <p:cNvPr id="1049655" name="Rectangle 102"/>
            <p:cNvSpPr>
              <a:spLocks noChangeArrowheads="1"/>
            </p:cNvSpPr>
            <p:nvPr/>
          </p:nvSpPr>
          <p:spPr bwMode="auto">
            <a:xfrm>
              <a:off x="3624" y="3200"/>
              <a:ext cx="111" cy="134"/>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56" name="Freeform 103"/>
            <p:cNvSpPr/>
            <p:nvPr/>
          </p:nvSpPr>
          <p:spPr bwMode="auto">
            <a:xfrm>
              <a:off x="3963" y="2666"/>
              <a:ext cx="233" cy="301"/>
            </a:xfrm>
            <a:custGeom>
              <a:avLst/>
              <a:gdLst>
                <a:gd name="T0" fmla="*/ 0 w 233"/>
                <a:gd name="T1" fmla="*/ 230 h 301"/>
                <a:gd name="T2" fmla="*/ 89 w 233"/>
                <a:gd name="T3" fmla="*/ 297 h 301"/>
                <a:gd name="T4" fmla="*/ 200 w 233"/>
                <a:gd name="T5" fmla="*/ 253 h 301"/>
                <a:gd name="T6" fmla="*/ 229 w 233"/>
                <a:gd name="T7" fmla="*/ 112 h 301"/>
                <a:gd name="T8" fmla="*/ 177 w 233"/>
                <a:gd name="T9" fmla="*/ 16 h 301"/>
                <a:gd name="T10" fmla="*/ 59 w 233"/>
                <a:gd name="T11" fmla="*/ 16 h 301"/>
                <a:gd name="T12" fmla="*/ 0 w 233"/>
                <a:gd name="T13" fmla="*/ 97 h 3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3" h="301">
                  <a:moveTo>
                    <a:pt x="0" y="230"/>
                  </a:moveTo>
                  <a:cubicBezTo>
                    <a:pt x="28" y="261"/>
                    <a:pt x="56" y="293"/>
                    <a:pt x="89" y="297"/>
                  </a:cubicBezTo>
                  <a:cubicBezTo>
                    <a:pt x="122" y="301"/>
                    <a:pt x="177" y="284"/>
                    <a:pt x="200" y="253"/>
                  </a:cubicBezTo>
                  <a:cubicBezTo>
                    <a:pt x="223" y="222"/>
                    <a:pt x="233" y="151"/>
                    <a:pt x="229" y="112"/>
                  </a:cubicBezTo>
                  <a:cubicBezTo>
                    <a:pt x="225" y="73"/>
                    <a:pt x="205" y="32"/>
                    <a:pt x="177" y="16"/>
                  </a:cubicBezTo>
                  <a:cubicBezTo>
                    <a:pt x="149" y="0"/>
                    <a:pt x="89" y="2"/>
                    <a:pt x="59" y="16"/>
                  </a:cubicBezTo>
                  <a:cubicBezTo>
                    <a:pt x="29" y="30"/>
                    <a:pt x="10" y="84"/>
                    <a:pt x="0" y="97"/>
                  </a:cubicBezTo>
                </a:path>
              </a:pathLst>
            </a:custGeom>
            <a:noFill/>
            <a:ln w="19050">
              <a:solidFill>
                <a:srgbClr val="0000CC"/>
              </a:solidFill>
              <a:round/>
              <a:headEnd/>
              <a:tailEnd type="triangle" w="sm" len="lg"/>
            </a:ln>
            <a:effectLst/>
          </p:spPr>
          <p:txBody>
            <a:bodyPr anchor="ctr" wrap="none"/>
            <a:p>
              <a:endParaRPr altLang="en-US" lang="zh-CN"/>
            </a:p>
          </p:txBody>
        </p:sp>
        <p:sp>
          <p:nvSpPr>
            <p:cNvPr id="1049657" name="Text Box 104"/>
            <p:cNvSpPr txBox="1">
              <a:spLocks noChangeArrowheads="1"/>
            </p:cNvSpPr>
            <p:nvPr/>
          </p:nvSpPr>
          <p:spPr bwMode="auto">
            <a:xfrm>
              <a:off x="3541" y="3293"/>
              <a:ext cx="252" cy="32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i="1" kumimoji="1" lang="en-US">
                  <a:solidFill>
                    <a:srgbClr val="0000CC"/>
                  </a:solidFill>
                  <a:latin typeface="Times New Roman" panose="02020603050405020304" pitchFamily="18" charset="0"/>
                </a:rPr>
                <a:t>d</a:t>
              </a:r>
              <a:endParaRPr altLang="zh-CN" sz="2400" kumimoji="1" lang="en-US">
                <a:latin typeface="Times New Roman" panose="02020603050405020304" pitchFamily="18" charset="0"/>
              </a:endParaRPr>
            </a:p>
          </p:txBody>
        </p:sp>
      </p:gr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300" name=""/>
        <p:cNvGrpSpPr/>
        <p:nvPr/>
      </p:nvGrpSpPr>
      <p:grpSpPr>
        <a:xfrm>
          <a:off x="0" y="0"/>
          <a:ext cx="0" cy="0"/>
          <a:chOff x="0" y="0"/>
          <a:chExt cx="0" cy="0"/>
        </a:xfrm>
      </p:grpSpPr>
      <p:sp>
        <p:nvSpPr>
          <p:cNvPr id="1049658" name="Text Box 2"/>
          <p:cNvSpPr txBox="1">
            <a:spLocks noChangeArrowheads="1"/>
          </p:cNvSpPr>
          <p:nvPr/>
        </p:nvSpPr>
        <p:spPr bwMode="auto">
          <a:xfrm>
            <a:off x="2844800" y="517527"/>
            <a:ext cx="3810000" cy="701675"/>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altLang="en-US" b="1" sz="4000" kumimoji="1" lang="zh-CN">
                <a:solidFill>
                  <a:schemeClr val="tx2"/>
                </a:solidFill>
                <a:latin typeface="仿宋_GB2312" pitchFamily="49" charset="-122"/>
                <a:ea typeface="华文新魏" panose="02010800040101010101" pitchFamily="2" charset="-122"/>
              </a:rPr>
              <a:t>广义表的表示</a:t>
            </a:r>
            <a:endParaRPr altLang="en-US" sz="2400" kumimoji="1" lang="zh-CN">
              <a:solidFill>
                <a:schemeClr val="tx2"/>
              </a:solidFill>
              <a:latin typeface="黑体" panose="02010609060101010101" pitchFamily="49" charset="-122"/>
              <a:ea typeface="华文新魏" panose="02010800040101010101" pitchFamily="2" charset="-122"/>
            </a:endParaRPr>
          </a:p>
        </p:txBody>
      </p:sp>
      <p:sp>
        <p:nvSpPr>
          <p:cNvPr id="1049659" name="Text Box 3"/>
          <p:cNvSpPr txBox="1">
            <a:spLocks noChangeArrowheads="1"/>
          </p:cNvSpPr>
          <p:nvPr/>
        </p:nvSpPr>
        <p:spPr bwMode="auto">
          <a:xfrm>
            <a:off x="571500" y="1871665"/>
            <a:ext cx="8191500" cy="549275"/>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altLang="zh-CN" b="1" sz="3000" i="1" kumimoji="1" lang="en-US">
                <a:latin typeface="Times New Roman" panose="02020603050405020304" pitchFamily="18" charset="0"/>
              </a:rPr>
              <a:t>list</a:t>
            </a:r>
            <a:r>
              <a:rPr altLang="zh-CN" b="1" sz="3000" kumimoji="1" lang="en-US">
                <a:latin typeface="Times New Roman" panose="02020603050405020304" pitchFamily="18" charset="0"/>
              </a:rPr>
              <a:t>1 = (</a:t>
            </a:r>
            <a:r>
              <a:rPr altLang="zh-CN" b="1" sz="3000" i="1" kumimoji="1" lang="en-US">
                <a:latin typeface="Times New Roman" panose="02020603050405020304" pitchFamily="18" charset="0"/>
              </a:rPr>
              <a:t>a</a:t>
            </a:r>
            <a:r>
              <a:rPr altLang="zh-CN" b="1" sz="3000" kumimoji="1" lang="en-US">
                <a:latin typeface="Times New Roman" panose="02020603050405020304" pitchFamily="18" charset="0"/>
              </a:rPr>
              <a:t>, </a:t>
            </a:r>
            <a:r>
              <a:rPr altLang="zh-CN" b="1" sz="3000" i="1" kumimoji="1" lang="en-US">
                <a:latin typeface="Times New Roman" panose="02020603050405020304" pitchFamily="18" charset="0"/>
              </a:rPr>
              <a:t>b</a:t>
            </a:r>
            <a:r>
              <a:rPr altLang="zh-CN" b="1" sz="3000" kumimoji="1" lang="en-US">
                <a:latin typeface="Times New Roman" panose="02020603050405020304" pitchFamily="18" charset="0"/>
              </a:rPr>
              <a:t>, </a:t>
            </a:r>
            <a:r>
              <a:rPr altLang="zh-CN" b="1" sz="3000" i="1" kumimoji="1" lang="en-US">
                <a:latin typeface="Times New Roman" panose="02020603050405020304" pitchFamily="18" charset="0"/>
              </a:rPr>
              <a:t>c</a:t>
            </a:r>
            <a:r>
              <a:rPr altLang="zh-CN" b="1" sz="3000" kumimoji="1" lang="en-US">
                <a:latin typeface="Times New Roman" panose="02020603050405020304" pitchFamily="18" charset="0"/>
              </a:rPr>
              <a:t>, </a:t>
            </a:r>
            <a:r>
              <a:rPr altLang="zh-CN" b="1" sz="3000" i="1" kumimoji="1" lang="en-US">
                <a:latin typeface="Times New Roman" panose="02020603050405020304" pitchFamily="18" charset="0"/>
              </a:rPr>
              <a:t>d</a:t>
            </a:r>
            <a:r>
              <a:rPr altLang="zh-CN" b="1" sz="3000" kumimoji="1" lang="en-US">
                <a:latin typeface="Times New Roman" panose="02020603050405020304" pitchFamily="18" charset="0"/>
              </a:rPr>
              <a:t>, </a:t>
            </a:r>
            <a:r>
              <a:rPr altLang="zh-CN" b="1" sz="3000" i="1" kumimoji="1" lang="en-US">
                <a:latin typeface="Times New Roman" panose="02020603050405020304" pitchFamily="18" charset="0"/>
              </a:rPr>
              <a:t>e</a:t>
            </a:r>
            <a:r>
              <a:rPr altLang="zh-CN" b="1" sz="3000" kumimoji="1" lang="en-US">
                <a:latin typeface="Times New Roman" panose="02020603050405020304" pitchFamily="18" charset="0"/>
              </a:rPr>
              <a:t>)</a:t>
            </a:r>
            <a:endParaRPr altLang="zh-CN" sz="1900" kumimoji="1" lang="en-US">
              <a:latin typeface="Times New Roman" panose="02020603050405020304" pitchFamily="18" charset="0"/>
            </a:endParaRPr>
          </a:p>
        </p:txBody>
      </p:sp>
      <p:sp>
        <p:nvSpPr>
          <p:cNvPr id="1049660" name="Text Box 4"/>
          <p:cNvSpPr txBox="1">
            <a:spLocks noChangeArrowheads="1"/>
          </p:cNvSpPr>
          <p:nvPr/>
        </p:nvSpPr>
        <p:spPr bwMode="auto">
          <a:xfrm>
            <a:off x="1409700" y="5702302"/>
            <a:ext cx="6591300" cy="980440"/>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dirty="0" sz="3000" i="1" kumimoji="1" lang="en-US">
                <a:latin typeface="Times New Roman" panose="02020603050405020304" pitchFamily="18" charset="0"/>
              </a:rPr>
              <a:t>list</a:t>
            </a:r>
            <a:r>
              <a:rPr altLang="zh-CN" b="1" dirty="0" sz="3000" kumimoji="1" lang="en-US">
                <a:latin typeface="Times New Roman" panose="02020603050405020304" pitchFamily="18" charset="0"/>
              </a:rPr>
              <a:t>2 = (</a:t>
            </a:r>
            <a:r>
              <a:rPr altLang="zh-CN" b="1" dirty="0" sz="3000" i="1" kumimoji="1" lang="en-US">
                <a:latin typeface="Times New Roman" panose="02020603050405020304" pitchFamily="18" charset="0"/>
              </a:rPr>
              <a:t>a</a:t>
            </a:r>
            <a:r>
              <a:rPr altLang="zh-CN" b="1" dirty="0" sz="3000" kumimoji="1" lang="en-US">
                <a:latin typeface="Times New Roman" panose="02020603050405020304" pitchFamily="18" charset="0"/>
              </a:rPr>
              <a:t>, (</a:t>
            </a:r>
            <a:r>
              <a:rPr altLang="zh-CN" b="1" dirty="0" sz="3000" i="1" kumimoji="1" lang="en-US">
                <a:latin typeface="Times New Roman" panose="02020603050405020304" pitchFamily="18" charset="0"/>
              </a:rPr>
              <a:t>b</a:t>
            </a:r>
            <a:r>
              <a:rPr altLang="zh-CN" b="1" dirty="0" sz="3000" kumimoji="1" lang="en-US">
                <a:latin typeface="Times New Roman" panose="02020603050405020304" pitchFamily="18" charset="0"/>
              </a:rPr>
              <a:t>, </a:t>
            </a:r>
            <a:r>
              <a:rPr altLang="zh-CN" b="1" dirty="0" sz="3000" i="1" kumimoji="1" lang="en-US">
                <a:latin typeface="Times New Roman" panose="02020603050405020304" pitchFamily="18" charset="0"/>
              </a:rPr>
              <a:t>c</a:t>
            </a:r>
            <a:r>
              <a:rPr altLang="zh-CN" b="1" dirty="0" sz="3000" kumimoji="1" lang="en-US">
                <a:latin typeface="Times New Roman" panose="02020603050405020304" pitchFamily="18" charset="0"/>
              </a:rPr>
              <a:t>, (</a:t>
            </a:r>
            <a:r>
              <a:rPr altLang="zh-CN" b="1" dirty="0" sz="3000" i="1" kumimoji="1" lang="en-US">
                <a:latin typeface="Times New Roman" panose="02020603050405020304" pitchFamily="18" charset="0"/>
              </a:rPr>
              <a:t>d</a:t>
            </a:r>
            <a:r>
              <a:rPr altLang="zh-CN" b="1" dirty="0" sz="3000" kumimoji="1" lang="en-US">
                <a:latin typeface="Times New Roman" panose="02020603050405020304" pitchFamily="18" charset="0"/>
              </a:rPr>
              <a:t>, </a:t>
            </a:r>
            <a:r>
              <a:rPr altLang="zh-CN" b="1" dirty="0" sz="3000" i="1" kumimoji="1" lang="en-US">
                <a:latin typeface="Times New Roman" panose="02020603050405020304" pitchFamily="18" charset="0"/>
              </a:rPr>
              <a:t>e</a:t>
            </a:r>
            <a:r>
              <a:rPr altLang="zh-CN" b="1" dirty="0" sz="3000" kumimoji="1" lang="en-US">
                <a:latin typeface="Times New Roman" panose="02020603050405020304" pitchFamily="18" charset="0"/>
              </a:rPr>
              <a:t>, </a:t>
            </a:r>
            <a:r>
              <a:rPr altLang="zh-CN" b="1" dirty="0" sz="3000" i="1" kumimoji="1" lang="en-US">
                <a:latin typeface="Times New Roman" panose="02020603050405020304" pitchFamily="18" charset="0"/>
              </a:rPr>
              <a:t>f</a:t>
            </a:r>
            <a:r>
              <a:rPr altLang="zh-CN" b="1" dirty="0" sz="3000" kumimoji="1" lang="en-US">
                <a:latin typeface="Times New Roman" panose="02020603050405020304" pitchFamily="18" charset="0"/>
              </a:rPr>
              <a:t>), ( ), </a:t>
            </a:r>
            <a:r>
              <a:rPr altLang="zh-CN" b="1" dirty="0" sz="3000" i="1" kumimoji="1" lang="en-US">
                <a:latin typeface="Times New Roman" panose="02020603050405020304" pitchFamily="18" charset="0"/>
              </a:rPr>
              <a:t>g</a:t>
            </a:r>
            <a:r>
              <a:rPr altLang="zh-CN" b="1" dirty="0" sz="3000" kumimoji="1" lang="en-US">
                <a:latin typeface="Times New Roman" panose="02020603050405020304" pitchFamily="18" charset="0"/>
              </a:rPr>
              <a:t>), </a:t>
            </a:r>
            <a:r>
              <a:rPr altLang="zh-CN" b="1" dirty="0" sz="3000" i="1" kumimoji="1" lang="en-US">
                <a:latin typeface="Times New Roman" panose="02020603050405020304" pitchFamily="18" charset="0"/>
              </a:rPr>
              <a:t>h</a:t>
            </a:r>
            <a:r>
              <a:rPr altLang="zh-CN" b="1" dirty="0" sz="3000" kumimoji="1" lang="en-US">
                <a:latin typeface="Times New Roman" panose="02020603050405020304" pitchFamily="18" charset="0"/>
              </a:rPr>
              <a:t>, (</a:t>
            </a:r>
            <a:r>
              <a:rPr altLang="zh-CN" b="1" dirty="0" sz="3000" i="1" kumimoji="1" lang="en-US">
                <a:latin typeface="Times New Roman" panose="02020603050405020304" pitchFamily="18" charset="0"/>
              </a:rPr>
              <a:t>r</a:t>
            </a:r>
            <a:r>
              <a:rPr altLang="zh-CN" b="1" dirty="0" sz="3000" kumimoji="1" lang="en-US">
                <a:latin typeface="Times New Roman" panose="02020603050405020304" pitchFamily="18" charset="0"/>
              </a:rPr>
              <a:t>, </a:t>
            </a:r>
            <a:r>
              <a:rPr altLang="zh-CN" b="1" dirty="0" sz="3000" i="1" kumimoji="1" lang="en-US">
                <a:latin typeface="Times New Roman" panose="02020603050405020304" pitchFamily="18" charset="0"/>
              </a:rPr>
              <a:t>s</a:t>
            </a:r>
            <a:r>
              <a:rPr altLang="zh-CN" b="1" dirty="0" sz="3000" kumimoji="1" lang="en-US">
                <a:latin typeface="Times New Roman" panose="02020603050405020304" pitchFamily="18" charset="0"/>
              </a:rPr>
              <a:t>, </a:t>
            </a:r>
            <a:r>
              <a:rPr altLang="zh-CN" b="1" dirty="0" sz="3000" i="1" kumimoji="1" lang="en-US">
                <a:latin typeface="Times New Roman" panose="02020603050405020304" pitchFamily="18" charset="0"/>
              </a:rPr>
              <a:t>t</a:t>
            </a:r>
            <a:r>
              <a:rPr altLang="zh-CN" b="1" dirty="0" sz="3000" kumimoji="1" lang="en-US">
                <a:latin typeface="Times New Roman" panose="02020603050405020304" pitchFamily="18" charset="0"/>
              </a:rPr>
              <a:t>))</a:t>
            </a:r>
            <a:endParaRPr altLang="zh-CN" b="1" dirty="0" kumimoji="1" lang="en-US">
              <a:solidFill>
                <a:srgbClr val="008000"/>
              </a:solidFill>
              <a:latin typeface="隶书" panose="02010509060101010101" pitchFamily="49" charset="-122"/>
              <a:ea typeface="隶书" panose="02010509060101010101" pitchFamily="49" charset="-122"/>
            </a:endParaRPr>
          </a:p>
        </p:txBody>
      </p:sp>
      <p:grpSp>
        <p:nvGrpSpPr>
          <p:cNvPr id="301" name="Group 5"/>
          <p:cNvGrpSpPr/>
          <p:nvPr/>
        </p:nvGrpSpPr>
        <p:grpSpPr bwMode="auto">
          <a:xfrm>
            <a:off x="381000" y="2582865"/>
            <a:ext cx="8432800" cy="3108325"/>
            <a:chOff x="240" y="1627"/>
            <a:chExt cx="5312" cy="1958"/>
          </a:xfrm>
        </p:grpSpPr>
        <p:sp>
          <p:nvSpPr>
            <p:cNvPr id="1049661" name="Rectangle 6"/>
            <p:cNvSpPr>
              <a:spLocks noChangeArrowheads="1"/>
            </p:cNvSpPr>
            <p:nvPr/>
          </p:nvSpPr>
          <p:spPr bwMode="auto">
            <a:xfrm>
              <a:off x="1056" y="1704"/>
              <a:ext cx="480" cy="288"/>
            </a:xfrm>
            <a:prstGeom prst="rect"/>
            <a:solidFill>
              <a:srgbClr val="FFFF99"/>
            </a:solidFill>
            <a:ln w="9525">
              <a:solidFill>
                <a:schemeClr val="tx1"/>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62" name="Line 7"/>
            <p:cNvSpPr>
              <a:spLocks noChangeShapeType="1"/>
            </p:cNvSpPr>
            <p:nvPr/>
          </p:nvSpPr>
          <p:spPr bwMode="auto">
            <a:xfrm>
              <a:off x="1344" y="1704"/>
              <a:ext cx="0" cy="288"/>
            </a:xfrm>
            <a:prstGeom prst="line"/>
            <a:noFill/>
            <a:ln w="9525">
              <a:solidFill>
                <a:schemeClr val="tx1"/>
              </a:solidFill>
              <a:round/>
              <a:headEnd/>
              <a:tailEnd/>
            </a:ln>
            <a:effectLst/>
          </p:spPr>
          <p:txBody>
            <a:bodyPr anchor="ctr" wrap="none"/>
            <a:p>
              <a:endParaRPr altLang="en-US" lang="zh-CN"/>
            </a:p>
          </p:txBody>
        </p:sp>
        <p:sp>
          <p:nvSpPr>
            <p:cNvPr id="1049663" name="Line 8"/>
            <p:cNvSpPr>
              <a:spLocks noChangeShapeType="1"/>
            </p:cNvSpPr>
            <p:nvPr/>
          </p:nvSpPr>
          <p:spPr bwMode="auto">
            <a:xfrm>
              <a:off x="1440" y="1848"/>
              <a:ext cx="336" cy="0"/>
            </a:xfrm>
            <a:prstGeom prst="line"/>
            <a:noFill/>
            <a:ln w="28575">
              <a:solidFill>
                <a:srgbClr val="333399"/>
              </a:solidFill>
              <a:round/>
              <a:headEnd/>
              <a:tailEnd type="triangle" w="sm" len="lg"/>
            </a:ln>
            <a:effectLst/>
          </p:spPr>
          <p:txBody>
            <a:bodyPr anchor="ctr" wrap="none"/>
            <a:p>
              <a:endParaRPr altLang="en-US" lang="zh-CN"/>
            </a:p>
          </p:txBody>
        </p:sp>
        <p:sp>
          <p:nvSpPr>
            <p:cNvPr id="1049664" name="Rectangle 9"/>
            <p:cNvSpPr>
              <a:spLocks noChangeArrowheads="1"/>
            </p:cNvSpPr>
            <p:nvPr/>
          </p:nvSpPr>
          <p:spPr bwMode="auto">
            <a:xfrm>
              <a:off x="1776" y="1704"/>
              <a:ext cx="480" cy="288"/>
            </a:xfrm>
            <a:prstGeom prst="rect"/>
            <a:solidFill>
              <a:srgbClr val="FFFF99"/>
            </a:solidFill>
            <a:ln w="9525">
              <a:solidFill>
                <a:schemeClr val="tx1"/>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65" name="Line 10"/>
            <p:cNvSpPr>
              <a:spLocks noChangeShapeType="1"/>
            </p:cNvSpPr>
            <p:nvPr/>
          </p:nvSpPr>
          <p:spPr bwMode="auto">
            <a:xfrm>
              <a:off x="2064" y="1704"/>
              <a:ext cx="0" cy="288"/>
            </a:xfrm>
            <a:prstGeom prst="line"/>
            <a:noFill/>
            <a:ln w="9525">
              <a:solidFill>
                <a:schemeClr val="tx1"/>
              </a:solidFill>
              <a:round/>
              <a:headEnd/>
              <a:tailEnd/>
            </a:ln>
            <a:effectLst/>
          </p:spPr>
          <p:txBody>
            <a:bodyPr anchor="ctr" wrap="none"/>
            <a:p>
              <a:endParaRPr altLang="en-US" lang="zh-CN"/>
            </a:p>
          </p:txBody>
        </p:sp>
        <p:sp>
          <p:nvSpPr>
            <p:cNvPr id="1049666" name="Line 11"/>
            <p:cNvSpPr>
              <a:spLocks noChangeShapeType="1"/>
            </p:cNvSpPr>
            <p:nvPr/>
          </p:nvSpPr>
          <p:spPr bwMode="auto">
            <a:xfrm>
              <a:off x="2160" y="1848"/>
              <a:ext cx="336" cy="0"/>
            </a:xfrm>
            <a:prstGeom prst="line"/>
            <a:noFill/>
            <a:ln w="28575">
              <a:solidFill>
                <a:srgbClr val="333399"/>
              </a:solidFill>
              <a:round/>
              <a:headEnd/>
              <a:tailEnd type="triangle" w="sm" len="lg"/>
            </a:ln>
            <a:effectLst/>
          </p:spPr>
          <p:txBody>
            <a:bodyPr anchor="ctr" wrap="none"/>
            <a:p>
              <a:endParaRPr altLang="en-US" lang="zh-CN"/>
            </a:p>
          </p:txBody>
        </p:sp>
        <p:sp>
          <p:nvSpPr>
            <p:cNvPr id="1049667" name="Rectangle 12"/>
            <p:cNvSpPr>
              <a:spLocks noChangeArrowheads="1"/>
            </p:cNvSpPr>
            <p:nvPr/>
          </p:nvSpPr>
          <p:spPr bwMode="auto">
            <a:xfrm>
              <a:off x="2496" y="1704"/>
              <a:ext cx="480" cy="288"/>
            </a:xfrm>
            <a:prstGeom prst="rect"/>
            <a:solidFill>
              <a:srgbClr val="FFFF99"/>
            </a:solidFill>
            <a:ln w="9525">
              <a:solidFill>
                <a:schemeClr val="tx1"/>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68" name="Line 13"/>
            <p:cNvSpPr>
              <a:spLocks noChangeShapeType="1"/>
            </p:cNvSpPr>
            <p:nvPr/>
          </p:nvSpPr>
          <p:spPr bwMode="auto">
            <a:xfrm>
              <a:off x="2784" y="1704"/>
              <a:ext cx="0" cy="288"/>
            </a:xfrm>
            <a:prstGeom prst="line"/>
            <a:noFill/>
            <a:ln w="9525">
              <a:solidFill>
                <a:schemeClr val="tx1"/>
              </a:solidFill>
              <a:round/>
              <a:headEnd/>
              <a:tailEnd/>
            </a:ln>
            <a:effectLst/>
          </p:spPr>
          <p:txBody>
            <a:bodyPr anchor="ctr" wrap="none"/>
            <a:p>
              <a:endParaRPr altLang="en-US" lang="zh-CN"/>
            </a:p>
          </p:txBody>
        </p:sp>
        <p:sp>
          <p:nvSpPr>
            <p:cNvPr id="1049669" name="Line 14"/>
            <p:cNvSpPr>
              <a:spLocks noChangeShapeType="1"/>
            </p:cNvSpPr>
            <p:nvPr/>
          </p:nvSpPr>
          <p:spPr bwMode="auto">
            <a:xfrm>
              <a:off x="2880" y="1848"/>
              <a:ext cx="336" cy="0"/>
            </a:xfrm>
            <a:prstGeom prst="line"/>
            <a:noFill/>
            <a:ln w="28575">
              <a:solidFill>
                <a:srgbClr val="333399"/>
              </a:solidFill>
              <a:round/>
              <a:headEnd/>
              <a:tailEnd type="triangle" w="sm" len="lg"/>
            </a:ln>
            <a:effectLst/>
          </p:spPr>
          <p:txBody>
            <a:bodyPr anchor="ctr" wrap="none"/>
            <a:p>
              <a:endParaRPr altLang="en-US" lang="zh-CN"/>
            </a:p>
          </p:txBody>
        </p:sp>
        <p:sp>
          <p:nvSpPr>
            <p:cNvPr id="1049670" name="Rectangle 15"/>
            <p:cNvSpPr>
              <a:spLocks noChangeArrowheads="1"/>
            </p:cNvSpPr>
            <p:nvPr/>
          </p:nvSpPr>
          <p:spPr bwMode="auto">
            <a:xfrm>
              <a:off x="3216" y="1704"/>
              <a:ext cx="480" cy="288"/>
            </a:xfrm>
            <a:prstGeom prst="rect"/>
            <a:solidFill>
              <a:srgbClr val="FFFF99"/>
            </a:solidFill>
            <a:ln w="9525">
              <a:solidFill>
                <a:schemeClr val="tx1"/>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71" name="Line 16"/>
            <p:cNvSpPr>
              <a:spLocks noChangeShapeType="1"/>
            </p:cNvSpPr>
            <p:nvPr/>
          </p:nvSpPr>
          <p:spPr bwMode="auto">
            <a:xfrm>
              <a:off x="3504" y="1704"/>
              <a:ext cx="0" cy="288"/>
            </a:xfrm>
            <a:prstGeom prst="line"/>
            <a:noFill/>
            <a:ln w="9525">
              <a:solidFill>
                <a:schemeClr val="tx1"/>
              </a:solidFill>
              <a:round/>
              <a:headEnd/>
              <a:tailEnd/>
            </a:ln>
            <a:effectLst/>
          </p:spPr>
          <p:txBody>
            <a:bodyPr anchor="ctr" wrap="none"/>
            <a:p>
              <a:endParaRPr altLang="en-US" lang="zh-CN"/>
            </a:p>
          </p:txBody>
        </p:sp>
        <p:sp>
          <p:nvSpPr>
            <p:cNvPr id="1049672" name="Line 17"/>
            <p:cNvSpPr>
              <a:spLocks noChangeShapeType="1"/>
            </p:cNvSpPr>
            <p:nvPr/>
          </p:nvSpPr>
          <p:spPr bwMode="auto">
            <a:xfrm>
              <a:off x="720" y="1848"/>
              <a:ext cx="336" cy="0"/>
            </a:xfrm>
            <a:prstGeom prst="line"/>
            <a:noFill/>
            <a:ln w="28575">
              <a:solidFill>
                <a:srgbClr val="333399"/>
              </a:solidFill>
              <a:round/>
              <a:headEnd/>
              <a:tailEnd type="triangle" w="sm" len="lg"/>
            </a:ln>
            <a:effectLst/>
          </p:spPr>
          <p:txBody>
            <a:bodyPr anchor="ctr" wrap="none"/>
            <a:p>
              <a:endParaRPr altLang="en-US" lang="zh-CN"/>
            </a:p>
          </p:txBody>
        </p:sp>
        <p:sp>
          <p:nvSpPr>
            <p:cNvPr id="1049673" name="Rectangle 18"/>
            <p:cNvSpPr>
              <a:spLocks noChangeArrowheads="1"/>
            </p:cNvSpPr>
            <p:nvPr/>
          </p:nvSpPr>
          <p:spPr bwMode="auto">
            <a:xfrm>
              <a:off x="5040" y="2232"/>
              <a:ext cx="480" cy="288"/>
            </a:xfrm>
            <a:prstGeom prst="rect"/>
            <a:solidFill>
              <a:srgbClr val="FFFF99"/>
            </a:solidFill>
            <a:ln w="9525">
              <a:solidFill>
                <a:schemeClr val="tx1"/>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74" name="Line 19"/>
            <p:cNvSpPr>
              <a:spLocks noChangeShapeType="1"/>
            </p:cNvSpPr>
            <p:nvPr/>
          </p:nvSpPr>
          <p:spPr bwMode="auto">
            <a:xfrm>
              <a:off x="5328" y="2232"/>
              <a:ext cx="0" cy="288"/>
            </a:xfrm>
            <a:prstGeom prst="line"/>
            <a:noFill/>
            <a:ln w="9525">
              <a:solidFill>
                <a:schemeClr val="tx1"/>
              </a:solidFill>
              <a:round/>
              <a:headEnd/>
              <a:tailEnd/>
            </a:ln>
            <a:effectLst/>
          </p:spPr>
          <p:txBody>
            <a:bodyPr anchor="ctr" wrap="none"/>
            <a:p>
              <a:endParaRPr altLang="en-US" lang="zh-CN"/>
            </a:p>
          </p:txBody>
        </p:sp>
        <p:sp>
          <p:nvSpPr>
            <p:cNvPr id="1049675" name="Rectangle 20"/>
            <p:cNvSpPr>
              <a:spLocks noChangeArrowheads="1"/>
            </p:cNvSpPr>
            <p:nvPr/>
          </p:nvSpPr>
          <p:spPr bwMode="auto">
            <a:xfrm>
              <a:off x="4320" y="2232"/>
              <a:ext cx="480" cy="288"/>
            </a:xfrm>
            <a:prstGeom prst="rect"/>
            <a:solidFill>
              <a:srgbClr val="FFFF99"/>
            </a:solidFill>
            <a:ln w="9525">
              <a:solidFill>
                <a:schemeClr val="tx1"/>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76" name="Line 21"/>
            <p:cNvSpPr>
              <a:spLocks noChangeShapeType="1"/>
            </p:cNvSpPr>
            <p:nvPr/>
          </p:nvSpPr>
          <p:spPr bwMode="auto">
            <a:xfrm>
              <a:off x="4608" y="2232"/>
              <a:ext cx="0" cy="288"/>
            </a:xfrm>
            <a:prstGeom prst="line"/>
            <a:noFill/>
            <a:ln w="9525">
              <a:solidFill>
                <a:schemeClr val="tx1"/>
              </a:solidFill>
              <a:round/>
              <a:headEnd/>
              <a:tailEnd/>
            </a:ln>
            <a:effectLst/>
          </p:spPr>
          <p:txBody>
            <a:bodyPr anchor="ctr" wrap="none"/>
            <a:p>
              <a:endParaRPr altLang="en-US" lang="zh-CN"/>
            </a:p>
          </p:txBody>
        </p:sp>
        <p:sp>
          <p:nvSpPr>
            <p:cNvPr id="1049677" name="Rectangle 22"/>
            <p:cNvSpPr>
              <a:spLocks noChangeArrowheads="1"/>
            </p:cNvSpPr>
            <p:nvPr/>
          </p:nvSpPr>
          <p:spPr bwMode="auto">
            <a:xfrm>
              <a:off x="3600" y="2232"/>
              <a:ext cx="480" cy="288"/>
            </a:xfrm>
            <a:prstGeom prst="rect"/>
            <a:solidFill>
              <a:srgbClr val="FFFF99"/>
            </a:solidFill>
            <a:ln w="9525">
              <a:solidFill>
                <a:schemeClr val="tx1"/>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78" name="Line 23"/>
            <p:cNvSpPr>
              <a:spLocks noChangeShapeType="1"/>
            </p:cNvSpPr>
            <p:nvPr/>
          </p:nvSpPr>
          <p:spPr bwMode="auto">
            <a:xfrm>
              <a:off x="3888" y="2232"/>
              <a:ext cx="0" cy="288"/>
            </a:xfrm>
            <a:prstGeom prst="line"/>
            <a:noFill/>
            <a:ln w="9525">
              <a:solidFill>
                <a:schemeClr val="tx1"/>
              </a:solidFill>
              <a:round/>
              <a:headEnd/>
              <a:tailEnd/>
            </a:ln>
            <a:effectLst/>
          </p:spPr>
          <p:txBody>
            <a:bodyPr anchor="ctr" wrap="none"/>
            <a:p>
              <a:endParaRPr altLang="en-US" lang="zh-CN"/>
            </a:p>
          </p:txBody>
        </p:sp>
        <p:sp>
          <p:nvSpPr>
            <p:cNvPr id="1049679" name="Line 24"/>
            <p:cNvSpPr>
              <a:spLocks noChangeShapeType="1"/>
            </p:cNvSpPr>
            <p:nvPr/>
          </p:nvSpPr>
          <p:spPr bwMode="auto">
            <a:xfrm>
              <a:off x="3360" y="2376"/>
              <a:ext cx="240" cy="0"/>
            </a:xfrm>
            <a:prstGeom prst="line"/>
            <a:noFill/>
            <a:ln w="28575">
              <a:solidFill>
                <a:srgbClr val="333399"/>
              </a:solidFill>
              <a:round/>
              <a:headEnd/>
              <a:tailEnd type="triangle" w="sm" len="lg"/>
            </a:ln>
            <a:effectLst/>
          </p:spPr>
          <p:txBody>
            <a:bodyPr anchor="ctr" wrap="none"/>
            <a:p>
              <a:endParaRPr altLang="en-US" lang="zh-CN"/>
            </a:p>
          </p:txBody>
        </p:sp>
        <p:sp>
          <p:nvSpPr>
            <p:cNvPr id="1049680" name="Line 25"/>
            <p:cNvSpPr>
              <a:spLocks noChangeShapeType="1"/>
            </p:cNvSpPr>
            <p:nvPr/>
          </p:nvSpPr>
          <p:spPr bwMode="auto">
            <a:xfrm flipV="1">
              <a:off x="3360" y="1848"/>
              <a:ext cx="0" cy="528"/>
            </a:xfrm>
            <a:prstGeom prst="line"/>
            <a:noFill/>
            <a:ln w="28575">
              <a:solidFill>
                <a:srgbClr val="333399"/>
              </a:solidFill>
              <a:round/>
              <a:headEnd/>
              <a:tailEnd/>
            </a:ln>
            <a:effectLst/>
          </p:spPr>
          <p:txBody>
            <a:bodyPr anchor="ctr" wrap="none"/>
            <a:p>
              <a:endParaRPr altLang="en-US" lang="zh-CN"/>
            </a:p>
          </p:txBody>
        </p:sp>
        <p:sp>
          <p:nvSpPr>
            <p:cNvPr id="1049681" name="Line 26"/>
            <p:cNvSpPr>
              <a:spLocks noChangeShapeType="1"/>
            </p:cNvSpPr>
            <p:nvPr/>
          </p:nvSpPr>
          <p:spPr bwMode="auto">
            <a:xfrm>
              <a:off x="3984" y="2376"/>
              <a:ext cx="336" cy="0"/>
            </a:xfrm>
            <a:prstGeom prst="line"/>
            <a:noFill/>
            <a:ln w="28575">
              <a:solidFill>
                <a:srgbClr val="333399"/>
              </a:solidFill>
              <a:round/>
              <a:headEnd/>
              <a:tailEnd type="triangle" w="sm" len="lg"/>
            </a:ln>
            <a:effectLst/>
          </p:spPr>
          <p:txBody>
            <a:bodyPr anchor="ctr" wrap="none"/>
            <a:p>
              <a:endParaRPr altLang="en-US" lang="zh-CN"/>
            </a:p>
          </p:txBody>
        </p:sp>
        <p:sp>
          <p:nvSpPr>
            <p:cNvPr id="1049682" name="Line 27"/>
            <p:cNvSpPr>
              <a:spLocks noChangeShapeType="1"/>
            </p:cNvSpPr>
            <p:nvPr/>
          </p:nvSpPr>
          <p:spPr bwMode="auto">
            <a:xfrm>
              <a:off x="4704" y="2376"/>
              <a:ext cx="336" cy="0"/>
            </a:xfrm>
            <a:prstGeom prst="line"/>
            <a:noFill/>
            <a:ln w="28575">
              <a:solidFill>
                <a:srgbClr val="333399"/>
              </a:solidFill>
              <a:round/>
              <a:headEnd/>
              <a:tailEnd type="triangle" w="sm" len="lg"/>
            </a:ln>
            <a:effectLst/>
          </p:spPr>
          <p:txBody>
            <a:bodyPr anchor="ctr" wrap="none"/>
            <a:p>
              <a:endParaRPr altLang="en-US" lang="zh-CN"/>
            </a:p>
          </p:txBody>
        </p:sp>
        <p:sp>
          <p:nvSpPr>
            <p:cNvPr id="1049683" name="Rectangle 28"/>
            <p:cNvSpPr>
              <a:spLocks noChangeArrowheads="1"/>
            </p:cNvSpPr>
            <p:nvPr/>
          </p:nvSpPr>
          <p:spPr bwMode="auto">
            <a:xfrm>
              <a:off x="1344" y="2760"/>
              <a:ext cx="480" cy="288"/>
            </a:xfrm>
            <a:prstGeom prst="rect"/>
            <a:solidFill>
              <a:srgbClr val="FFFF99"/>
            </a:solidFill>
            <a:ln w="9525">
              <a:solidFill>
                <a:schemeClr val="tx1"/>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84" name="Line 29"/>
            <p:cNvSpPr>
              <a:spLocks noChangeShapeType="1"/>
            </p:cNvSpPr>
            <p:nvPr/>
          </p:nvSpPr>
          <p:spPr bwMode="auto">
            <a:xfrm>
              <a:off x="1632" y="2760"/>
              <a:ext cx="0" cy="288"/>
            </a:xfrm>
            <a:prstGeom prst="line"/>
            <a:noFill/>
            <a:ln w="9525">
              <a:solidFill>
                <a:schemeClr val="tx1"/>
              </a:solidFill>
              <a:round/>
              <a:headEnd/>
              <a:tailEnd/>
            </a:ln>
            <a:effectLst/>
          </p:spPr>
          <p:txBody>
            <a:bodyPr anchor="ctr" wrap="none"/>
            <a:p>
              <a:endParaRPr altLang="en-US" lang="zh-CN"/>
            </a:p>
          </p:txBody>
        </p:sp>
        <p:sp>
          <p:nvSpPr>
            <p:cNvPr id="1049685" name="Line 30"/>
            <p:cNvSpPr>
              <a:spLocks noChangeShapeType="1"/>
            </p:cNvSpPr>
            <p:nvPr/>
          </p:nvSpPr>
          <p:spPr bwMode="auto">
            <a:xfrm>
              <a:off x="1728" y="2904"/>
              <a:ext cx="336" cy="0"/>
            </a:xfrm>
            <a:prstGeom prst="line"/>
            <a:noFill/>
            <a:ln w="28575">
              <a:solidFill>
                <a:srgbClr val="333399"/>
              </a:solidFill>
              <a:round/>
              <a:headEnd/>
              <a:tailEnd type="triangle" w="sm" len="lg"/>
            </a:ln>
            <a:effectLst/>
          </p:spPr>
          <p:txBody>
            <a:bodyPr anchor="ctr" wrap="none"/>
            <a:p>
              <a:endParaRPr altLang="en-US" lang="zh-CN"/>
            </a:p>
          </p:txBody>
        </p:sp>
        <p:sp>
          <p:nvSpPr>
            <p:cNvPr id="1049686" name="Rectangle 31"/>
            <p:cNvSpPr>
              <a:spLocks noChangeArrowheads="1"/>
            </p:cNvSpPr>
            <p:nvPr/>
          </p:nvSpPr>
          <p:spPr bwMode="auto">
            <a:xfrm>
              <a:off x="2064" y="2760"/>
              <a:ext cx="480" cy="288"/>
            </a:xfrm>
            <a:prstGeom prst="rect"/>
            <a:solidFill>
              <a:srgbClr val="FFFF99"/>
            </a:solidFill>
            <a:ln w="9525">
              <a:solidFill>
                <a:schemeClr val="tx1"/>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87" name="Line 32"/>
            <p:cNvSpPr>
              <a:spLocks noChangeShapeType="1"/>
            </p:cNvSpPr>
            <p:nvPr/>
          </p:nvSpPr>
          <p:spPr bwMode="auto">
            <a:xfrm>
              <a:off x="2352" y="2760"/>
              <a:ext cx="0" cy="288"/>
            </a:xfrm>
            <a:prstGeom prst="line"/>
            <a:noFill/>
            <a:ln w="9525">
              <a:solidFill>
                <a:schemeClr val="tx1"/>
              </a:solidFill>
              <a:round/>
              <a:headEnd/>
              <a:tailEnd/>
            </a:ln>
            <a:effectLst/>
          </p:spPr>
          <p:txBody>
            <a:bodyPr anchor="ctr" wrap="none"/>
            <a:p>
              <a:endParaRPr altLang="en-US" lang="zh-CN"/>
            </a:p>
          </p:txBody>
        </p:sp>
        <p:sp>
          <p:nvSpPr>
            <p:cNvPr id="1049688" name="Line 33"/>
            <p:cNvSpPr>
              <a:spLocks noChangeShapeType="1"/>
            </p:cNvSpPr>
            <p:nvPr/>
          </p:nvSpPr>
          <p:spPr bwMode="auto">
            <a:xfrm>
              <a:off x="2448" y="2904"/>
              <a:ext cx="336" cy="0"/>
            </a:xfrm>
            <a:prstGeom prst="line"/>
            <a:noFill/>
            <a:ln w="28575">
              <a:solidFill>
                <a:srgbClr val="333399"/>
              </a:solidFill>
              <a:round/>
              <a:headEnd/>
              <a:tailEnd type="triangle" w="sm" len="lg"/>
            </a:ln>
            <a:effectLst/>
          </p:spPr>
          <p:txBody>
            <a:bodyPr anchor="ctr" wrap="none"/>
            <a:p>
              <a:endParaRPr altLang="en-US" lang="zh-CN"/>
            </a:p>
          </p:txBody>
        </p:sp>
        <p:sp>
          <p:nvSpPr>
            <p:cNvPr id="1049689" name="Rectangle 34"/>
            <p:cNvSpPr>
              <a:spLocks noChangeArrowheads="1"/>
            </p:cNvSpPr>
            <p:nvPr/>
          </p:nvSpPr>
          <p:spPr bwMode="auto">
            <a:xfrm>
              <a:off x="2784" y="2760"/>
              <a:ext cx="480" cy="288"/>
            </a:xfrm>
            <a:prstGeom prst="rect"/>
            <a:solidFill>
              <a:srgbClr val="FFFF99"/>
            </a:solidFill>
            <a:ln w="9525">
              <a:solidFill>
                <a:schemeClr val="tx1"/>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90" name="Line 35"/>
            <p:cNvSpPr>
              <a:spLocks noChangeShapeType="1"/>
            </p:cNvSpPr>
            <p:nvPr/>
          </p:nvSpPr>
          <p:spPr bwMode="auto">
            <a:xfrm>
              <a:off x="3072" y="2760"/>
              <a:ext cx="0" cy="288"/>
            </a:xfrm>
            <a:prstGeom prst="line"/>
            <a:noFill/>
            <a:ln w="9525">
              <a:solidFill>
                <a:schemeClr val="tx1"/>
              </a:solidFill>
              <a:round/>
              <a:headEnd/>
              <a:tailEnd/>
            </a:ln>
            <a:effectLst/>
          </p:spPr>
          <p:txBody>
            <a:bodyPr anchor="ctr" wrap="none"/>
            <a:p>
              <a:endParaRPr altLang="en-US" lang="zh-CN"/>
            </a:p>
          </p:txBody>
        </p:sp>
        <p:sp>
          <p:nvSpPr>
            <p:cNvPr id="1049691" name="Line 36"/>
            <p:cNvSpPr>
              <a:spLocks noChangeShapeType="1"/>
            </p:cNvSpPr>
            <p:nvPr/>
          </p:nvSpPr>
          <p:spPr bwMode="auto">
            <a:xfrm>
              <a:off x="3168" y="2904"/>
              <a:ext cx="336" cy="0"/>
            </a:xfrm>
            <a:prstGeom prst="line"/>
            <a:noFill/>
            <a:ln w="28575">
              <a:solidFill>
                <a:srgbClr val="333399"/>
              </a:solidFill>
              <a:round/>
              <a:headEnd/>
              <a:tailEnd type="triangle" w="sm" len="lg"/>
            </a:ln>
            <a:effectLst/>
          </p:spPr>
          <p:txBody>
            <a:bodyPr anchor="ctr" wrap="none"/>
            <a:p>
              <a:endParaRPr altLang="en-US" lang="zh-CN"/>
            </a:p>
          </p:txBody>
        </p:sp>
        <p:sp>
          <p:nvSpPr>
            <p:cNvPr id="1049692" name="Rectangle 37"/>
            <p:cNvSpPr>
              <a:spLocks noChangeArrowheads="1"/>
            </p:cNvSpPr>
            <p:nvPr/>
          </p:nvSpPr>
          <p:spPr bwMode="auto">
            <a:xfrm>
              <a:off x="3504" y="2760"/>
              <a:ext cx="480" cy="288"/>
            </a:xfrm>
            <a:prstGeom prst="rect"/>
            <a:solidFill>
              <a:srgbClr val="FFFF99"/>
            </a:solidFill>
            <a:ln w="9525">
              <a:solidFill>
                <a:schemeClr val="tx1"/>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93" name="Line 38"/>
            <p:cNvSpPr>
              <a:spLocks noChangeShapeType="1"/>
            </p:cNvSpPr>
            <p:nvPr/>
          </p:nvSpPr>
          <p:spPr bwMode="auto">
            <a:xfrm>
              <a:off x="3792" y="2760"/>
              <a:ext cx="0" cy="288"/>
            </a:xfrm>
            <a:prstGeom prst="line"/>
            <a:noFill/>
            <a:ln w="9525">
              <a:solidFill>
                <a:schemeClr val="tx1"/>
              </a:solidFill>
              <a:round/>
              <a:headEnd/>
              <a:tailEnd/>
            </a:ln>
            <a:effectLst/>
          </p:spPr>
          <p:txBody>
            <a:bodyPr anchor="ctr" wrap="none"/>
            <a:p>
              <a:endParaRPr altLang="en-US" lang="zh-CN"/>
            </a:p>
          </p:txBody>
        </p:sp>
        <p:sp>
          <p:nvSpPr>
            <p:cNvPr id="1049694" name="Line 39"/>
            <p:cNvSpPr>
              <a:spLocks noChangeShapeType="1"/>
            </p:cNvSpPr>
            <p:nvPr/>
          </p:nvSpPr>
          <p:spPr bwMode="auto">
            <a:xfrm>
              <a:off x="3888" y="2904"/>
              <a:ext cx="336" cy="0"/>
            </a:xfrm>
            <a:prstGeom prst="line"/>
            <a:noFill/>
            <a:ln w="28575">
              <a:solidFill>
                <a:srgbClr val="333399"/>
              </a:solidFill>
              <a:round/>
              <a:headEnd/>
              <a:tailEnd type="triangle" w="sm" len="lg"/>
            </a:ln>
            <a:effectLst/>
          </p:spPr>
          <p:txBody>
            <a:bodyPr anchor="ctr" wrap="none"/>
            <a:p>
              <a:endParaRPr altLang="en-US" lang="zh-CN"/>
            </a:p>
          </p:txBody>
        </p:sp>
        <p:sp>
          <p:nvSpPr>
            <p:cNvPr id="1049695" name="Rectangle 40"/>
            <p:cNvSpPr>
              <a:spLocks noChangeArrowheads="1"/>
            </p:cNvSpPr>
            <p:nvPr/>
          </p:nvSpPr>
          <p:spPr bwMode="auto">
            <a:xfrm>
              <a:off x="4224" y="2760"/>
              <a:ext cx="480" cy="288"/>
            </a:xfrm>
            <a:prstGeom prst="rect"/>
            <a:solidFill>
              <a:srgbClr val="FFFF99"/>
            </a:solidFill>
            <a:ln w="9525">
              <a:solidFill>
                <a:schemeClr val="tx1"/>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96" name="Line 41"/>
            <p:cNvSpPr>
              <a:spLocks noChangeShapeType="1"/>
            </p:cNvSpPr>
            <p:nvPr/>
          </p:nvSpPr>
          <p:spPr bwMode="auto">
            <a:xfrm>
              <a:off x="4512" y="2760"/>
              <a:ext cx="0" cy="288"/>
            </a:xfrm>
            <a:prstGeom prst="line"/>
            <a:noFill/>
            <a:ln w="9525">
              <a:solidFill>
                <a:schemeClr val="tx1"/>
              </a:solidFill>
              <a:round/>
              <a:headEnd/>
              <a:tailEnd/>
            </a:ln>
            <a:effectLst/>
          </p:spPr>
          <p:txBody>
            <a:bodyPr anchor="ctr" wrap="none"/>
            <a:p>
              <a:endParaRPr altLang="en-US" lang="zh-CN"/>
            </a:p>
          </p:txBody>
        </p:sp>
        <p:sp>
          <p:nvSpPr>
            <p:cNvPr id="1049697" name="Rectangle 42"/>
            <p:cNvSpPr>
              <a:spLocks noChangeArrowheads="1"/>
            </p:cNvSpPr>
            <p:nvPr/>
          </p:nvSpPr>
          <p:spPr bwMode="auto">
            <a:xfrm>
              <a:off x="3504" y="3288"/>
              <a:ext cx="480" cy="288"/>
            </a:xfrm>
            <a:prstGeom prst="rect"/>
            <a:solidFill>
              <a:srgbClr val="FFFF99"/>
            </a:solidFill>
            <a:ln w="9525">
              <a:solidFill>
                <a:schemeClr val="tx1"/>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698" name="Line 43"/>
            <p:cNvSpPr>
              <a:spLocks noChangeShapeType="1"/>
            </p:cNvSpPr>
            <p:nvPr/>
          </p:nvSpPr>
          <p:spPr bwMode="auto">
            <a:xfrm>
              <a:off x="3792" y="3288"/>
              <a:ext cx="0" cy="288"/>
            </a:xfrm>
            <a:prstGeom prst="line"/>
            <a:noFill/>
            <a:ln w="9525">
              <a:solidFill>
                <a:schemeClr val="tx1"/>
              </a:solidFill>
              <a:round/>
              <a:headEnd/>
              <a:tailEnd/>
            </a:ln>
            <a:effectLst/>
          </p:spPr>
          <p:txBody>
            <a:bodyPr anchor="ctr" wrap="none"/>
            <a:p>
              <a:endParaRPr altLang="en-US" lang="zh-CN"/>
            </a:p>
          </p:txBody>
        </p:sp>
        <p:sp>
          <p:nvSpPr>
            <p:cNvPr id="1049699" name="Line 44"/>
            <p:cNvSpPr>
              <a:spLocks noChangeShapeType="1"/>
            </p:cNvSpPr>
            <p:nvPr/>
          </p:nvSpPr>
          <p:spPr bwMode="auto">
            <a:xfrm>
              <a:off x="3888" y="3432"/>
              <a:ext cx="336" cy="0"/>
            </a:xfrm>
            <a:prstGeom prst="line"/>
            <a:noFill/>
            <a:ln w="28575">
              <a:solidFill>
                <a:srgbClr val="333399"/>
              </a:solidFill>
              <a:round/>
              <a:headEnd/>
              <a:tailEnd type="triangle" w="sm" len="lg"/>
            </a:ln>
            <a:effectLst/>
          </p:spPr>
          <p:txBody>
            <a:bodyPr anchor="ctr" wrap="none"/>
            <a:p>
              <a:endParaRPr altLang="en-US" lang="zh-CN"/>
            </a:p>
          </p:txBody>
        </p:sp>
        <p:sp>
          <p:nvSpPr>
            <p:cNvPr id="1049700" name="Rectangle 45"/>
            <p:cNvSpPr>
              <a:spLocks noChangeArrowheads="1"/>
            </p:cNvSpPr>
            <p:nvPr/>
          </p:nvSpPr>
          <p:spPr bwMode="auto">
            <a:xfrm>
              <a:off x="4224" y="3288"/>
              <a:ext cx="480" cy="288"/>
            </a:xfrm>
            <a:prstGeom prst="rect"/>
            <a:solidFill>
              <a:srgbClr val="FFFF99"/>
            </a:solidFill>
            <a:ln w="9525">
              <a:solidFill>
                <a:schemeClr val="tx1"/>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701" name="Line 46"/>
            <p:cNvSpPr>
              <a:spLocks noChangeShapeType="1"/>
            </p:cNvSpPr>
            <p:nvPr/>
          </p:nvSpPr>
          <p:spPr bwMode="auto">
            <a:xfrm>
              <a:off x="4512" y="3288"/>
              <a:ext cx="0" cy="288"/>
            </a:xfrm>
            <a:prstGeom prst="line"/>
            <a:noFill/>
            <a:ln w="9525">
              <a:solidFill>
                <a:schemeClr val="tx1"/>
              </a:solidFill>
              <a:round/>
              <a:headEnd/>
              <a:tailEnd/>
            </a:ln>
            <a:effectLst/>
          </p:spPr>
          <p:txBody>
            <a:bodyPr anchor="ctr" wrap="none"/>
            <a:p>
              <a:endParaRPr altLang="en-US" lang="zh-CN"/>
            </a:p>
          </p:txBody>
        </p:sp>
        <p:sp>
          <p:nvSpPr>
            <p:cNvPr id="1049702" name="Line 47"/>
            <p:cNvSpPr>
              <a:spLocks noChangeShapeType="1"/>
            </p:cNvSpPr>
            <p:nvPr/>
          </p:nvSpPr>
          <p:spPr bwMode="auto">
            <a:xfrm>
              <a:off x="4608" y="3432"/>
              <a:ext cx="336" cy="0"/>
            </a:xfrm>
            <a:prstGeom prst="line"/>
            <a:noFill/>
            <a:ln w="28575">
              <a:solidFill>
                <a:srgbClr val="333399"/>
              </a:solidFill>
              <a:round/>
              <a:headEnd/>
              <a:tailEnd type="triangle" w="sm" len="lg"/>
            </a:ln>
            <a:effectLst/>
          </p:spPr>
          <p:txBody>
            <a:bodyPr anchor="ctr" wrap="none"/>
            <a:p>
              <a:endParaRPr altLang="en-US" lang="zh-CN"/>
            </a:p>
          </p:txBody>
        </p:sp>
        <p:sp>
          <p:nvSpPr>
            <p:cNvPr id="1049703" name="Rectangle 48"/>
            <p:cNvSpPr>
              <a:spLocks noChangeArrowheads="1"/>
            </p:cNvSpPr>
            <p:nvPr/>
          </p:nvSpPr>
          <p:spPr bwMode="auto">
            <a:xfrm>
              <a:off x="4944" y="3288"/>
              <a:ext cx="480" cy="288"/>
            </a:xfrm>
            <a:prstGeom prst="rect"/>
            <a:solidFill>
              <a:srgbClr val="FFFF99"/>
            </a:solidFill>
            <a:ln w="9525">
              <a:solidFill>
                <a:schemeClr val="tx1"/>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704" name="Line 49"/>
            <p:cNvSpPr>
              <a:spLocks noChangeShapeType="1"/>
            </p:cNvSpPr>
            <p:nvPr/>
          </p:nvSpPr>
          <p:spPr bwMode="auto">
            <a:xfrm>
              <a:off x="5232" y="3288"/>
              <a:ext cx="0" cy="288"/>
            </a:xfrm>
            <a:prstGeom prst="line"/>
            <a:noFill/>
            <a:ln w="9525">
              <a:solidFill>
                <a:schemeClr val="tx1"/>
              </a:solidFill>
              <a:round/>
              <a:headEnd/>
              <a:tailEnd/>
            </a:ln>
            <a:effectLst/>
          </p:spPr>
          <p:txBody>
            <a:bodyPr anchor="ctr" wrap="none"/>
            <a:p>
              <a:endParaRPr altLang="en-US" lang="zh-CN"/>
            </a:p>
          </p:txBody>
        </p:sp>
        <p:sp>
          <p:nvSpPr>
            <p:cNvPr id="1049705" name="Text Box 50"/>
            <p:cNvSpPr txBox="1">
              <a:spLocks noChangeArrowheads="1"/>
            </p:cNvSpPr>
            <p:nvPr/>
          </p:nvSpPr>
          <p:spPr bwMode="auto">
            <a:xfrm>
              <a:off x="1100" y="1649"/>
              <a:ext cx="236" cy="346"/>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3000" i="1" kumimoji="1" lang="en-US">
                  <a:solidFill>
                    <a:schemeClr val="tx2"/>
                  </a:solidFill>
                  <a:latin typeface="Times New Roman" panose="02020603050405020304" pitchFamily="18" charset="0"/>
                </a:rPr>
                <a:t>a</a:t>
              </a:r>
            </a:p>
          </p:txBody>
        </p:sp>
        <p:sp>
          <p:nvSpPr>
            <p:cNvPr id="1049706" name="Text Box 51"/>
            <p:cNvSpPr txBox="1">
              <a:spLocks noChangeArrowheads="1"/>
            </p:cNvSpPr>
            <p:nvPr/>
          </p:nvSpPr>
          <p:spPr bwMode="auto">
            <a:xfrm>
              <a:off x="2548" y="1666"/>
              <a:ext cx="249" cy="346"/>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3000" i="1" kumimoji="1" lang="en-US">
                  <a:solidFill>
                    <a:schemeClr val="tx2"/>
                  </a:solidFill>
                  <a:latin typeface="Times New Roman" panose="02020603050405020304" pitchFamily="18" charset="0"/>
                </a:rPr>
                <a:t>h</a:t>
              </a:r>
              <a:endParaRPr altLang="zh-CN" sz="3000" i="1" kumimoji="1" lang="en-US">
                <a:latin typeface="Times New Roman" panose="02020603050405020304" pitchFamily="18" charset="0"/>
              </a:endParaRPr>
            </a:p>
          </p:txBody>
        </p:sp>
        <p:sp>
          <p:nvSpPr>
            <p:cNvPr id="1049707" name="Text Box 52"/>
            <p:cNvSpPr txBox="1">
              <a:spLocks noChangeArrowheads="1"/>
            </p:cNvSpPr>
            <p:nvPr/>
          </p:nvSpPr>
          <p:spPr bwMode="auto">
            <a:xfrm>
              <a:off x="1388" y="2730"/>
              <a:ext cx="261" cy="338"/>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3000" i="1" kumimoji="1" lang="en-US">
                  <a:solidFill>
                    <a:schemeClr val="tx2"/>
                  </a:solidFill>
                  <a:latin typeface="Times New Roman" panose="02020603050405020304" pitchFamily="18" charset="0"/>
                </a:rPr>
                <a:t>b</a:t>
              </a:r>
              <a:endParaRPr altLang="zh-CN" sz="3000" i="1" kumimoji="1" lang="en-US">
                <a:latin typeface="Times New Roman" panose="02020603050405020304" pitchFamily="18" charset="0"/>
              </a:endParaRPr>
            </a:p>
          </p:txBody>
        </p:sp>
        <p:sp>
          <p:nvSpPr>
            <p:cNvPr id="1049708" name="Text Box 53"/>
            <p:cNvSpPr txBox="1">
              <a:spLocks noChangeArrowheads="1"/>
            </p:cNvSpPr>
            <p:nvPr/>
          </p:nvSpPr>
          <p:spPr bwMode="auto">
            <a:xfrm>
              <a:off x="2092" y="2714"/>
              <a:ext cx="223" cy="346"/>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3000" i="1" kumimoji="1" lang="en-US">
                  <a:solidFill>
                    <a:schemeClr val="tx2"/>
                  </a:solidFill>
                  <a:latin typeface="Times New Roman" panose="02020603050405020304" pitchFamily="18" charset="0"/>
                </a:rPr>
                <a:t>c</a:t>
              </a:r>
              <a:endParaRPr altLang="zh-CN" sz="3000" i="1" kumimoji="1" lang="en-US">
                <a:latin typeface="Times New Roman" panose="02020603050405020304" pitchFamily="18" charset="0"/>
              </a:endParaRPr>
            </a:p>
          </p:txBody>
        </p:sp>
        <p:sp>
          <p:nvSpPr>
            <p:cNvPr id="1049709" name="Text Box 54"/>
            <p:cNvSpPr txBox="1">
              <a:spLocks noChangeArrowheads="1"/>
            </p:cNvSpPr>
            <p:nvPr/>
          </p:nvSpPr>
          <p:spPr bwMode="auto">
            <a:xfrm>
              <a:off x="4276" y="2690"/>
              <a:ext cx="261" cy="338"/>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3000" i="1" kumimoji="1" lang="en-US">
                  <a:solidFill>
                    <a:schemeClr val="tx2"/>
                  </a:solidFill>
                  <a:latin typeface="Times New Roman" panose="02020603050405020304" pitchFamily="18" charset="0"/>
                </a:rPr>
                <a:t>g</a:t>
              </a:r>
              <a:endParaRPr altLang="zh-CN" sz="3000" i="1" kumimoji="1" lang="en-US">
                <a:latin typeface="Times New Roman" panose="02020603050405020304" pitchFamily="18" charset="0"/>
              </a:endParaRPr>
            </a:p>
          </p:txBody>
        </p:sp>
        <p:sp>
          <p:nvSpPr>
            <p:cNvPr id="1049710" name="Text Box 55"/>
            <p:cNvSpPr txBox="1">
              <a:spLocks noChangeArrowheads="1"/>
            </p:cNvSpPr>
            <p:nvPr/>
          </p:nvSpPr>
          <p:spPr bwMode="auto">
            <a:xfrm>
              <a:off x="4372" y="2183"/>
              <a:ext cx="209" cy="346"/>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3000" i="1" kumimoji="1" lang="en-US">
                  <a:solidFill>
                    <a:schemeClr val="tx2"/>
                  </a:solidFill>
                  <a:latin typeface="Times New Roman" panose="02020603050405020304" pitchFamily="18" charset="0"/>
                </a:rPr>
                <a:t>s</a:t>
              </a:r>
              <a:endParaRPr altLang="zh-CN" sz="3000" i="1" kumimoji="1" lang="en-US">
                <a:latin typeface="Times New Roman" panose="02020603050405020304" pitchFamily="18" charset="0"/>
              </a:endParaRPr>
            </a:p>
          </p:txBody>
        </p:sp>
        <p:sp>
          <p:nvSpPr>
            <p:cNvPr id="1049711" name="Text Box 56"/>
            <p:cNvSpPr txBox="1">
              <a:spLocks noChangeArrowheads="1"/>
            </p:cNvSpPr>
            <p:nvPr/>
          </p:nvSpPr>
          <p:spPr bwMode="auto">
            <a:xfrm>
              <a:off x="3648" y="2183"/>
              <a:ext cx="209" cy="346"/>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3000" i="1" kumimoji="1" lang="en-US">
                  <a:solidFill>
                    <a:schemeClr val="tx2"/>
                  </a:solidFill>
                  <a:latin typeface="Times New Roman" panose="02020603050405020304" pitchFamily="18" charset="0"/>
                </a:rPr>
                <a:t>r</a:t>
              </a:r>
              <a:endParaRPr altLang="zh-CN" sz="3000" i="1" kumimoji="1" lang="en-US">
                <a:latin typeface="Times New Roman" panose="02020603050405020304" pitchFamily="18" charset="0"/>
              </a:endParaRPr>
            </a:p>
          </p:txBody>
        </p:sp>
        <p:sp>
          <p:nvSpPr>
            <p:cNvPr id="1049712" name="Text Box 57"/>
            <p:cNvSpPr txBox="1">
              <a:spLocks noChangeArrowheads="1"/>
            </p:cNvSpPr>
            <p:nvPr/>
          </p:nvSpPr>
          <p:spPr bwMode="auto">
            <a:xfrm>
              <a:off x="5088" y="2191"/>
              <a:ext cx="204" cy="338"/>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3000" i="1" kumimoji="1" lang="en-US">
                  <a:solidFill>
                    <a:schemeClr val="tx2"/>
                  </a:solidFill>
                  <a:latin typeface="Times New Roman" panose="02020603050405020304" pitchFamily="18" charset="0"/>
                </a:rPr>
                <a:t>t</a:t>
              </a:r>
              <a:endParaRPr altLang="zh-CN" sz="3000" i="1" kumimoji="1" lang="en-US">
                <a:latin typeface="Times New Roman" panose="02020603050405020304" pitchFamily="18" charset="0"/>
              </a:endParaRPr>
            </a:p>
          </p:txBody>
        </p:sp>
        <p:sp>
          <p:nvSpPr>
            <p:cNvPr id="1049713" name="Text Box 58"/>
            <p:cNvSpPr txBox="1">
              <a:spLocks noChangeArrowheads="1"/>
            </p:cNvSpPr>
            <p:nvPr/>
          </p:nvSpPr>
          <p:spPr bwMode="auto">
            <a:xfrm>
              <a:off x="5004" y="3231"/>
              <a:ext cx="196" cy="346"/>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3000" i="1" kumimoji="1" lang="en-US">
                  <a:solidFill>
                    <a:schemeClr val="tx2"/>
                  </a:solidFill>
                  <a:latin typeface="Times New Roman" panose="02020603050405020304" pitchFamily="18" charset="0"/>
                </a:rPr>
                <a:t>f</a:t>
              </a:r>
              <a:endParaRPr altLang="zh-CN" sz="3000" i="1" kumimoji="1" lang="en-US">
                <a:latin typeface="Times New Roman" panose="02020603050405020304" pitchFamily="18" charset="0"/>
              </a:endParaRPr>
            </a:p>
          </p:txBody>
        </p:sp>
        <p:sp>
          <p:nvSpPr>
            <p:cNvPr id="1049714" name="Text Box 59"/>
            <p:cNvSpPr txBox="1">
              <a:spLocks noChangeArrowheads="1"/>
            </p:cNvSpPr>
            <p:nvPr/>
          </p:nvSpPr>
          <p:spPr bwMode="auto">
            <a:xfrm>
              <a:off x="4268" y="3239"/>
              <a:ext cx="247" cy="338"/>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3000" i="1" kumimoji="1" lang="en-US">
                  <a:solidFill>
                    <a:schemeClr val="tx2"/>
                  </a:solidFill>
                  <a:latin typeface="Times New Roman" panose="02020603050405020304" pitchFamily="18" charset="0"/>
                </a:rPr>
                <a:t>e</a:t>
              </a:r>
              <a:endParaRPr altLang="zh-CN" sz="3000" i="1" kumimoji="1" lang="en-US">
                <a:latin typeface="Times New Roman" panose="02020603050405020304" pitchFamily="18" charset="0"/>
              </a:endParaRPr>
            </a:p>
          </p:txBody>
        </p:sp>
        <p:sp>
          <p:nvSpPr>
            <p:cNvPr id="1049715" name="Text Box 60"/>
            <p:cNvSpPr txBox="1">
              <a:spLocks noChangeArrowheads="1"/>
            </p:cNvSpPr>
            <p:nvPr/>
          </p:nvSpPr>
          <p:spPr bwMode="auto">
            <a:xfrm>
              <a:off x="3528" y="3247"/>
              <a:ext cx="261" cy="338"/>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3000" i="1" kumimoji="1" lang="en-US">
                  <a:solidFill>
                    <a:schemeClr val="tx2"/>
                  </a:solidFill>
                  <a:latin typeface="Times New Roman" panose="02020603050405020304" pitchFamily="18" charset="0"/>
                </a:rPr>
                <a:t>d</a:t>
              </a:r>
              <a:endParaRPr altLang="zh-CN" sz="3000" i="1" kumimoji="1" lang="en-US">
                <a:latin typeface="Times New Roman" panose="02020603050405020304" pitchFamily="18" charset="0"/>
              </a:endParaRPr>
            </a:p>
          </p:txBody>
        </p:sp>
        <p:sp>
          <p:nvSpPr>
            <p:cNvPr id="1049716" name="Text Box 61"/>
            <p:cNvSpPr txBox="1">
              <a:spLocks noChangeArrowheads="1"/>
            </p:cNvSpPr>
            <p:nvPr/>
          </p:nvSpPr>
          <p:spPr bwMode="auto">
            <a:xfrm>
              <a:off x="3512" y="2687"/>
              <a:ext cx="271" cy="365"/>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kumimoji="1" lang="en-US">
                  <a:solidFill>
                    <a:schemeClr val="tx2"/>
                  </a:solidFill>
                  <a:latin typeface="Times New Roman" panose="02020603050405020304" pitchFamily="18" charset="0"/>
                  <a:sym typeface="Symbol" panose="05050102010706020507" pitchFamily="18" charset="2"/>
                </a:rPr>
                <a:t></a:t>
              </a:r>
              <a:endParaRPr altLang="zh-CN" sz="2400" kumimoji="1" lang="en-US">
                <a:latin typeface="Times New Roman" panose="02020603050405020304" pitchFamily="18" charset="0"/>
              </a:endParaRPr>
            </a:p>
          </p:txBody>
        </p:sp>
        <p:sp>
          <p:nvSpPr>
            <p:cNvPr id="1049717" name="Text Box 62"/>
            <p:cNvSpPr txBox="1">
              <a:spLocks noChangeArrowheads="1"/>
            </p:cNvSpPr>
            <p:nvPr/>
          </p:nvSpPr>
          <p:spPr bwMode="auto">
            <a:xfrm>
              <a:off x="5281" y="2163"/>
              <a:ext cx="271" cy="365"/>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kumimoji="1" lang="en-US">
                  <a:solidFill>
                    <a:srgbClr val="333399"/>
                  </a:solidFill>
                  <a:latin typeface="Times New Roman" panose="02020603050405020304" pitchFamily="18" charset="0"/>
                  <a:sym typeface="Symbol" panose="05050102010706020507" pitchFamily="18" charset="2"/>
                </a:rPr>
                <a:t></a:t>
              </a:r>
              <a:endParaRPr altLang="zh-CN" sz="2400" kumimoji="1" lang="en-US">
                <a:latin typeface="Times New Roman" panose="02020603050405020304" pitchFamily="18" charset="0"/>
              </a:endParaRPr>
            </a:p>
          </p:txBody>
        </p:sp>
        <p:sp>
          <p:nvSpPr>
            <p:cNvPr id="1049718" name="Text Box 63"/>
            <p:cNvSpPr txBox="1">
              <a:spLocks noChangeArrowheads="1"/>
            </p:cNvSpPr>
            <p:nvPr/>
          </p:nvSpPr>
          <p:spPr bwMode="auto">
            <a:xfrm>
              <a:off x="5193" y="3211"/>
              <a:ext cx="271" cy="365"/>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kumimoji="1" lang="en-US">
                  <a:solidFill>
                    <a:srgbClr val="333399"/>
                  </a:solidFill>
                  <a:latin typeface="Times New Roman" panose="02020603050405020304" pitchFamily="18" charset="0"/>
                  <a:sym typeface="Symbol" panose="05050102010706020507" pitchFamily="18" charset="2"/>
                </a:rPr>
                <a:t></a:t>
              </a:r>
              <a:endParaRPr altLang="zh-CN" sz="2400" kumimoji="1" lang="en-US">
                <a:latin typeface="Times New Roman" panose="02020603050405020304" pitchFamily="18" charset="0"/>
              </a:endParaRPr>
            </a:p>
          </p:txBody>
        </p:sp>
        <p:sp>
          <p:nvSpPr>
            <p:cNvPr id="1049719" name="Text Box 64"/>
            <p:cNvSpPr txBox="1">
              <a:spLocks noChangeArrowheads="1"/>
            </p:cNvSpPr>
            <p:nvPr/>
          </p:nvSpPr>
          <p:spPr bwMode="auto">
            <a:xfrm>
              <a:off x="4473" y="2696"/>
              <a:ext cx="271" cy="365"/>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kumimoji="1" lang="en-US">
                  <a:solidFill>
                    <a:srgbClr val="333399"/>
                  </a:solidFill>
                  <a:latin typeface="Times New Roman" panose="02020603050405020304" pitchFamily="18" charset="0"/>
                  <a:sym typeface="Symbol" panose="05050102010706020507" pitchFamily="18" charset="2"/>
                </a:rPr>
                <a:t></a:t>
              </a:r>
              <a:endParaRPr altLang="zh-CN" sz="2400" kumimoji="1" lang="en-US">
                <a:latin typeface="Times New Roman" panose="02020603050405020304" pitchFamily="18" charset="0"/>
              </a:endParaRPr>
            </a:p>
          </p:txBody>
        </p:sp>
        <p:sp>
          <p:nvSpPr>
            <p:cNvPr id="1049720" name="Text Box 65"/>
            <p:cNvSpPr txBox="1">
              <a:spLocks noChangeArrowheads="1"/>
            </p:cNvSpPr>
            <p:nvPr/>
          </p:nvSpPr>
          <p:spPr bwMode="auto">
            <a:xfrm>
              <a:off x="3465" y="1627"/>
              <a:ext cx="271" cy="365"/>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kumimoji="1" lang="en-US">
                  <a:solidFill>
                    <a:srgbClr val="333399"/>
                  </a:solidFill>
                  <a:latin typeface="Times New Roman" panose="02020603050405020304" pitchFamily="18" charset="0"/>
                  <a:sym typeface="Symbol" panose="05050102010706020507" pitchFamily="18" charset="2"/>
                </a:rPr>
                <a:t></a:t>
              </a:r>
              <a:endParaRPr altLang="zh-CN" sz="2400" kumimoji="1" lang="en-US">
                <a:latin typeface="Times New Roman" panose="02020603050405020304" pitchFamily="18" charset="0"/>
              </a:endParaRPr>
            </a:p>
          </p:txBody>
        </p:sp>
        <p:sp>
          <p:nvSpPr>
            <p:cNvPr id="1049721" name="Line 66"/>
            <p:cNvSpPr>
              <a:spLocks noChangeShapeType="1"/>
            </p:cNvSpPr>
            <p:nvPr/>
          </p:nvSpPr>
          <p:spPr bwMode="auto">
            <a:xfrm>
              <a:off x="2928" y="3432"/>
              <a:ext cx="576" cy="0"/>
            </a:xfrm>
            <a:prstGeom prst="line"/>
            <a:noFill/>
            <a:ln w="28575">
              <a:solidFill>
                <a:srgbClr val="333399"/>
              </a:solidFill>
              <a:round/>
              <a:headEnd/>
              <a:tailEnd type="triangle" w="sm" len="lg"/>
            </a:ln>
            <a:effectLst/>
          </p:spPr>
          <p:txBody>
            <a:bodyPr anchor="ctr" wrap="none"/>
            <a:p>
              <a:endParaRPr altLang="en-US" lang="zh-CN"/>
            </a:p>
          </p:txBody>
        </p:sp>
        <p:sp>
          <p:nvSpPr>
            <p:cNvPr id="1049722" name="Line 67"/>
            <p:cNvSpPr>
              <a:spLocks noChangeShapeType="1"/>
            </p:cNvSpPr>
            <p:nvPr/>
          </p:nvSpPr>
          <p:spPr bwMode="auto">
            <a:xfrm>
              <a:off x="2928" y="2904"/>
              <a:ext cx="0" cy="528"/>
            </a:xfrm>
            <a:prstGeom prst="line"/>
            <a:noFill/>
            <a:ln w="28575">
              <a:solidFill>
                <a:srgbClr val="333399"/>
              </a:solidFill>
              <a:round/>
              <a:headEnd/>
              <a:tailEnd/>
            </a:ln>
            <a:effectLst/>
          </p:spPr>
          <p:txBody>
            <a:bodyPr anchor="ctr" wrap="none"/>
            <a:p>
              <a:endParaRPr altLang="en-US" lang="zh-CN"/>
            </a:p>
          </p:txBody>
        </p:sp>
        <p:sp>
          <p:nvSpPr>
            <p:cNvPr id="1049723" name="Line 68"/>
            <p:cNvSpPr>
              <a:spLocks noChangeShapeType="1"/>
            </p:cNvSpPr>
            <p:nvPr/>
          </p:nvSpPr>
          <p:spPr bwMode="auto">
            <a:xfrm>
              <a:off x="1056" y="2904"/>
              <a:ext cx="288" cy="0"/>
            </a:xfrm>
            <a:prstGeom prst="line"/>
            <a:noFill/>
            <a:ln w="28575">
              <a:solidFill>
                <a:srgbClr val="333399"/>
              </a:solidFill>
              <a:round/>
              <a:headEnd/>
              <a:tailEnd type="triangle" w="sm" len="lg"/>
            </a:ln>
            <a:effectLst/>
          </p:spPr>
          <p:txBody>
            <a:bodyPr anchor="ctr" wrap="none"/>
            <a:p>
              <a:endParaRPr altLang="en-US" lang="zh-CN"/>
            </a:p>
          </p:txBody>
        </p:sp>
        <p:sp>
          <p:nvSpPr>
            <p:cNvPr id="1049724" name="Line 69"/>
            <p:cNvSpPr>
              <a:spLocks noChangeShapeType="1"/>
            </p:cNvSpPr>
            <p:nvPr/>
          </p:nvSpPr>
          <p:spPr bwMode="auto">
            <a:xfrm flipH="1">
              <a:off x="1056" y="2328"/>
              <a:ext cx="864" cy="0"/>
            </a:xfrm>
            <a:prstGeom prst="line"/>
            <a:noFill/>
            <a:ln w="28575">
              <a:solidFill>
                <a:srgbClr val="333399"/>
              </a:solidFill>
              <a:round/>
              <a:headEnd/>
              <a:tailEnd/>
            </a:ln>
            <a:effectLst/>
          </p:spPr>
          <p:txBody>
            <a:bodyPr anchor="ctr" wrap="none"/>
            <a:p>
              <a:endParaRPr altLang="en-US" lang="zh-CN"/>
            </a:p>
          </p:txBody>
        </p:sp>
        <p:sp>
          <p:nvSpPr>
            <p:cNvPr id="1049725" name="Line 70"/>
            <p:cNvSpPr>
              <a:spLocks noChangeShapeType="1"/>
            </p:cNvSpPr>
            <p:nvPr/>
          </p:nvSpPr>
          <p:spPr bwMode="auto">
            <a:xfrm>
              <a:off x="1920" y="1848"/>
              <a:ext cx="0" cy="480"/>
            </a:xfrm>
            <a:prstGeom prst="line"/>
            <a:noFill/>
            <a:ln w="28575">
              <a:solidFill>
                <a:srgbClr val="333399"/>
              </a:solidFill>
              <a:round/>
              <a:headEnd/>
              <a:tailEnd/>
            </a:ln>
            <a:effectLst/>
          </p:spPr>
          <p:txBody>
            <a:bodyPr anchor="ctr" wrap="none"/>
            <a:p>
              <a:endParaRPr altLang="en-US" lang="zh-CN"/>
            </a:p>
          </p:txBody>
        </p:sp>
        <p:sp>
          <p:nvSpPr>
            <p:cNvPr id="1049726" name="Line 71"/>
            <p:cNvSpPr>
              <a:spLocks noChangeShapeType="1"/>
            </p:cNvSpPr>
            <p:nvPr/>
          </p:nvSpPr>
          <p:spPr bwMode="auto">
            <a:xfrm>
              <a:off x="1056" y="2328"/>
              <a:ext cx="0" cy="576"/>
            </a:xfrm>
            <a:prstGeom prst="line"/>
            <a:noFill/>
            <a:ln w="28575">
              <a:solidFill>
                <a:srgbClr val="333399"/>
              </a:solidFill>
              <a:round/>
              <a:headEnd/>
              <a:tailEnd/>
            </a:ln>
            <a:effectLst/>
          </p:spPr>
          <p:txBody>
            <a:bodyPr anchor="ctr" wrap="none"/>
            <a:p>
              <a:endParaRPr altLang="en-US" lang="zh-CN"/>
            </a:p>
          </p:txBody>
        </p:sp>
        <p:sp>
          <p:nvSpPr>
            <p:cNvPr id="1049727" name="Text Box 72"/>
            <p:cNvSpPr txBox="1">
              <a:spLocks noChangeArrowheads="1"/>
            </p:cNvSpPr>
            <p:nvPr/>
          </p:nvSpPr>
          <p:spPr bwMode="auto">
            <a:xfrm>
              <a:off x="240" y="1665"/>
              <a:ext cx="536" cy="32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i="1" kumimoji="1" lang="en-US">
                  <a:solidFill>
                    <a:srgbClr val="009900"/>
                  </a:solidFill>
                  <a:latin typeface="Times New Roman" panose="02020603050405020304" pitchFamily="18" charset="0"/>
                </a:rPr>
                <a:t>list</a:t>
              </a:r>
              <a:r>
                <a:rPr altLang="zh-CN" b="1" sz="2800" kumimoji="1" lang="en-US">
                  <a:solidFill>
                    <a:srgbClr val="009900"/>
                  </a:solidFill>
                  <a:latin typeface="Times New Roman" panose="02020603050405020304" pitchFamily="18" charset="0"/>
                </a:rPr>
                <a:t>2</a:t>
              </a:r>
              <a:endParaRPr altLang="zh-CN" sz="2400" kumimoji="1" lang="en-US">
                <a:latin typeface="Times New Roman" panose="02020603050405020304" pitchFamily="18" charset="0"/>
              </a:endParaRPr>
            </a:p>
          </p:txBody>
        </p:sp>
      </p:grpSp>
      <p:grpSp>
        <p:nvGrpSpPr>
          <p:cNvPr id="302" name="Group 73"/>
          <p:cNvGrpSpPr/>
          <p:nvPr/>
        </p:nvGrpSpPr>
        <p:grpSpPr bwMode="auto">
          <a:xfrm>
            <a:off x="381002" y="1262065"/>
            <a:ext cx="7796213" cy="611187"/>
            <a:chOff x="240" y="723"/>
            <a:chExt cx="4911" cy="385"/>
          </a:xfrm>
        </p:grpSpPr>
        <p:grpSp>
          <p:nvGrpSpPr>
            <p:cNvPr id="303" name="Group 74"/>
            <p:cNvGrpSpPr/>
            <p:nvPr/>
          </p:nvGrpSpPr>
          <p:grpSpPr bwMode="auto">
            <a:xfrm>
              <a:off x="240" y="741"/>
              <a:ext cx="4896" cy="367"/>
              <a:chOff x="240" y="741"/>
              <a:chExt cx="4896" cy="367"/>
            </a:xfrm>
          </p:grpSpPr>
          <p:sp>
            <p:nvSpPr>
              <p:cNvPr id="1049728" name="Rectangle 75"/>
              <p:cNvSpPr>
                <a:spLocks noChangeArrowheads="1"/>
              </p:cNvSpPr>
              <p:nvPr/>
            </p:nvSpPr>
            <p:spPr bwMode="auto">
              <a:xfrm>
                <a:off x="1056" y="809"/>
                <a:ext cx="624" cy="271"/>
              </a:xfrm>
              <a:prstGeom prst="rect"/>
              <a:ln>
                <a:headEnd/>
                <a:tailEnd/>
              </a:ln>
            </p:spPr>
            <p:style>
              <a:lnRef idx="1">
                <a:schemeClr val="accent5"/>
              </a:lnRef>
              <a:fillRef idx="2">
                <a:schemeClr val="accent5"/>
              </a:fillRef>
              <a:effectRef idx="1">
                <a:schemeClr val="accent5"/>
              </a:effectRef>
              <a:fontRef idx="minor">
                <a:schemeClr val="dk1"/>
              </a:fontRef>
            </p:style>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729" name="Line 76"/>
              <p:cNvSpPr>
                <a:spLocks noChangeShapeType="1"/>
              </p:cNvSpPr>
              <p:nvPr/>
            </p:nvSpPr>
            <p:spPr bwMode="auto">
              <a:xfrm>
                <a:off x="720" y="937"/>
                <a:ext cx="336" cy="0"/>
              </a:xfrm>
              <a:prstGeom prst="line"/>
              <a:noFill/>
              <a:ln w="28575">
                <a:solidFill>
                  <a:srgbClr val="333399"/>
                </a:solidFill>
                <a:round/>
                <a:headEnd/>
                <a:tailEnd type="triangle" w="sm" len="lg"/>
              </a:ln>
              <a:effectLst/>
            </p:spPr>
            <p:txBody>
              <a:bodyPr anchor="ctr" wrap="none"/>
              <a:p>
                <a:endParaRPr altLang="en-US" lang="zh-CN"/>
              </a:p>
            </p:txBody>
          </p:sp>
          <p:sp>
            <p:nvSpPr>
              <p:cNvPr id="1049730" name="Text Box 77"/>
              <p:cNvSpPr txBox="1">
                <a:spLocks noChangeArrowheads="1"/>
              </p:cNvSpPr>
              <p:nvPr/>
            </p:nvSpPr>
            <p:spPr bwMode="auto">
              <a:xfrm>
                <a:off x="1148" y="744"/>
                <a:ext cx="236" cy="346"/>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3000" i="1" kumimoji="1" lang="en-US">
                    <a:solidFill>
                      <a:schemeClr val="tx2"/>
                    </a:solidFill>
                    <a:latin typeface="Times New Roman" panose="02020603050405020304" pitchFamily="18" charset="0"/>
                  </a:rPr>
                  <a:t>a</a:t>
                </a:r>
              </a:p>
            </p:txBody>
          </p:sp>
          <p:sp>
            <p:nvSpPr>
              <p:cNvPr id="1049731" name="Text Box 78"/>
              <p:cNvSpPr txBox="1">
                <a:spLocks noChangeArrowheads="1"/>
              </p:cNvSpPr>
              <p:nvPr/>
            </p:nvSpPr>
            <p:spPr bwMode="auto">
              <a:xfrm>
                <a:off x="240" y="754"/>
                <a:ext cx="536" cy="32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i="1" kumimoji="1" lang="en-US">
                    <a:solidFill>
                      <a:srgbClr val="009900"/>
                    </a:solidFill>
                    <a:latin typeface="Times New Roman" panose="02020603050405020304" pitchFamily="18" charset="0"/>
                  </a:rPr>
                  <a:t>list</a:t>
                </a:r>
                <a:r>
                  <a:rPr altLang="zh-CN" b="1" sz="2800" kumimoji="1" lang="en-US">
                    <a:solidFill>
                      <a:srgbClr val="009900"/>
                    </a:solidFill>
                    <a:latin typeface="Times New Roman" panose="02020603050405020304" pitchFamily="18" charset="0"/>
                  </a:rPr>
                  <a:t>1</a:t>
                </a:r>
                <a:endParaRPr altLang="zh-CN" sz="2400" kumimoji="1" lang="en-US">
                  <a:latin typeface="Times New Roman" panose="02020603050405020304" pitchFamily="18" charset="0"/>
                </a:endParaRPr>
              </a:p>
            </p:txBody>
          </p:sp>
          <p:sp>
            <p:nvSpPr>
              <p:cNvPr id="1049732" name="Rectangle 79"/>
              <p:cNvSpPr>
                <a:spLocks noChangeArrowheads="1"/>
              </p:cNvSpPr>
              <p:nvPr/>
            </p:nvSpPr>
            <p:spPr bwMode="auto">
              <a:xfrm>
                <a:off x="1929" y="808"/>
                <a:ext cx="624" cy="272"/>
              </a:xfrm>
              <a:prstGeom prst="rect"/>
              <a:ln>
                <a:headEnd/>
                <a:tailEnd/>
              </a:ln>
            </p:spPr>
            <p:style>
              <a:lnRef idx="1">
                <a:schemeClr val="accent5"/>
              </a:lnRef>
              <a:fillRef idx="2">
                <a:schemeClr val="accent5"/>
              </a:fillRef>
              <a:effectRef idx="1">
                <a:schemeClr val="accent5"/>
              </a:effectRef>
              <a:fontRef idx="minor">
                <a:schemeClr val="dk1"/>
              </a:fontRef>
            </p:style>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733" name="Line 80"/>
              <p:cNvSpPr>
                <a:spLocks noChangeShapeType="1"/>
              </p:cNvSpPr>
              <p:nvPr/>
            </p:nvSpPr>
            <p:spPr bwMode="auto">
              <a:xfrm>
                <a:off x="1584" y="937"/>
                <a:ext cx="336" cy="0"/>
              </a:xfrm>
              <a:prstGeom prst="line"/>
              <a:noFill/>
              <a:ln w="28575">
                <a:solidFill>
                  <a:srgbClr val="333399"/>
                </a:solidFill>
                <a:round/>
                <a:headEnd/>
                <a:tailEnd type="triangle" w="sm" len="lg"/>
              </a:ln>
              <a:effectLst/>
            </p:spPr>
            <p:txBody>
              <a:bodyPr anchor="ctr" wrap="none"/>
              <a:p>
                <a:endParaRPr altLang="en-US" lang="zh-CN"/>
              </a:p>
            </p:txBody>
          </p:sp>
          <p:sp>
            <p:nvSpPr>
              <p:cNvPr id="1049734" name="Rectangle 81"/>
              <p:cNvSpPr>
                <a:spLocks noChangeArrowheads="1"/>
              </p:cNvSpPr>
              <p:nvPr/>
            </p:nvSpPr>
            <p:spPr bwMode="auto">
              <a:xfrm>
                <a:off x="2784" y="809"/>
                <a:ext cx="624" cy="271"/>
              </a:xfrm>
              <a:prstGeom prst="rect"/>
              <a:ln>
                <a:headEnd/>
                <a:tailEnd/>
              </a:ln>
            </p:spPr>
            <p:style>
              <a:lnRef idx="1">
                <a:schemeClr val="accent5"/>
              </a:lnRef>
              <a:fillRef idx="2">
                <a:schemeClr val="accent5"/>
              </a:fillRef>
              <a:effectRef idx="1">
                <a:schemeClr val="accent5"/>
              </a:effectRef>
              <a:fontRef idx="minor">
                <a:schemeClr val="dk1"/>
              </a:fontRef>
            </p:style>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735" name="Line 82"/>
              <p:cNvSpPr>
                <a:spLocks noChangeShapeType="1"/>
              </p:cNvSpPr>
              <p:nvPr/>
            </p:nvSpPr>
            <p:spPr bwMode="auto">
              <a:xfrm>
                <a:off x="2448" y="937"/>
                <a:ext cx="336" cy="0"/>
              </a:xfrm>
              <a:prstGeom prst="line"/>
              <a:noFill/>
              <a:ln w="28575">
                <a:solidFill>
                  <a:srgbClr val="333399"/>
                </a:solidFill>
                <a:round/>
                <a:headEnd/>
                <a:tailEnd type="triangle" w="sm" len="lg"/>
              </a:ln>
              <a:effectLst/>
            </p:spPr>
            <p:txBody>
              <a:bodyPr anchor="ctr" wrap="none"/>
              <a:p>
                <a:endParaRPr altLang="en-US" lang="zh-CN"/>
              </a:p>
            </p:txBody>
          </p:sp>
          <p:sp>
            <p:nvSpPr>
              <p:cNvPr id="1049736" name="Rectangle 83"/>
              <p:cNvSpPr>
                <a:spLocks noChangeArrowheads="1"/>
              </p:cNvSpPr>
              <p:nvPr/>
            </p:nvSpPr>
            <p:spPr bwMode="auto">
              <a:xfrm>
                <a:off x="3648" y="809"/>
                <a:ext cx="624" cy="271"/>
              </a:xfrm>
              <a:prstGeom prst="rect"/>
              <a:ln>
                <a:headEnd/>
                <a:tailEnd/>
              </a:ln>
            </p:spPr>
            <p:style>
              <a:lnRef idx="1">
                <a:schemeClr val="accent5"/>
              </a:lnRef>
              <a:fillRef idx="2">
                <a:schemeClr val="accent5"/>
              </a:fillRef>
              <a:effectRef idx="1">
                <a:schemeClr val="accent5"/>
              </a:effectRef>
              <a:fontRef idx="minor">
                <a:schemeClr val="dk1"/>
              </a:fontRef>
            </p:style>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737" name="Line 84"/>
              <p:cNvSpPr>
                <a:spLocks noChangeShapeType="1"/>
              </p:cNvSpPr>
              <p:nvPr/>
            </p:nvSpPr>
            <p:spPr bwMode="auto">
              <a:xfrm>
                <a:off x="3312" y="937"/>
                <a:ext cx="336" cy="0"/>
              </a:xfrm>
              <a:prstGeom prst="line"/>
              <a:noFill/>
              <a:ln w="28575">
                <a:solidFill>
                  <a:srgbClr val="333399"/>
                </a:solidFill>
                <a:round/>
                <a:headEnd/>
                <a:tailEnd type="triangle" w="sm" len="lg"/>
              </a:ln>
              <a:effectLst/>
            </p:spPr>
            <p:txBody>
              <a:bodyPr anchor="ctr" wrap="none"/>
              <a:p>
                <a:endParaRPr altLang="en-US" lang="zh-CN"/>
              </a:p>
            </p:txBody>
          </p:sp>
          <p:sp>
            <p:nvSpPr>
              <p:cNvPr id="1049738" name="Rectangle 85"/>
              <p:cNvSpPr>
                <a:spLocks noChangeArrowheads="1"/>
              </p:cNvSpPr>
              <p:nvPr/>
            </p:nvSpPr>
            <p:spPr bwMode="auto">
              <a:xfrm>
                <a:off x="4512" y="808"/>
                <a:ext cx="624" cy="272"/>
              </a:xfrm>
              <a:prstGeom prst="rect"/>
              <a:ln>
                <a:headEnd/>
                <a:tailEnd/>
              </a:ln>
            </p:spPr>
            <p:style>
              <a:lnRef idx="1">
                <a:schemeClr val="accent5"/>
              </a:lnRef>
              <a:fillRef idx="2">
                <a:schemeClr val="accent5"/>
              </a:fillRef>
              <a:effectRef idx="1">
                <a:schemeClr val="accent5"/>
              </a:effectRef>
              <a:fontRef idx="minor">
                <a:schemeClr val="dk1"/>
              </a:fontRef>
            </p:style>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739" name="Line 86"/>
              <p:cNvSpPr>
                <a:spLocks noChangeShapeType="1"/>
              </p:cNvSpPr>
              <p:nvPr/>
            </p:nvSpPr>
            <p:spPr bwMode="auto">
              <a:xfrm>
                <a:off x="4896" y="808"/>
                <a:ext cx="0" cy="280"/>
              </a:xfrm>
              <a:prstGeom prst="line"/>
              <a:noFill/>
              <a:ln w="9525">
                <a:solidFill>
                  <a:schemeClr val="tx1"/>
                </a:solidFill>
                <a:round/>
                <a:headEnd/>
                <a:tailEnd/>
              </a:ln>
              <a:effectLst/>
            </p:spPr>
            <p:txBody>
              <a:bodyPr anchor="ctr" wrap="none"/>
              <a:p>
                <a:endParaRPr altLang="en-US" lang="zh-CN"/>
              </a:p>
            </p:txBody>
          </p:sp>
          <p:sp>
            <p:nvSpPr>
              <p:cNvPr id="1049740" name="Line 87"/>
              <p:cNvSpPr>
                <a:spLocks noChangeShapeType="1"/>
              </p:cNvSpPr>
              <p:nvPr/>
            </p:nvSpPr>
            <p:spPr bwMode="auto">
              <a:xfrm>
                <a:off x="4176" y="937"/>
                <a:ext cx="336" cy="0"/>
              </a:xfrm>
              <a:prstGeom prst="line"/>
              <a:noFill/>
              <a:ln w="28575">
                <a:solidFill>
                  <a:srgbClr val="333399"/>
                </a:solidFill>
                <a:round/>
                <a:headEnd/>
                <a:tailEnd type="triangle" w="sm" len="lg"/>
              </a:ln>
              <a:effectLst/>
            </p:spPr>
            <p:txBody>
              <a:bodyPr anchor="ctr" wrap="none"/>
              <a:p>
                <a:endParaRPr altLang="en-US" lang="zh-CN"/>
              </a:p>
            </p:txBody>
          </p:sp>
          <p:sp>
            <p:nvSpPr>
              <p:cNvPr id="1049741" name="Text Box 88"/>
              <p:cNvSpPr txBox="1">
                <a:spLocks noChangeArrowheads="1"/>
              </p:cNvSpPr>
              <p:nvPr/>
            </p:nvSpPr>
            <p:spPr bwMode="auto">
              <a:xfrm>
                <a:off x="2008" y="770"/>
                <a:ext cx="261" cy="338"/>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3000" i="1" kumimoji="1" lang="en-US">
                    <a:solidFill>
                      <a:schemeClr val="tx2"/>
                    </a:solidFill>
                    <a:latin typeface="Times New Roman" panose="02020603050405020304" pitchFamily="18" charset="0"/>
                  </a:rPr>
                  <a:t>b</a:t>
                </a:r>
                <a:endParaRPr altLang="zh-CN" sz="3000" i="1" kumimoji="1" lang="en-US">
                  <a:latin typeface="Times New Roman" panose="02020603050405020304" pitchFamily="18" charset="0"/>
                </a:endParaRPr>
              </a:p>
            </p:txBody>
          </p:sp>
          <p:sp>
            <p:nvSpPr>
              <p:cNvPr id="1049742" name="Text Box 89"/>
              <p:cNvSpPr txBox="1">
                <a:spLocks noChangeArrowheads="1"/>
              </p:cNvSpPr>
              <p:nvPr/>
            </p:nvSpPr>
            <p:spPr bwMode="auto">
              <a:xfrm>
                <a:off x="3724" y="762"/>
                <a:ext cx="261" cy="338"/>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3000" i="1" kumimoji="1" lang="en-US">
                    <a:solidFill>
                      <a:schemeClr val="tx2"/>
                    </a:solidFill>
                    <a:latin typeface="Times New Roman" panose="02020603050405020304" pitchFamily="18" charset="0"/>
                  </a:rPr>
                  <a:t>d</a:t>
                </a:r>
                <a:endParaRPr altLang="zh-CN" sz="3000" i="1" kumimoji="1" lang="en-US">
                  <a:latin typeface="Times New Roman" panose="02020603050405020304" pitchFamily="18" charset="0"/>
                </a:endParaRPr>
              </a:p>
            </p:txBody>
          </p:sp>
          <p:sp>
            <p:nvSpPr>
              <p:cNvPr id="1049743" name="Text Box 90"/>
              <p:cNvSpPr txBox="1">
                <a:spLocks noChangeArrowheads="1"/>
              </p:cNvSpPr>
              <p:nvPr/>
            </p:nvSpPr>
            <p:spPr bwMode="auto">
              <a:xfrm>
                <a:off x="4580" y="746"/>
                <a:ext cx="247" cy="338"/>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3000" i="1" kumimoji="1" lang="en-US">
                    <a:solidFill>
                      <a:schemeClr val="tx2"/>
                    </a:solidFill>
                    <a:latin typeface="Times New Roman" panose="02020603050405020304" pitchFamily="18" charset="0"/>
                  </a:rPr>
                  <a:t>e</a:t>
                </a:r>
                <a:endParaRPr altLang="zh-CN" sz="3000" i="1" kumimoji="1" lang="en-US">
                  <a:latin typeface="Times New Roman" panose="02020603050405020304" pitchFamily="18" charset="0"/>
                </a:endParaRPr>
              </a:p>
            </p:txBody>
          </p:sp>
          <p:sp>
            <p:nvSpPr>
              <p:cNvPr id="1049744" name="Text Box 91"/>
              <p:cNvSpPr txBox="1">
                <a:spLocks noChangeArrowheads="1"/>
              </p:cNvSpPr>
              <p:nvPr/>
            </p:nvSpPr>
            <p:spPr bwMode="auto">
              <a:xfrm>
                <a:off x="2860" y="741"/>
                <a:ext cx="223" cy="346"/>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3000" i="1" kumimoji="1" lang="en-US">
                    <a:solidFill>
                      <a:schemeClr val="tx2"/>
                    </a:solidFill>
                    <a:latin typeface="Times New Roman" panose="02020603050405020304" pitchFamily="18" charset="0"/>
                  </a:rPr>
                  <a:t>c</a:t>
                </a:r>
                <a:endParaRPr altLang="zh-CN" sz="3000" i="1" kumimoji="1" lang="en-US">
                  <a:latin typeface="Times New Roman" panose="02020603050405020304" pitchFamily="18" charset="0"/>
                </a:endParaRPr>
              </a:p>
            </p:txBody>
          </p:sp>
          <p:sp>
            <p:nvSpPr>
              <p:cNvPr id="1049745" name="Line 92"/>
              <p:cNvSpPr>
                <a:spLocks noChangeShapeType="1"/>
              </p:cNvSpPr>
              <p:nvPr/>
            </p:nvSpPr>
            <p:spPr bwMode="auto">
              <a:xfrm>
                <a:off x="1428" y="805"/>
                <a:ext cx="0" cy="280"/>
              </a:xfrm>
              <a:prstGeom prst="line"/>
              <a:noFill/>
              <a:ln w="9525">
                <a:solidFill>
                  <a:schemeClr val="tx1"/>
                </a:solidFill>
                <a:round/>
                <a:headEnd/>
                <a:tailEnd/>
              </a:ln>
              <a:effectLst/>
            </p:spPr>
            <p:txBody>
              <a:bodyPr anchor="ctr" wrap="none"/>
              <a:p>
                <a:endParaRPr altLang="en-US" lang="zh-CN"/>
              </a:p>
            </p:txBody>
          </p:sp>
          <p:sp>
            <p:nvSpPr>
              <p:cNvPr id="1049746" name="Line 93"/>
              <p:cNvSpPr>
                <a:spLocks noChangeShapeType="1"/>
              </p:cNvSpPr>
              <p:nvPr/>
            </p:nvSpPr>
            <p:spPr bwMode="auto">
              <a:xfrm>
                <a:off x="2296" y="804"/>
                <a:ext cx="0" cy="280"/>
              </a:xfrm>
              <a:prstGeom prst="line"/>
              <a:noFill/>
              <a:ln w="9525">
                <a:solidFill>
                  <a:schemeClr val="tx1"/>
                </a:solidFill>
                <a:round/>
                <a:headEnd/>
                <a:tailEnd/>
              </a:ln>
              <a:effectLst/>
            </p:spPr>
            <p:txBody>
              <a:bodyPr anchor="ctr" wrap="none"/>
              <a:p>
                <a:endParaRPr altLang="en-US" lang="zh-CN"/>
              </a:p>
            </p:txBody>
          </p:sp>
          <p:sp>
            <p:nvSpPr>
              <p:cNvPr id="1049747" name="Line 94"/>
              <p:cNvSpPr>
                <a:spLocks noChangeShapeType="1"/>
              </p:cNvSpPr>
              <p:nvPr/>
            </p:nvSpPr>
            <p:spPr bwMode="auto">
              <a:xfrm>
                <a:off x="3154" y="805"/>
                <a:ext cx="0" cy="280"/>
              </a:xfrm>
              <a:prstGeom prst="line"/>
              <a:noFill/>
              <a:ln w="9525">
                <a:solidFill>
                  <a:schemeClr val="tx1"/>
                </a:solidFill>
                <a:round/>
                <a:headEnd/>
                <a:tailEnd/>
              </a:ln>
              <a:effectLst/>
            </p:spPr>
            <p:txBody>
              <a:bodyPr anchor="ctr" wrap="none"/>
              <a:p>
                <a:endParaRPr altLang="en-US" lang="zh-CN"/>
              </a:p>
            </p:txBody>
          </p:sp>
          <p:sp>
            <p:nvSpPr>
              <p:cNvPr id="1049748" name="Line 95"/>
              <p:cNvSpPr>
                <a:spLocks noChangeShapeType="1"/>
              </p:cNvSpPr>
              <p:nvPr/>
            </p:nvSpPr>
            <p:spPr bwMode="auto">
              <a:xfrm>
                <a:off x="4033" y="804"/>
                <a:ext cx="0" cy="280"/>
              </a:xfrm>
              <a:prstGeom prst="line"/>
              <a:noFill/>
              <a:ln w="9525">
                <a:solidFill>
                  <a:schemeClr val="tx1"/>
                </a:solidFill>
                <a:round/>
                <a:headEnd/>
                <a:tailEnd/>
              </a:ln>
              <a:effectLst/>
            </p:spPr>
            <p:txBody>
              <a:bodyPr anchor="ctr" wrap="none"/>
              <a:p>
                <a:endParaRPr altLang="en-US" lang="zh-CN"/>
              </a:p>
            </p:txBody>
          </p:sp>
        </p:grpSp>
        <p:sp>
          <p:nvSpPr>
            <p:cNvPr id="1049749" name="Text Box 96"/>
            <p:cNvSpPr txBox="1">
              <a:spLocks noChangeArrowheads="1"/>
            </p:cNvSpPr>
            <p:nvPr/>
          </p:nvSpPr>
          <p:spPr bwMode="auto">
            <a:xfrm>
              <a:off x="4880" y="723"/>
              <a:ext cx="271" cy="365"/>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kumimoji="1" lang="en-US">
                  <a:solidFill>
                    <a:srgbClr val="333399"/>
                  </a:solidFill>
                  <a:latin typeface="Times New Roman" panose="02020603050405020304" pitchFamily="18" charset="0"/>
                  <a:sym typeface="Symbol" panose="05050102010706020507" pitchFamily="18" charset="2"/>
                </a:rPr>
                <a:t></a:t>
              </a:r>
              <a:endParaRPr altLang="zh-CN" sz="2400" kumimoji="1" lang="en-US">
                <a:latin typeface="Times New Roman" panose="02020603050405020304" pitchFamily="18" charset="0"/>
              </a:endParaRPr>
            </a:p>
          </p:txBody>
        </p: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306" name=""/>
        <p:cNvGrpSpPr/>
        <p:nvPr/>
      </p:nvGrpSpPr>
      <p:grpSpPr>
        <a:xfrm>
          <a:off x="0" y="0"/>
          <a:ext cx="0" cy="0"/>
          <a:chOff x="0" y="0"/>
          <a:chExt cx="0" cy="0"/>
        </a:xfrm>
      </p:grpSpPr>
      <p:sp>
        <p:nvSpPr>
          <p:cNvPr id="1049753" name="Rectangle 2"/>
          <p:cNvSpPr>
            <a:spLocks noGrp="1" noChangeArrowheads="1"/>
          </p:cNvSpPr>
          <p:nvPr>
            <p:ph type="title"/>
          </p:nvPr>
        </p:nvSpPr>
        <p:spPr>
          <a:xfrm>
            <a:off x="2647950" y="398463"/>
            <a:ext cx="3886200" cy="595312"/>
          </a:xfrm>
        </p:spPr>
        <p:txBody>
          <a:bodyPr/>
          <a:p>
            <a:pPr eaLnBrk="1" hangingPunct="1"/>
            <a:r>
              <a:rPr altLang="en-US" b="1" sz="3600" lang="zh-CN">
                <a:ea typeface="华文新魏" panose="02010800040101010101" pitchFamily="2" charset="-122"/>
              </a:rPr>
              <a:t>广义表结点定义</a:t>
            </a:r>
            <a:endParaRPr altLang="en-US" lang="zh-CN">
              <a:ea typeface="华文新魏" panose="02010800040101010101" pitchFamily="2" charset="-122"/>
            </a:endParaRPr>
          </a:p>
        </p:txBody>
      </p:sp>
      <p:sp>
        <p:nvSpPr>
          <p:cNvPr id="1049754" name="Rectangle 3"/>
          <p:cNvSpPr>
            <a:spLocks noGrp="1" noChangeArrowheads="1"/>
          </p:cNvSpPr>
          <p:nvPr>
            <p:ph idx="1"/>
          </p:nvPr>
        </p:nvSpPr>
        <p:spPr>
          <a:xfrm>
            <a:off x="660400" y="2171700"/>
            <a:ext cx="7905750" cy="3829050"/>
          </a:xfrm>
        </p:spPr>
        <p:txBody>
          <a:bodyPr/>
          <a:p>
            <a:pPr algn="just" eaLnBrk="1" hangingPunct="1">
              <a:lnSpc>
                <a:spcPct val="105000"/>
              </a:lnSpc>
              <a:spcBef>
                <a:spcPct val="15000"/>
              </a:spcBef>
              <a:buClr>
                <a:srgbClr val="800080"/>
              </a:buClr>
              <a:buSzPct val="50000"/>
            </a:pPr>
            <a:r>
              <a:rPr altLang="en-US" b="1" dirty="0" sz="3000" lang="zh-CN">
                <a:latin typeface="Times New Roman" panose="02020603050405020304" pitchFamily="18" charset="0"/>
                <a:ea typeface="仿宋_GB2312" pitchFamily="49" charset="-122"/>
              </a:rPr>
              <a:t>结点类型 </a:t>
            </a:r>
            <a:r>
              <a:rPr altLang="zh-CN" b="1" dirty="0" sz="3000" lang="en-US" err="1">
                <a:latin typeface="Times New Roman" panose="02020603050405020304" pitchFamily="18" charset="0"/>
                <a:ea typeface="仿宋_GB2312" pitchFamily="49" charset="-122"/>
              </a:rPr>
              <a:t>utype</a:t>
            </a:r>
            <a:r>
              <a:rPr altLang="en-US" b="1" dirty="0" sz="3000" lang="zh-CN">
                <a:latin typeface="Times New Roman" panose="02020603050405020304" pitchFamily="18" charset="0"/>
                <a:ea typeface="仿宋_GB2312" pitchFamily="49" charset="-122"/>
              </a:rPr>
              <a:t>：</a:t>
            </a:r>
            <a:r>
              <a:rPr altLang="zh-CN" b="1" dirty="0" sz="3000" lang="en-US">
                <a:latin typeface="Times New Roman" panose="02020603050405020304" pitchFamily="18" charset="0"/>
                <a:ea typeface="仿宋_GB2312" pitchFamily="49" charset="-122"/>
              </a:rPr>
              <a:t>= 0, </a:t>
            </a:r>
            <a:r>
              <a:rPr altLang="en-US" b="1" dirty="0" sz="3000" lang="zh-CN">
                <a:latin typeface="Times New Roman" panose="02020603050405020304" pitchFamily="18" charset="0"/>
                <a:ea typeface="仿宋_GB2312" pitchFamily="49" charset="-122"/>
              </a:rPr>
              <a:t>表头；</a:t>
            </a:r>
            <a:r>
              <a:rPr altLang="zh-CN" b="1" dirty="0" sz="3000" lang="en-US">
                <a:latin typeface="Times New Roman" panose="02020603050405020304" pitchFamily="18" charset="0"/>
                <a:ea typeface="仿宋_GB2312" pitchFamily="49" charset="-122"/>
              </a:rPr>
              <a:t>= 1, </a:t>
            </a:r>
            <a:r>
              <a:rPr altLang="en-US" b="1" dirty="0" sz="3000" lang="zh-CN">
                <a:latin typeface="Times New Roman" panose="02020603050405020304" pitchFamily="18" charset="0"/>
                <a:ea typeface="仿宋_GB2312" pitchFamily="49" charset="-122"/>
              </a:rPr>
              <a:t>原子数据；</a:t>
            </a:r>
          </a:p>
          <a:p>
            <a:pPr algn="just" eaLnBrk="1" hangingPunct="1">
              <a:lnSpc>
                <a:spcPct val="105000"/>
              </a:lnSpc>
              <a:spcBef>
                <a:spcPct val="15000"/>
              </a:spcBef>
              <a:buClr>
                <a:srgbClr val="800080"/>
              </a:buClr>
              <a:buSzPct val="50000"/>
              <a:buFontTx/>
              <a:buNone/>
            </a:pPr>
            <a:r>
              <a:rPr altLang="en-US" b="1" dirty="0" sz="3000" lang="zh-CN">
                <a:latin typeface="Times New Roman" panose="02020603050405020304" pitchFamily="18" charset="0"/>
                <a:ea typeface="仿宋_GB2312" pitchFamily="49" charset="-122"/>
              </a:rPr>
              <a:t>			               </a:t>
            </a:r>
            <a:r>
              <a:rPr altLang="zh-CN" b="1" dirty="0" sz="3000" lang="en-US">
                <a:latin typeface="Times New Roman" panose="02020603050405020304" pitchFamily="18" charset="0"/>
                <a:ea typeface="仿宋_GB2312" pitchFamily="49" charset="-122"/>
              </a:rPr>
              <a:t>= 2, </a:t>
            </a:r>
            <a:r>
              <a:rPr altLang="en-US" b="1" dirty="0" sz="3000" lang="zh-CN">
                <a:latin typeface="Times New Roman" panose="02020603050405020304" pitchFamily="18" charset="0"/>
                <a:ea typeface="仿宋_GB2312" pitchFamily="49" charset="-122"/>
              </a:rPr>
              <a:t>子表</a:t>
            </a:r>
          </a:p>
          <a:p>
            <a:pPr algn="just" eaLnBrk="1" hangingPunct="1">
              <a:lnSpc>
                <a:spcPct val="105000"/>
              </a:lnSpc>
              <a:spcBef>
                <a:spcPct val="15000"/>
              </a:spcBef>
              <a:buClr>
                <a:srgbClr val="800080"/>
              </a:buClr>
              <a:buSzPct val="50000"/>
            </a:pPr>
            <a:r>
              <a:rPr altLang="en-US" b="1" dirty="0" sz="3000" lang="zh-CN">
                <a:latin typeface="Times New Roman" panose="02020603050405020304" pitchFamily="18" charset="0"/>
                <a:ea typeface="仿宋_GB2312" pitchFamily="49" charset="-122"/>
              </a:rPr>
              <a:t>信息</a:t>
            </a:r>
            <a:r>
              <a:rPr altLang="zh-CN" b="1" dirty="0" sz="3000" lang="en-US">
                <a:latin typeface="Times New Roman" panose="02020603050405020304" pitchFamily="18" charset="0"/>
                <a:ea typeface="仿宋_GB2312" pitchFamily="49" charset="-122"/>
              </a:rPr>
              <a:t>info</a:t>
            </a:r>
            <a:r>
              <a:rPr altLang="en-US" b="1" dirty="0" sz="3000" lang="zh-CN">
                <a:latin typeface="Times New Roman" panose="02020603050405020304" pitchFamily="18" charset="0"/>
                <a:ea typeface="仿宋_GB2312" pitchFamily="49" charset="-122"/>
              </a:rPr>
              <a:t>：</a:t>
            </a:r>
            <a:r>
              <a:rPr altLang="zh-CN" b="1" dirty="0" sz="3000" lang="en-US" err="1">
                <a:latin typeface="Times New Roman" panose="02020603050405020304" pitchFamily="18" charset="0"/>
                <a:ea typeface="仿宋_GB2312" pitchFamily="49" charset="-122"/>
              </a:rPr>
              <a:t>utype</a:t>
            </a:r>
            <a:r>
              <a:rPr altLang="zh-CN" b="1" dirty="0" sz="3000" lang="en-US">
                <a:latin typeface="Times New Roman" panose="02020603050405020304" pitchFamily="18" charset="0"/>
                <a:ea typeface="仿宋_GB2312" pitchFamily="49" charset="-122"/>
              </a:rPr>
              <a:t> = 0</a:t>
            </a:r>
            <a:r>
              <a:rPr altLang="en-US" b="1" dirty="0" sz="3000" lang="zh-CN">
                <a:latin typeface="Times New Roman" panose="02020603050405020304" pitchFamily="18" charset="0"/>
                <a:ea typeface="仿宋_GB2312" pitchFamily="49" charset="-122"/>
              </a:rPr>
              <a:t>时</a:t>
            </a:r>
            <a:r>
              <a:rPr altLang="zh-CN" b="1" dirty="0" sz="3000" lang="en-US">
                <a:latin typeface="Times New Roman" panose="02020603050405020304" pitchFamily="18" charset="0"/>
                <a:ea typeface="仿宋_GB2312" pitchFamily="49" charset="-122"/>
              </a:rPr>
              <a:t>, </a:t>
            </a:r>
            <a:r>
              <a:rPr altLang="en-US" b="1" dirty="0" sz="3000" lang="zh-CN">
                <a:latin typeface="Times New Roman" panose="02020603050405020304" pitchFamily="18" charset="0"/>
                <a:ea typeface="仿宋_GB2312" pitchFamily="49" charset="-122"/>
              </a:rPr>
              <a:t>存放引用计数</a:t>
            </a:r>
            <a:r>
              <a:rPr altLang="zh-CN" b="1" dirty="0" sz="3000" lang="en-US">
                <a:latin typeface="Times New Roman" panose="02020603050405020304" pitchFamily="18" charset="0"/>
                <a:ea typeface="仿宋_GB2312" pitchFamily="49" charset="-122"/>
              </a:rPr>
              <a:t>(ref)</a:t>
            </a:r>
            <a:r>
              <a:rPr altLang="en-US" b="1" dirty="0" sz="3000" lang="zh-CN">
                <a:latin typeface="Times New Roman" panose="02020603050405020304" pitchFamily="18" charset="0"/>
                <a:ea typeface="仿宋_GB2312" pitchFamily="49" charset="-122"/>
              </a:rPr>
              <a:t>；</a:t>
            </a:r>
            <a:r>
              <a:rPr altLang="zh-CN" b="1" dirty="0" sz="3000" lang="en-US" err="1">
                <a:latin typeface="Times New Roman" panose="02020603050405020304" pitchFamily="18" charset="0"/>
                <a:ea typeface="仿宋_GB2312" pitchFamily="49" charset="-122"/>
              </a:rPr>
              <a:t>utype</a:t>
            </a:r>
            <a:r>
              <a:rPr altLang="zh-CN" b="1" dirty="0" sz="3000" lang="en-US">
                <a:latin typeface="Times New Roman" panose="02020603050405020304" pitchFamily="18" charset="0"/>
                <a:ea typeface="仿宋_GB2312" pitchFamily="49" charset="-122"/>
              </a:rPr>
              <a:t> = 1</a:t>
            </a:r>
            <a:r>
              <a:rPr altLang="en-US" b="1" dirty="0" sz="3000" lang="zh-CN">
                <a:latin typeface="Times New Roman" panose="02020603050405020304" pitchFamily="18" charset="0"/>
                <a:ea typeface="仿宋_GB2312" pitchFamily="49" charset="-122"/>
              </a:rPr>
              <a:t>时</a:t>
            </a:r>
            <a:r>
              <a:rPr altLang="zh-CN" b="1" dirty="0" sz="3000" lang="en-US">
                <a:latin typeface="Times New Roman" panose="02020603050405020304" pitchFamily="18" charset="0"/>
                <a:ea typeface="仿宋_GB2312" pitchFamily="49" charset="-122"/>
              </a:rPr>
              <a:t>, </a:t>
            </a:r>
            <a:r>
              <a:rPr altLang="en-US" b="1" dirty="0" sz="3000" lang="zh-CN">
                <a:latin typeface="Times New Roman" panose="02020603050405020304" pitchFamily="18" charset="0"/>
                <a:ea typeface="仿宋_GB2312" pitchFamily="49" charset="-122"/>
              </a:rPr>
              <a:t>存放数据值</a:t>
            </a:r>
            <a:r>
              <a:rPr altLang="zh-CN" b="1" dirty="0" sz="3000" lang="en-US">
                <a:latin typeface="Times New Roman" panose="02020603050405020304" pitchFamily="18" charset="0"/>
                <a:ea typeface="仿宋_GB2312" pitchFamily="49" charset="-122"/>
              </a:rPr>
              <a:t>(value)</a:t>
            </a:r>
            <a:r>
              <a:rPr altLang="en-US" b="1" dirty="0" sz="3000" lang="zh-CN">
                <a:latin typeface="Times New Roman" panose="02020603050405020304" pitchFamily="18" charset="0"/>
                <a:ea typeface="仿宋_GB2312" pitchFamily="49" charset="-122"/>
              </a:rPr>
              <a:t>；</a:t>
            </a:r>
            <a:r>
              <a:rPr altLang="zh-CN" b="1" dirty="0" sz="3000" lang="en-US" err="1">
                <a:latin typeface="Times New Roman" panose="02020603050405020304" pitchFamily="18" charset="0"/>
                <a:ea typeface="仿宋_GB2312" pitchFamily="49" charset="-122"/>
              </a:rPr>
              <a:t>utype</a:t>
            </a:r>
            <a:r>
              <a:rPr altLang="zh-CN" b="1" dirty="0" sz="3000" lang="en-US">
                <a:latin typeface="Times New Roman" panose="02020603050405020304" pitchFamily="18" charset="0"/>
                <a:ea typeface="仿宋_GB2312" pitchFamily="49" charset="-122"/>
              </a:rPr>
              <a:t> = 2</a:t>
            </a:r>
            <a:r>
              <a:rPr altLang="en-US" b="1" dirty="0" sz="3000" lang="zh-CN">
                <a:latin typeface="Times New Roman" panose="02020603050405020304" pitchFamily="18" charset="0"/>
                <a:ea typeface="仿宋_GB2312" pitchFamily="49" charset="-122"/>
              </a:rPr>
              <a:t>时</a:t>
            </a:r>
            <a:r>
              <a:rPr altLang="zh-CN" b="1" dirty="0" sz="3000" lang="en-US">
                <a:latin typeface="Times New Roman" panose="02020603050405020304" pitchFamily="18" charset="0"/>
                <a:ea typeface="仿宋_GB2312" pitchFamily="49" charset="-122"/>
              </a:rPr>
              <a:t>, </a:t>
            </a:r>
            <a:r>
              <a:rPr altLang="en-US" b="1" dirty="0" sz="3000" lang="zh-CN">
                <a:latin typeface="Times New Roman" panose="02020603050405020304" pitchFamily="18" charset="0"/>
                <a:ea typeface="仿宋_GB2312" pitchFamily="49" charset="-122"/>
              </a:rPr>
              <a:t>存放指向子表表头的指针</a:t>
            </a:r>
            <a:r>
              <a:rPr altLang="zh-CN" b="1" dirty="0" sz="3000" lang="en-US">
                <a:latin typeface="Times New Roman" panose="02020603050405020304" pitchFamily="18" charset="0"/>
                <a:ea typeface="仿宋_GB2312" pitchFamily="49" charset="-122"/>
              </a:rPr>
              <a:t>(</a:t>
            </a:r>
            <a:r>
              <a:rPr altLang="zh-CN" b="1" dirty="0" sz="3000" lang="en-US" err="1">
                <a:latin typeface="Times New Roman" panose="02020603050405020304" pitchFamily="18" charset="0"/>
                <a:ea typeface="仿宋_GB2312" pitchFamily="49" charset="-122"/>
              </a:rPr>
              <a:t>hlink</a:t>
            </a:r>
            <a:r>
              <a:rPr altLang="zh-CN" b="1" dirty="0" sz="3000" lang="en-US">
                <a:latin typeface="Times New Roman" panose="02020603050405020304" pitchFamily="18" charset="0"/>
                <a:ea typeface="仿宋_GB2312" pitchFamily="49" charset="-122"/>
              </a:rPr>
              <a:t>)</a:t>
            </a:r>
          </a:p>
          <a:p>
            <a:pPr eaLnBrk="1" hangingPunct="1">
              <a:lnSpc>
                <a:spcPct val="105000"/>
              </a:lnSpc>
              <a:spcBef>
                <a:spcPct val="15000"/>
              </a:spcBef>
              <a:buClr>
                <a:srgbClr val="800080"/>
              </a:buClr>
              <a:buSzPct val="50000"/>
            </a:pPr>
            <a:r>
              <a:rPr altLang="en-US" b="1" dirty="0" sz="3000" lang="zh-CN">
                <a:latin typeface="Times New Roman" panose="02020603050405020304" pitchFamily="18" charset="0"/>
                <a:ea typeface="仿宋_GB2312" pitchFamily="49" charset="-122"/>
              </a:rPr>
              <a:t>尾指针</a:t>
            </a:r>
            <a:r>
              <a:rPr altLang="zh-CN" b="1" dirty="0" sz="3000" lang="en-US" err="1">
                <a:latin typeface="Times New Roman" panose="02020603050405020304" pitchFamily="18" charset="0"/>
                <a:ea typeface="仿宋_GB2312" pitchFamily="49" charset="-122"/>
              </a:rPr>
              <a:t>tlink</a:t>
            </a:r>
            <a:r>
              <a:rPr altLang="en-US" b="1" dirty="0" sz="3000" lang="zh-CN">
                <a:latin typeface="Times New Roman" panose="02020603050405020304" pitchFamily="18" charset="0"/>
                <a:ea typeface="仿宋_GB2312" pitchFamily="49" charset="-122"/>
              </a:rPr>
              <a:t>：</a:t>
            </a:r>
            <a:r>
              <a:rPr altLang="zh-CN" b="1" dirty="0" sz="3000" lang="en-US" err="1">
                <a:latin typeface="Times New Roman" panose="02020603050405020304" pitchFamily="18" charset="0"/>
                <a:ea typeface="仿宋_GB2312" pitchFamily="49" charset="-122"/>
              </a:rPr>
              <a:t>utype</a:t>
            </a:r>
            <a:r>
              <a:rPr altLang="zh-CN" b="1" dirty="0" sz="3000" lang="en-US">
                <a:latin typeface="Times New Roman" panose="02020603050405020304" pitchFamily="18" charset="0"/>
                <a:ea typeface="仿宋_GB2312" pitchFamily="49" charset="-122"/>
              </a:rPr>
              <a:t> = 0</a:t>
            </a:r>
            <a:r>
              <a:rPr altLang="en-US" b="1" dirty="0" sz="3000" lang="zh-CN">
                <a:latin typeface="Times New Roman" panose="02020603050405020304" pitchFamily="18" charset="0"/>
                <a:ea typeface="仿宋_GB2312" pitchFamily="49" charset="-122"/>
              </a:rPr>
              <a:t>时</a:t>
            </a:r>
            <a:r>
              <a:rPr altLang="zh-CN" b="1" dirty="0" sz="3000" lang="en-US">
                <a:latin typeface="Times New Roman" panose="02020603050405020304" pitchFamily="18" charset="0"/>
                <a:ea typeface="仿宋_GB2312" pitchFamily="49" charset="-122"/>
              </a:rPr>
              <a:t>, </a:t>
            </a:r>
            <a:r>
              <a:rPr altLang="en-US" b="1" dirty="0" sz="3000" lang="zh-CN">
                <a:latin typeface="Times New Roman" panose="02020603050405020304" pitchFamily="18" charset="0"/>
                <a:ea typeface="仿宋_GB2312" pitchFamily="49" charset="-122"/>
              </a:rPr>
              <a:t>指向该表第一个结点；</a:t>
            </a:r>
            <a:r>
              <a:rPr altLang="zh-CN" b="1" dirty="0" sz="3000" lang="en-US" err="1">
                <a:latin typeface="Times New Roman" panose="02020603050405020304" pitchFamily="18" charset="0"/>
                <a:ea typeface="仿宋_GB2312" pitchFamily="49" charset="-122"/>
              </a:rPr>
              <a:t>utype</a:t>
            </a:r>
            <a:r>
              <a:rPr altLang="zh-CN" b="1" dirty="0" sz="3000" lang="en-US">
                <a:latin typeface="Times New Roman" panose="02020603050405020304" pitchFamily="18" charset="0"/>
                <a:ea typeface="仿宋_GB2312" pitchFamily="49" charset="-122"/>
              </a:rPr>
              <a:t> </a:t>
            </a:r>
            <a:r>
              <a:rPr altLang="zh-CN" b="1" dirty="0" sz="3000" lang="en-US">
                <a:latin typeface="Times New Roman" panose="02020603050405020304" pitchFamily="18" charset="0"/>
                <a:ea typeface="仿宋_GB2312" pitchFamily="49" charset="-122"/>
                <a:sym typeface="Symbol" panose="05050102010706020507" pitchFamily="18" charset="2"/>
              </a:rPr>
              <a:t> </a:t>
            </a:r>
            <a:r>
              <a:rPr altLang="zh-CN" b="1" dirty="0" sz="3000" lang="en-US">
                <a:latin typeface="Times New Roman" panose="02020603050405020304" pitchFamily="18" charset="0"/>
                <a:ea typeface="仿宋_GB2312" pitchFamily="49" charset="-122"/>
              </a:rPr>
              <a:t>0</a:t>
            </a:r>
            <a:r>
              <a:rPr altLang="en-US" b="1" dirty="0" sz="3000" lang="zh-CN">
                <a:latin typeface="Times New Roman" panose="02020603050405020304" pitchFamily="18" charset="0"/>
                <a:ea typeface="仿宋_GB2312" pitchFamily="49" charset="-122"/>
              </a:rPr>
              <a:t>时</a:t>
            </a:r>
            <a:r>
              <a:rPr altLang="zh-CN" b="1" dirty="0" sz="3000" lang="en-US">
                <a:latin typeface="Times New Roman" panose="02020603050405020304" pitchFamily="18" charset="0"/>
                <a:ea typeface="仿宋_GB2312" pitchFamily="49" charset="-122"/>
              </a:rPr>
              <a:t>, </a:t>
            </a:r>
            <a:r>
              <a:rPr altLang="en-US" b="1" dirty="0" sz="3000" lang="zh-CN">
                <a:latin typeface="Times New Roman" panose="02020603050405020304" pitchFamily="18" charset="0"/>
                <a:ea typeface="仿宋_GB2312" pitchFamily="49" charset="-122"/>
                <a:sym typeface="Symbol" panose="05050102010706020507" pitchFamily="18" charset="2"/>
              </a:rPr>
              <a:t>指向同一层下一个结点</a:t>
            </a:r>
          </a:p>
        </p:txBody>
      </p:sp>
      <p:grpSp>
        <p:nvGrpSpPr>
          <p:cNvPr id="307" name="Group 4"/>
          <p:cNvGrpSpPr/>
          <p:nvPr/>
        </p:nvGrpSpPr>
        <p:grpSpPr bwMode="auto">
          <a:xfrm>
            <a:off x="2051050" y="1401765"/>
            <a:ext cx="5264150" cy="541337"/>
            <a:chOff x="1292" y="819"/>
            <a:chExt cx="3316" cy="341"/>
          </a:xfrm>
        </p:grpSpPr>
        <p:grpSp>
          <p:nvGrpSpPr>
            <p:cNvPr id="308" name="Group 5"/>
            <p:cNvGrpSpPr/>
            <p:nvPr/>
          </p:nvGrpSpPr>
          <p:grpSpPr bwMode="auto">
            <a:xfrm>
              <a:off x="1292" y="849"/>
              <a:ext cx="3316" cy="311"/>
              <a:chOff x="1292" y="849"/>
              <a:chExt cx="3316" cy="311"/>
            </a:xfrm>
          </p:grpSpPr>
          <p:sp>
            <p:nvSpPr>
              <p:cNvPr id="1049755" name="Rectangle 6"/>
              <p:cNvSpPr>
                <a:spLocks noChangeArrowheads="1"/>
              </p:cNvSpPr>
              <p:nvPr/>
            </p:nvSpPr>
            <p:spPr bwMode="auto">
              <a:xfrm>
                <a:off x="1292" y="850"/>
                <a:ext cx="3316" cy="302"/>
              </a:xfrm>
              <a:prstGeom prst="rect"/>
              <a:solidFill>
                <a:srgbClr val="FFFF99"/>
              </a:solidFill>
              <a:ln w="19050">
                <a:solidFill>
                  <a:srgbClr val="339966"/>
                </a:solidFill>
                <a:miter lim="800000"/>
                <a:headEnd/>
                <a:tailEnd/>
              </a:ln>
              <a:effectLst>
                <a:outerShdw algn="ctr" dir="2700000" dist="107763"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 </a:t>
                </a:r>
                <a:endParaRPr altLang="zh-CN" sz="2400" kumimoji="1" lang="en-US">
                  <a:latin typeface="Times New Roman" panose="02020603050405020304" pitchFamily="18" charset="0"/>
                </a:endParaRPr>
              </a:p>
            </p:txBody>
          </p:sp>
          <p:sp>
            <p:nvSpPr>
              <p:cNvPr id="1049756" name="Line 7"/>
              <p:cNvSpPr>
                <a:spLocks noChangeShapeType="1"/>
              </p:cNvSpPr>
              <p:nvPr/>
            </p:nvSpPr>
            <p:spPr bwMode="auto">
              <a:xfrm>
                <a:off x="2416" y="850"/>
                <a:ext cx="0" cy="310"/>
              </a:xfrm>
              <a:prstGeom prst="line"/>
              <a:noFill/>
              <a:ln w="19050">
                <a:solidFill>
                  <a:srgbClr val="339966"/>
                </a:solidFill>
                <a:round/>
                <a:headEnd/>
                <a:tailEnd/>
              </a:ln>
              <a:effectLst/>
            </p:spPr>
            <p:txBody>
              <a:bodyPr anchor="ctr" wrap="none"/>
              <a:p>
                <a:endParaRPr altLang="en-US" lang="zh-CN"/>
              </a:p>
            </p:txBody>
          </p:sp>
          <p:sp>
            <p:nvSpPr>
              <p:cNvPr id="1049757" name="Line 8"/>
              <p:cNvSpPr>
                <a:spLocks noChangeShapeType="1"/>
              </p:cNvSpPr>
              <p:nvPr/>
            </p:nvSpPr>
            <p:spPr bwMode="auto">
              <a:xfrm flipH="1" flipV="1">
                <a:off x="3528" y="849"/>
                <a:ext cx="0" cy="303"/>
              </a:xfrm>
              <a:prstGeom prst="line"/>
              <a:noFill/>
              <a:ln w="19050">
                <a:solidFill>
                  <a:srgbClr val="339966"/>
                </a:solidFill>
                <a:round/>
                <a:headEnd/>
                <a:tailEnd/>
              </a:ln>
              <a:effectLst/>
            </p:spPr>
            <p:txBody>
              <a:bodyPr anchor="ctr" wrap="none"/>
              <a:p>
                <a:endParaRPr altLang="en-US" lang="zh-CN"/>
              </a:p>
            </p:txBody>
          </p:sp>
        </p:grpSp>
        <p:sp>
          <p:nvSpPr>
            <p:cNvPr id="1049758" name="Text Box 9"/>
            <p:cNvSpPr txBox="1">
              <a:spLocks noChangeArrowheads="1"/>
            </p:cNvSpPr>
            <p:nvPr/>
          </p:nvSpPr>
          <p:spPr bwMode="auto">
            <a:xfrm>
              <a:off x="1511" y="819"/>
              <a:ext cx="3069" cy="338"/>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dirty="0" sz="3000" kumimoji="1" lang="en-US" err="1">
                  <a:solidFill>
                    <a:schemeClr val="tx2"/>
                  </a:solidFill>
                  <a:latin typeface="Times New Roman" panose="02020603050405020304" pitchFamily="18" charset="0"/>
                </a:rPr>
                <a:t>utype</a:t>
              </a:r>
              <a:r>
                <a:rPr altLang="zh-CN" b="1" dirty="0" sz="3000" kumimoji="1" lang="en-US">
                  <a:solidFill>
                    <a:schemeClr val="tx2"/>
                  </a:solidFill>
                  <a:latin typeface="Times New Roman" panose="02020603050405020304" pitchFamily="18" charset="0"/>
                </a:rPr>
                <a:t>           info           </a:t>
              </a:r>
              <a:r>
                <a:rPr altLang="zh-CN" b="1" dirty="0" sz="3000" kumimoji="1" lang="en-US" err="1">
                  <a:solidFill>
                    <a:schemeClr val="tx2"/>
                  </a:solidFill>
                  <a:latin typeface="Times New Roman" panose="02020603050405020304" pitchFamily="18" charset="0"/>
                </a:rPr>
                <a:t>tlink</a:t>
              </a:r>
              <a:r>
                <a:rPr altLang="zh-CN" dirty="0" sz="2400" kumimoji="1" lang="en-US">
                  <a:latin typeface="Times New Roman" panose="02020603050405020304" pitchFamily="18" charset="0"/>
                </a:rPr>
                <a:t> </a:t>
              </a:r>
            </a:p>
          </p:txBody>
        </p:sp>
      </p:gr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309" name=""/>
        <p:cNvGrpSpPr/>
        <p:nvPr/>
      </p:nvGrpSpPr>
      <p:grpSpPr>
        <a:xfrm>
          <a:off x="0" y="0"/>
          <a:ext cx="0" cy="0"/>
          <a:chOff x="0" y="0"/>
          <a:chExt cx="0" cy="0"/>
        </a:xfrm>
      </p:grpSpPr>
      <p:sp>
        <p:nvSpPr>
          <p:cNvPr id="1049759" name="Text Box 2"/>
          <p:cNvSpPr txBox="1">
            <a:spLocks noChangeArrowheads="1"/>
          </p:cNvSpPr>
          <p:nvPr/>
        </p:nvSpPr>
        <p:spPr bwMode="auto">
          <a:xfrm>
            <a:off x="4675188" y="430213"/>
            <a:ext cx="4038600" cy="641350"/>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altLang="en-US" b="1" sz="3600" kumimoji="1" lang="zh-CN">
                <a:solidFill>
                  <a:schemeClr val="tx2"/>
                </a:solidFill>
                <a:latin typeface="华文新魏" panose="02010800040101010101" pitchFamily="2" charset="-122"/>
                <a:ea typeface="华文新魏" panose="02010800040101010101" pitchFamily="2" charset="-122"/>
              </a:rPr>
              <a:t>广义表的存储表示</a:t>
            </a:r>
          </a:p>
        </p:txBody>
      </p:sp>
      <p:sp>
        <p:nvSpPr>
          <p:cNvPr id="1049760" name="Rectangle 3"/>
          <p:cNvSpPr>
            <a:spLocks noChangeArrowheads="1"/>
          </p:cNvSpPr>
          <p:nvPr/>
        </p:nvSpPr>
        <p:spPr bwMode="auto">
          <a:xfrm>
            <a:off x="1371600" y="5905500"/>
            <a:ext cx="1143000" cy="38100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761" name="Line 4"/>
          <p:cNvSpPr>
            <a:spLocks noChangeShapeType="1"/>
          </p:cNvSpPr>
          <p:nvPr/>
        </p:nvSpPr>
        <p:spPr bwMode="auto">
          <a:xfrm>
            <a:off x="1752600" y="5905500"/>
            <a:ext cx="0" cy="381000"/>
          </a:xfrm>
          <a:prstGeom prst="line"/>
          <a:noFill/>
          <a:ln w="9525">
            <a:solidFill>
              <a:srgbClr val="333399"/>
            </a:solidFill>
            <a:round/>
            <a:headEnd/>
            <a:tailEnd/>
          </a:ln>
          <a:effectLst/>
        </p:spPr>
        <p:txBody>
          <a:bodyPr anchor="ctr" wrap="none"/>
          <a:p>
            <a:endParaRPr altLang="en-US" lang="zh-CN"/>
          </a:p>
        </p:txBody>
      </p:sp>
      <p:sp>
        <p:nvSpPr>
          <p:cNvPr id="1049762" name="Line 5"/>
          <p:cNvSpPr>
            <a:spLocks noChangeShapeType="1"/>
          </p:cNvSpPr>
          <p:nvPr/>
        </p:nvSpPr>
        <p:spPr bwMode="auto">
          <a:xfrm>
            <a:off x="2133600" y="5905500"/>
            <a:ext cx="0" cy="381000"/>
          </a:xfrm>
          <a:prstGeom prst="line"/>
          <a:noFill/>
          <a:ln w="9525">
            <a:solidFill>
              <a:srgbClr val="333399"/>
            </a:solidFill>
            <a:round/>
            <a:headEnd/>
            <a:tailEnd/>
          </a:ln>
          <a:effectLst/>
        </p:spPr>
        <p:txBody>
          <a:bodyPr anchor="ctr" wrap="none"/>
          <a:p>
            <a:endParaRPr altLang="en-US" lang="zh-CN"/>
          </a:p>
        </p:txBody>
      </p:sp>
      <p:sp>
        <p:nvSpPr>
          <p:cNvPr id="1049763" name="Rectangle 6"/>
          <p:cNvSpPr>
            <a:spLocks noChangeArrowheads="1"/>
          </p:cNvSpPr>
          <p:nvPr/>
        </p:nvSpPr>
        <p:spPr bwMode="auto">
          <a:xfrm>
            <a:off x="2819400" y="5905500"/>
            <a:ext cx="1143000" cy="38100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764" name="Line 7"/>
          <p:cNvSpPr>
            <a:spLocks noChangeShapeType="1"/>
          </p:cNvSpPr>
          <p:nvPr/>
        </p:nvSpPr>
        <p:spPr bwMode="auto">
          <a:xfrm>
            <a:off x="3200400" y="5892800"/>
            <a:ext cx="0" cy="381000"/>
          </a:xfrm>
          <a:prstGeom prst="line"/>
          <a:noFill/>
          <a:ln w="9525">
            <a:solidFill>
              <a:srgbClr val="333399"/>
            </a:solidFill>
            <a:round/>
            <a:headEnd/>
            <a:tailEnd/>
          </a:ln>
          <a:effectLst/>
        </p:spPr>
        <p:txBody>
          <a:bodyPr anchor="ctr" wrap="none"/>
          <a:p>
            <a:endParaRPr altLang="en-US" lang="zh-CN"/>
          </a:p>
        </p:txBody>
      </p:sp>
      <p:sp>
        <p:nvSpPr>
          <p:cNvPr id="1049765" name="Line 8"/>
          <p:cNvSpPr>
            <a:spLocks noChangeShapeType="1"/>
          </p:cNvSpPr>
          <p:nvPr/>
        </p:nvSpPr>
        <p:spPr bwMode="auto">
          <a:xfrm>
            <a:off x="3581400" y="5905500"/>
            <a:ext cx="0" cy="381000"/>
          </a:xfrm>
          <a:prstGeom prst="line"/>
          <a:noFill/>
          <a:ln w="9525">
            <a:solidFill>
              <a:srgbClr val="333399"/>
            </a:solidFill>
            <a:round/>
            <a:headEnd/>
            <a:tailEnd/>
          </a:ln>
          <a:effectLst/>
        </p:spPr>
        <p:txBody>
          <a:bodyPr anchor="ctr" wrap="none"/>
          <a:p>
            <a:endParaRPr altLang="en-US" lang="zh-CN"/>
          </a:p>
        </p:txBody>
      </p:sp>
      <p:sp>
        <p:nvSpPr>
          <p:cNvPr id="1049766" name="Rectangle 9"/>
          <p:cNvSpPr>
            <a:spLocks noChangeArrowheads="1"/>
          </p:cNvSpPr>
          <p:nvPr/>
        </p:nvSpPr>
        <p:spPr bwMode="auto">
          <a:xfrm>
            <a:off x="4267200" y="5905500"/>
            <a:ext cx="1143000" cy="38100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767" name="Line 10"/>
          <p:cNvSpPr>
            <a:spLocks noChangeShapeType="1"/>
          </p:cNvSpPr>
          <p:nvPr/>
        </p:nvSpPr>
        <p:spPr bwMode="auto">
          <a:xfrm>
            <a:off x="4648200" y="5905500"/>
            <a:ext cx="0" cy="381000"/>
          </a:xfrm>
          <a:prstGeom prst="line"/>
          <a:noFill/>
          <a:ln w="9525">
            <a:solidFill>
              <a:srgbClr val="333399"/>
            </a:solidFill>
            <a:round/>
            <a:headEnd/>
            <a:tailEnd/>
          </a:ln>
          <a:effectLst/>
        </p:spPr>
        <p:txBody>
          <a:bodyPr anchor="ctr" wrap="none"/>
          <a:p>
            <a:endParaRPr altLang="en-US" lang="zh-CN"/>
          </a:p>
        </p:txBody>
      </p:sp>
      <p:sp>
        <p:nvSpPr>
          <p:cNvPr id="1049768" name="Line 11"/>
          <p:cNvSpPr>
            <a:spLocks noChangeShapeType="1"/>
          </p:cNvSpPr>
          <p:nvPr/>
        </p:nvSpPr>
        <p:spPr bwMode="auto">
          <a:xfrm>
            <a:off x="5029200" y="5905500"/>
            <a:ext cx="0" cy="381000"/>
          </a:xfrm>
          <a:prstGeom prst="line"/>
          <a:noFill/>
          <a:ln w="9525">
            <a:solidFill>
              <a:srgbClr val="333399"/>
            </a:solidFill>
            <a:round/>
            <a:headEnd/>
            <a:tailEnd/>
          </a:ln>
          <a:effectLst/>
        </p:spPr>
        <p:txBody>
          <a:bodyPr anchor="ctr" wrap="none"/>
          <a:p>
            <a:endParaRPr altLang="en-US" lang="zh-CN"/>
          </a:p>
        </p:txBody>
      </p:sp>
      <p:sp>
        <p:nvSpPr>
          <p:cNvPr id="1049769" name="Line 12"/>
          <p:cNvSpPr>
            <a:spLocks noChangeShapeType="1"/>
          </p:cNvSpPr>
          <p:nvPr/>
        </p:nvSpPr>
        <p:spPr bwMode="auto">
          <a:xfrm>
            <a:off x="2362200" y="6172200"/>
            <a:ext cx="457200" cy="0"/>
          </a:xfrm>
          <a:prstGeom prst="line"/>
          <a:noFill/>
          <a:ln w="28575">
            <a:solidFill>
              <a:srgbClr val="333399"/>
            </a:solidFill>
            <a:round/>
            <a:headEnd/>
            <a:tailEnd type="triangle" w="sm" len="med"/>
          </a:ln>
          <a:effectLst/>
        </p:spPr>
        <p:txBody>
          <a:bodyPr anchor="ctr" wrap="none"/>
          <a:p>
            <a:endParaRPr altLang="en-US" lang="zh-CN"/>
          </a:p>
        </p:txBody>
      </p:sp>
      <p:sp>
        <p:nvSpPr>
          <p:cNvPr id="1049770" name="Line 13"/>
          <p:cNvSpPr>
            <a:spLocks noChangeShapeType="1"/>
          </p:cNvSpPr>
          <p:nvPr/>
        </p:nvSpPr>
        <p:spPr bwMode="auto">
          <a:xfrm>
            <a:off x="1143000" y="5981700"/>
            <a:ext cx="228600" cy="0"/>
          </a:xfrm>
          <a:prstGeom prst="line"/>
          <a:noFill/>
          <a:ln w="28575">
            <a:solidFill>
              <a:srgbClr val="333399"/>
            </a:solidFill>
            <a:round/>
            <a:headEnd/>
            <a:tailEnd type="triangle" w="sm" len="med"/>
          </a:ln>
          <a:effectLst/>
        </p:spPr>
        <p:txBody>
          <a:bodyPr anchor="ctr" wrap="none"/>
          <a:p>
            <a:endParaRPr altLang="en-US" lang="zh-CN"/>
          </a:p>
        </p:txBody>
      </p:sp>
      <p:sp>
        <p:nvSpPr>
          <p:cNvPr id="1049771" name="Line 14"/>
          <p:cNvSpPr>
            <a:spLocks noChangeShapeType="1"/>
          </p:cNvSpPr>
          <p:nvPr/>
        </p:nvSpPr>
        <p:spPr bwMode="auto">
          <a:xfrm>
            <a:off x="3810000" y="6172200"/>
            <a:ext cx="457200" cy="0"/>
          </a:xfrm>
          <a:prstGeom prst="line"/>
          <a:noFill/>
          <a:ln w="28575">
            <a:solidFill>
              <a:srgbClr val="333399"/>
            </a:solidFill>
            <a:round/>
            <a:headEnd/>
            <a:tailEnd type="triangle" w="sm" len="med"/>
          </a:ln>
          <a:effectLst/>
        </p:spPr>
        <p:txBody>
          <a:bodyPr anchor="ctr" wrap="none"/>
          <a:p>
            <a:endParaRPr altLang="en-US" lang="zh-CN"/>
          </a:p>
        </p:txBody>
      </p:sp>
      <p:sp>
        <p:nvSpPr>
          <p:cNvPr id="1049772" name="Rectangle 15"/>
          <p:cNvSpPr>
            <a:spLocks noChangeArrowheads="1"/>
          </p:cNvSpPr>
          <p:nvPr/>
        </p:nvSpPr>
        <p:spPr bwMode="auto">
          <a:xfrm>
            <a:off x="1371600" y="5067300"/>
            <a:ext cx="1143000" cy="38100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773" name="Line 16"/>
          <p:cNvSpPr>
            <a:spLocks noChangeShapeType="1"/>
          </p:cNvSpPr>
          <p:nvPr/>
        </p:nvSpPr>
        <p:spPr bwMode="auto">
          <a:xfrm>
            <a:off x="1752600" y="5080000"/>
            <a:ext cx="0" cy="381000"/>
          </a:xfrm>
          <a:prstGeom prst="line"/>
          <a:noFill/>
          <a:ln w="9525">
            <a:solidFill>
              <a:srgbClr val="333399"/>
            </a:solidFill>
            <a:round/>
            <a:headEnd/>
            <a:tailEnd/>
          </a:ln>
          <a:effectLst/>
        </p:spPr>
        <p:txBody>
          <a:bodyPr anchor="ctr" wrap="none"/>
          <a:p>
            <a:endParaRPr altLang="en-US" lang="zh-CN"/>
          </a:p>
        </p:txBody>
      </p:sp>
      <p:sp>
        <p:nvSpPr>
          <p:cNvPr id="1049774" name="Line 17"/>
          <p:cNvSpPr>
            <a:spLocks noChangeShapeType="1"/>
          </p:cNvSpPr>
          <p:nvPr/>
        </p:nvSpPr>
        <p:spPr bwMode="auto">
          <a:xfrm>
            <a:off x="2133600" y="5080000"/>
            <a:ext cx="0" cy="381000"/>
          </a:xfrm>
          <a:prstGeom prst="line"/>
          <a:noFill/>
          <a:ln w="9525">
            <a:solidFill>
              <a:srgbClr val="333399"/>
            </a:solidFill>
            <a:round/>
            <a:headEnd/>
            <a:tailEnd/>
          </a:ln>
          <a:effectLst/>
        </p:spPr>
        <p:txBody>
          <a:bodyPr anchor="ctr" wrap="none"/>
          <a:p>
            <a:endParaRPr altLang="en-US" lang="zh-CN"/>
          </a:p>
        </p:txBody>
      </p:sp>
      <p:sp>
        <p:nvSpPr>
          <p:cNvPr id="1049775" name="Rectangle 18"/>
          <p:cNvSpPr>
            <a:spLocks noChangeArrowheads="1"/>
          </p:cNvSpPr>
          <p:nvPr/>
        </p:nvSpPr>
        <p:spPr bwMode="auto">
          <a:xfrm>
            <a:off x="2819400" y="5067300"/>
            <a:ext cx="1143000" cy="38100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776" name="Line 19"/>
          <p:cNvSpPr>
            <a:spLocks noChangeShapeType="1"/>
          </p:cNvSpPr>
          <p:nvPr/>
        </p:nvSpPr>
        <p:spPr bwMode="auto">
          <a:xfrm>
            <a:off x="3200400" y="5067300"/>
            <a:ext cx="0" cy="381000"/>
          </a:xfrm>
          <a:prstGeom prst="line"/>
          <a:noFill/>
          <a:ln w="9525">
            <a:solidFill>
              <a:srgbClr val="333399"/>
            </a:solidFill>
            <a:round/>
            <a:headEnd/>
            <a:tailEnd/>
          </a:ln>
          <a:effectLst/>
        </p:spPr>
        <p:txBody>
          <a:bodyPr anchor="ctr" wrap="none"/>
          <a:p>
            <a:endParaRPr altLang="en-US" lang="zh-CN"/>
          </a:p>
        </p:txBody>
      </p:sp>
      <p:sp>
        <p:nvSpPr>
          <p:cNvPr id="1049777" name="Line 20"/>
          <p:cNvSpPr>
            <a:spLocks noChangeShapeType="1"/>
          </p:cNvSpPr>
          <p:nvPr/>
        </p:nvSpPr>
        <p:spPr bwMode="auto">
          <a:xfrm>
            <a:off x="3581400" y="5067300"/>
            <a:ext cx="0" cy="381000"/>
          </a:xfrm>
          <a:prstGeom prst="line"/>
          <a:noFill/>
          <a:ln w="9525">
            <a:solidFill>
              <a:srgbClr val="333399"/>
            </a:solidFill>
            <a:round/>
            <a:headEnd/>
            <a:tailEnd/>
          </a:ln>
          <a:effectLst/>
        </p:spPr>
        <p:txBody>
          <a:bodyPr anchor="ctr" wrap="none"/>
          <a:p>
            <a:endParaRPr altLang="en-US" lang="zh-CN"/>
          </a:p>
        </p:txBody>
      </p:sp>
      <p:sp>
        <p:nvSpPr>
          <p:cNvPr id="1049778" name="Rectangle 21"/>
          <p:cNvSpPr>
            <a:spLocks noChangeArrowheads="1"/>
          </p:cNvSpPr>
          <p:nvPr/>
        </p:nvSpPr>
        <p:spPr bwMode="auto">
          <a:xfrm>
            <a:off x="4267200" y="5067300"/>
            <a:ext cx="1143000" cy="38100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779" name="Line 22"/>
          <p:cNvSpPr>
            <a:spLocks noChangeShapeType="1"/>
          </p:cNvSpPr>
          <p:nvPr/>
        </p:nvSpPr>
        <p:spPr bwMode="auto">
          <a:xfrm>
            <a:off x="4648200" y="5067300"/>
            <a:ext cx="0" cy="381000"/>
          </a:xfrm>
          <a:prstGeom prst="line"/>
          <a:noFill/>
          <a:ln w="9525">
            <a:solidFill>
              <a:srgbClr val="333399"/>
            </a:solidFill>
            <a:round/>
            <a:headEnd/>
            <a:tailEnd/>
          </a:ln>
          <a:effectLst/>
        </p:spPr>
        <p:txBody>
          <a:bodyPr anchor="ctr" wrap="none"/>
          <a:p>
            <a:endParaRPr altLang="en-US" lang="zh-CN"/>
          </a:p>
        </p:txBody>
      </p:sp>
      <p:sp>
        <p:nvSpPr>
          <p:cNvPr id="1049780" name="Line 23"/>
          <p:cNvSpPr>
            <a:spLocks noChangeShapeType="1"/>
          </p:cNvSpPr>
          <p:nvPr/>
        </p:nvSpPr>
        <p:spPr bwMode="auto">
          <a:xfrm>
            <a:off x="5029200" y="5067300"/>
            <a:ext cx="0" cy="381000"/>
          </a:xfrm>
          <a:prstGeom prst="line"/>
          <a:noFill/>
          <a:ln w="9525">
            <a:solidFill>
              <a:srgbClr val="333399"/>
            </a:solidFill>
            <a:round/>
            <a:headEnd/>
            <a:tailEnd/>
          </a:ln>
          <a:effectLst/>
        </p:spPr>
        <p:txBody>
          <a:bodyPr anchor="ctr" wrap="none"/>
          <a:p>
            <a:endParaRPr altLang="en-US" lang="zh-CN"/>
          </a:p>
        </p:txBody>
      </p:sp>
      <p:sp>
        <p:nvSpPr>
          <p:cNvPr id="1049781" name="Line 24"/>
          <p:cNvSpPr>
            <a:spLocks noChangeShapeType="1"/>
          </p:cNvSpPr>
          <p:nvPr/>
        </p:nvSpPr>
        <p:spPr bwMode="auto">
          <a:xfrm>
            <a:off x="2362200" y="5257800"/>
            <a:ext cx="457200" cy="0"/>
          </a:xfrm>
          <a:prstGeom prst="line"/>
          <a:noFill/>
          <a:ln w="28575">
            <a:solidFill>
              <a:srgbClr val="333399"/>
            </a:solidFill>
            <a:round/>
            <a:headEnd/>
            <a:tailEnd type="triangle" w="sm" len="med"/>
          </a:ln>
          <a:effectLst/>
        </p:spPr>
        <p:txBody>
          <a:bodyPr anchor="ctr" wrap="none"/>
          <a:p>
            <a:endParaRPr altLang="en-US" lang="zh-CN"/>
          </a:p>
        </p:txBody>
      </p:sp>
      <p:sp>
        <p:nvSpPr>
          <p:cNvPr id="1049782" name="Line 25"/>
          <p:cNvSpPr>
            <a:spLocks noChangeShapeType="1"/>
          </p:cNvSpPr>
          <p:nvPr/>
        </p:nvSpPr>
        <p:spPr bwMode="auto">
          <a:xfrm>
            <a:off x="3810000" y="5257800"/>
            <a:ext cx="457200" cy="0"/>
          </a:xfrm>
          <a:prstGeom prst="line"/>
          <a:noFill/>
          <a:ln w="28575">
            <a:solidFill>
              <a:srgbClr val="333399"/>
            </a:solidFill>
            <a:round/>
            <a:headEnd/>
            <a:tailEnd type="triangle" w="sm" len="med"/>
          </a:ln>
          <a:effectLst/>
        </p:spPr>
        <p:txBody>
          <a:bodyPr anchor="ctr" wrap="none"/>
          <a:p>
            <a:endParaRPr altLang="en-US" lang="zh-CN"/>
          </a:p>
        </p:txBody>
      </p:sp>
      <p:sp>
        <p:nvSpPr>
          <p:cNvPr id="1049783" name="Rectangle 26"/>
          <p:cNvSpPr>
            <a:spLocks noChangeArrowheads="1"/>
          </p:cNvSpPr>
          <p:nvPr/>
        </p:nvSpPr>
        <p:spPr bwMode="auto">
          <a:xfrm>
            <a:off x="4648200" y="3962400"/>
            <a:ext cx="1143000" cy="38100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784" name="Line 27"/>
          <p:cNvSpPr>
            <a:spLocks noChangeShapeType="1"/>
          </p:cNvSpPr>
          <p:nvPr/>
        </p:nvSpPr>
        <p:spPr bwMode="auto">
          <a:xfrm>
            <a:off x="5029200" y="3962400"/>
            <a:ext cx="0" cy="381000"/>
          </a:xfrm>
          <a:prstGeom prst="line"/>
          <a:noFill/>
          <a:ln w="9525">
            <a:solidFill>
              <a:srgbClr val="333399"/>
            </a:solidFill>
            <a:round/>
            <a:headEnd/>
            <a:tailEnd/>
          </a:ln>
          <a:effectLst/>
        </p:spPr>
        <p:txBody>
          <a:bodyPr anchor="ctr" wrap="none"/>
          <a:p>
            <a:endParaRPr altLang="en-US" lang="zh-CN"/>
          </a:p>
        </p:txBody>
      </p:sp>
      <p:sp>
        <p:nvSpPr>
          <p:cNvPr id="1049785" name="Line 28"/>
          <p:cNvSpPr>
            <a:spLocks noChangeShapeType="1"/>
          </p:cNvSpPr>
          <p:nvPr/>
        </p:nvSpPr>
        <p:spPr bwMode="auto">
          <a:xfrm>
            <a:off x="5410200" y="3962400"/>
            <a:ext cx="0" cy="381000"/>
          </a:xfrm>
          <a:prstGeom prst="line"/>
          <a:noFill/>
          <a:ln w="9525">
            <a:solidFill>
              <a:srgbClr val="333399"/>
            </a:solidFill>
            <a:round/>
            <a:headEnd/>
            <a:tailEnd/>
          </a:ln>
          <a:effectLst/>
        </p:spPr>
        <p:txBody>
          <a:bodyPr anchor="ctr" wrap="none"/>
          <a:p>
            <a:endParaRPr altLang="en-US" lang="zh-CN"/>
          </a:p>
        </p:txBody>
      </p:sp>
      <p:sp>
        <p:nvSpPr>
          <p:cNvPr id="1049786" name="Rectangle 29"/>
          <p:cNvSpPr>
            <a:spLocks noChangeArrowheads="1"/>
          </p:cNvSpPr>
          <p:nvPr/>
        </p:nvSpPr>
        <p:spPr bwMode="auto">
          <a:xfrm>
            <a:off x="6096000" y="3962400"/>
            <a:ext cx="1143000" cy="38100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787" name="Line 30"/>
          <p:cNvSpPr>
            <a:spLocks noChangeShapeType="1"/>
          </p:cNvSpPr>
          <p:nvPr/>
        </p:nvSpPr>
        <p:spPr bwMode="auto">
          <a:xfrm>
            <a:off x="6477000" y="3962400"/>
            <a:ext cx="0" cy="381000"/>
          </a:xfrm>
          <a:prstGeom prst="line"/>
          <a:noFill/>
          <a:ln w="9525">
            <a:solidFill>
              <a:srgbClr val="333399"/>
            </a:solidFill>
            <a:round/>
            <a:headEnd/>
            <a:tailEnd/>
          </a:ln>
          <a:effectLst/>
        </p:spPr>
        <p:txBody>
          <a:bodyPr anchor="ctr" wrap="none"/>
          <a:p>
            <a:endParaRPr altLang="en-US" lang="zh-CN"/>
          </a:p>
        </p:txBody>
      </p:sp>
      <p:sp>
        <p:nvSpPr>
          <p:cNvPr id="1049788" name="Line 31"/>
          <p:cNvSpPr>
            <a:spLocks noChangeShapeType="1"/>
          </p:cNvSpPr>
          <p:nvPr/>
        </p:nvSpPr>
        <p:spPr bwMode="auto">
          <a:xfrm>
            <a:off x="6858000" y="3962400"/>
            <a:ext cx="0" cy="381000"/>
          </a:xfrm>
          <a:prstGeom prst="line"/>
          <a:noFill/>
          <a:ln w="9525">
            <a:solidFill>
              <a:srgbClr val="333399"/>
            </a:solidFill>
            <a:round/>
            <a:headEnd/>
            <a:tailEnd/>
          </a:ln>
          <a:effectLst/>
        </p:spPr>
        <p:txBody>
          <a:bodyPr anchor="ctr" wrap="none"/>
          <a:p>
            <a:endParaRPr altLang="en-US" lang="zh-CN"/>
          </a:p>
        </p:txBody>
      </p:sp>
      <p:sp>
        <p:nvSpPr>
          <p:cNvPr id="1049789" name="Rectangle 32"/>
          <p:cNvSpPr>
            <a:spLocks noChangeArrowheads="1"/>
          </p:cNvSpPr>
          <p:nvPr/>
        </p:nvSpPr>
        <p:spPr bwMode="auto">
          <a:xfrm>
            <a:off x="7543800" y="3962400"/>
            <a:ext cx="1219200" cy="38100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790" name="Line 33"/>
          <p:cNvSpPr>
            <a:spLocks noChangeShapeType="1"/>
          </p:cNvSpPr>
          <p:nvPr/>
        </p:nvSpPr>
        <p:spPr bwMode="auto">
          <a:xfrm>
            <a:off x="7924800" y="3962400"/>
            <a:ext cx="0" cy="381000"/>
          </a:xfrm>
          <a:prstGeom prst="line"/>
          <a:noFill/>
          <a:ln w="9525">
            <a:solidFill>
              <a:srgbClr val="333399"/>
            </a:solidFill>
            <a:round/>
            <a:headEnd/>
            <a:tailEnd/>
          </a:ln>
          <a:effectLst/>
        </p:spPr>
        <p:txBody>
          <a:bodyPr anchor="ctr" wrap="none"/>
          <a:p>
            <a:endParaRPr altLang="en-US" lang="zh-CN"/>
          </a:p>
        </p:txBody>
      </p:sp>
      <p:sp>
        <p:nvSpPr>
          <p:cNvPr id="1049791" name="Line 34"/>
          <p:cNvSpPr>
            <a:spLocks noChangeShapeType="1"/>
          </p:cNvSpPr>
          <p:nvPr/>
        </p:nvSpPr>
        <p:spPr bwMode="auto">
          <a:xfrm>
            <a:off x="8382000" y="3962400"/>
            <a:ext cx="0" cy="381000"/>
          </a:xfrm>
          <a:prstGeom prst="line"/>
          <a:noFill/>
          <a:ln w="9525">
            <a:solidFill>
              <a:srgbClr val="333399"/>
            </a:solidFill>
            <a:round/>
            <a:headEnd/>
            <a:tailEnd/>
          </a:ln>
          <a:effectLst/>
        </p:spPr>
        <p:txBody>
          <a:bodyPr anchor="ctr" wrap="none"/>
          <a:p>
            <a:endParaRPr altLang="en-US" lang="zh-CN"/>
          </a:p>
        </p:txBody>
      </p:sp>
      <p:sp>
        <p:nvSpPr>
          <p:cNvPr id="1049792" name="Line 35"/>
          <p:cNvSpPr>
            <a:spLocks noChangeShapeType="1"/>
          </p:cNvSpPr>
          <p:nvPr/>
        </p:nvSpPr>
        <p:spPr bwMode="auto">
          <a:xfrm>
            <a:off x="5626100" y="4140200"/>
            <a:ext cx="457200" cy="0"/>
          </a:xfrm>
          <a:prstGeom prst="line"/>
          <a:noFill/>
          <a:ln w="28575">
            <a:solidFill>
              <a:srgbClr val="333399"/>
            </a:solidFill>
            <a:round/>
            <a:headEnd/>
            <a:tailEnd type="triangle" w="sm" len="med"/>
          </a:ln>
          <a:effectLst/>
        </p:spPr>
        <p:txBody>
          <a:bodyPr anchor="ctr" wrap="none"/>
          <a:p>
            <a:endParaRPr altLang="en-US" lang="zh-CN"/>
          </a:p>
        </p:txBody>
      </p:sp>
      <p:sp>
        <p:nvSpPr>
          <p:cNvPr id="1049793" name="Line 36"/>
          <p:cNvSpPr>
            <a:spLocks noChangeShapeType="1"/>
          </p:cNvSpPr>
          <p:nvPr/>
        </p:nvSpPr>
        <p:spPr bwMode="auto">
          <a:xfrm>
            <a:off x="7073900" y="4140200"/>
            <a:ext cx="457200" cy="0"/>
          </a:xfrm>
          <a:prstGeom prst="line"/>
          <a:noFill/>
          <a:ln w="28575">
            <a:solidFill>
              <a:srgbClr val="333399"/>
            </a:solidFill>
            <a:round/>
            <a:headEnd/>
            <a:tailEnd type="triangle" w="sm" len="med"/>
          </a:ln>
          <a:effectLst/>
        </p:spPr>
        <p:txBody>
          <a:bodyPr anchor="ctr" wrap="none"/>
          <a:p>
            <a:endParaRPr altLang="en-US" lang="zh-CN"/>
          </a:p>
        </p:txBody>
      </p:sp>
      <p:sp>
        <p:nvSpPr>
          <p:cNvPr id="1049794" name="Rectangle 37"/>
          <p:cNvSpPr>
            <a:spLocks noChangeArrowheads="1"/>
          </p:cNvSpPr>
          <p:nvPr/>
        </p:nvSpPr>
        <p:spPr bwMode="auto">
          <a:xfrm>
            <a:off x="3200400" y="3962400"/>
            <a:ext cx="1143000" cy="38100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795" name="Line 38"/>
          <p:cNvSpPr>
            <a:spLocks noChangeShapeType="1"/>
          </p:cNvSpPr>
          <p:nvPr/>
        </p:nvSpPr>
        <p:spPr bwMode="auto">
          <a:xfrm>
            <a:off x="3581400" y="3962400"/>
            <a:ext cx="0" cy="381000"/>
          </a:xfrm>
          <a:prstGeom prst="line"/>
          <a:noFill/>
          <a:ln w="9525">
            <a:solidFill>
              <a:srgbClr val="333399"/>
            </a:solidFill>
            <a:round/>
            <a:headEnd/>
            <a:tailEnd/>
          </a:ln>
          <a:effectLst/>
        </p:spPr>
        <p:txBody>
          <a:bodyPr anchor="ctr" wrap="none"/>
          <a:p>
            <a:endParaRPr altLang="en-US" lang="zh-CN"/>
          </a:p>
        </p:txBody>
      </p:sp>
      <p:sp>
        <p:nvSpPr>
          <p:cNvPr id="1049796" name="Line 39"/>
          <p:cNvSpPr>
            <a:spLocks noChangeShapeType="1"/>
          </p:cNvSpPr>
          <p:nvPr/>
        </p:nvSpPr>
        <p:spPr bwMode="auto">
          <a:xfrm>
            <a:off x="3962400" y="3962400"/>
            <a:ext cx="0" cy="381000"/>
          </a:xfrm>
          <a:prstGeom prst="line"/>
          <a:noFill/>
          <a:ln w="9525">
            <a:solidFill>
              <a:srgbClr val="333399"/>
            </a:solidFill>
            <a:round/>
            <a:headEnd/>
            <a:tailEnd/>
          </a:ln>
          <a:effectLst/>
        </p:spPr>
        <p:txBody>
          <a:bodyPr anchor="ctr" wrap="none"/>
          <a:p>
            <a:endParaRPr altLang="en-US" lang="zh-CN"/>
          </a:p>
        </p:txBody>
      </p:sp>
      <p:sp>
        <p:nvSpPr>
          <p:cNvPr id="1049797" name="Line 40"/>
          <p:cNvSpPr>
            <a:spLocks noChangeShapeType="1"/>
          </p:cNvSpPr>
          <p:nvPr/>
        </p:nvSpPr>
        <p:spPr bwMode="auto">
          <a:xfrm>
            <a:off x="4178300" y="4140200"/>
            <a:ext cx="457200" cy="0"/>
          </a:xfrm>
          <a:prstGeom prst="line"/>
          <a:noFill/>
          <a:ln w="28575">
            <a:solidFill>
              <a:srgbClr val="333399"/>
            </a:solidFill>
            <a:round/>
            <a:headEnd/>
            <a:tailEnd type="triangle" w="sm" len="med"/>
          </a:ln>
          <a:effectLst/>
        </p:spPr>
        <p:txBody>
          <a:bodyPr anchor="ctr" wrap="none"/>
          <a:p>
            <a:endParaRPr altLang="en-US" lang="zh-CN"/>
          </a:p>
        </p:txBody>
      </p:sp>
      <p:sp>
        <p:nvSpPr>
          <p:cNvPr id="1049798" name="Line 41"/>
          <p:cNvSpPr>
            <a:spLocks noChangeShapeType="1"/>
          </p:cNvSpPr>
          <p:nvPr/>
        </p:nvSpPr>
        <p:spPr bwMode="auto">
          <a:xfrm>
            <a:off x="1066800" y="5257800"/>
            <a:ext cx="304800" cy="0"/>
          </a:xfrm>
          <a:prstGeom prst="line"/>
          <a:noFill/>
          <a:ln w="28575">
            <a:solidFill>
              <a:srgbClr val="333399"/>
            </a:solidFill>
            <a:round/>
            <a:headEnd/>
            <a:tailEnd type="triangle" w="sm" len="med"/>
          </a:ln>
          <a:effectLst/>
        </p:spPr>
        <p:txBody>
          <a:bodyPr anchor="ctr" wrap="none"/>
          <a:p>
            <a:endParaRPr altLang="en-US" lang="zh-CN"/>
          </a:p>
        </p:txBody>
      </p:sp>
      <p:sp>
        <p:nvSpPr>
          <p:cNvPr id="1049799" name="Text Box 42"/>
          <p:cNvSpPr txBox="1">
            <a:spLocks noChangeArrowheads="1"/>
          </p:cNvSpPr>
          <p:nvPr/>
        </p:nvSpPr>
        <p:spPr bwMode="auto">
          <a:xfrm>
            <a:off x="685800" y="5043488"/>
            <a:ext cx="394812" cy="510540"/>
          </a:xfrm>
          <a:prstGeom prst="rect"/>
          <a:noFill/>
          <a:ln>
            <a:noFill/>
          </a:ln>
          <a:effectLst/>
        </p:spPr>
        <p:txBody>
          <a:bodyPr wrap="none">
            <a:spAutoFit/>
          </a:bodyPr>
          <a:p>
            <a:pPr eaLnBrk="1" hangingPunct="1"/>
            <a:r>
              <a:rPr altLang="zh-CN" b="1" sz="2800" i="1" kumimoji="1" lang="en-US">
                <a:solidFill>
                  <a:schemeClr val="tx2"/>
                </a:solidFill>
                <a:effectLst>
                  <a:outerShdw algn="tl" blurRad="38100" dir="2700000" dist="38100">
                    <a:srgbClr val="C0C0C0"/>
                  </a:outerShdw>
                </a:effectLst>
                <a:latin typeface="Times New Roman" pitchFamily="18" charset="0"/>
                <a:ea typeface="宋体" charset="-122"/>
              </a:rPr>
              <a:t>E</a:t>
            </a:r>
            <a:endParaRPr altLang="zh-CN" sz="2400" kumimoji="1" lang="en-US">
              <a:latin typeface="Times New Roman" pitchFamily="18" charset="0"/>
              <a:ea typeface="宋体" charset="-122"/>
            </a:endParaRPr>
          </a:p>
        </p:txBody>
      </p:sp>
      <p:sp>
        <p:nvSpPr>
          <p:cNvPr id="1049800" name="Rectangle 43"/>
          <p:cNvSpPr>
            <a:spLocks noChangeArrowheads="1"/>
          </p:cNvSpPr>
          <p:nvPr/>
        </p:nvSpPr>
        <p:spPr bwMode="auto">
          <a:xfrm>
            <a:off x="1752600" y="5067300"/>
            <a:ext cx="381000" cy="381000"/>
          </a:xfrm>
          <a:prstGeom prst="rect"/>
          <a:ln>
            <a:headEnd/>
            <a:tailEnd/>
          </a:ln>
        </p:spPr>
        <p:style>
          <a:lnRef idx="1">
            <a:schemeClr val="accent3"/>
          </a:lnRef>
          <a:fillRef idx="2">
            <a:schemeClr val="accent3"/>
          </a:fillRef>
          <a:effectRef idx="1">
            <a:schemeClr val="accent3"/>
          </a:effectRef>
          <a:fontRef idx="minor">
            <a:schemeClr val="dk1"/>
          </a:fontRef>
        </p:style>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altLang="zh-CN" sz="2400" kumimoji="1" lang="zh-CN">
              <a:solidFill>
                <a:srgbClr val="333399"/>
              </a:solidFill>
              <a:latin typeface="Times New Roman" panose="02020603050405020304" pitchFamily="18" charset="0"/>
            </a:endParaRPr>
          </a:p>
        </p:txBody>
      </p:sp>
      <p:sp>
        <p:nvSpPr>
          <p:cNvPr id="1049801" name="Text Box 44"/>
          <p:cNvSpPr txBox="1">
            <a:spLocks noChangeArrowheads="1"/>
          </p:cNvSpPr>
          <p:nvPr/>
        </p:nvSpPr>
        <p:spPr bwMode="auto">
          <a:xfrm>
            <a:off x="3422650" y="4635502"/>
            <a:ext cx="420688" cy="519113"/>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i="1" kumimoji="1" lang="en-US">
                <a:solidFill>
                  <a:schemeClr val="tx2"/>
                </a:solidFill>
                <a:latin typeface="Times New Roman" panose="02020603050405020304" pitchFamily="18" charset="0"/>
              </a:rPr>
              <a:t>B</a:t>
            </a:r>
            <a:endParaRPr altLang="zh-CN" sz="2400" kumimoji="1" lang="en-US">
              <a:latin typeface="Times New Roman" panose="02020603050405020304" pitchFamily="18" charset="0"/>
            </a:endParaRPr>
          </a:p>
        </p:txBody>
      </p:sp>
      <p:sp>
        <p:nvSpPr>
          <p:cNvPr id="1049802" name="Line 45"/>
          <p:cNvSpPr>
            <a:spLocks noChangeShapeType="1"/>
          </p:cNvSpPr>
          <p:nvPr/>
        </p:nvSpPr>
        <p:spPr bwMode="auto">
          <a:xfrm flipV="1">
            <a:off x="4876800" y="5676900"/>
            <a:ext cx="0" cy="381000"/>
          </a:xfrm>
          <a:prstGeom prst="line"/>
          <a:noFill/>
          <a:ln w="28575">
            <a:solidFill>
              <a:srgbClr val="333399"/>
            </a:solidFill>
            <a:round/>
            <a:headEnd/>
            <a:tailEnd/>
          </a:ln>
          <a:effectLst/>
        </p:spPr>
        <p:txBody>
          <a:bodyPr anchor="ctr" wrap="none"/>
          <a:p>
            <a:endParaRPr altLang="en-US" lang="zh-CN"/>
          </a:p>
        </p:txBody>
      </p:sp>
      <p:sp>
        <p:nvSpPr>
          <p:cNvPr id="1049803" name="Line 46"/>
          <p:cNvSpPr>
            <a:spLocks noChangeShapeType="1"/>
          </p:cNvSpPr>
          <p:nvPr/>
        </p:nvSpPr>
        <p:spPr bwMode="auto">
          <a:xfrm>
            <a:off x="1143000" y="5676900"/>
            <a:ext cx="3733800" cy="0"/>
          </a:xfrm>
          <a:prstGeom prst="line"/>
          <a:noFill/>
          <a:ln w="28575">
            <a:solidFill>
              <a:srgbClr val="333399"/>
            </a:solidFill>
            <a:round/>
            <a:headEnd/>
            <a:tailEnd/>
          </a:ln>
          <a:effectLst/>
        </p:spPr>
        <p:txBody>
          <a:bodyPr anchor="ctr" wrap="none"/>
          <a:p>
            <a:endParaRPr altLang="en-US" lang="zh-CN"/>
          </a:p>
        </p:txBody>
      </p:sp>
      <p:sp>
        <p:nvSpPr>
          <p:cNvPr id="1049804" name="Line 47"/>
          <p:cNvSpPr>
            <a:spLocks noChangeShapeType="1"/>
          </p:cNvSpPr>
          <p:nvPr/>
        </p:nvSpPr>
        <p:spPr bwMode="auto">
          <a:xfrm>
            <a:off x="1066800" y="6134100"/>
            <a:ext cx="304800" cy="0"/>
          </a:xfrm>
          <a:prstGeom prst="line"/>
          <a:noFill/>
          <a:ln w="28575">
            <a:solidFill>
              <a:srgbClr val="333399"/>
            </a:solidFill>
            <a:round/>
            <a:headEnd/>
            <a:tailEnd type="triangle" w="sm" len="med"/>
          </a:ln>
          <a:effectLst/>
        </p:spPr>
        <p:txBody>
          <a:bodyPr anchor="ctr" wrap="none"/>
          <a:p>
            <a:endParaRPr altLang="en-US" lang="zh-CN"/>
          </a:p>
        </p:txBody>
      </p:sp>
      <p:sp>
        <p:nvSpPr>
          <p:cNvPr id="1049805" name="Text Box 48"/>
          <p:cNvSpPr txBox="1">
            <a:spLocks noChangeArrowheads="1"/>
          </p:cNvSpPr>
          <p:nvPr/>
        </p:nvSpPr>
        <p:spPr bwMode="auto">
          <a:xfrm>
            <a:off x="685800" y="5829302"/>
            <a:ext cx="383749" cy="510541"/>
          </a:xfrm>
          <a:prstGeom prst="rect"/>
          <a:noFill/>
          <a:ln>
            <a:noFill/>
          </a:ln>
          <a:effectLst/>
        </p:spPr>
        <p:txBody>
          <a:bodyPr wrap="none">
            <a:spAutoFit/>
          </a:bodyPr>
          <a:p>
            <a:pPr eaLnBrk="1" hangingPunct="1"/>
            <a:r>
              <a:rPr altLang="zh-CN" b="1" sz="2800" i="1" kumimoji="1" lang="en-US">
                <a:solidFill>
                  <a:schemeClr val="tx2"/>
                </a:solidFill>
                <a:effectLst>
                  <a:outerShdw algn="tl" blurRad="38100" dir="2700000" dist="38100">
                    <a:srgbClr val="C0C0C0"/>
                  </a:outerShdw>
                </a:effectLst>
                <a:latin typeface="Times New Roman" pitchFamily="18" charset="0"/>
                <a:ea typeface="宋体" charset="-122"/>
              </a:rPr>
              <a:t>F</a:t>
            </a:r>
            <a:endParaRPr altLang="zh-CN" sz="2400" kumimoji="1" lang="en-US">
              <a:latin typeface="Times New Roman" pitchFamily="18" charset="0"/>
              <a:ea typeface="宋体" charset="-122"/>
            </a:endParaRPr>
          </a:p>
        </p:txBody>
      </p:sp>
      <p:sp>
        <p:nvSpPr>
          <p:cNvPr id="1049806" name="Line 49"/>
          <p:cNvSpPr>
            <a:spLocks noChangeShapeType="1"/>
          </p:cNvSpPr>
          <p:nvPr/>
        </p:nvSpPr>
        <p:spPr bwMode="auto">
          <a:xfrm>
            <a:off x="1143000" y="5676900"/>
            <a:ext cx="0" cy="304800"/>
          </a:xfrm>
          <a:prstGeom prst="line"/>
          <a:noFill/>
          <a:ln w="28575">
            <a:solidFill>
              <a:srgbClr val="333399"/>
            </a:solidFill>
            <a:round/>
            <a:headEnd/>
            <a:tailEnd/>
          </a:ln>
          <a:effectLst/>
        </p:spPr>
        <p:txBody>
          <a:bodyPr anchor="ctr" wrap="none"/>
          <a:p>
            <a:endParaRPr altLang="en-US" lang="zh-CN"/>
          </a:p>
        </p:txBody>
      </p:sp>
      <p:sp>
        <p:nvSpPr>
          <p:cNvPr id="1049807" name="Rectangle 50"/>
          <p:cNvSpPr>
            <a:spLocks noChangeArrowheads="1"/>
          </p:cNvSpPr>
          <p:nvPr/>
        </p:nvSpPr>
        <p:spPr bwMode="auto">
          <a:xfrm>
            <a:off x="1752600" y="5905500"/>
            <a:ext cx="381000" cy="381000"/>
          </a:xfrm>
          <a:prstGeom prst="rect"/>
          <a:ln>
            <a:headEnd/>
            <a:tailEnd/>
          </a:ln>
        </p:spPr>
        <p:style>
          <a:lnRef idx="1">
            <a:schemeClr val="accent3"/>
          </a:lnRef>
          <a:fillRef idx="2">
            <a:schemeClr val="accent3"/>
          </a:fillRef>
          <a:effectRef idx="1">
            <a:schemeClr val="accent3"/>
          </a:effectRef>
          <a:fontRef idx="minor">
            <a:schemeClr val="dk1"/>
          </a:fontRef>
        </p:style>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808" name="Text Box 51"/>
          <p:cNvSpPr txBox="1">
            <a:spLocks noChangeArrowheads="1"/>
          </p:cNvSpPr>
          <p:nvPr/>
        </p:nvSpPr>
        <p:spPr bwMode="auto">
          <a:xfrm>
            <a:off x="1379755" y="5807077"/>
            <a:ext cx="792480" cy="5359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dirty="0" sz="2800" kumimoji="1" lang="en-US">
                <a:solidFill>
                  <a:schemeClr val="hlink"/>
                </a:solidFill>
                <a:latin typeface="Times New Roman" panose="02020603050405020304" pitchFamily="18" charset="0"/>
              </a:rPr>
              <a:t>0</a:t>
            </a:r>
            <a:r>
              <a:rPr altLang="zh-CN" b="1" dirty="0" sz="3000" kumimoji="1" lang="en-US">
                <a:solidFill>
                  <a:schemeClr val="hlink"/>
                </a:solidFill>
                <a:latin typeface="Times New Roman" panose="02020603050405020304" pitchFamily="18" charset="0"/>
              </a:rPr>
              <a:t>  </a:t>
            </a:r>
            <a:r>
              <a:rPr altLang="zh-CN" b="1" dirty="0" sz="2800" kumimoji="1" lang="en-US">
                <a:solidFill>
                  <a:schemeClr val="hlink"/>
                </a:solidFill>
                <a:latin typeface="Times New Roman" panose="02020603050405020304" pitchFamily="18" charset="0"/>
              </a:rPr>
              <a:t>1</a:t>
            </a:r>
            <a:endParaRPr altLang="zh-CN" dirty="0" sz="2400" kumimoji="1" lang="en-US">
              <a:solidFill>
                <a:schemeClr val="hlink"/>
              </a:solidFill>
              <a:latin typeface="Times New Roman" panose="02020603050405020304" pitchFamily="18" charset="0"/>
            </a:endParaRPr>
          </a:p>
        </p:txBody>
      </p:sp>
      <p:sp>
        <p:nvSpPr>
          <p:cNvPr id="1049809" name="Text Box 52"/>
          <p:cNvSpPr txBox="1">
            <a:spLocks noChangeArrowheads="1"/>
          </p:cNvSpPr>
          <p:nvPr/>
        </p:nvSpPr>
        <p:spPr bwMode="auto">
          <a:xfrm>
            <a:off x="2819400" y="5807077"/>
            <a:ext cx="810240" cy="5359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1  </a:t>
            </a:r>
            <a:r>
              <a:rPr altLang="zh-CN" b="1" sz="3000" i="1" kumimoji="1" lang="en-US">
                <a:latin typeface="Times New Roman" panose="02020603050405020304" pitchFamily="18" charset="0"/>
              </a:rPr>
              <a:t>h</a:t>
            </a:r>
            <a:endParaRPr altLang="zh-CN" sz="3000" i="1" kumimoji="1" lang="en-US">
              <a:latin typeface="Times New Roman" panose="02020603050405020304" pitchFamily="18" charset="0"/>
            </a:endParaRPr>
          </a:p>
        </p:txBody>
      </p:sp>
      <p:sp>
        <p:nvSpPr>
          <p:cNvPr id="1049810" name="Text Box 53"/>
          <p:cNvSpPr txBox="1">
            <a:spLocks noChangeArrowheads="1"/>
          </p:cNvSpPr>
          <p:nvPr/>
        </p:nvSpPr>
        <p:spPr bwMode="auto">
          <a:xfrm>
            <a:off x="4279900" y="5830888"/>
            <a:ext cx="361950" cy="51911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2</a:t>
            </a:r>
            <a:endParaRPr altLang="zh-CN" sz="2400" kumimoji="1" lang="en-US">
              <a:solidFill>
                <a:schemeClr val="hlink"/>
              </a:solidFill>
              <a:latin typeface="Times New Roman" panose="02020603050405020304" pitchFamily="18" charset="0"/>
            </a:endParaRPr>
          </a:p>
        </p:txBody>
      </p:sp>
      <p:sp>
        <p:nvSpPr>
          <p:cNvPr id="1049811" name="Text Box 54"/>
          <p:cNvSpPr txBox="1">
            <a:spLocks noChangeArrowheads="1"/>
          </p:cNvSpPr>
          <p:nvPr/>
        </p:nvSpPr>
        <p:spPr bwMode="auto">
          <a:xfrm>
            <a:off x="1404159" y="4960940"/>
            <a:ext cx="792479" cy="5359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dirty="0" sz="2800" kumimoji="1" lang="en-US">
                <a:solidFill>
                  <a:schemeClr val="hlink"/>
                </a:solidFill>
                <a:latin typeface="Times New Roman" panose="02020603050405020304" pitchFamily="18" charset="0"/>
              </a:rPr>
              <a:t>0</a:t>
            </a:r>
            <a:r>
              <a:rPr altLang="zh-CN" b="1" dirty="0" sz="3000" kumimoji="1" lang="en-US">
                <a:solidFill>
                  <a:schemeClr val="hlink"/>
                </a:solidFill>
                <a:latin typeface="Times New Roman" panose="02020603050405020304" pitchFamily="18" charset="0"/>
              </a:rPr>
              <a:t>  </a:t>
            </a:r>
            <a:r>
              <a:rPr altLang="zh-CN" b="1" dirty="0" sz="2800" kumimoji="1" lang="en-US">
                <a:solidFill>
                  <a:schemeClr val="hlink"/>
                </a:solidFill>
                <a:latin typeface="Times New Roman" panose="02020603050405020304" pitchFamily="18" charset="0"/>
              </a:rPr>
              <a:t>0</a:t>
            </a:r>
            <a:endParaRPr altLang="zh-CN" dirty="0" sz="2400" kumimoji="1" lang="en-US">
              <a:solidFill>
                <a:schemeClr val="hlink"/>
              </a:solidFill>
              <a:latin typeface="Times New Roman" panose="02020603050405020304" pitchFamily="18" charset="0"/>
            </a:endParaRPr>
          </a:p>
        </p:txBody>
      </p:sp>
      <p:sp>
        <p:nvSpPr>
          <p:cNvPr id="1049812" name="Text Box 55"/>
          <p:cNvSpPr txBox="1">
            <a:spLocks noChangeArrowheads="1"/>
          </p:cNvSpPr>
          <p:nvPr/>
        </p:nvSpPr>
        <p:spPr bwMode="auto">
          <a:xfrm>
            <a:off x="4279900" y="4991102"/>
            <a:ext cx="361950" cy="519113"/>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2</a:t>
            </a:r>
            <a:endParaRPr altLang="zh-CN" sz="2400" kumimoji="1" lang="en-US">
              <a:solidFill>
                <a:schemeClr val="hlink"/>
              </a:solidFill>
              <a:latin typeface="Times New Roman" panose="02020603050405020304" pitchFamily="18" charset="0"/>
            </a:endParaRPr>
          </a:p>
        </p:txBody>
      </p:sp>
      <p:sp>
        <p:nvSpPr>
          <p:cNvPr id="1049813" name="Text Box 56"/>
          <p:cNvSpPr txBox="1">
            <a:spLocks noChangeArrowheads="1"/>
          </p:cNvSpPr>
          <p:nvPr/>
        </p:nvSpPr>
        <p:spPr bwMode="auto">
          <a:xfrm>
            <a:off x="2819400" y="4991102"/>
            <a:ext cx="361950" cy="519113"/>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2</a:t>
            </a:r>
            <a:endParaRPr altLang="zh-CN" sz="2400" kumimoji="1" lang="en-US">
              <a:solidFill>
                <a:schemeClr val="hlink"/>
              </a:solidFill>
              <a:latin typeface="Times New Roman" panose="02020603050405020304" pitchFamily="18" charset="0"/>
            </a:endParaRPr>
          </a:p>
        </p:txBody>
      </p:sp>
      <p:sp>
        <p:nvSpPr>
          <p:cNvPr id="1049814" name="Line 57"/>
          <p:cNvSpPr>
            <a:spLocks noChangeShapeType="1"/>
          </p:cNvSpPr>
          <p:nvPr/>
        </p:nvSpPr>
        <p:spPr bwMode="auto">
          <a:xfrm flipV="1">
            <a:off x="3416300" y="4800600"/>
            <a:ext cx="0" cy="457200"/>
          </a:xfrm>
          <a:prstGeom prst="line"/>
          <a:noFill/>
          <a:ln w="28575">
            <a:solidFill>
              <a:srgbClr val="333399"/>
            </a:solidFill>
            <a:round/>
            <a:headEnd/>
            <a:tailEnd/>
          </a:ln>
          <a:effectLst/>
        </p:spPr>
        <p:txBody>
          <a:bodyPr anchor="ctr" wrap="none"/>
          <a:p>
            <a:endParaRPr altLang="en-US" lang="zh-CN"/>
          </a:p>
        </p:txBody>
      </p:sp>
      <p:sp>
        <p:nvSpPr>
          <p:cNvPr id="1049815" name="Line 58"/>
          <p:cNvSpPr>
            <a:spLocks noChangeShapeType="1"/>
          </p:cNvSpPr>
          <p:nvPr/>
        </p:nvSpPr>
        <p:spPr bwMode="auto">
          <a:xfrm flipH="1">
            <a:off x="457200" y="4813300"/>
            <a:ext cx="2971800" cy="0"/>
          </a:xfrm>
          <a:prstGeom prst="line"/>
          <a:noFill/>
          <a:ln w="28575">
            <a:solidFill>
              <a:srgbClr val="333399"/>
            </a:solidFill>
            <a:round/>
            <a:headEnd/>
            <a:tailEnd/>
          </a:ln>
          <a:effectLst/>
        </p:spPr>
        <p:txBody>
          <a:bodyPr anchor="ctr" wrap="none"/>
          <a:p>
            <a:endParaRPr altLang="en-US" lang="zh-CN"/>
          </a:p>
        </p:txBody>
      </p:sp>
      <p:sp>
        <p:nvSpPr>
          <p:cNvPr id="1049816" name="Line 59"/>
          <p:cNvSpPr>
            <a:spLocks noChangeShapeType="1"/>
          </p:cNvSpPr>
          <p:nvPr/>
        </p:nvSpPr>
        <p:spPr bwMode="auto">
          <a:xfrm>
            <a:off x="914400" y="4648200"/>
            <a:ext cx="0" cy="0"/>
          </a:xfrm>
          <a:prstGeom prst="line"/>
          <a:noFill/>
          <a:ln w="9525">
            <a:solidFill>
              <a:schemeClr val="tx1"/>
            </a:solidFill>
            <a:round/>
            <a:headEnd/>
            <a:tailEnd/>
          </a:ln>
          <a:effectLst/>
        </p:spPr>
        <p:txBody>
          <a:bodyPr anchor="ctr" wrap="none"/>
          <a:p>
            <a:endParaRPr altLang="en-US" lang="zh-CN"/>
          </a:p>
        </p:txBody>
      </p:sp>
      <p:sp>
        <p:nvSpPr>
          <p:cNvPr id="1049817" name="Line 60"/>
          <p:cNvSpPr>
            <a:spLocks noChangeShapeType="1"/>
          </p:cNvSpPr>
          <p:nvPr/>
        </p:nvSpPr>
        <p:spPr bwMode="auto">
          <a:xfrm>
            <a:off x="685800" y="4572000"/>
            <a:ext cx="4191000" cy="0"/>
          </a:xfrm>
          <a:prstGeom prst="line"/>
          <a:noFill/>
          <a:ln w="28575">
            <a:solidFill>
              <a:srgbClr val="333399"/>
            </a:solidFill>
            <a:round/>
            <a:headEnd/>
            <a:tailEnd/>
          </a:ln>
          <a:effectLst/>
        </p:spPr>
        <p:txBody>
          <a:bodyPr anchor="ctr" wrap="none"/>
          <a:p>
            <a:endParaRPr altLang="en-US" lang="zh-CN"/>
          </a:p>
        </p:txBody>
      </p:sp>
      <p:sp>
        <p:nvSpPr>
          <p:cNvPr id="1049818" name="Line 61"/>
          <p:cNvSpPr>
            <a:spLocks noChangeShapeType="1"/>
          </p:cNvSpPr>
          <p:nvPr/>
        </p:nvSpPr>
        <p:spPr bwMode="auto">
          <a:xfrm>
            <a:off x="4864100" y="4559302"/>
            <a:ext cx="0" cy="708025"/>
          </a:xfrm>
          <a:prstGeom prst="line"/>
          <a:noFill/>
          <a:ln w="28575">
            <a:solidFill>
              <a:srgbClr val="333399"/>
            </a:solidFill>
            <a:round/>
            <a:headEnd/>
            <a:tailEnd/>
          </a:ln>
          <a:effectLst/>
        </p:spPr>
        <p:txBody>
          <a:bodyPr anchor="ctr" wrap="none"/>
          <a:p>
            <a:endParaRPr altLang="en-US" lang="zh-CN"/>
          </a:p>
        </p:txBody>
      </p:sp>
      <p:sp>
        <p:nvSpPr>
          <p:cNvPr id="1049819" name="Text Box 62"/>
          <p:cNvSpPr txBox="1">
            <a:spLocks noChangeArrowheads="1"/>
          </p:cNvSpPr>
          <p:nvPr/>
        </p:nvSpPr>
        <p:spPr bwMode="auto">
          <a:xfrm>
            <a:off x="4913315" y="4611688"/>
            <a:ext cx="441325" cy="51911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i="1" kumimoji="1" lang="en-US">
                <a:solidFill>
                  <a:schemeClr val="tx2"/>
                </a:solidFill>
                <a:latin typeface="Times New Roman" panose="02020603050405020304" pitchFamily="18" charset="0"/>
              </a:rPr>
              <a:t>D</a:t>
            </a:r>
            <a:endParaRPr altLang="zh-CN" sz="2400" kumimoji="1" lang="en-US">
              <a:latin typeface="Times New Roman" panose="02020603050405020304" pitchFamily="18" charset="0"/>
            </a:endParaRPr>
          </a:p>
        </p:txBody>
      </p:sp>
      <p:sp>
        <p:nvSpPr>
          <p:cNvPr id="1049820" name="Text Box 63"/>
          <p:cNvSpPr txBox="1">
            <a:spLocks noChangeArrowheads="1"/>
          </p:cNvSpPr>
          <p:nvPr/>
        </p:nvSpPr>
        <p:spPr bwMode="auto">
          <a:xfrm>
            <a:off x="5029202" y="5767388"/>
            <a:ext cx="398463" cy="51911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rgbClr val="333399"/>
                </a:solidFill>
                <a:latin typeface="Times New Roman" panose="02020603050405020304" pitchFamily="18" charset="0"/>
                <a:sym typeface="Symbol" panose="05050102010706020507" pitchFamily="18" charset="2"/>
              </a:rPr>
              <a:t></a:t>
            </a:r>
            <a:endParaRPr altLang="zh-CN" sz="2400" kumimoji="1" lang="en-US">
              <a:latin typeface="Times New Roman" panose="02020603050405020304" pitchFamily="18" charset="0"/>
            </a:endParaRPr>
          </a:p>
        </p:txBody>
      </p:sp>
      <p:sp>
        <p:nvSpPr>
          <p:cNvPr id="1049821" name="Text Box 64"/>
          <p:cNvSpPr txBox="1">
            <a:spLocks noChangeArrowheads="1"/>
          </p:cNvSpPr>
          <p:nvPr/>
        </p:nvSpPr>
        <p:spPr bwMode="auto">
          <a:xfrm>
            <a:off x="5029202" y="4929188"/>
            <a:ext cx="398463" cy="51911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rgbClr val="333399"/>
                </a:solidFill>
                <a:latin typeface="Times New Roman" panose="02020603050405020304" pitchFamily="18" charset="0"/>
                <a:sym typeface="Symbol" panose="05050102010706020507" pitchFamily="18" charset="2"/>
              </a:rPr>
              <a:t></a:t>
            </a:r>
            <a:endParaRPr altLang="zh-CN" sz="2400" kumimoji="1" lang="en-US">
              <a:latin typeface="Times New Roman" panose="02020603050405020304" pitchFamily="18" charset="0"/>
            </a:endParaRPr>
          </a:p>
        </p:txBody>
      </p:sp>
      <p:sp>
        <p:nvSpPr>
          <p:cNvPr id="1049822" name="Rectangle 65"/>
          <p:cNvSpPr>
            <a:spLocks noChangeArrowheads="1"/>
          </p:cNvSpPr>
          <p:nvPr/>
        </p:nvSpPr>
        <p:spPr bwMode="auto">
          <a:xfrm>
            <a:off x="3581400" y="3962400"/>
            <a:ext cx="381000" cy="381000"/>
          </a:xfrm>
          <a:prstGeom prst="rect"/>
          <a:ln>
            <a:headEnd/>
            <a:tailEnd/>
          </a:ln>
        </p:spPr>
        <p:style>
          <a:lnRef idx="1">
            <a:schemeClr val="accent3"/>
          </a:lnRef>
          <a:fillRef idx="2">
            <a:schemeClr val="accent3"/>
          </a:fillRef>
          <a:effectRef idx="1">
            <a:schemeClr val="accent3"/>
          </a:effectRef>
          <a:fontRef idx="minor">
            <a:schemeClr val="dk1"/>
          </a:fontRef>
        </p:style>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823" name="Text Box 66"/>
          <p:cNvSpPr txBox="1">
            <a:spLocks noChangeArrowheads="1"/>
          </p:cNvSpPr>
          <p:nvPr/>
        </p:nvSpPr>
        <p:spPr bwMode="auto">
          <a:xfrm>
            <a:off x="3236093" y="3873270"/>
            <a:ext cx="792479" cy="510541"/>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dirty="0" sz="2800" kumimoji="1" lang="en-US">
                <a:solidFill>
                  <a:schemeClr val="hlink"/>
                </a:solidFill>
                <a:latin typeface="Times New Roman" panose="02020603050405020304" pitchFamily="18" charset="0"/>
              </a:rPr>
              <a:t>0  1</a:t>
            </a:r>
            <a:endParaRPr altLang="zh-CN" dirty="0" sz="2400" kumimoji="1" lang="en-US">
              <a:solidFill>
                <a:schemeClr val="hlink"/>
              </a:solidFill>
              <a:latin typeface="Times New Roman" panose="02020603050405020304" pitchFamily="18" charset="0"/>
            </a:endParaRPr>
          </a:p>
        </p:txBody>
      </p:sp>
      <p:sp>
        <p:nvSpPr>
          <p:cNvPr id="1049824" name="Text Box 67"/>
          <p:cNvSpPr txBox="1">
            <a:spLocks noChangeArrowheads="1"/>
          </p:cNvSpPr>
          <p:nvPr/>
        </p:nvSpPr>
        <p:spPr bwMode="auto">
          <a:xfrm>
            <a:off x="4692650" y="3876677"/>
            <a:ext cx="820509" cy="5359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1  </a:t>
            </a:r>
            <a:r>
              <a:rPr altLang="zh-CN" b="1" sz="3000" i="1" kumimoji="1" lang="en-US">
                <a:latin typeface="Times New Roman" panose="02020603050405020304" pitchFamily="18" charset="0"/>
              </a:rPr>
              <a:t>d</a:t>
            </a:r>
            <a:endParaRPr altLang="zh-CN" sz="3000" i="1" kumimoji="1" lang="en-US">
              <a:latin typeface="Times New Roman" panose="02020603050405020304" pitchFamily="18" charset="0"/>
            </a:endParaRPr>
          </a:p>
        </p:txBody>
      </p:sp>
      <p:sp>
        <p:nvSpPr>
          <p:cNvPr id="1049825" name="Text Box 68"/>
          <p:cNvSpPr txBox="1">
            <a:spLocks noChangeArrowheads="1"/>
          </p:cNvSpPr>
          <p:nvPr/>
        </p:nvSpPr>
        <p:spPr bwMode="auto">
          <a:xfrm>
            <a:off x="6096002" y="3851277"/>
            <a:ext cx="797639" cy="5359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1  </a:t>
            </a:r>
            <a:r>
              <a:rPr altLang="zh-CN" b="1" sz="3000" i="1" kumimoji="1" lang="en-US">
                <a:latin typeface="Times New Roman" panose="02020603050405020304" pitchFamily="18" charset="0"/>
              </a:rPr>
              <a:t>e</a:t>
            </a:r>
            <a:endParaRPr altLang="zh-CN" sz="3000" i="1" kumimoji="1" lang="en-US">
              <a:latin typeface="Times New Roman" panose="02020603050405020304" pitchFamily="18" charset="0"/>
            </a:endParaRPr>
          </a:p>
        </p:txBody>
      </p:sp>
      <p:sp>
        <p:nvSpPr>
          <p:cNvPr id="1049826" name="Text Box 69"/>
          <p:cNvSpPr txBox="1">
            <a:spLocks noChangeArrowheads="1"/>
          </p:cNvSpPr>
          <p:nvPr/>
        </p:nvSpPr>
        <p:spPr bwMode="auto">
          <a:xfrm>
            <a:off x="7591425" y="3862390"/>
            <a:ext cx="720298" cy="5359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1  </a:t>
            </a:r>
            <a:r>
              <a:rPr altLang="zh-CN" b="1" sz="3000" i="1" kumimoji="1" lang="en-US">
                <a:latin typeface="Times New Roman" panose="02020603050405020304" pitchFamily="18" charset="0"/>
              </a:rPr>
              <a:t>f</a:t>
            </a:r>
            <a:endParaRPr altLang="zh-CN" sz="3000" i="1" kumimoji="1" lang="en-US">
              <a:latin typeface="Times New Roman" panose="02020603050405020304" pitchFamily="18" charset="0"/>
            </a:endParaRPr>
          </a:p>
        </p:txBody>
      </p:sp>
      <p:sp>
        <p:nvSpPr>
          <p:cNvPr id="1049827" name="Text Box 70"/>
          <p:cNvSpPr txBox="1">
            <a:spLocks noChangeArrowheads="1"/>
          </p:cNvSpPr>
          <p:nvPr/>
        </p:nvSpPr>
        <p:spPr bwMode="auto">
          <a:xfrm>
            <a:off x="8364538" y="3836988"/>
            <a:ext cx="398462" cy="51911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rgbClr val="333399"/>
                </a:solidFill>
                <a:latin typeface="Times New Roman" panose="02020603050405020304" pitchFamily="18" charset="0"/>
                <a:sym typeface="Symbol" panose="05050102010706020507" pitchFamily="18" charset="2"/>
              </a:rPr>
              <a:t></a:t>
            </a:r>
            <a:endParaRPr altLang="zh-CN" sz="2400" kumimoji="1" lang="en-US">
              <a:latin typeface="Times New Roman" panose="02020603050405020304" pitchFamily="18" charset="0"/>
            </a:endParaRPr>
          </a:p>
        </p:txBody>
      </p:sp>
      <p:sp>
        <p:nvSpPr>
          <p:cNvPr id="1049828" name="Line 71"/>
          <p:cNvSpPr>
            <a:spLocks noChangeShapeType="1"/>
          </p:cNvSpPr>
          <p:nvPr/>
        </p:nvSpPr>
        <p:spPr bwMode="auto">
          <a:xfrm>
            <a:off x="2882900" y="4140200"/>
            <a:ext cx="304800" cy="0"/>
          </a:xfrm>
          <a:prstGeom prst="line"/>
          <a:noFill/>
          <a:ln w="28575">
            <a:solidFill>
              <a:srgbClr val="333399"/>
            </a:solidFill>
            <a:round/>
            <a:headEnd/>
            <a:tailEnd type="triangle" w="sm" len="med"/>
          </a:ln>
          <a:effectLst/>
        </p:spPr>
        <p:txBody>
          <a:bodyPr anchor="ctr" wrap="none"/>
          <a:p>
            <a:endParaRPr altLang="en-US" lang="zh-CN"/>
          </a:p>
        </p:txBody>
      </p:sp>
      <p:sp>
        <p:nvSpPr>
          <p:cNvPr id="1049829" name="Rectangle 72"/>
          <p:cNvSpPr>
            <a:spLocks noChangeArrowheads="1"/>
          </p:cNvSpPr>
          <p:nvPr/>
        </p:nvSpPr>
        <p:spPr bwMode="auto">
          <a:xfrm>
            <a:off x="2819400" y="3124200"/>
            <a:ext cx="1143000" cy="38100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830" name="Line 73"/>
          <p:cNvSpPr>
            <a:spLocks noChangeShapeType="1"/>
          </p:cNvSpPr>
          <p:nvPr/>
        </p:nvSpPr>
        <p:spPr bwMode="auto">
          <a:xfrm>
            <a:off x="3200400" y="3124200"/>
            <a:ext cx="0" cy="381000"/>
          </a:xfrm>
          <a:prstGeom prst="line"/>
          <a:noFill/>
          <a:ln w="9525">
            <a:solidFill>
              <a:srgbClr val="333399"/>
            </a:solidFill>
            <a:round/>
            <a:headEnd/>
            <a:tailEnd/>
          </a:ln>
          <a:effectLst/>
        </p:spPr>
        <p:txBody>
          <a:bodyPr anchor="ctr" wrap="none"/>
          <a:p>
            <a:endParaRPr altLang="en-US" lang="zh-CN"/>
          </a:p>
        </p:txBody>
      </p:sp>
      <p:sp>
        <p:nvSpPr>
          <p:cNvPr id="1049831" name="Rectangle 74"/>
          <p:cNvSpPr>
            <a:spLocks noChangeArrowheads="1"/>
          </p:cNvSpPr>
          <p:nvPr/>
        </p:nvSpPr>
        <p:spPr bwMode="auto">
          <a:xfrm>
            <a:off x="4267200" y="3124200"/>
            <a:ext cx="1143000" cy="38100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832" name="Line 75"/>
          <p:cNvSpPr>
            <a:spLocks noChangeShapeType="1"/>
          </p:cNvSpPr>
          <p:nvPr/>
        </p:nvSpPr>
        <p:spPr bwMode="auto">
          <a:xfrm>
            <a:off x="3797300" y="3302000"/>
            <a:ext cx="457200" cy="0"/>
          </a:xfrm>
          <a:prstGeom prst="line"/>
          <a:noFill/>
          <a:ln w="28575">
            <a:solidFill>
              <a:srgbClr val="333399"/>
            </a:solidFill>
            <a:round/>
            <a:headEnd/>
            <a:tailEnd type="triangle" w="sm" len="med"/>
          </a:ln>
          <a:effectLst/>
        </p:spPr>
        <p:txBody>
          <a:bodyPr anchor="ctr" wrap="none"/>
          <a:p>
            <a:endParaRPr altLang="en-US" lang="zh-CN"/>
          </a:p>
        </p:txBody>
      </p:sp>
      <p:sp>
        <p:nvSpPr>
          <p:cNvPr id="1049833" name="Rectangle 76"/>
          <p:cNvSpPr>
            <a:spLocks noChangeArrowheads="1"/>
          </p:cNvSpPr>
          <p:nvPr/>
        </p:nvSpPr>
        <p:spPr bwMode="auto">
          <a:xfrm>
            <a:off x="1371600" y="3124200"/>
            <a:ext cx="1143000" cy="38100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834" name="Line 77"/>
          <p:cNvSpPr>
            <a:spLocks noChangeShapeType="1"/>
          </p:cNvSpPr>
          <p:nvPr/>
        </p:nvSpPr>
        <p:spPr bwMode="auto">
          <a:xfrm>
            <a:off x="2133600" y="3124200"/>
            <a:ext cx="0" cy="381000"/>
          </a:xfrm>
          <a:prstGeom prst="line"/>
          <a:noFill/>
          <a:ln w="9525">
            <a:solidFill>
              <a:srgbClr val="333399"/>
            </a:solidFill>
            <a:round/>
            <a:headEnd/>
            <a:tailEnd/>
          </a:ln>
          <a:effectLst/>
        </p:spPr>
        <p:txBody>
          <a:bodyPr anchor="ctr" wrap="none"/>
          <a:p>
            <a:endParaRPr altLang="en-US" lang="zh-CN"/>
          </a:p>
        </p:txBody>
      </p:sp>
      <p:sp>
        <p:nvSpPr>
          <p:cNvPr id="1049835" name="Line 78"/>
          <p:cNvSpPr>
            <a:spLocks noChangeShapeType="1"/>
          </p:cNvSpPr>
          <p:nvPr/>
        </p:nvSpPr>
        <p:spPr bwMode="auto">
          <a:xfrm>
            <a:off x="2349500" y="3302000"/>
            <a:ext cx="457200" cy="0"/>
          </a:xfrm>
          <a:prstGeom prst="line"/>
          <a:noFill/>
          <a:ln w="28575">
            <a:solidFill>
              <a:srgbClr val="333399"/>
            </a:solidFill>
            <a:round/>
            <a:headEnd/>
            <a:tailEnd type="triangle" w="sm" len="med"/>
          </a:ln>
          <a:effectLst/>
        </p:spPr>
        <p:txBody>
          <a:bodyPr anchor="ctr" wrap="none"/>
          <a:p>
            <a:endParaRPr altLang="en-US" lang="zh-CN"/>
          </a:p>
        </p:txBody>
      </p:sp>
      <p:sp>
        <p:nvSpPr>
          <p:cNvPr id="1049836" name="Rectangle 79"/>
          <p:cNvSpPr>
            <a:spLocks noChangeArrowheads="1"/>
          </p:cNvSpPr>
          <p:nvPr/>
        </p:nvSpPr>
        <p:spPr bwMode="auto">
          <a:xfrm>
            <a:off x="1752600" y="3124200"/>
            <a:ext cx="381000" cy="381000"/>
          </a:xfrm>
          <a:prstGeom prst="rect"/>
          <a:ln>
            <a:headEnd/>
            <a:tailEnd/>
          </a:ln>
        </p:spPr>
        <p:style>
          <a:lnRef idx="1">
            <a:schemeClr val="accent3"/>
          </a:lnRef>
          <a:fillRef idx="2">
            <a:schemeClr val="accent3"/>
          </a:fillRef>
          <a:effectRef idx="1">
            <a:schemeClr val="accent3"/>
          </a:effectRef>
          <a:fontRef idx="minor">
            <a:schemeClr val="dk1"/>
          </a:fontRef>
        </p:style>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837" name="Text Box 80"/>
          <p:cNvSpPr txBox="1">
            <a:spLocks noChangeArrowheads="1"/>
          </p:cNvSpPr>
          <p:nvPr/>
        </p:nvSpPr>
        <p:spPr bwMode="auto">
          <a:xfrm>
            <a:off x="1388734" y="3025774"/>
            <a:ext cx="792480" cy="535941"/>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dirty="0" sz="2800" kumimoji="1" lang="en-US">
                <a:solidFill>
                  <a:schemeClr val="hlink"/>
                </a:solidFill>
                <a:latin typeface="Times New Roman" panose="02020603050405020304" pitchFamily="18" charset="0"/>
              </a:rPr>
              <a:t>0</a:t>
            </a:r>
            <a:r>
              <a:rPr altLang="zh-CN" b="1" dirty="0" sz="3000" kumimoji="1" lang="en-US">
                <a:solidFill>
                  <a:schemeClr val="hlink"/>
                </a:solidFill>
                <a:latin typeface="Times New Roman" panose="02020603050405020304" pitchFamily="18" charset="0"/>
              </a:rPr>
              <a:t>  </a:t>
            </a:r>
            <a:r>
              <a:rPr altLang="zh-CN" b="1" dirty="0" sz="2800" kumimoji="1" lang="en-US">
                <a:solidFill>
                  <a:schemeClr val="hlink"/>
                </a:solidFill>
                <a:latin typeface="Times New Roman" panose="02020603050405020304" pitchFamily="18" charset="0"/>
              </a:rPr>
              <a:t>1</a:t>
            </a:r>
            <a:endParaRPr altLang="zh-CN" dirty="0" sz="2400" kumimoji="1" lang="en-US">
              <a:solidFill>
                <a:schemeClr val="hlink"/>
              </a:solidFill>
              <a:latin typeface="Times New Roman" panose="02020603050405020304" pitchFamily="18" charset="0"/>
            </a:endParaRPr>
          </a:p>
        </p:txBody>
      </p:sp>
      <p:sp>
        <p:nvSpPr>
          <p:cNvPr id="1049838" name="Text Box 81"/>
          <p:cNvSpPr txBox="1">
            <a:spLocks noChangeArrowheads="1"/>
          </p:cNvSpPr>
          <p:nvPr/>
        </p:nvSpPr>
        <p:spPr bwMode="auto">
          <a:xfrm>
            <a:off x="2867027" y="3038477"/>
            <a:ext cx="777101" cy="5359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1</a:t>
            </a:r>
            <a:r>
              <a:rPr altLang="zh-CN" b="1" sz="3000" kumimoji="1" lang="en-US">
                <a:solidFill>
                  <a:schemeClr val="hlink"/>
                </a:solidFill>
                <a:latin typeface="Times New Roman" panose="02020603050405020304" pitchFamily="18" charset="0"/>
              </a:rPr>
              <a:t>  </a:t>
            </a:r>
            <a:r>
              <a:rPr altLang="zh-CN" b="1" sz="3000" i="1" kumimoji="1" lang="en-US">
                <a:latin typeface="Times New Roman" panose="02020603050405020304" pitchFamily="18" charset="0"/>
              </a:rPr>
              <a:t>c</a:t>
            </a:r>
            <a:endParaRPr altLang="zh-CN" sz="3000" i="1" kumimoji="1" lang="en-US">
              <a:latin typeface="Times New Roman" panose="02020603050405020304" pitchFamily="18" charset="0"/>
            </a:endParaRPr>
          </a:p>
        </p:txBody>
      </p:sp>
      <p:sp>
        <p:nvSpPr>
          <p:cNvPr id="1049839" name="Text Box 82"/>
          <p:cNvSpPr txBox="1">
            <a:spLocks noChangeArrowheads="1"/>
          </p:cNvSpPr>
          <p:nvPr/>
        </p:nvSpPr>
        <p:spPr bwMode="auto">
          <a:xfrm>
            <a:off x="4279900" y="3036888"/>
            <a:ext cx="361950" cy="51911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2</a:t>
            </a:r>
            <a:endParaRPr altLang="zh-CN" sz="2400" kumimoji="1" lang="en-US">
              <a:solidFill>
                <a:schemeClr val="hlink"/>
              </a:solidFill>
              <a:latin typeface="Times New Roman" panose="02020603050405020304" pitchFamily="18" charset="0"/>
            </a:endParaRPr>
          </a:p>
        </p:txBody>
      </p:sp>
      <p:sp>
        <p:nvSpPr>
          <p:cNvPr id="1049840" name="Line 83"/>
          <p:cNvSpPr>
            <a:spLocks noChangeShapeType="1"/>
          </p:cNvSpPr>
          <p:nvPr/>
        </p:nvSpPr>
        <p:spPr bwMode="auto">
          <a:xfrm>
            <a:off x="1066800" y="3367088"/>
            <a:ext cx="304800" cy="0"/>
          </a:xfrm>
          <a:prstGeom prst="line"/>
          <a:noFill/>
          <a:ln w="28575">
            <a:solidFill>
              <a:srgbClr val="333399"/>
            </a:solidFill>
            <a:round/>
            <a:headEnd/>
            <a:tailEnd type="triangle" w="sm" len="med"/>
          </a:ln>
          <a:effectLst/>
        </p:spPr>
        <p:txBody>
          <a:bodyPr anchor="ctr" wrap="none"/>
          <a:p>
            <a:endParaRPr altLang="en-US" lang="zh-CN"/>
          </a:p>
        </p:txBody>
      </p:sp>
      <p:sp>
        <p:nvSpPr>
          <p:cNvPr id="1049841" name="Line 84"/>
          <p:cNvSpPr>
            <a:spLocks noChangeShapeType="1"/>
          </p:cNvSpPr>
          <p:nvPr/>
        </p:nvSpPr>
        <p:spPr bwMode="auto">
          <a:xfrm>
            <a:off x="3657600" y="3124200"/>
            <a:ext cx="0" cy="381000"/>
          </a:xfrm>
          <a:prstGeom prst="line"/>
          <a:noFill/>
          <a:ln w="12700">
            <a:solidFill>
              <a:srgbClr val="333399"/>
            </a:solidFill>
            <a:round/>
            <a:headEnd/>
            <a:tailEnd/>
          </a:ln>
          <a:effectLst/>
        </p:spPr>
        <p:txBody>
          <a:bodyPr anchor="ctr" wrap="none"/>
          <a:p>
            <a:endParaRPr altLang="en-US" lang="zh-CN"/>
          </a:p>
        </p:txBody>
      </p:sp>
      <p:sp>
        <p:nvSpPr>
          <p:cNvPr id="1049842" name="Line 85"/>
          <p:cNvSpPr>
            <a:spLocks noChangeShapeType="1"/>
          </p:cNvSpPr>
          <p:nvPr/>
        </p:nvSpPr>
        <p:spPr bwMode="auto">
          <a:xfrm>
            <a:off x="4648200" y="3124200"/>
            <a:ext cx="0" cy="381000"/>
          </a:xfrm>
          <a:prstGeom prst="line"/>
          <a:noFill/>
          <a:ln w="12700">
            <a:solidFill>
              <a:srgbClr val="333399"/>
            </a:solidFill>
            <a:round/>
            <a:headEnd/>
            <a:tailEnd/>
          </a:ln>
          <a:effectLst/>
        </p:spPr>
        <p:txBody>
          <a:bodyPr anchor="ctr" wrap="none"/>
          <a:p>
            <a:endParaRPr altLang="en-US" lang="zh-CN"/>
          </a:p>
        </p:txBody>
      </p:sp>
      <p:sp>
        <p:nvSpPr>
          <p:cNvPr id="1049843" name="Line 86"/>
          <p:cNvSpPr>
            <a:spLocks noChangeShapeType="1"/>
          </p:cNvSpPr>
          <p:nvPr/>
        </p:nvSpPr>
        <p:spPr bwMode="auto">
          <a:xfrm>
            <a:off x="5029200" y="3124200"/>
            <a:ext cx="0" cy="381000"/>
          </a:xfrm>
          <a:prstGeom prst="line"/>
          <a:noFill/>
          <a:ln w="12700">
            <a:solidFill>
              <a:srgbClr val="333399"/>
            </a:solidFill>
            <a:round/>
            <a:headEnd/>
            <a:tailEnd/>
          </a:ln>
          <a:effectLst/>
        </p:spPr>
        <p:txBody>
          <a:bodyPr anchor="ctr" wrap="none"/>
          <a:p>
            <a:endParaRPr altLang="en-US" lang="zh-CN"/>
          </a:p>
        </p:txBody>
      </p:sp>
      <p:sp>
        <p:nvSpPr>
          <p:cNvPr id="1049844" name="Text Box 87"/>
          <p:cNvSpPr txBox="1">
            <a:spLocks noChangeArrowheads="1"/>
          </p:cNvSpPr>
          <p:nvPr/>
        </p:nvSpPr>
        <p:spPr bwMode="auto">
          <a:xfrm>
            <a:off x="5029202" y="2986088"/>
            <a:ext cx="398463" cy="51911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rgbClr val="333399"/>
                </a:solidFill>
                <a:latin typeface="Times New Roman" panose="02020603050405020304" pitchFamily="18" charset="0"/>
                <a:sym typeface="Symbol" panose="05050102010706020507" pitchFamily="18" charset="2"/>
              </a:rPr>
              <a:t></a:t>
            </a:r>
            <a:endParaRPr altLang="zh-CN" sz="2400" kumimoji="1" lang="en-US">
              <a:latin typeface="Times New Roman" panose="02020603050405020304" pitchFamily="18" charset="0"/>
            </a:endParaRPr>
          </a:p>
        </p:txBody>
      </p:sp>
      <p:sp>
        <p:nvSpPr>
          <p:cNvPr id="1049845" name="Line 88"/>
          <p:cNvSpPr>
            <a:spLocks noChangeShapeType="1"/>
          </p:cNvSpPr>
          <p:nvPr/>
        </p:nvSpPr>
        <p:spPr bwMode="auto">
          <a:xfrm>
            <a:off x="2895600" y="3746502"/>
            <a:ext cx="0" cy="384175"/>
          </a:xfrm>
          <a:prstGeom prst="line"/>
          <a:noFill/>
          <a:ln w="28575">
            <a:solidFill>
              <a:srgbClr val="333399"/>
            </a:solidFill>
            <a:round/>
            <a:headEnd/>
            <a:tailEnd/>
          </a:ln>
          <a:effectLst/>
        </p:spPr>
        <p:txBody>
          <a:bodyPr anchor="ctr" wrap="none"/>
          <a:p>
            <a:endParaRPr altLang="en-US" lang="zh-CN"/>
          </a:p>
        </p:txBody>
      </p:sp>
      <p:sp>
        <p:nvSpPr>
          <p:cNvPr id="1049846" name="Line 89"/>
          <p:cNvSpPr>
            <a:spLocks noChangeShapeType="1"/>
          </p:cNvSpPr>
          <p:nvPr/>
        </p:nvSpPr>
        <p:spPr bwMode="auto">
          <a:xfrm>
            <a:off x="2882900" y="3759200"/>
            <a:ext cx="1981200" cy="0"/>
          </a:xfrm>
          <a:prstGeom prst="line"/>
          <a:noFill/>
          <a:ln w="28575">
            <a:solidFill>
              <a:srgbClr val="333399"/>
            </a:solidFill>
            <a:round/>
            <a:headEnd/>
            <a:tailEnd/>
          </a:ln>
          <a:effectLst/>
        </p:spPr>
        <p:txBody>
          <a:bodyPr anchor="ctr" wrap="none"/>
          <a:p>
            <a:endParaRPr altLang="en-US" lang="zh-CN"/>
          </a:p>
        </p:txBody>
      </p:sp>
      <p:sp>
        <p:nvSpPr>
          <p:cNvPr id="1049847" name="Line 90"/>
          <p:cNvSpPr>
            <a:spLocks noChangeShapeType="1"/>
          </p:cNvSpPr>
          <p:nvPr/>
        </p:nvSpPr>
        <p:spPr bwMode="auto">
          <a:xfrm>
            <a:off x="4864100" y="3302000"/>
            <a:ext cx="0" cy="457200"/>
          </a:xfrm>
          <a:prstGeom prst="line"/>
          <a:noFill/>
          <a:ln w="28575">
            <a:solidFill>
              <a:srgbClr val="333399"/>
            </a:solidFill>
            <a:round/>
            <a:headEnd/>
            <a:tailEnd/>
          </a:ln>
          <a:effectLst/>
        </p:spPr>
        <p:txBody>
          <a:bodyPr anchor="ctr" wrap="none"/>
          <a:p>
            <a:endParaRPr altLang="en-US" lang="zh-CN"/>
          </a:p>
        </p:txBody>
      </p:sp>
      <p:sp>
        <p:nvSpPr>
          <p:cNvPr id="1049848" name="Text Box 91"/>
          <p:cNvSpPr txBox="1">
            <a:spLocks noChangeArrowheads="1"/>
          </p:cNvSpPr>
          <p:nvPr/>
        </p:nvSpPr>
        <p:spPr bwMode="auto">
          <a:xfrm>
            <a:off x="685800" y="3062288"/>
            <a:ext cx="420688" cy="519112"/>
          </a:xfrm>
          <a:prstGeom prst="rect"/>
          <a:noFill/>
          <a:ln>
            <a:noFill/>
          </a:ln>
          <a:effectLst/>
        </p:spPr>
        <p:txBody>
          <a:bodyPr wrap="none">
            <a:spAutoFit/>
          </a:bodyPr>
          <a:p>
            <a:pPr eaLnBrk="1" hangingPunct="1"/>
            <a:r>
              <a:rPr altLang="zh-CN" b="1" sz="2800" i="1" kumimoji="1" lang="en-US">
                <a:solidFill>
                  <a:schemeClr val="tx2"/>
                </a:solidFill>
                <a:effectLst>
                  <a:outerShdw algn="tl" blurRad="38100" dir="2700000" dist="38100">
                    <a:srgbClr val="C0C0C0"/>
                  </a:outerShdw>
                </a:effectLst>
                <a:latin typeface="Times New Roman" pitchFamily="18" charset="0"/>
                <a:ea typeface="宋体" charset="-122"/>
              </a:rPr>
              <a:t>C</a:t>
            </a:r>
            <a:endParaRPr altLang="zh-CN" sz="2400" kumimoji="1" lang="en-US">
              <a:latin typeface="Times New Roman" pitchFamily="18" charset="0"/>
              <a:ea typeface="宋体" charset="-122"/>
            </a:endParaRPr>
          </a:p>
        </p:txBody>
      </p:sp>
      <p:sp>
        <p:nvSpPr>
          <p:cNvPr id="1049849" name="Line 92"/>
          <p:cNvSpPr>
            <a:spLocks noChangeShapeType="1"/>
          </p:cNvSpPr>
          <p:nvPr/>
        </p:nvSpPr>
        <p:spPr bwMode="auto">
          <a:xfrm>
            <a:off x="1143000" y="3200400"/>
            <a:ext cx="228600" cy="0"/>
          </a:xfrm>
          <a:prstGeom prst="line"/>
          <a:noFill/>
          <a:ln w="28575">
            <a:solidFill>
              <a:srgbClr val="333399"/>
            </a:solidFill>
            <a:round/>
            <a:headEnd/>
            <a:tailEnd type="triangle" w="sm" len="med"/>
          </a:ln>
          <a:effectLst/>
        </p:spPr>
        <p:txBody>
          <a:bodyPr anchor="ctr" wrap="none"/>
          <a:p>
            <a:endParaRPr altLang="en-US" lang="zh-CN"/>
          </a:p>
        </p:txBody>
      </p:sp>
      <p:sp>
        <p:nvSpPr>
          <p:cNvPr id="1049850" name="Line 93"/>
          <p:cNvSpPr>
            <a:spLocks noChangeShapeType="1"/>
          </p:cNvSpPr>
          <p:nvPr/>
        </p:nvSpPr>
        <p:spPr bwMode="auto">
          <a:xfrm>
            <a:off x="1143000" y="2895600"/>
            <a:ext cx="0" cy="304800"/>
          </a:xfrm>
          <a:prstGeom prst="line"/>
          <a:noFill/>
          <a:ln w="28575">
            <a:solidFill>
              <a:srgbClr val="333399"/>
            </a:solidFill>
            <a:round/>
            <a:headEnd/>
            <a:tailEnd/>
          </a:ln>
          <a:effectLst/>
        </p:spPr>
        <p:txBody>
          <a:bodyPr anchor="ctr" wrap="none"/>
          <a:p>
            <a:endParaRPr altLang="en-US" lang="zh-CN"/>
          </a:p>
        </p:txBody>
      </p:sp>
      <p:sp>
        <p:nvSpPr>
          <p:cNvPr id="1049851" name="Rectangle 94"/>
          <p:cNvSpPr>
            <a:spLocks noChangeArrowheads="1"/>
          </p:cNvSpPr>
          <p:nvPr/>
        </p:nvSpPr>
        <p:spPr bwMode="auto">
          <a:xfrm>
            <a:off x="2819400" y="2286000"/>
            <a:ext cx="1143000" cy="38100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852" name="Rectangle 95"/>
          <p:cNvSpPr>
            <a:spLocks noChangeArrowheads="1"/>
          </p:cNvSpPr>
          <p:nvPr/>
        </p:nvSpPr>
        <p:spPr bwMode="auto">
          <a:xfrm>
            <a:off x="4267200" y="2286000"/>
            <a:ext cx="1143000" cy="38100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853" name="Rectangle 96"/>
          <p:cNvSpPr>
            <a:spLocks noChangeArrowheads="1"/>
          </p:cNvSpPr>
          <p:nvPr/>
        </p:nvSpPr>
        <p:spPr bwMode="auto">
          <a:xfrm>
            <a:off x="5715000" y="2286000"/>
            <a:ext cx="1143000" cy="38100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854" name="Line 97"/>
          <p:cNvSpPr>
            <a:spLocks noChangeShapeType="1"/>
          </p:cNvSpPr>
          <p:nvPr/>
        </p:nvSpPr>
        <p:spPr bwMode="auto">
          <a:xfrm>
            <a:off x="3810000" y="2463800"/>
            <a:ext cx="457200" cy="0"/>
          </a:xfrm>
          <a:prstGeom prst="line"/>
          <a:noFill/>
          <a:ln w="28575">
            <a:solidFill>
              <a:srgbClr val="333399"/>
            </a:solidFill>
            <a:round/>
            <a:headEnd/>
            <a:tailEnd type="triangle" w="sm" len="med"/>
          </a:ln>
          <a:effectLst/>
        </p:spPr>
        <p:txBody>
          <a:bodyPr anchor="ctr" wrap="none"/>
          <a:p>
            <a:endParaRPr altLang="en-US" lang="zh-CN"/>
          </a:p>
        </p:txBody>
      </p:sp>
      <p:sp>
        <p:nvSpPr>
          <p:cNvPr id="1049855" name="Line 98"/>
          <p:cNvSpPr>
            <a:spLocks noChangeShapeType="1"/>
          </p:cNvSpPr>
          <p:nvPr/>
        </p:nvSpPr>
        <p:spPr bwMode="auto">
          <a:xfrm>
            <a:off x="5257800" y="2463800"/>
            <a:ext cx="457200" cy="0"/>
          </a:xfrm>
          <a:prstGeom prst="line"/>
          <a:noFill/>
          <a:ln w="28575">
            <a:solidFill>
              <a:srgbClr val="333399"/>
            </a:solidFill>
            <a:round/>
            <a:headEnd/>
            <a:tailEnd type="triangle" w="sm" len="med"/>
          </a:ln>
          <a:effectLst/>
        </p:spPr>
        <p:txBody>
          <a:bodyPr anchor="ctr" wrap="none"/>
          <a:p>
            <a:endParaRPr altLang="en-US" lang="zh-CN"/>
          </a:p>
        </p:txBody>
      </p:sp>
      <p:sp>
        <p:nvSpPr>
          <p:cNvPr id="1049856" name="Rectangle 99"/>
          <p:cNvSpPr>
            <a:spLocks noChangeArrowheads="1"/>
          </p:cNvSpPr>
          <p:nvPr/>
        </p:nvSpPr>
        <p:spPr bwMode="auto">
          <a:xfrm>
            <a:off x="1371600" y="2286000"/>
            <a:ext cx="1143000" cy="38100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857" name="Line 100"/>
          <p:cNvSpPr>
            <a:spLocks noChangeShapeType="1"/>
          </p:cNvSpPr>
          <p:nvPr/>
        </p:nvSpPr>
        <p:spPr bwMode="auto">
          <a:xfrm>
            <a:off x="2362200" y="2463800"/>
            <a:ext cx="457200" cy="0"/>
          </a:xfrm>
          <a:prstGeom prst="line"/>
          <a:noFill/>
          <a:ln w="28575">
            <a:solidFill>
              <a:srgbClr val="333399"/>
            </a:solidFill>
            <a:round/>
            <a:headEnd/>
            <a:tailEnd type="triangle" w="sm" len="med"/>
          </a:ln>
          <a:effectLst/>
        </p:spPr>
        <p:txBody>
          <a:bodyPr anchor="ctr" wrap="none"/>
          <a:p>
            <a:endParaRPr altLang="en-US" lang="zh-CN"/>
          </a:p>
        </p:txBody>
      </p:sp>
      <p:sp>
        <p:nvSpPr>
          <p:cNvPr id="1049858" name="Text Box 101"/>
          <p:cNvSpPr txBox="1">
            <a:spLocks noChangeArrowheads="1"/>
          </p:cNvSpPr>
          <p:nvPr/>
        </p:nvSpPr>
        <p:spPr bwMode="auto">
          <a:xfrm>
            <a:off x="6477002" y="2147888"/>
            <a:ext cx="398463" cy="51911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rgbClr val="333399"/>
                </a:solidFill>
                <a:latin typeface="Times New Roman" panose="02020603050405020304" pitchFamily="18" charset="0"/>
                <a:sym typeface="Symbol" panose="05050102010706020507" pitchFamily="18" charset="2"/>
              </a:rPr>
              <a:t></a:t>
            </a:r>
            <a:endParaRPr altLang="zh-CN" sz="2400" kumimoji="1" lang="en-US">
              <a:latin typeface="Times New Roman" panose="02020603050405020304" pitchFamily="18" charset="0"/>
            </a:endParaRPr>
          </a:p>
        </p:txBody>
      </p:sp>
      <p:sp>
        <p:nvSpPr>
          <p:cNvPr id="1049859" name="Rectangle 102"/>
          <p:cNvSpPr>
            <a:spLocks noChangeArrowheads="1"/>
          </p:cNvSpPr>
          <p:nvPr/>
        </p:nvSpPr>
        <p:spPr bwMode="auto">
          <a:xfrm>
            <a:off x="1752600" y="2286000"/>
            <a:ext cx="381000" cy="381000"/>
          </a:xfrm>
          <a:prstGeom prst="rect"/>
          <a:ln>
            <a:headEnd/>
            <a:tailEnd/>
          </a:ln>
        </p:spPr>
        <p:style>
          <a:lnRef idx="1">
            <a:schemeClr val="accent3"/>
          </a:lnRef>
          <a:fillRef idx="2">
            <a:schemeClr val="accent3"/>
          </a:fillRef>
          <a:effectRef idx="1">
            <a:schemeClr val="accent3"/>
          </a:effectRef>
          <a:fontRef idx="minor">
            <a:schemeClr val="dk1"/>
          </a:fontRef>
        </p:style>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860" name="Text Box 103"/>
          <p:cNvSpPr txBox="1">
            <a:spLocks noChangeArrowheads="1"/>
          </p:cNvSpPr>
          <p:nvPr/>
        </p:nvSpPr>
        <p:spPr bwMode="auto">
          <a:xfrm>
            <a:off x="1435101" y="2170950"/>
            <a:ext cx="792480" cy="5359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dirty="0" sz="2800" kumimoji="1" lang="en-US">
                <a:solidFill>
                  <a:schemeClr val="hlink"/>
                </a:solidFill>
                <a:latin typeface="Times New Roman" panose="02020603050405020304" pitchFamily="18" charset="0"/>
              </a:rPr>
              <a:t>0</a:t>
            </a:r>
            <a:r>
              <a:rPr altLang="zh-CN" b="1" dirty="0" sz="3000" kumimoji="1" lang="en-US">
                <a:solidFill>
                  <a:schemeClr val="hlink"/>
                </a:solidFill>
                <a:latin typeface="Times New Roman" panose="02020603050405020304" pitchFamily="18" charset="0"/>
              </a:rPr>
              <a:t>  </a:t>
            </a:r>
            <a:r>
              <a:rPr altLang="zh-CN" b="1" dirty="0" sz="2800" kumimoji="1" lang="en-US">
                <a:solidFill>
                  <a:schemeClr val="hlink"/>
                </a:solidFill>
                <a:latin typeface="Times New Roman" panose="02020603050405020304" pitchFamily="18" charset="0"/>
              </a:rPr>
              <a:t>1</a:t>
            </a:r>
            <a:endParaRPr altLang="zh-CN" dirty="0" sz="2400" kumimoji="1" lang="en-US">
              <a:solidFill>
                <a:schemeClr val="hlink"/>
              </a:solidFill>
              <a:latin typeface="Times New Roman" panose="02020603050405020304" pitchFamily="18" charset="0"/>
            </a:endParaRPr>
          </a:p>
        </p:txBody>
      </p:sp>
      <p:sp>
        <p:nvSpPr>
          <p:cNvPr id="1049861" name="Line 104"/>
          <p:cNvSpPr>
            <a:spLocks noChangeShapeType="1"/>
          </p:cNvSpPr>
          <p:nvPr/>
        </p:nvSpPr>
        <p:spPr bwMode="auto">
          <a:xfrm>
            <a:off x="3200400" y="2286000"/>
            <a:ext cx="0" cy="381000"/>
          </a:xfrm>
          <a:prstGeom prst="line"/>
          <a:noFill/>
          <a:ln w="12700">
            <a:solidFill>
              <a:srgbClr val="333399"/>
            </a:solidFill>
            <a:round/>
            <a:headEnd/>
            <a:tailEnd/>
          </a:ln>
          <a:effectLst/>
        </p:spPr>
        <p:txBody>
          <a:bodyPr anchor="ctr" wrap="none"/>
          <a:p>
            <a:endParaRPr altLang="en-US" lang="zh-CN"/>
          </a:p>
        </p:txBody>
      </p:sp>
      <p:sp>
        <p:nvSpPr>
          <p:cNvPr id="1049862" name="Line 105"/>
          <p:cNvSpPr>
            <a:spLocks noChangeShapeType="1"/>
          </p:cNvSpPr>
          <p:nvPr/>
        </p:nvSpPr>
        <p:spPr bwMode="auto">
          <a:xfrm>
            <a:off x="3581400" y="2286000"/>
            <a:ext cx="0" cy="381000"/>
          </a:xfrm>
          <a:prstGeom prst="line"/>
          <a:noFill/>
          <a:ln w="12700">
            <a:solidFill>
              <a:srgbClr val="333399"/>
            </a:solidFill>
            <a:round/>
            <a:headEnd/>
            <a:tailEnd/>
          </a:ln>
          <a:effectLst/>
        </p:spPr>
        <p:txBody>
          <a:bodyPr anchor="ctr" wrap="none"/>
          <a:p>
            <a:endParaRPr altLang="en-US" lang="zh-CN"/>
          </a:p>
        </p:txBody>
      </p:sp>
      <p:sp>
        <p:nvSpPr>
          <p:cNvPr id="1049863" name="Line 106"/>
          <p:cNvSpPr>
            <a:spLocks noChangeShapeType="1"/>
          </p:cNvSpPr>
          <p:nvPr/>
        </p:nvSpPr>
        <p:spPr bwMode="auto">
          <a:xfrm>
            <a:off x="4648200" y="2286000"/>
            <a:ext cx="0" cy="381000"/>
          </a:xfrm>
          <a:prstGeom prst="line"/>
          <a:noFill/>
          <a:ln w="12700">
            <a:solidFill>
              <a:srgbClr val="333399"/>
            </a:solidFill>
            <a:round/>
            <a:headEnd/>
            <a:tailEnd/>
          </a:ln>
          <a:effectLst/>
        </p:spPr>
        <p:txBody>
          <a:bodyPr anchor="ctr" wrap="none"/>
          <a:p>
            <a:endParaRPr altLang="en-US" lang="zh-CN"/>
          </a:p>
        </p:txBody>
      </p:sp>
      <p:sp>
        <p:nvSpPr>
          <p:cNvPr id="1049864" name="Line 107"/>
          <p:cNvSpPr>
            <a:spLocks noChangeShapeType="1"/>
          </p:cNvSpPr>
          <p:nvPr/>
        </p:nvSpPr>
        <p:spPr bwMode="auto">
          <a:xfrm>
            <a:off x="5029200" y="2286000"/>
            <a:ext cx="0" cy="381000"/>
          </a:xfrm>
          <a:prstGeom prst="line"/>
          <a:noFill/>
          <a:ln w="12700">
            <a:solidFill>
              <a:srgbClr val="333399"/>
            </a:solidFill>
            <a:round/>
            <a:headEnd/>
            <a:tailEnd/>
          </a:ln>
          <a:effectLst/>
        </p:spPr>
        <p:txBody>
          <a:bodyPr anchor="ctr" wrap="none"/>
          <a:p>
            <a:endParaRPr altLang="en-US" lang="zh-CN"/>
          </a:p>
        </p:txBody>
      </p:sp>
      <p:sp>
        <p:nvSpPr>
          <p:cNvPr id="1049865" name="Line 108"/>
          <p:cNvSpPr>
            <a:spLocks noChangeShapeType="1"/>
          </p:cNvSpPr>
          <p:nvPr/>
        </p:nvSpPr>
        <p:spPr bwMode="auto">
          <a:xfrm>
            <a:off x="6096000" y="2286000"/>
            <a:ext cx="0" cy="381000"/>
          </a:xfrm>
          <a:prstGeom prst="line"/>
          <a:noFill/>
          <a:ln w="12700">
            <a:solidFill>
              <a:srgbClr val="333399"/>
            </a:solidFill>
            <a:round/>
            <a:headEnd/>
            <a:tailEnd/>
          </a:ln>
          <a:effectLst/>
        </p:spPr>
        <p:txBody>
          <a:bodyPr anchor="ctr" wrap="none"/>
          <a:p>
            <a:endParaRPr altLang="en-US" lang="zh-CN"/>
          </a:p>
        </p:txBody>
      </p:sp>
      <p:sp>
        <p:nvSpPr>
          <p:cNvPr id="1049866" name="Line 109"/>
          <p:cNvSpPr>
            <a:spLocks noChangeShapeType="1"/>
          </p:cNvSpPr>
          <p:nvPr/>
        </p:nvSpPr>
        <p:spPr bwMode="auto">
          <a:xfrm>
            <a:off x="6477000" y="2286000"/>
            <a:ext cx="0" cy="381000"/>
          </a:xfrm>
          <a:prstGeom prst="line"/>
          <a:noFill/>
          <a:ln w="12700">
            <a:solidFill>
              <a:srgbClr val="333399"/>
            </a:solidFill>
            <a:round/>
            <a:headEnd/>
            <a:tailEnd/>
          </a:ln>
          <a:effectLst/>
        </p:spPr>
        <p:txBody>
          <a:bodyPr anchor="ctr" wrap="none"/>
          <a:p>
            <a:endParaRPr altLang="en-US" lang="zh-CN"/>
          </a:p>
        </p:txBody>
      </p:sp>
      <p:sp>
        <p:nvSpPr>
          <p:cNvPr id="1049867" name="Text Box 110"/>
          <p:cNvSpPr txBox="1">
            <a:spLocks noChangeArrowheads="1"/>
          </p:cNvSpPr>
          <p:nvPr/>
        </p:nvSpPr>
        <p:spPr bwMode="auto">
          <a:xfrm>
            <a:off x="2819400" y="2209802"/>
            <a:ext cx="361950" cy="519113"/>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2</a:t>
            </a:r>
            <a:endParaRPr altLang="zh-CN" sz="2400" kumimoji="1" lang="en-US">
              <a:solidFill>
                <a:schemeClr val="hlink"/>
              </a:solidFill>
              <a:latin typeface="Times New Roman" panose="02020603050405020304" pitchFamily="18" charset="0"/>
            </a:endParaRPr>
          </a:p>
        </p:txBody>
      </p:sp>
      <p:sp>
        <p:nvSpPr>
          <p:cNvPr id="1049868" name="Text Box 111"/>
          <p:cNvSpPr txBox="1">
            <a:spLocks noChangeArrowheads="1"/>
          </p:cNvSpPr>
          <p:nvPr/>
        </p:nvSpPr>
        <p:spPr bwMode="auto">
          <a:xfrm>
            <a:off x="4286250" y="2209802"/>
            <a:ext cx="361950" cy="519113"/>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2</a:t>
            </a:r>
            <a:endParaRPr altLang="zh-CN" sz="2400" kumimoji="1" lang="en-US">
              <a:solidFill>
                <a:schemeClr val="hlink"/>
              </a:solidFill>
              <a:latin typeface="Times New Roman" panose="02020603050405020304" pitchFamily="18" charset="0"/>
            </a:endParaRPr>
          </a:p>
        </p:txBody>
      </p:sp>
      <p:sp>
        <p:nvSpPr>
          <p:cNvPr id="1049869" name="Text Box 112"/>
          <p:cNvSpPr txBox="1">
            <a:spLocks noChangeArrowheads="1"/>
          </p:cNvSpPr>
          <p:nvPr/>
        </p:nvSpPr>
        <p:spPr bwMode="auto">
          <a:xfrm>
            <a:off x="5734050" y="2209802"/>
            <a:ext cx="361950" cy="519113"/>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2</a:t>
            </a:r>
            <a:endParaRPr altLang="zh-CN" sz="2400" kumimoji="1" lang="en-US">
              <a:solidFill>
                <a:schemeClr val="hlink"/>
              </a:solidFill>
              <a:latin typeface="Times New Roman" panose="02020603050405020304" pitchFamily="18" charset="0"/>
            </a:endParaRPr>
          </a:p>
        </p:txBody>
      </p:sp>
      <p:sp>
        <p:nvSpPr>
          <p:cNvPr id="1049870" name="Line 113"/>
          <p:cNvSpPr>
            <a:spLocks noChangeShapeType="1"/>
          </p:cNvSpPr>
          <p:nvPr/>
        </p:nvSpPr>
        <p:spPr bwMode="auto">
          <a:xfrm>
            <a:off x="1143000" y="2895600"/>
            <a:ext cx="3733800" cy="0"/>
          </a:xfrm>
          <a:prstGeom prst="line"/>
          <a:noFill/>
          <a:ln w="28575">
            <a:solidFill>
              <a:srgbClr val="333399"/>
            </a:solidFill>
            <a:round/>
            <a:headEnd/>
            <a:tailEnd/>
          </a:ln>
          <a:effectLst/>
        </p:spPr>
        <p:txBody>
          <a:bodyPr anchor="ctr" wrap="none"/>
          <a:p>
            <a:endParaRPr altLang="en-US" lang="zh-CN"/>
          </a:p>
        </p:txBody>
      </p:sp>
      <p:sp>
        <p:nvSpPr>
          <p:cNvPr id="1049871" name="Line 114"/>
          <p:cNvSpPr>
            <a:spLocks noChangeShapeType="1"/>
          </p:cNvSpPr>
          <p:nvPr/>
        </p:nvSpPr>
        <p:spPr bwMode="auto">
          <a:xfrm>
            <a:off x="4876800" y="2438400"/>
            <a:ext cx="0" cy="457200"/>
          </a:xfrm>
          <a:prstGeom prst="line"/>
          <a:noFill/>
          <a:ln w="28575">
            <a:solidFill>
              <a:srgbClr val="333399"/>
            </a:solidFill>
            <a:round/>
            <a:headEnd/>
            <a:tailEnd/>
          </a:ln>
          <a:effectLst/>
        </p:spPr>
        <p:txBody>
          <a:bodyPr anchor="ctr" wrap="none"/>
          <a:p>
            <a:endParaRPr altLang="en-US" lang="zh-CN"/>
          </a:p>
        </p:txBody>
      </p:sp>
      <p:sp>
        <p:nvSpPr>
          <p:cNvPr id="1049872" name="Line 115"/>
          <p:cNvSpPr>
            <a:spLocks noChangeShapeType="1"/>
          </p:cNvSpPr>
          <p:nvPr/>
        </p:nvSpPr>
        <p:spPr bwMode="auto">
          <a:xfrm flipV="1">
            <a:off x="3429000" y="2057400"/>
            <a:ext cx="0" cy="381000"/>
          </a:xfrm>
          <a:prstGeom prst="line"/>
          <a:noFill/>
          <a:ln w="28575">
            <a:solidFill>
              <a:srgbClr val="333399"/>
            </a:solidFill>
            <a:round/>
            <a:headEnd/>
            <a:tailEnd/>
          </a:ln>
          <a:effectLst/>
        </p:spPr>
        <p:txBody>
          <a:bodyPr anchor="ctr" wrap="none"/>
          <a:p>
            <a:endParaRPr altLang="en-US" lang="zh-CN"/>
          </a:p>
        </p:txBody>
      </p:sp>
      <p:sp>
        <p:nvSpPr>
          <p:cNvPr id="1049873" name="Line 116"/>
          <p:cNvSpPr>
            <a:spLocks noChangeShapeType="1"/>
          </p:cNvSpPr>
          <p:nvPr/>
        </p:nvSpPr>
        <p:spPr bwMode="auto">
          <a:xfrm flipV="1">
            <a:off x="6324600" y="1219200"/>
            <a:ext cx="0" cy="1219200"/>
          </a:xfrm>
          <a:prstGeom prst="line"/>
          <a:noFill/>
          <a:ln w="28575">
            <a:solidFill>
              <a:srgbClr val="333399"/>
            </a:solidFill>
            <a:round/>
            <a:headEnd/>
            <a:tailEnd/>
          </a:ln>
          <a:effectLst/>
        </p:spPr>
        <p:txBody>
          <a:bodyPr anchor="ctr" wrap="none"/>
          <a:p>
            <a:endParaRPr altLang="en-US" lang="zh-CN"/>
          </a:p>
        </p:txBody>
      </p:sp>
      <p:sp>
        <p:nvSpPr>
          <p:cNvPr id="1049874" name="Rectangle 117"/>
          <p:cNvSpPr>
            <a:spLocks noChangeArrowheads="1"/>
          </p:cNvSpPr>
          <p:nvPr/>
        </p:nvSpPr>
        <p:spPr bwMode="auto">
          <a:xfrm>
            <a:off x="2819400" y="1447800"/>
            <a:ext cx="1143000" cy="38100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875" name="Rectangle 118"/>
          <p:cNvSpPr>
            <a:spLocks noChangeArrowheads="1"/>
          </p:cNvSpPr>
          <p:nvPr/>
        </p:nvSpPr>
        <p:spPr bwMode="auto">
          <a:xfrm>
            <a:off x="4267200" y="1447800"/>
            <a:ext cx="1143000" cy="38100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876" name="Line 119"/>
          <p:cNvSpPr>
            <a:spLocks noChangeShapeType="1"/>
          </p:cNvSpPr>
          <p:nvPr/>
        </p:nvSpPr>
        <p:spPr bwMode="auto">
          <a:xfrm>
            <a:off x="3810000" y="1625600"/>
            <a:ext cx="457200" cy="0"/>
          </a:xfrm>
          <a:prstGeom prst="line"/>
          <a:noFill/>
          <a:ln w="28575">
            <a:solidFill>
              <a:srgbClr val="333399"/>
            </a:solidFill>
            <a:round/>
            <a:headEnd/>
            <a:tailEnd type="triangle" w="sm" len="med"/>
          </a:ln>
          <a:effectLst/>
        </p:spPr>
        <p:txBody>
          <a:bodyPr anchor="ctr" wrap="none"/>
          <a:p>
            <a:endParaRPr altLang="en-US" lang="zh-CN"/>
          </a:p>
        </p:txBody>
      </p:sp>
      <p:sp>
        <p:nvSpPr>
          <p:cNvPr id="1049877" name="Rectangle 120"/>
          <p:cNvSpPr>
            <a:spLocks noChangeArrowheads="1"/>
          </p:cNvSpPr>
          <p:nvPr/>
        </p:nvSpPr>
        <p:spPr bwMode="auto">
          <a:xfrm>
            <a:off x="1371600" y="1447800"/>
            <a:ext cx="1143000" cy="38100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878" name="Line 121"/>
          <p:cNvSpPr>
            <a:spLocks noChangeShapeType="1"/>
          </p:cNvSpPr>
          <p:nvPr/>
        </p:nvSpPr>
        <p:spPr bwMode="auto">
          <a:xfrm>
            <a:off x="2362200" y="1625600"/>
            <a:ext cx="457200" cy="0"/>
          </a:xfrm>
          <a:prstGeom prst="line"/>
          <a:noFill/>
          <a:ln w="28575">
            <a:solidFill>
              <a:srgbClr val="333399"/>
            </a:solidFill>
            <a:round/>
            <a:headEnd/>
            <a:tailEnd type="triangle" w="sm" len="med"/>
          </a:ln>
          <a:effectLst/>
        </p:spPr>
        <p:txBody>
          <a:bodyPr anchor="ctr" wrap="none"/>
          <a:p>
            <a:endParaRPr altLang="en-US" lang="zh-CN"/>
          </a:p>
        </p:txBody>
      </p:sp>
      <p:sp>
        <p:nvSpPr>
          <p:cNvPr id="1049879" name="Rectangle 122"/>
          <p:cNvSpPr>
            <a:spLocks noChangeArrowheads="1"/>
          </p:cNvSpPr>
          <p:nvPr/>
        </p:nvSpPr>
        <p:spPr bwMode="auto">
          <a:xfrm>
            <a:off x="1752600" y="1447800"/>
            <a:ext cx="381000" cy="381000"/>
          </a:xfrm>
          <a:prstGeom prst="rect"/>
          <a:ln>
            <a:headEnd/>
            <a:tailEnd/>
          </a:ln>
        </p:spPr>
        <p:style>
          <a:lnRef idx="1">
            <a:schemeClr val="accent3"/>
          </a:lnRef>
          <a:fillRef idx="2">
            <a:schemeClr val="accent3"/>
          </a:fillRef>
          <a:effectRef idx="1">
            <a:schemeClr val="accent3"/>
          </a:effectRef>
          <a:fontRef idx="minor">
            <a:schemeClr val="dk1"/>
          </a:fontRef>
        </p:style>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880" name="Text Box 123"/>
          <p:cNvSpPr txBox="1">
            <a:spLocks noChangeArrowheads="1"/>
          </p:cNvSpPr>
          <p:nvPr/>
        </p:nvSpPr>
        <p:spPr bwMode="auto">
          <a:xfrm>
            <a:off x="1379538" y="1366048"/>
            <a:ext cx="817879" cy="510541"/>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dirty="0" sz="2800" kumimoji="1" lang="en-US">
                <a:solidFill>
                  <a:schemeClr val="hlink"/>
                </a:solidFill>
                <a:latin typeface="Times New Roman" panose="02020603050405020304" pitchFamily="18" charset="0"/>
              </a:rPr>
              <a:t>0</a:t>
            </a:r>
            <a:r>
              <a:rPr altLang="zh-CN" b="1" dirty="0" sz="2400" kumimoji="1" lang="en-US">
                <a:solidFill>
                  <a:schemeClr val="hlink"/>
                </a:solidFill>
                <a:latin typeface="Times New Roman" panose="02020603050405020304" pitchFamily="18" charset="0"/>
              </a:rPr>
              <a:t>   </a:t>
            </a:r>
            <a:r>
              <a:rPr altLang="zh-CN" b="1" dirty="0" sz="2800" kumimoji="1" lang="en-US">
                <a:solidFill>
                  <a:schemeClr val="hlink"/>
                </a:solidFill>
                <a:latin typeface="Times New Roman" panose="02020603050405020304" pitchFamily="18" charset="0"/>
              </a:rPr>
              <a:t>2</a:t>
            </a:r>
            <a:endParaRPr altLang="zh-CN" dirty="0" sz="2400" kumimoji="1" lang="en-US">
              <a:solidFill>
                <a:schemeClr val="hlink"/>
              </a:solidFill>
              <a:latin typeface="Times New Roman" panose="02020603050405020304" pitchFamily="18" charset="0"/>
            </a:endParaRPr>
          </a:p>
        </p:txBody>
      </p:sp>
      <p:sp>
        <p:nvSpPr>
          <p:cNvPr id="1049881" name="Line 124"/>
          <p:cNvSpPr>
            <a:spLocks noChangeShapeType="1"/>
          </p:cNvSpPr>
          <p:nvPr/>
        </p:nvSpPr>
        <p:spPr bwMode="auto">
          <a:xfrm>
            <a:off x="3200400" y="1447800"/>
            <a:ext cx="0" cy="381000"/>
          </a:xfrm>
          <a:prstGeom prst="line"/>
          <a:noFill/>
          <a:ln w="12700">
            <a:solidFill>
              <a:srgbClr val="333399"/>
            </a:solidFill>
            <a:round/>
            <a:headEnd/>
            <a:tailEnd/>
          </a:ln>
          <a:effectLst/>
        </p:spPr>
        <p:txBody>
          <a:bodyPr anchor="ctr" wrap="none"/>
          <a:p>
            <a:endParaRPr altLang="en-US" lang="zh-CN"/>
          </a:p>
        </p:txBody>
      </p:sp>
      <p:sp>
        <p:nvSpPr>
          <p:cNvPr id="1049882" name="Line 125"/>
          <p:cNvSpPr>
            <a:spLocks noChangeShapeType="1"/>
          </p:cNvSpPr>
          <p:nvPr/>
        </p:nvSpPr>
        <p:spPr bwMode="auto">
          <a:xfrm>
            <a:off x="3581400" y="1447800"/>
            <a:ext cx="0" cy="381000"/>
          </a:xfrm>
          <a:prstGeom prst="line"/>
          <a:noFill/>
          <a:ln w="12700">
            <a:solidFill>
              <a:srgbClr val="333399"/>
            </a:solidFill>
            <a:round/>
            <a:headEnd/>
            <a:tailEnd/>
          </a:ln>
          <a:effectLst/>
        </p:spPr>
        <p:txBody>
          <a:bodyPr anchor="ctr" wrap="none"/>
          <a:p>
            <a:endParaRPr altLang="en-US" lang="zh-CN"/>
          </a:p>
        </p:txBody>
      </p:sp>
      <p:sp>
        <p:nvSpPr>
          <p:cNvPr id="1049883" name="Line 126"/>
          <p:cNvSpPr>
            <a:spLocks noChangeShapeType="1"/>
          </p:cNvSpPr>
          <p:nvPr/>
        </p:nvSpPr>
        <p:spPr bwMode="auto">
          <a:xfrm>
            <a:off x="4648200" y="1447800"/>
            <a:ext cx="0" cy="381000"/>
          </a:xfrm>
          <a:prstGeom prst="line"/>
          <a:noFill/>
          <a:ln w="12700">
            <a:solidFill>
              <a:srgbClr val="333399"/>
            </a:solidFill>
            <a:round/>
            <a:headEnd/>
            <a:tailEnd/>
          </a:ln>
          <a:effectLst/>
        </p:spPr>
        <p:txBody>
          <a:bodyPr anchor="ctr" wrap="none"/>
          <a:p>
            <a:endParaRPr altLang="en-US" lang="zh-CN"/>
          </a:p>
        </p:txBody>
      </p:sp>
      <p:sp>
        <p:nvSpPr>
          <p:cNvPr id="1049884" name="Line 127"/>
          <p:cNvSpPr>
            <a:spLocks noChangeShapeType="1"/>
          </p:cNvSpPr>
          <p:nvPr/>
        </p:nvSpPr>
        <p:spPr bwMode="auto">
          <a:xfrm>
            <a:off x="5029200" y="1447800"/>
            <a:ext cx="0" cy="381000"/>
          </a:xfrm>
          <a:prstGeom prst="line"/>
          <a:noFill/>
          <a:ln w="12700">
            <a:solidFill>
              <a:srgbClr val="333399"/>
            </a:solidFill>
            <a:round/>
            <a:headEnd/>
            <a:tailEnd/>
          </a:ln>
          <a:effectLst/>
        </p:spPr>
        <p:txBody>
          <a:bodyPr anchor="ctr" wrap="none"/>
          <a:p>
            <a:endParaRPr altLang="en-US" lang="zh-CN"/>
          </a:p>
        </p:txBody>
      </p:sp>
      <p:sp>
        <p:nvSpPr>
          <p:cNvPr id="1049885" name="Text Box 128"/>
          <p:cNvSpPr txBox="1">
            <a:spLocks noChangeArrowheads="1"/>
          </p:cNvSpPr>
          <p:nvPr/>
        </p:nvSpPr>
        <p:spPr bwMode="auto">
          <a:xfrm>
            <a:off x="2819400" y="1347790"/>
            <a:ext cx="797292" cy="5359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1</a:t>
            </a:r>
            <a:r>
              <a:rPr altLang="zh-CN" b="1" sz="3000" kumimoji="1" lang="en-US">
                <a:solidFill>
                  <a:schemeClr val="hlink"/>
                </a:solidFill>
                <a:latin typeface="Times New Roman" panose="02020603050405020304" pitchFamily="18" charset="0"/>
              </a:rPr>
              <a:t>  </a:t>
            </a:r>
            <a:r>
              <a:rPr altLang="zh-CN" b="1" sz="3000" i="1" kumimoji="1" lang="en-US">
                <a:latin typeface="Times New Roman" panose="02020603050405020304" pitchFamily="18" charset="0"/>
              </a:rPr>
              <a:t>a</a:t>
            </a:r>
            <a:endParaRPr altLang="zh-CN" sz="3000" i="1" kumimoji="1" lang="en-US">
              <a:latin typeface="Times New Roman" panose="02020603050405020304" pitchFamily="18" charset="0"/>
            </a:endParaRPr>
          </a:p>
        </p:txBody>
      </p:sp>
      <p:sp>
        <p:nvSpPr>
          <p:cNvPr id="1049886" name="Line 129"/>
          <p:cNvSpPr>
            <a:spLocks noChangeShapeType="1"/>
          </p:cNvSpPr>
          <p:nvPr/>
        </p:nvSpPr>
        <p:spPr bwMode="auto">
          <a:xfrm>
            <a:off x="1066800" y="2362200"/>
            <a:ext cx="304800" cy="0"/>
          </a:xfrm>
          <a:prstGeom prst="line"/>
          <a:noFill/>
          <a:ln w="28575">
            <a:solidFill>
              <a:srgbClr val="333399"/>
            </a:solidFill>
            <a:round/>
            <a:headEnd/>
            <a:tailEnd type="triangle" w="sm" len="med"/>
          </a:ln>
          <a:effectLst/>
        </p:spPr>
        <p:txBody>
          <a:bodyPr anchor="ctr" wrap="none"/>
          <a:p>
            <a:endParaRPr altLang="en-US" lang="zh-CN"/>
          </a:p>
        </p:txBody>
      </p:sp>
      <p:sp>
        <p:nvSpPr>
          <p:cNvPr id="1049887" name="Text Box 130"/>
          <p:cNvSpPr txBox="1">
            <a:spLocks noChangeArrowheads="1"/>
          </p:cNvSpPr>
          <p:nvPr/>
        </p:nvSpPr>
        <p:spPr bwMode="auto">
          <a:xfrm>
            <a:off x="685802" y="2057402"/>
            <a:ext cx="441325" cy="519113"/>
          </a:xfrm>
          <a:prstGeom prst="rect"/>
          <a:noFill/>
          <a:ln>
            <a:noFill/>
          </a:ln>
          <a:effectLst/>
        </p:spPr>
        <p:txBody>
          <a:bodyPr wrap="none">
            <a:spAutoFit/>
          </a:bodyPr>
          <a:p>
            <a:pPr eaLnBrk="1" hangingPunct="1"/>
            <a:r>
              <a:rPr altLang="zh-CN" b="1" sz="2800" i="1" kumimoji="1" lang="en-US">
                <a:solidFill>
                  <a:schemeClr val="tx2"/>
                </a:solidFill>
                <a:effectLst>
                  <a:outerShdw algn="tl" blurRad="38100" dir="2700000" dist="38100">
                    <a:srgbClr val="C0C0C0"/>
                  </a:outerShdw>
                </a:effectLst>
                <a:latin typeface="Times New Roman" pitchFamily="18" charset="0"/>
                <a:ea typeface="宋体" charset="-122"/>
              </a:rPr>
              <a:t>D</a:t>
            </a:r>
            <a:endParaRPr altLang="zh-CN" sz="2400" kumimoji="1" lang="en-US">
              <a:latin typeface="Times New Roman" pitchFamily="18" charset="0"/>
              <a:ea typeface="宋体" charset="-122"/>
            </a:endParaRPr>
          </a:p>
        </p:txBody>
      </p:sp>
      <p:sp>
        <p:nvSpPr>
          <p:cNvPr id="1049888" name="Line 131"/>
          <p:cNvSpPr>
            <a:spLocks noChangeShapeType="1"/>
          </p:cNvSpPr>
          <p:nvPr/>
        </p:nvSpPr>
        <p:spPr bwMode="auto">
          <a:xfrm>
            <a:off x="685800" y="2590800"/>
            <a:ext cx="685800" cy="0"/>
          </a:xfrm>
          <a:prstGeom prst="line"/>
          <a:noFill/>
          <a:ln w="28575">
            <a:solidFill>
              <a:srgbClr val="333399"/>
            </a:solidFill>
            <a:round/>
            <a:headEnd/>
            <a:tailEnd type="triangle" w="sm" len="med"/>
          </a:ln>
          <a:effectLst/>
        </p:spPr>
        <p:txBody>
          <a:bodyPr anchor="ctr" wrap="none"/>
          <a:p>
            <a:endParaRPr altLang="en-US" lang="zh-CN"/>
          </a:p>
        </p:txBody>
      </p:sp>
      <p:sp>
        <p:nvSpPr>
          <p:cNvPr id="1049889" name="Line 132"/>
          <p:cNvSpPr>
            <a:spLocks noChangeShapeType="1"/>
          </p:cNvSpPr>
          <p:nvPr/>
        </p:nvSpPr>
        <p:spPr bwMode="auto">
          <a:xfrm flipV="1">
            <a:off x="685800" y="2590800"/>
            <a:ext cx="0" cy="1981200"/>
          </a:xfrm>
          <a:prstGeom prst="line"/>
          <a:noFill/>
          <a:ln w="28575">
            <a:solidFill>
              <a:srgbClr val="333399"/>
            </a:solidFill>
            <a:round/>
            <a:headEnd/>
            <a:tailEnd/>
          </a:ln>
          <a:effectLst/>
        </p:spPr>
        <p:txBody>
          <a:bodyPr anchor="ctr" wrap="none"/>
          <a:p>
            <a:endParaRPr altLang="en-US" lang="zh-CN"/>
          </a:p>
        </p:txBody>
      </p:sp>
      <p:sp>
        <p:nvSpPr>
          <p:cNvPr id="1049890" name="Line 133"/>
          <p:cNvSpPr>
            <a:spLocks noChangeShapeType="1"/>
          </p:cNvSpPr>
          <p:nvPr/>
        </p:nvSpPr>
        <p:spPr bwMode="auto">
          <a:xfrm>
            <a:off x="469900" y="1638300"/>
            <a:ext cx="0" cy="3175000"/>
          </a:xfrm>
          <a:prstGeom prst="line"/>
          <a:noFill/>
          <a:ln w="28575">
            <a:solidFill>
              <a:srgbClr val="333399"/>
            </a:solidFill>
            <a:round/>
            <a:headEnd/>
            <a:tailEnd/>
          </a:ln>
          <a:effectLst/>
        </p:spPr>
        <p:txBody>
          <a:bodyPr anchor="ctr" wrap="none"/>
          <a:p>
            <a:endParaRPr altLang="en-US" lang="zh-CN"/>
          </a:p>
        </p:txBody>
      </p:sp>
      <p:sp>
        <p:nvSpPr>
          <p:cNvPr id="1049891" name="Line 134"/>
          <p:cNvSpPr>
            <a:spLocks noChangeShapeType="1"/>
          </p:cNvSpPr>
          <p:nvPr/>
        </p:nvSpPr>
        <p:spPr bwMode="auto">
          <a:xfrm>
            <a:off x="1066800" y="1524000"/>
            <a:ext cx="304800" cy="0"/>
          </a:xfrm>
          <a:prstGeom prst="line"/>
          <a:noFill/>
          <a:ln w="28575">
            <a:solidFill>
              <a:srgbClr val="333399"/>
            </a:solidFill>
            <a:round/>
            <a:headEnd/>
            <a:tailEnd type="triangle" w="sm" len="med"/>
          </a:ln>
          <a:effectLst/>
        </p:spPr>
        <p:txBody>
          <a:bodyPr anchor="ctr" wrap="none"/>
          <a:p>
            <a:endParaRPr altLang="en-US" lang="zh-CN"/>
          </a:p>
        </p:txBody>
      </p:sp>
      <p:sp>
        <p:nvSpPr>
          <p:cNvPr id="1049892" name="Line 135"/>
          <p:cNvSpPr>
            <a:spLocks noChangeShapeType="1"/>
          </p:cNvSpPr>
          <p:nvPr/>
        </p:nvSpPr>
        <p:spPr bwMode="auto">
          <a:xfrm>
            <a:off x="457200" y="1651000"/>
            <a:ext cx="914400" cy="0"/>
          </a:xfrm>
          <a:prstGeom prst="line"/>
          <a:noFill/>
          <a:ln w="28575">
            <a:solidFill>
              <a:srgbClr val="333399"/>
            </a:solidFill>
            <a:round/>
            <a:headEnd/>
            <a:tailEnd type="triangle" w="sm" len="med"/>
          </a:ln>
          <a:effectLst/>
        </p:spPr>
        <p:txBody>
          <a:bodyPr anchor="ctr" wrap="none"/>
          <a:p>
            <a:endParaRPr altLang="en-US" lang="zh-CN"/>
          </a:p>
        </p:txBody>
      </p:sp>
      <p:sp>
        <p:nvSpPr>
          <p:cNvPr id="1049893" name="Line 136"/>
          <p:cNvSpPr>
            <a:spLocks noChangeShapeType="1"/>
          </p:cNvSpPr>
          <p:nvPr/>
        </p:nvSpPr>
        <p:spPr bwMode="auto">
          <a:xfrm>
            <a:off x="1143000" y="1752600"/>
            <a:ext cx="228600" cy="0"/>
          </a:xfrm>
          <a:prstGeom prst="line"/>
          <a:noFill/>
          <a:ln w="28575">
            <a:solidFill>
              <a:srgbClr val="333399"/>
            </a:solidFill>
            <a:round/>
            <a:headEnd/>
            <a:tailEnd type="triangle" w="sm" len="med"/>
          </a:ln>
          <a:effectLst/>
        </p:spPr>
        <p:txBody>
          <a:bodyPr anchor="ctr" wrap="none"/>
          <a:p>
            <a:endParaRPr altLang="en-US" lang="zh-CN"/>
          </a:p>
        </p:txBody>
      </p:sp>
      <p:sp>
        <p:nvSpPr>
          <p:cNvPr id="1049894" name="Line 137"/>
          <p:cNvSpPr>
            <a:spLocks noChangeShapeType="1"/>
          </p:cNvSpPr>
          <p:nvPr/>
        </p:nvSpPr>
        <p:spPr bwMode="auto">
          <a:xfrm>
            <a:off x="1143000" y="1752600"/>
            <a:ext cx="0" cy="304800"/>
          </a:xfrm>
          <a:prstGeom prst="line"/>
          <a:noFill/>
          <a:ln w="28575">
            <a:solidFill>
              <a:srgbClr val="333399"/>
            </a:solidFill>
            <a:round/>
            <a:headEnd/>
            <a:tailEnd/>
          </a:ln>
          <a:effectLst/>
        </p:spPr>
        <p:txBody>
          <a:bodyPr anchor="ctr" wrap="none"/>
          <a:p>
            <a:endParaRPr altLang="en-US" lang="zh-CN"/>
          </a:p>
        </p:txBody>
      </p:sp>
      <p:sp>
        <p:nvSpPr>
          <p:cNvPr id="1049895" name="Line 138"/>
          <p:cNvSpPr>
            <a:spLocks noChangeShapeType="1"/>
          </p:cNvSpPr>
          <p:nvPr/>
        </p:nvSpPr>
        <p:spPr bwMode="auto">
          <a:xfrm>
            <a:off x="1143000" y="2057400"/>
            <a:ext cx="2286000" cy="0"/>
          </a:xfrm>
          <a:prstGeom prst="line"/>
          <a:noFill/>
          <a:ln w="28575">
            <a:solidFill>
              <a:srgbClr val="333399"/>
            </a:solidFill>
            <a:round/>
            <a:headEnd/>
            <a:tailEnd/>
          </a:ln>
          <a:effectLst/>
        </p:spPr>
        <p:txBody>
          <a:bodyPr anchor="ctr" wrap="none"/>
          <a:p>
            <a:endParaRPr altLang="en-US" lang="zh-CN"/>
          </a:p>
        </p:txBody>
      </p:sp>
      <p:sp>
        <p:nvSpPr>
          <p:cNvPr id="1049896" name="Text Box 139"/>
          <p:cNvSpPr txBox="1">
            <a:spLocks noChangeArrowheads="1"/>
          </p:cNvSpPr>
          <p:nvPr/>
        </p:nvSpPr>
        <p:spPr bwMode="auto">
          <a:xfrm>
            <a:off x="685800" y="1157288"/>
            <a:ext cx="420688" cy="519112"/>
          </a:xfrm>
          <a:prstGeom prst="rect"/>
          <a:noFill/>
          <a:ln>
            <a:noFill/>
          </a:ln>
          <a:effectLst/>
        </p:spPr>
        <p:txBody>
          <a:bodyPr wrap="none">
            <a:spAutoFit/>
          </a:bodyPr>
          <a:p>
            <a:pPr eaLnBrk="1" hangingPunct="1"/>
            <a:r>
              <a:rPr altLang="zh-CN" b="1" sz="2800" i="1" kumimoji="1" lang="en-US">
                <a:solidFill>
                  <a:schemeClr val="tx2"/>
                </a:solidFill>
                <a:effectLst>
                  <a:outerShdw algn="tl" blurRad="38100" dir="2700000" dist="38100">
                    <a:srgbClr val="C0C0C0"/>
                  </a:outerShdw>
                </a:effectLst>
                <a:latin typeface="Times New Roman" pitchFamily="18" charset="0"/>
                <a:ea typeface="宋体" charset="-122"/>
              </a:rPr>
              <a:t>B</a:t>
            </a:r>
            <a:endParaRPr altLang="zh-CN" sz="2400" kumimoji="1" lang="en-US">
              <a:latin typeface="Times New Roman" pitchFamily="18" charset="0"/>
              <a:ea typeface="宋体" charset="-122"/>
            </a:endParaRPr>
          </a:p>
        </p:txBody>
      </p:sp>
      <p:sp>
        <p:nvSpPr>
          <p:cNvPr id="1049897" name="Text Box 140"/>
          <p:cNvSpPr txBox="1">
            <a:spLocks noChangeArrowheads="1"/>
          </p:cNvSpPr>
          <p:nvPr/>
        </p:nvSpPr>
        <p:spPr bwMode="auto">
          <a:xfrm>
            <a:off x="3429000" y="1828802"/>
            <a:ext cx="420688" cy="519113"/>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i="1" kumimoji="1" lang="en-US">
                <a:solidFill>
                  <a:schemeClr val="tx2"/>
                </a:solidFill>
                <a:latin typeface="Times New Roman" panose="02020603050405020304" pitchFamily="18" charset="0"/>
              </a:rPr>
              <a:t>B</a:t>
            </a:r>
            <a:endParaRPr altLang="zh-CN" sz="2400" kumimoji="1" lang="en-US">
              <a:latin typeface="Times New Roman" panose="02020603050405020304" pitchFamily="18" charset="0"/>
            </a:endParaRPr>
          </a:p>
        </p:txBody>
      </p:sp>
      <p:sp>
        <p:nvSpPr>
          <p:cNvPr id="1049898" name="Text Box 141"/>
          <p:cNvSpPr txBox="1">
            <a:spLocks noChangeArrowheads="1"/>
          </p:cNvSpPr>
          <p:nvPr/>
        </p:nvSpPr>
        <p:spPr bwMode="auto">
          <a:xfrm>
            <a:off x="4913315" y="1828802"/>
            <a:ext cx="420687" cy="519113"/>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i="1" kumimoji="1" lang="en-US">
                <a:solidFill>
                  <a:schemeClr val="tx2"/>
                </a:solidFill>
                <a:latin typeface="Times New Roman" panose="02020603050405020304" pitchFamily="18" charset="0"/>
              </a:rPr>
              <a:t>C</a:t>
            </a:r>
            <a:endParaRPr altLang="zh-CN" sz="2400" kumimoji="1" lang="en-US">
              <a:latin typeface="Times New Roman" panose="02020603050405020304" pitchFamily="18" charset="0"/>
            </a:endParaRPr>
          </a:p>
        </p:txBody>
      </p:sp>
      <p:sp>
        <p:nvSpPr>
          <p:cNvPr id="1049899" name="Text Box 142"/>
          <p:cNvSpPr txBox="1">
            <a:spLocks noChangeArrowheads="1"/>
          </p:cNvSpPr>
          <p:nvPr/>
        </p:nvSpPr>
        <p:spPr bwMode="auto">
          <a:xfrm>
            <a:off x="6361115" y="1828802"/>
            <a:ext cx="420687" cy="519113"/>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i="1" kumimoji="1" lang="en-US">
                <a:solidFill>
                  <a:schemeClr val="tx2"/>
                </a:solidFill>
                <a:latin typeface="Times New Roman" panose="02020603050405020304" pitchFamily="18" charset="0"/>
              </a:rPr>
              <a:t>A</a:t>
            </a:r>
            <a:endParaRPr altLang="zh-CN" sz="2400" kumimoji="1" lang="en-US">
              <a:latin typeface="Times New Roman" panose="02020603050405020304" pitchFamily="18" charset="0"/>
            </a:endParaRPr>
          </a:p>
        </p:txBody>
      </p:sp>
      <p:sp>
        <p:nvSpPr>
          <p:cNvPr id="1049900" name="Text Box 143"/>
          <p:cNvSpPr txBox="1">
            <a:spLocks noChangeArrowheads="1"/>
          </p:cNvSpPr>
          <p:nvPr/>
        </p:nvSpPr>
        <p:spPr bwMode="auto">
          <a:xfrm>
            <a:off x="4267200" y="1347790"/>
            <a:ext cx="822989" cy="5359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1</a:t>
            </a:r>
            <a:r>
              <a:rPr altLang="zh-CN" b="1" sz="3000" i="1" kumimoji="1" lang="en-US">
                <a:solidFill>
                  <a:schemeClr val="hlink"/>
                </a:solidFill>
                <a:latin typeface="Times New Roman" panose="02020603050405020304" pitchFamily="18" charset="0"/>
              </a:rPr>
              <a:t>  </a:t>
            </a:r>
            <a:r>
              <a:rPr altLang="zh-CN" b="1" sz="3000" i="1" kumimoji="1" lang="en-US">
                <a:latin typeface="Times New Roman" panose="02020603050405020304" pitchFamily="18" charset="0"/>
              </a:rPr>
              <a:t>b</a:t>
            </a:r>
            <a:endParaRPr altLang="zh-CN" sz="3000" i="1" kumimoji="1" lang="en-US">
              <a:latin typeface="Times New Roman" panose="02020603050405020304" pitchFamily="18" charset="0"/>
            </a:endParaRPr>
          </a:p>
        </p:txBody>
      </p:sp>
      <p:sp>
        <p:nvSpPr>
          <p:cNvPr id="1049901" name="Text Box 144"/>
          <p:cNvSpPr txBox="1">
            <a:spLocks noChangeArrowheads="1"/>
          </p:cNvSpPr>
          <p:nvPr/>
        </p:nvSpPr>
        <p:spPr bwMode="auto">
          <a:xfrm>
            <a:off x="5029202" y="1309688"/>
            <a:ext cx="398463" cy="51911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rgbClr val="333399"/>
                </a:solidFill>
                <a:latin typeface="Times New Roman" panose="02020603050405020304" pitchFamily="18" charset="0"/>
                <a:sym typeface="Symbol" panose="05050102010706020507" pitchFamily="18" charset="2"/>
              </a:rPr>
              <a:t></a:t>
            </a:r>
            <a:endParaRPr altLang="zh-CN" sz="2400" kumimoji="1" lang="en-US">
              <a:latin typeface="Times New Roman" panose="02020603050405020304" pitchFamily="18" charset="0"/>
            </a:endParaRPr>
          </a:p>
        </p:txBody>
      </p:sp>
      <p:sp>
        <p:nvSpPr>
          <p:cNvPr id="1049902" name="Rectangle 145"/>
          <p:cNvSpPr>
            <a:spLocks noChangeArrowheads="1"/>
          </p:cNvSpPr>
          <p:nvPr/>
        </p:nvSpPr>
        <p:spPr bwMode="auto">
          <a:xfrm>
            <a:off x="1371600" y="609600"/>
            <a:ext cx="1143000" cy="38100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903" name="Rectangle 146"/>
          <p:cNvSpPr>
            <a:spLocks noChangeArrowheads="1"/>
          </p:cNvSpPr>
          <p:nvPr/>
        </p:nvSpPr>
        <p:spPr bwMode="auto">
          <a:xfrm>
            <a:off x="1752600" y="609600"/>
            <a:ext cx="381000" cy="381000"/>
          </a:xfrm>
          <a:prstGeom prst="rect"/>
          <a:ln>
            <a:headEnd/>
            <a:tailEnd/>
          </a:ln>
        </p:spPr>
        <p:style>
          <a:lnRef idx="1">
            <a:schemeClr val="accent3"/>
          </a:lnRef>
          <a:fillRef idx="2">
            <a:schemeClr val="accent3"/>
          </a:fillRef>
          <a:effectRef idx="1">
            <a:schemeClr val="accent3"/>
          </a:effectRef>
          <a:fontRef idx="minor">
            <a:schemeClr val="dk1"/>
          </a:fontRef>
        </p:style>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904" name="Text Box 147"/>
          <p:cNvSpPr txBox="1">
            <a:spLocks noChangeArrowheads="1"/>
          </p:cNvSpPr>
          <p:nvPr/>
        </p:nvSpPr>
        <p:spPr bwMode="auto">
          <a:xfrm>
            <a:off x="1408112" y="522623"/>
            <a:ext cx="792480" cy="5105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dirty="0" sz="2800" kumimoji="1" lang="en-US">
                <a:solidFill>
                  <a:schemeClr val="hlink"/>
                </a:solidFill>
                <a:latin typeface="Times New Roman" panose="02020603050405020304" pitchFamily="18" charset="0"/>
              </a:rPr>
              <a:t>0  1</a:t>
            </a:r>
            <a:endParaRPr altLang="zh-CN" dirty="0" sz="2400" kumimoji="1" lang="en-US">
              <a:solidFill>
                <a:schemeClr val="hlink"/>
              </a:solidFill>
              <a:latin typeface="Times New Roman" panose="02020603050405020304" pitchFamily="18" charset="0"/>
            </a:endParaRPr>
          </a:p>
        </p:txBody>
      </p:sp>
      <p:sp>
        <p:nvSpPr>
          <p:cNvPr id="1049905" name="Line 148"/>
          <p:cNvSpPr>
            <a:spLocks noChangeShapeType="1"/>
          </p:cNvSpPr>
          <p:nvPr/>
        </p:nvSpPr>
        <p:spPr bwMode="auto">
          <a:xfrm>
            <a:off x="1066800" y="685800"/>
            <a:ext cx="304800" cy="0"/>
          </a:xfrm>
          <a:prstGeom prst="line"/>
          <a:noFill/>
          <a:ln w="28575">
            <a:solidFill>
              <a:srgbClr val="333399"/>
            </a:solidFill>
            <a:round/>
            <a:headEnd/>
            <a:tailEnd type="triangle" w="sm" len="med"/>
          </a:ln>
          <a:effectLst/>
        </p:spPr>
        <p:txBody>
          <a:bodyPr anchor="ctr" wrap="none"/>
          <a:p>
            <a:endParaRPr altLang="en-US" lang="zh-CN"/>
          </a:p>
        </p:txBody>
      </p:sp>
      <p:sp>
        <p:nvSpPr>
          <p:cNvPr id="1049906" name="Text Box 149"/>
          <p:cNvSpPr txBox="1">
            <a:spLocks noChangeArrowheads="1"/>
          </p:cNvSpPr>
          <p:nvPr/>
        </p:nvSpPr>
        <p:spPr bwMode="auto">
          <a:xfrm>
            <a:off x="685800" y="319088"/>
            <a:ext cx="420688" cy="519112"/>
          </a:xfrm>
          <a:prstGeom prst="rect"/>
          <a:noFill/>
          <a:ln>
            <a:noFill/>
          </a:ln>
          <a:effectLst/>
        </p:spPr>
        <p:txBody>
          <a:bodyPr wrap="none">
            <a:spAutoFit/>
          </a:bodyPr>
          <a:p>
            <a:pPr eaLnBrk="1" hangingPunct="1"/>
            <a:r>
              <a:rPr altLang="zh-CN" b="1" sz="2800" i="1" kumimoji="1" lang="en-US">
                <a:solidFill>
                  <a:schemeClr val="tx2"/>
                </a:solidFill>
                <a:effectLst>
                  <a:outerShdw algn="tl" blurRad="38100" dir="2700000" dist="38100">
                    <a:srgbClr val="C0C0C0"/>
                  </a:outerShdw>
                </a:effectLst>
                <a:latin typeface="Times New Roman" pitchFamily="18" charset="0"/>
                <a:ea typeface="宋体" charset="-122"/>
              </a:rPr>
              <a:t>A</a:t>
            </a:r>
            <a:endParaRPr altLang="zh-CN" sz="2400" kumimoji="1" lang="en-US">
              <a:latin typeface="Times New Roman" pitchFamily="18" charset="0"/>
              <a:ea typeface="宋体" charset="-122"/>
            </a:endParaRPr>
          </a:p>
        </p:txBody>
      </p:sp>
      <p:sp>
        <p:nvSpPr>
          <p:cNvPr id="1049907" name="Text Box 150"/>
          <p:cNvSpPr txBox="1">
            <a:spLocks noChangeArrowheads="1"/>
          </p:cNvSpPr>
          <p:nvPr/>
        </p:nvSpPr>
        <p:spPr bwMode="auto">
          <a:xfrm>
            <a:off x="2133602" y="471488"/>
            <a:ext cx="398463" cy="51911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rgbClr val="333399"/>
                </a:solidFill>
                <a:latin typeface="Times New Roman" panose="02020603050405020304" pitchFamily="18" charset="0"/>
                <a:sym typeface="Symbol" panose="05050102010706020507" pitchFamily="18" charset="2"/>
              </a:rPr>
              <a:t></a:t>
            </a:r>
            <a:endParaRPr altLang="zh-CN" sz="2400" kumimoji="1" lang="en-US">
              <a:latin typeface="Times New Roman" panose="02020603050405020304" pitchFamily="18" charset="0"/>
            </a:endParaRPr>
          </a:p>
        </p:txBody>
      </p:sp>
      <p:sp>
        <p:nvSpPr>
          <p:cNvPr id="1049908" name="Line 151"/>
          <p:cNvSpPr>
            <a:spLocks noChangeShapeType="1"/>
          </p:cNvSpPr>
          <p:nvPr/>
        </p:nvSpPr>
        <p:spPr bwMode="auto">
          <a:xfrm>
            <a:off x="1143000" y="838200"/>
            <a:ext cx="228600" cy="0"/>
          </a:xfrm>
          <a:prstGeom prst="line"/>
          <a:noFill/>
          <a:ln w="28575">
            <a:solidFill>
              <a:srgbClr val="333399"/>
            </a:solidFill>
            <a:round/>
            <a:headEnd/>
            <a:tailEnd type="triangle" w="sm" len="med"/>
          </a:ln>
          <a:effectLst/>
        </p:spPr>
        <p:txBody>
          <a:bodyPr anchor="ctr" wrap="none"/>
          <a:p>
            <a:endParaRPr altLang="en-US" lang="zh-CN"/>
          </a:p>
        </p:txBody>
      </p:sp>
      <p:sp>
        <p:nvSpPr>
          <p:cNvPr id="1049909" name="Line 152"/>
          <p:cNvSpPr>
            <a:spLocks noChangeShapeType="1"/>
          </p:cNvSpPr>
          <p:nvPr/>
        </p:nvSpPr>
        <p:spPr bwMode="auto">
          <a:xfrm>
            <a:off x="1143000" y="838200"/>
            <a:ext cx="0" cy="381000"/>
          </a:xfrm>
          <a:prstGeom prst="line"/>
          <a:noFill/>
          <a:ln w="28575">
            <a:solidFill>
              <a:srgbClr val="333399"/>
            </a:solidFill>
            <a:round/>
            <a:headEnd/>
            <a:tailEnd/>
          </a:ln>
          <a:effectLst/>
        </p:spPr>
        <p:txBody>
          <a:bodyPr anchor="ctr" wrap="none"/>
          <a:p>
            <a:endParaRPr altLang="en-US" lang="zh-CN"/>
          </a:p>
        </p:txBody>
      </p:sp>
      <p:sp>
        <p:nvSpPr>
          <p:cNvPr id="1049910" name="Line 153"/>
          <p:cNvSpPr>
            <a:spLocks noChangeShapeType="1"/>
          </p:cNvSpPr>
          <p:nvPr/>
        </p:nvSpPr>
        <p:spPr bwMode="auto">
          <a:xfrm>
            <a:off x="1143000" y="1219200"/>
            <a:ext cx="5181600" cy="0"/>
          </a:xfrm>
          <a:prstGeom prst="line"/>
          <a:noFill/>
          <a:ln w="28575">
            <a:solidFill>
              <a:srgbClr val="333399"/>
            </a:solidFill>
            <a:round/>
            <a:headEnd/>
            <a:tailEnd/>
          </a:ln>
          <a:effectLst/>
        </p:spPr>
        <p:txBody>
          <a:bodyPr anchor="ctr" wrap="none"/>
          <a:p>
            <a:endParaRPr altLang="en-US" lang="zh-CN"/>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310" name=""/>
        <p:cNvGrpSpPr/>
        <p:nvPr/>
      </p:nvGrpSpPr>
      <p:grpSpPr>
        <a:xfrm>
          <a:off x="0" y="0"/>
          <a:ext cx="0" cy="0"/>
          <a:chOff x="0" y="0"/>
          <a:chExt cx="0" cy="0"/>
        </a:xfrm>
      </p:grpSpPr>
      <p:sp>
        <p:nvSpPr>
          <p:cNvPr id="1049911" name="Text Box 2"/>
          <p:cNvSpPr txBox="1">
            <a:spLocks noChangeArrowheads="1"/>
          </p:cNvSpPr>
          <p:nvPr/>
        </p:nvSpPr>
        <p:spPr bwMode="auto">
          <a:xfrm>
            <a:off x="2667000" y="457200"/>
            <a:ext cx="4114800" cy="641350"/>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en-US" b="1" sz="3600" kumimoji="1" lang="zh-CN">
                <a:solidFill>
                  <a:schemeClr val="tx2"/>
                </a:solidFill>
                <a:latin typeface="Times New Roman" panose="02020603050405020304" pitchFamily="18" charset="0"/>
                <a:ea typeface="华文新魏" panose="02010800040101010101" pitchFamily="2" charset="-122"/>
              </a:rPr>
              <a:t>广义表的类定义</a:t>
            </a:r>
          </a:p>
        </p:txBody>
      </p:sp>
      <p:sp>
        <p:nvSpPr>
          <p:cNvPr id="1049912" name="Text Box 3"/>
          <p:cNvSpPr txBox="1">
            <a:spLocks noChangeArrowheads="1"/>
          </p:cNvSpPr>
          <p:nvPr/>
        </p:nvSpPr>
        <p:spPr bwMode="auto">
          <a:xfrm>
            <a:off x="685800" y="1155700"/>
            <a:ext cx="8001000" cy="4701541"/>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dirty="0" sz="2800" kumimoji="1" lang="en-US">
                <a:latin typeface="Times New Roman" panose="02020603050405020304" pitchFamily="18" charset="0"/>
                <a:ea typeface="隶书" panose="02010509060101010101" pitchFamily="49" charset="-122"/>
              </a:rPr>
              <a:t>#include &lt;</a:t>
            </a:r>
            <a:r>
              <a:rPr altLang="zh-CN" b="1" dirty="0" sz="2800" kumimoji="1" lang="en-US" err="1">
                <a:latin typeface="Times New Roman" panose="02020603050405020304" pitchFamily="18" charset="0"/>
                <a:ea typeface="隶书" panose="02010509060101010101" pitchFamily="49" charset="-122"/>
              </a:rPr>
              <a:t>iostream.h</a:t>
            </a:r>
            <a:r>
              <a:rPr altLang="zh-CN" b="1" dirty="0" sz="2800" kumimoji="1" lang="en-US">
                <a:latin typeface="Times New Roman" panose="02020603050405020304" pitchFamily="18" charset="0"/>
                <a:ea typeface="隶书" panose="02010509060101010101" pitchFamily="49" charset="-122"/>
              </a:rPr>
              <a:t>&gt;</a:t>
            </a:r>
          </a:p>
          <a:p>
            <a:pPr eaLnBrk="1" hangingPunct="1">
              <a:spcBef>
                <a:spcPct val="0"/>
              </a:spcBef>
              <a:buFontTx/>
              <a:buNone/>
            </a:pPr>
            <a:r>
              <a:rPr altLang="zh-CN" b="1" dirty="0" sz="2800" kumimoji="1" lang="en-US">
                <a:latin typeface="Times New Roman" panose="02020603050405020304" pitchFamily="18" charset="0"/>
                <a:ea typeface="隶书" panose="02010509060101010101" pitchFamily="49" charset="-122"/>
              </a:rPr>
              <a:t>#include &lt;</a:t>
            </a:r>
            <a:r>
              <a:rPr altLang="zh-CN" b="1" dirty="0" sz="2800" kumimoji="1" lang="en-US" err="1">
                <a:latin typeface="Times New Roman" panose="02020603050405020304" pitchFamily="18" charset="0"/>
                <a:ea typeface="隶书" panose="02010509060101010101" pitchFamily="49" charset="-122"/>
              </a:rPr>
              <a:t>stdlib.h</a:t>
            </a:r>
            <a:r>
              <a:rPr altLang="zh-CN" b="1" dirty="0" sz="2800" kumimoji="1" lang="en-US">
                <a:latin typeface="Times New Roman" panose="02020603050405020304" pitchFamily="18" charset="0"/>
                <a:ea typeface="隶书" panose="02010509060101010101" pitchFamily="49" charset="-122"/>
              </a:rPr>
              <a:t>&gt;</a:t>
            </a:r>
          </a:p>
          <a:p>
            <a:pPr eaLnBrk="1" hangingPunct="1">
              <a:spcBef>
                <a:spcPct val="0"/>
              </a:spcBef>
              <a:buFontTx/>
              <a:buNone/>
            </a:pPr>
            <a:r>
              <a:rPr altLang="zh-CN" b="1" dirty="0" sz="2800" kumimoji="1" lang="en-US">
                <a:latin typeface="Times New Roman" panose="02020603050405020304" pitchFamily="18" charset="0"/>
                <a:ea typeface="隶书" panose="02010509060101010101" pitchFamily="49" charset="-122"/>
              </a:rPr>
              <a:t>template &lt;class</a:t>
            </a:r>
            <a:r>
              <a:rPr altLang="zh-CN" dirty="0" sz="2800" kumimoji="1" lang="en-US">
                <a:latin typeface="Times New Roman" panose="02020603050405020304" pitchFamily="18" charset="0"/>
                <a:ea typeface="隶书" panose="02010509060101010101" pitchFamily="49" charset="-122"/>
              </a:rPr>
              <a:t> T</a:t>
            </a:r>
            <a:r>
              <a:rPr altLang="zh-CN" b="1" dirty="0" sz="2800" kumimoji="1" lang="en-US">
                <a:latin typeface="Times New Roman" panose="02020603050405020304" pitchFamily="18" charset="0"/>
                <a:ea typeface="隶书" panose="02010509060101010101" pitchFamily="49" charset="-122"/>
              </a:rPr>
              <a:t>&gt;</a:t>
            </a:r>
          </a:p>
          <a:p>
            <a:pPr eaLnBrk="1" hangingPunct="1">
              <a:spcBef>
                <a:spcPct val="0"/>
              </a:spcBef>
              <a:buFontTx/>
              <a:buNone/>
            </a:pPr>
            <a:r>
              <a:rPr altLang="zh-CN" b="1" dirty="0" sz="2800" kumimoji="1" lang="en-US">
                <a:solidFill>
                  <a:srgbClr val="0066FF"/>
                </a:solidFill>
                <a:latin typeface="Times New Roman" panose="02020603050405020304" pitchFamily="18" charset="0"/>
                <a:ea typeface="隶书" panose="02010509060101010101" pitchFamily="49" charset="-122"/>
              </a:rPr>
              <a:t>struct </a:t>
            </a:r>
            <a:r>
              <a:rPr altLang="zh-CN" dirty="0" sz="2800" kumimoji="1" lang="en-US">
                <a:solidFill>
                  <a:srgbClr val="0066FF"/>
                </a:solidFill>
                <a:latin typeface="Times New Roman" panose="02020603050405020304" pitchFamily="18" charset="0"/>
                <a:ea typeface="隶书" panose="02010509060101010101" pitchFamily="49" charset="-122"/>
              </a:rPr>
              <a:t>Items </a:t>
            </a:r>
            <a:r>
              <a:rPr altLang="zh-CN" b="1" dirty="0" sz="2800" kumimoji="1" lang="en-US">
                <a:latin typeface="Times New Roman" panose="02020603050405020304" pitchFamily="18" charset="0"/>
                <a:ea typeface="隶书" panose="02010509060101010101" pitchFamily="49" charset="-122"/>
              </a:rPr>
              <a:t>{</a:t>
            </a:r>
            <a:r>
              <a:rPr altLang="zh-CN"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返回值的类结构定义</a:t>
            </a:r>
          </a:p>
          <a:p>
            <a:pPr eaLnBrk="1" hangingPunct="1">
              <a:spcBef>
                <a:spcPct val="0"/>
              </a:spcBef>
              <a:buFontTx/>
              <a:buNone/>
            </a:pPr>
            <a:r>
              <a:rPr altLang="en-US" dirty="0" sz="2800" kumimoji="1" lang="zh-CN">
                <a:latin typeface="Times New Roman" panose="02020603050405020304" pitchFamily="18" charset="0"/>
                <a:ea typeface="隶书" panose="02010509060101010101" pitchFamily="49" charset="-122"/>
              </a:rPr>
              <a:t>     </a:t>
            </a:r>
            <a:r>
              <a:rPr altLang="zh-CN" b="1" dirty="0" sz="2800" kumimoji="1" lang="en-US">
                <a:latin typeface="Times New Roman" panose="02020603050405020304" pitchFamily="18" charset="0"/>
                <a:ea typeface="隶书" panose="02010509060101010101" pitchFamily="49" charset="-122"/>
              </a:rPr>
              <a:t>int</a:t>
            </a:r>
            <a:r>
              <a:rPr altLang="zh-CN" dirty="0" sz="2800" kumimoji="1" lang="en-US">
                <a:latin typeface="Times New Roman" panose="02020603050405020304" pitchFamily="18" charset="0"/>
                <a:ea typeface="隶书" panose="02010509060101010101" pitchFamily="49" charset="-122"/>
              </a:rPr>
              <a:t> </a:t>
            </a:r>
            <a:r>
              <a:rPr altLang="zh-CN" dirty="0" sz="2800" kumimoji="1" lang="en-US" err="1">
                <a:solidFill>
                  <a:srgbClr val="00B0F0"/>
                </a:solidFill>
                <a:latin typeface="Times New Roman" panose="02020603050405020304" pitchFamily="18" charset="0"/>
                <a:ea typeface="隶书" panose="02010509060101010101" pitchFamily="49" charset="-122"/>
              </a:rPr>
              <a:t>utype</a:t>
            </a:r>
            <a:r>
              <a:rPr altLang="zh-CN" b="1"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结点类型＝</a:t>
            </a:r>
            <a:r>
              <a:rPr altLang="zh-CN" dirty="0" sz="2800" kumimoji="1" lang="en-US">
                <a:solidFill>
                  <a:schemeClr val="tx2"/>
                </a:solidFill>
                <a:latin typeface="Times New Roman" panose="02020603050405020304" pitchFamily="18" charset="0"/>
                <a:ea typeface="隶书" panose="02010509060101010101" pitchFamily="49" charset="-122"/>
              </a:rPr>
              <a:t>0/1/2</a:t>
            </a:r>
          </a:p>
          <a:p>
            <a:pPr eaLnBrk="1" hangingPunct="1">
              <a:spcBef>
                <a:spcPct val="0"/>
              </a:spcBef>
              <a:buFontTx/>
              <a:buNone/>
            </a:pPr>
            <a:r>
              <a:rPr altLang="zh-CN" dirty="0" sz="2800" kumimoji="1" lang="en-US">
                <a:latin typeface="Times New Roman" panose="02020603050405020304" pitchFamily="18" charset="0"/>
                <a:ea typeface="隶书" panose="02010509060101010101" pitchFamily="49" charset="-122"/>
              </a:rPr>
              <a:t>     </a:t>
            </a:r>
            <a:r>
              <a:rPr altLang="zh-CN" b="1" dirty="0" sz="2800" kumimoji="1" lang="en-US">
                <a:latin typeface="Times New Roman" panose="02020603050405020304" pitchFamily="18" charset="0"/>
                <a:ea typeface="隶书" panose="02010509060101010101" pitchFamily="49" charset="-122"/>
              </a:rPr>
              <a:t>union {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联合</a:t>
            </a:r>
          </a:p>
          <a:p>
            <a:pPr eaLnBrk="1" hangingPunct="1">
              <a:spcBef>
                <a:spcPct val="0"/>
              </a:spcBef>
              <a:buFontTx/>
              <a:buNone/>
            </a:pPr>
            <a:r>
              <a:rPr altLang="en-US" dirty="0" sz="2800" kumimoji="1" lang="zh-CN">
                <a:latin typeface="Times New Roman" panose="02020603050405020304" pitchFamily="18" charset="0"/>
                <a:ea typeface="隶书" panose="02010509060101010101" pitchFamily="49" charset="-122"/>
              </a:rPr>
              <a:t>	</a:t>
            </a:r>
            <a:r>
              <a:rPr altLang="zh-CN" b="1" dirty="0" sz="2800" kumimoji="1" lang="en-US">
                <a:latin typeface="Times New Roman" panose="02020603050405020304" pitchFamily="18" charset="0"/>
                <a:ea typeface="隶书" panose="02010509060101010101" pitchFamily="49" charset="-122"/>
              </a:rPr>
              <a:t>int </a:t>
            </a:r>
            <a:r>
              <a:rPr altLang="zh-CN" dirty="0" sz="2800" kumimoji="1" lang="en-US">
                <a:latin typeface="Times New Roman" panose="02020603050405020304" pitchFamily="18" charset="0"/>
                <a:ea typeface="隶书" panose="02010509060101010101" pitchFamily="49" charset="-122"/>
              </a:rPr>
              <a:t>ref</a:t>
            </a:r>
            <a:r>
              <a:rPr altLang="zh-CN" b="1" dirty="0" sz="2800" kumimoji="1" lang="en-US">
                <a:latin typeface="Times New Roman" panose="02020603050405020304" pitchFamily="18" charset="0"/>
                <a:ea typeface="隶书" panose="02010509060101010101" pitchFamily="49" charset="-122"/>
              </a:rPr>
              <a:t>;</a:t>
            </a:r>
            <a:r>
              <a:rPr altLang="zh-CN"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zh-CN" dirty="0" sz="2800" kumimoji="1" lang="en-US" err="1">
                <a:solidFill>
                  <a:schemeClr val="tx2"/>
                </a:solidFill>
                <a:latin typeface="Times New Roman" panose="02020603050405020304" pitchFamily="18" charset="0"/>
                <a:ea typeface="隶书" panose="02010509060101010101" pitchFamily="49" charset="-122"/>
              </a:rPr>
              <a:t>utype</a:t>
            </a:r>
            <a:r>
              <a:rPr altLang="zh-CN" dirty="0" sz="2800" kumimoji="1" lang="en-US">
                <a:solidFill>
                  <a:schemeClr val="tx2"/>
                </a:solidFill>
                <a:latin typeface="Times New Roman" panose="02020603050405020304" pitchFamily="18" charset="0"/>
                <a:ea typeface="隶书" panose="02010509060101010101" pitchFamily="49" charset="-122"/>
              </a:rPr>
              <a:t>=0,</a:t>
            </a:r>
            <a:r>
              <a:rPr altLang="en-US" dirty="0" sz="2800" kumimoji="1" lang="zh-CN">
                <a:solidFill>
                  <a:schemeClr val="tx2"/>
                </a:solidFill>
                <a:latin typeface="Times New Roman" panose="02020603050405020304" pitchFamily="18" charset="0"/>
                <a:ea typeface="隶书" panose="02010509060101010101" pitchFamily="49" charset="-122"/>
              </a:rPr>
              <a:t>存放引用计数</a:t>
            </a:r>
          </a:p>
          <a:p>
            <a:pPr eaLnBrk="1" hangingPunct="1">
              <a:spcBef>
                <a:spcPct val="0"/>
              </a:spcBef>
              <a:buFontTx/>
              <a:buNone/>
            </a:pPr>
            <a:r>
              <a:rPr altLang="en-US" dirty="0" sz="2800" kumimoji="1" lang="zh-CN">
                <a:latin typeface="Times New Roman" panose="02020603050405020304" pitchFamily="18" charset="0"/>
                <a:ea typeface="隶书" panose="02010509060101010101" pitchFamily="49" charset="-122"/>
              </a:rPr>
              <a:t>	</a:t>
            </a:r>
            <a:r>
              <a:rPr altLang="zh-CN" dirty="0" sz="2800" kumimoji="1" lang="en-US">
                <a:latin typeface="Times New Roman" panose="02020603050405020304" pitchFamily="18" charset="0"/>
                <a:ea typeface="隶书" panose="02010509060101010101" pitchFamily="49" charset="-122"/>
              </a:rPr>
              <a:t>T value</a:t>
            </a:r>
            <a:r>
              <a:rPr altLang="zh-CN" b="1"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zh-CN" dirty="0" sz="2800" kumimoji="1" lang="en-US" err="1">
                <a:solidFill>
                  <a:schemeClr val="tx2"/>
                </a:solidFill>
                <a:latin typeface="Times New Roman" panose="02020603050405020304" pitchFamily="18" charset="0"/>
                <a:ea typeface="隶书" panose="02010509060101010101" pitchFamily="49" charset="-122"/>
              </a:rPr>
              <a:t>utype</a:t>
            </a:r>
            <a:r>
              <a:rPr altLang="zh-CN" dirty="0" sz="2800" kumimoji="1" lang="en-US">
                <a:solidFill>
                  <a:schemeClr val="tx2"/>
                </a:solidFill>
                <a:latin typeface="Times New Roman" panose="02020603050405020304" pitchFamily="18" charset="0"/>
                <a:ea typeface="隶书" panose="02010509060101010101" pitchFamily="49" charset="-122"/>
              </a:rPr>
              <a:t>=1,</a:t>
            </a:r>
            <a:r>
              <a:rPr altLang="en-US" dirty="0" sz="2800" kumimoji="1" lang="zh-CN">
                <a:solidFill>
                  <a:schemeClr val="tx2"/>
                </a:solidFill>
                <a:latin typeface="Times New Roman" panose="02020603050405020304" pitchFamily="18" charset="0"/>
                <a:ea typeface="隶书" panose="02010509060101010101" pitchFamily="49" charset="-122"/>
              </a:rPr>
              <a:t>存放数值</a:t>
            </a:r>
          </a:p>
          <a:p>
            <a:pPr eaLnBrk="1" hangingPunct="1">
              <a:spcBef>
                <a:spcPct val="0"/>
              </a:spcBef>
              <a:buFontTx/>
              <a:buNone/>
            </a:pPr>
            <a:r>
              <a:rPr altLang="en-US" dirty="0" sz="2800" kumimoji="1" lang="zh-CN">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GenListNode</a:t>
            </a:r>
            <a:r>
              <a:rPr altLang="zh-CN" dirty="0" sz="2800" kumimoji="1" lang="en-US">
                <a:latin typeface="Times New Roman" panose="02020603050405020304" pitchFamily="18" charset="0"/>
                <a:ea typeface="隶书" panose="02010509060101010101" pitchFamily="49" charset="-122"/>
              </a:rPr>
              <a:t>&lt;T&gt; *</a:t>
            </a:r>
            <a:r>
              <a:rPr altLang="zh-CN" dirty="0" sz="2800" kumimoji="1" lang="en-US" err="1">
                <a:latin typeface="Times New Roman" panose="02020603050405020304" pitchFamily="18" charset="0"/>
                <a:ea typeface="隶书" panose="02010509060101010101" pitchFamily="49" charset="-122"/>
              </a:rPr>
              <a:t>hlink</a:t>
            </a:r>
            <a:r>
              <a:rPr altLang="zh-CN" b="1" dirty="0" sz="2800" kumimoji="1" lang="en-US">
                <a:latin typeface="Times New Roman" panose="02020603050405020304" pitchFamily="18" charset="0"/>
                <a:ea typeface="隶书" panose="02010509060101010101" pitchFamily="49" charset="-122"/>
              </a:rPr>
              <a:t>;</a:t>
            </a:r>
            <a:r>
              <a:rPr altLang="zh-CN" dirty="0" sz="2800" kumimoji="1"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zh-CN" dirty="0" sz="2800" kumimoji="1" lang="en-US" err="1">
                <a:solidFill>
                  <a:schemeClr val="tx2"/>
                </a:solidFill>
                <a:latin typeface="Times New Roman" panose="02020603050405020304" pitchFamily="18" charset="0"/>
                <a:ea typeface="隶书" panose="02010509060101010101" pitchFamily="49" charset="-122"/>
              </a:rPr>
              <a:t>utype</a:t>
            </a:r>
            <a:r>
              <a:rPr altLang="zh-CN" dirty="0" sz="2800" kumimoji="1" lang="en-US">
                <a:solidFill>
                  <a:schemeClr val="tx2"/>
                </a:solidFill>
                <a:latin typeface="Times New Roman" panose="02020603050405020304" pitchFamily="18" charset="0"/>
                <a:ea typeface="隶书" panose="02010509060101010101" pitchFamily="49" charset="-122"/>
              </a:rPr>
              <a:t>=2,</a:t>
            </a:r>
            <a:r>
              <a:rPr altLang="en-US" dirty="0" sz="2800" kumimoji="1" lang="zh-CN">
                <a:solidFill>
                  <a:schemeClr val="tx2"/>
                </a:solidFill>
                <a:latin typeface="Times New Roman" panose="02020603050405020304" pitchFamily="18" charset="0"/>
                <a:ea typeface="隶书" panose="02010509060101010101" pitchFamily="49" charset="-122"/>
              </a:rPr>
              <a:t>存放指向子表的指针</a:t>
            </a:r>
          </a:p>
          <a:p>
            <a:pPr eaLnBrk="1" hangingPunct="1">
              <a:spcBef>
                <a:spcPct val="0"/>
              </a:spcBef>
              <a:buFontTx/>
              <a:buNone/>
            </a:pPr>
            <a:r>
              <a:rPr altLang="en-US" dirty="0" sz="2800" kumimoji="1" lang="zh-CN">
                <a:latin typeface="Times New Roman" panose="02020603050405020304" pitchFamily="18" charset="0"/>
                <a:ea typeface="隶书" panose="02010509060101010101" pitchFamily="49" charset="-122"/>
              </a:rPr>
              <a:t>     </a:t>
            </a:r>
            <a:r>
              <a:rPr altLang="zh-CN" b="1" dirty="0" sz="2800" kumimoji="1" lang="en-US">
                <a:latin typeface="Times New Roman" panose="02020603050405020304" pitchFamily="18" charset="0"/>
                <a:ea typeface="隶书" panose="02010509060101010101" pitchFamily="49" charset="-122"/>
              </a:rPr>
              <a:t>}</a:t>
            </a:r>
            <a:r>
              <a:rPr altLang="zh-CN" dirty="0" sz="2800" kumimoji="1" lang="en-US">
                <a:latin typeface="Times New Roman" panose="02020603050405020304" pitchFamily="18" charset="0"/>
                <a:ea typeface="隶书" panose="02010509060101010101" pitchFamily="49" charset="-122"/>
              </a:rPr>
              <a:t> </a:t>
            </a:r>
            <a:r>
              <a:rPr altLang="zh-CN" dirty="0" sz="2800" kumimoji="1" lang="en-US">
                <a:solidFill>
                  <a:srgbClr val="00B0F0"/>
                </a:solidFill>
                <a:latin typeface="Times New Roman" panose="02020603050405020304" pitchFamily="18" charset="0"/>
                <a:ea typeface="隶书" panose="02010509060101010101" pitchFamily="49" charset="-122"/>
              </a:rPr>
              <a:t>info</a:t>
            </a:r>
            <a:r>
              <a:rPr altLang="zh-CN" b="1" dirty="0" sz="2800" kumimoji="1" lang="en-US">
                <a:solidFill>
                  <a:srgbClr val="0070C0"/>
                </a:solidFill>
                <a:latin typeface="Times New Roman" panose="02020603050405020304" pitchFamily="18" charset="0"/>
                <a:ea typeface="隶书" panose="02010509060101010101" pitchFamily="49" charset="-122"/>
              </a:rPr>
              <a: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311" name=""/>
        <p:cNvGrpSpPr/>
        <p:nvPr/>
      </p:nvGrpSpPr>
      <p:grpSpPr>
        <a:xfrm>
          <a:off x="0" y="0"/>
          <a:ext cx="0" cy="0"/>
          <a:chOff x="0" y="0"/>
          <a:chExt cx="0" cy="0"/>
        </a:xfrm>
      </p:grpSpPr>
      <p:sp>
        <p:nvSpPr>
          <p:cNvPr id="1049913" name="Text Box 2"/>
          <p:cNvSpPr txBox="1">
            <a:spLocks noChangeArrowheads="1"/>
          </p:cNvSpPr>
          <p:nvPr/>
        </p:nvSpPr>
        <p:spPr bwMode="auto">
          <a:xfrm>
            <a:off x="685800" y="762000"/>
            <a:ext cx="8001000" cy="6200140"/>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dirty="0" sz="2800" kumimoji="1" lang="en-US">
                <a:latin typeface="Times New Roman" panose="02020603050405020304" pitchFamily="18" charset="0"/>
                <a:ea typeface="隶书" panose="02010509060101010101" pitchFamily="49" charset="-122"/>
              </a:rPr>
              <a:t>     Items() </a:t>
            </a:r>
            <a:r>
              <a:rPr altLang="zh-CN" b="1" dirty="0" sz="2800" kumimoji="1" lang="en-US">
                <a:latin typeface="Times New Roman" panose="02020603050405020304" pitchFamily="18" charset="0"/>
                <a:ea typeface="隶书" panose="02010509060101010101" pitchFamily="49" charset="-122"/>
              </a:rPr>
              <a:t>:</a:t>
            </a:r>
            <a:r>
              <a:rPr altLang="zh-CN" dirty="0" sz="2800" kumimoji="1" lang="en-US">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utype</a:t>
            </a:r>
            <a:r>
              <a:rPr altLang="zh-CN" dirty="0" sz="2800" kumimoji="1" lang="en-US">
                <a:latin typeface="Times New Roman" panose="02020603050405020304" pitchFamily="18" charset="0"/>
                <a:ea typeface="隶书" panose="02010509060101010101" pitchFamily="49" charset="-122"/>
              </a:rPr>
              <a:t>(0)</a:t>
            </a:r>
            <a:r>
              <a:rPr altLang="zh-CN" b="1" dirty="0" sz="2800" kumimoji="1" lang="en-US">
                <a:latin typeface="Times New Roman" panose="02020603050405020304" pitchFamily="18" charset="0"/>
                <a:ea typeface="隶书" panose="02010509060101010101" pitchFamily="49" charset="-122"/>
              </a:rPr>
              <a:t>,</a:t>
            </a:r>
            <a:r>
              <a:rPr altLang="zh-CN" dirty="0" sz="2800" kumimoji="1" lang="en-US">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info.ref</a:t>
            </a:r>
            <a:r>
              <a:rPr altLang="zh-CN" dirty="0" sz="2800" kumimoji="1" lang="en-US">
                <a:latin typeface="Times New Roman" panose="02020603050405020304" pitchFamily="18" charset="0"/>
                <a:ea typeface="隶书" panose="02010509060101010101" pitchFamily="49" charset="-122"/>
              </a:rPr>
              <a:t>(0) </a:t>
            </a:r>
            <a:r>
              <a:rPr altLang="zh-CN" b="1"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构造函数</a:t>
            </a:r>
            <a:r>
              <a:rPr altLang="en-US" dirty="0" sz="2800" kumimoji="1" lang="zh-CN">
                <a:latin typeface="Times New Roman" panose="02020603050405020304" pitchFamily="18" charset="0"/>
                <a:ea typeface="隶书" panose="02010509060101010101" pitchFamily="49" charset="-122"/>
              </a:rPr>
              <a:t>	</a:t>
            </a:r>
          </a:p>
          <a:p>
            <a:pPr eaLnBrk="1" hangingPunct="1">
              <a:spcBef>
                <a:spcPct val="0"/>
              </a:spcBef>
              <a:buFontTx/>
              <a:buNone/>
            </a:pPr>
            <a:r>
              <a:rPr altLang="en-US" dirty="0" sz="2800" kumimoji="1" lang="zh-CN">
                <a:latin typeface="Times New Roman" panose="02020603050405020304" pitchFamily="18" charset="0"/>
                <a:ea typeface="隶书" panose="02010509060101010101" pitchFamily="49" charset="-122"/>
              </a:rPr>
              <a:t>     </a:t>
            </a:r>
            <a:r>
              <a:rPr altLang="zh-CN" dirty="0" sz="2800" kumimoji="1" lang="en-US">
                <a:latin typeface="Times New Roman" panose="02020603050405020304" pitchFamily="18" charset="0"/>
                <a:ea typeface="隶书" panose="02010509060101010101" pitchFamily="49" charset="-122"/>
              </a:rPr>
              <a:t>Items(Items&lt;T&gt;</a:t>
            </a:r>
            <a:r>
              <a:rPr altLang="zh-CN" b="1" dirty="0" sz="2800" kumimoji="1" lang="en-US">
                <a:latin typeface="Times New Roman" panose="02020603050405020304" pitchFamily="18" charset="0"/>
                <a:ea typeface="隶书" panose="02010509060101010101" pitchFamily="49" charset="-122"/>
              </a:rPr>
              <a:t>&amp;</a:t>
            </a:r>
            <a:r>
              <a:rPr altLang="zh-CN" dirty="0" sz="2800" kumimoji="1" lang="en-US">
                <a:latin typeface="Times New Roman" panose="02020603050405020304" pitchFamily="18" charset="0"/>
                <a:ea typeface="隶书" panose="02010509060101010101" pitchFamily="49" charset="-122"/>
              </a:rPr>
              <a:t> R)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复制构造函数</a:t>
            </a:r>
            <a:endParaRPr altLang="en-US" b="1" dirty="0" sz="2800" kumimoji="1" lang="zh-CN">
              <a:latin typeface="Times New Roman" panose="02020603050405020304" pitchFamily="18" charset="0"/>
              <a:ea typeface="隶书" panose="02010509060101010101" pitchFamily="49" charset="-122"/>
            </a:endParaRPr>
          </a:p>
          <a:p>
            <a:pPr eaLnBrk="1" hangingPunct="1">
              <a:spcBef>
                <a:spcPct val="0"/>
              </a:spcBef>
              <a:buFontTx/>
              <a:buNone/>
            </a:pPr>
            <a:r>
              <a:rPr altLang="en-US" dirty="0" sz="2800" kumimoji="1" lang="zh-CN">
                <a:latin typeface="Times New Roman" panose="02020603050405020304" pitchFamily="18" charset="0"/>
                <a:ea typeface="隶书" panose="02010509060101010101" pitchFamily="49" charset="-122"/>
              </a:rPr>
              <a:t>          </a:t>
            </a:r>
            <a:r>
              <a:rPr altLang="zh-CN" b="1" dirty="0" sz="2800" kumimoji="1" lang="en-US">
                <a:latin typeface="Times New Roman" panose="02020603050405020304" pitchFamily="18" charset="0"/>
              </a:rPr>
              <a:t>{ </a:t>
            </a:r>
            <a:r>
              <a:rPr altLang="zh-CN" dirty="0" sz="2800" kumimoji="1" lang="en-US" err="1">
                <a:latin typeface="Times New Roman" panose="02020603050405020304" pitchFamily="18" charset="0"/>
                <a:ea typeface="隶书" panose="02010509060101010101" pitchFamily="49" charset="-122"/>
              </a:rPr>
              <a:t>utype</a:t>
            </a:r>
            <a:r>
              <a:rPr altLang="zh-CN" dirty="0" sz="2800" kumimoji="1" lang="en-US">
                <a:latin typeface="Times New Roman" panose="02020603050405020304" pitchFamily="18" charset="0"/>
                <a:ea typeface="隶书" panose="02010509060101010101" pitchFamily="49" charset="-122"/>
              </a:rPr>
              <a:t> = </a:t>
            </a:r>
            <a:r>
              <a:rPr altLang="zh-CN" dirty="0" sz="2800" kumimoji="1" lang="en-US" err="1">
                <a:latin typeface="Times New Roman" panose="02020603050405020304" pitchFamily="18" charset="0"/>
                <a:ea typeface="隶书" panose="02010509060101010101" pitchFamily="49" charset="-122"/>
              </a:rPr>
              <a:t>R.utype</a:t>
            </a:r>
            <a:r>
              <a:rPr altLang="zh-CN" b="1" dirty="0" sz="2800" kumimoji="1" lang="en-US">
                <a:latin typeface="Times New Roman" panose="02020603050405020304" pitchFamily="18" charset="0"/>
                <a:ea typeface="隶书" panose="02010509060101010101" pitchFamily="49" charset="-122"/>
              </a:rPr>
              <a:t>;</a:t>
            </a:r>
            <a:r>
              <a:rPr altLang="zh-CN" dirty="0" sz="2800" kumimoji="1" lang="en-US">
                <a:latin typeface="Times New Roman" panose="02020603050405020304" pitchFamily="18" charset="0"/>
                <a:ea typeface="隶书" panose="02010509060101010101" pitchFamily="49" charset="-122"/>
              </a:rPr>
              <a:t>  info = R.info</a:t>
            </a:r>
            <a:r>
              <a:rPr altLang="zh-CN" b="1" dirty="0" sz="2800" kumimoji="1" lang="en-US">
                <a:latin typeface="Times New Roman" panose="02020603050405020304" pitchFamily="18" charset="0"/>
                <a:ea typeface="隶书" panose="02010509060101010101" pitchFamily="49" charset="-122"/>
              </a:rPr>
              <a:t>; }</a:t>
            </a:r>
            <a:r>
              <a:rPr altLang="zh-CN" dirty="0" sz="2800" kumimoji="1"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b="1" dirty="0" sz="2800" kumimoji="1" lang="en-US">
                <a:latin typeface="Times New Roman" panose="02020603050405020304" pitchFamily="18" charset="0"/>
                <a:ea typeface="隶书" panose="02010509060101010101" pitchFamily="49" charset="-122"/>
              </a:rPr>
              <a:t>};</a:t>
            </a:r>
          </a:p>
          <a:p>
            <a:pPr eaLnBrk="1" hangingPunct="1">
              <a:spcBef>
                <a:spcPct val="0"/>
              </a:spcBef>
              <a:buFontTx/>
              <a:buNone/>
            </a:pPr>
            <a:endParaRPr altLang="zh-CN" b="1" dirty="0" sz="1600" kumimoji="1" lang="en-US">
              <a:latin typeface="Times New Roman" panose="02020603050405020304" pitchFamily="18" charset="0"/>
              <a:ea typeface="隶书" panose="02010509060101010101" pitchFamily="49" charset="-122"/>
            </a:endParaRPr>
          </a:p>
          <a:p>
            <a:pPr eaLnBrk="1" hangingPunct="1">
              <a:spcBef>
                <a:spcPct val="0"/>
              </a:spcBef>
              <a:buFontTx/>
              <a:buNone/>
            </a:pPr>
            <a:r>
              <a:rPr altLang="zh-CN" b="1" dirty="0" sz="2800" kumimoji="1" lang="en-US">
                <a:latin typeface="Times New Roman" panose="02020603050405020304" pitchFamily="18" charset="0"/>
                <a:ea typeface="隶书" panose="02010509060101010101" pitchFamily="49" charset="-122"/>
              </a:rPr>
              <a:t>template &lt;class </a:t>
            </a:r>
            <a:r>
              <a:rPr altLang="zh-CN" dirty="0" sz="2800" kumimoji="1" lang="en-US">
                <a:latin typeface="Times New Roman" panose="02020603050405020304" pitchFamily="18" charset="0"/>
                <a:ea typeface="隶书" panose="02010509060101010101" pitchFamily="49" charset="-122"/>
              </a:rPr>
              <a:t>T</a:t>
            </a:r>
            <a:r>
              <a:rPr altLang="zh-CN" b="1" dirty="0" sz="2800" kumimoji="1" lang="en-US">
                <a:latin typeface="Times New Roman" panose="02020603050405020304" pitchFamily="18" charset="0"/>
                <a:ea typeface="隶书" panose="02010509060101010101" pitchFamily="49" charset="-122"/>
              </a:rPr>
              <a:t>&gt;</a:t>
            </a:r>
          </a:p>
          <a:p>
            <a:pPr eaLnBrk="1" hangingPunct="1">
              <a:spcBef>
                <a:spcPct val="0"/>
              </a:spcBef>
              <a:buFontTx/>
              <a:buNone/>
            </a:pPr>
            <a:r>
              <a:rPr altLang="zh-CN" b="1" dirty="0" sz="2800" kumimoji="1" lang="en-US">
                <a:latin typeface="Times New Roman" panose="02020603050405020304" pitchFamily="18" charset="0"/>
                <a:ea typeface="隶书" panose="02010509060101010101" pitchFamily="49" charset="-122"/>
              </a:rPr>
              <a:t>struct </a:t>
            </a:r>
            <a:r>
              <a:rPr altLang="zh-CN" dirty="0" sz="2800" kumimoji="1" lang="en-US" err="1">
                <a:solidFill>
                  <a:srgbClr val="0066FF"/>
                </a:solidFill>
                <a:latin typeface="Times New Roman" panose="02020603050405020304" pitchFamily="18" charset="0"/>
                <a:ea typeface="隶书" panose="02010509060101010101" pitchFamily="49" charset="-122"/>
              </a:rPr>
              <a:t>GenListNode</a:t>
            </a:r>
            <a:r>
              <a:rPr altLang="zh-CN" dirty="0" sz="2800" kumimoji="1" lang="en-US">
                <a:latin typeface="Times New Roman" panose="02020603050405020304" pitchFamily="18" charset="0"/>
                <a:ea typeface="隶书" panose="02010509060101010101" pitchFamily="49" charset="-122"/>
              </a:rPr>
              <a:t> </a:t>
            </a:r>
            <a:r>
              <a:rPr altLang="zh-CN" b="1" dirty="0" sz="2800" kumimoji="1" lang="en-US">
                <a:latin typeface="Times New Roman" panose="02020603050405020304" pitchFamily="18" charset="0"/>
                <a:ea typeface="隶书" panose="02010509060101010101" pitchFamily="49" charset="-122"/>
              </a:rPr>
              <a:t>{	          </a:t>
            </a:r>
            <a:r>
              <a:rPr altLang="zh-CN" b="1" dirty="0" sz="2800" kumimoji="1" lang="en-US">
                <a:solidFill>
                  <a:srgbClr val="0066FF"/>
                </a:solidFill>
                <a:latin typeface="Times New Roman" panose="02020603050405020304" pitchFamily="18" charset="0"/>
                <a:ea typeface="隶书" panose="02010509060101010101" pitchFamily="49" charset="-122"/>
              </a:rPr>
              <a:t>//</a:t>
            </a:r>
            <a:r>
              <a:rPr altLang="en-US" dirty="0" sz="2800" kumimoji="1" lang="zh-CN">
                <a:solidFill>
                  <a:srgbClr val="0066FF"/>
                </a:solidFill>
                <a:latin typeface="Times New Roman" panose="02020603050405020304" pitchFamily="18" charset="0"/>
                <a:ea typeface="隶书" panose="02010509060101010101" pitchFamily="49" charset="-122"/>
              </a:rPr>
              <a:t>广义表结点类定义</a:t>
            </a:r>
          </a:p>
          <a:p>
            <a:pPr eaLnBrk="1" hangingPunct="1">
              <a:spcBef>
                <a:spcPct val="0"/>
              </a:spcBef>
              <a:buFontTx/>
              <a:buNone/>
            </a:pPr>
            <a:r>
              <a:rPr altLang="en-US" b="1" dirty="0" sz="2800" kumimoji="1" lang="zh-CN">
                <a:latin typeface="Times New Roman" panose="02020603050405020304" pitchFamily="18" charset="0"/>
                <a:ea typeface="隶书" panose="02010509060101010101" pitchFamily="49" charset="-122"/>
              </a:rPr>
              <a:t>     </a:t>
            </a:r>
            <a:r>
              <a:rPr altLang="zh-CN" b="1" dirty="0" sz="2800" kumimoji="1" lang="en-US">
                <a:latin typeface="Times New Roman" panose="02020603050405020304" pitchFamily="18" charset="0"/>
                <a:ea typeface="隶书" panose="02010509060101010101" pitchFamily="49" charset="-122"/>
              </a:rPr>
              <a:t>int </a:t>
            </a:r>
            <a:r>
              <a:rPr altLang="zh-CN" dirty="0" sz="2800" kumimoji="1" lang="en-US" err="1">
                <a:solidFill>
                  <a:srgbClr val="00B0F0"/>
                </a:solidFill>
                <a:latin typeface="Times New Roman" panose="02020603050405020304" pitchFamily="18" charset="0"/>
                <a:ea typeface="隶书" panose="02010509060101010101" pitchFamily="49" charset="-122"/>
              </a:rPr>
              <a:t>utype</a:t>
            </a:r>
            <a:r>
              <a:rPr altLang="zh-CN" b="1"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b="1" dirty="0" sz="2800" kumimoji="1" lang="zh-CN">
                <a:solidFill>
                  <a:schemeClr val="tx2"/>
                </a:solidFill>
                <a:latin typeface="Times New Roman" panose="02020603050405020304" pitchFamily="18" charset="0"/>
                <a:ea typeface="隶书" panose="02010509060101010101" pitchFamily="49" charset="-122"/>
              </a:rPr>
              <a:t>＝</a:t>
            </a:r>
            <a:r>
              <a:rPr altLang="zh-CN" b="1" dirty="0" sz="2800" kumimoji="1" lang="en-US">
                <a:solidFill>
                  <a:schemeClr val="tx2"/>
                </a:solidFill>
                <a:latin typeface="Times New Roman" panose="02020603050405020304" pitchFamily="18" charset="0"/>
                <a:ea typeface="隶书" panose="02010509060101010101" pitchFamily="49" charset="-122"/>
              </a:rPr>
              <a:t>0 / 1 / 2</a:t>
            </a:r>
          </a:p>
          <a:p>
            <a:pPr eaLnBrk="1" hangingPunct="1">
              <a:spcBef>
                <a:spcPct val="0"/>
              </a:spcBef>
              <a:buFontTx/>
              <a:buNone/>
            </a:pPr>
            <a:r>
              <a:rPr altLang="zh-CN" b="1" dirty="0" sz="2800" kumimoji="1" lang="en-US">
                <a:latin typeface="Times New Roman" panose="02020603050405020304" pitchFamily="18" charset="0"/>
                <a:ea typeface="隶书" panose="02010509060101010101" pitchFamily="49" charset="-122"/>
              </a:rPr>
              <a:t>     union {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等价变量</a:t>
            </a:r>
          </a:p>
          <a:p>
            <a:pPr eaLnBrk="1" hangingPunct="1">
              <a:spcBef>
                <a:spcPct val="0"/>
              </a:spcBef>
              <a:buFontTx/>
              <a:buNone/>
            </a:pPr>
            <a:r>
              <a:rPr altLang="en-US" b="1" dirty="0" sz="2800" kumimoji="1" lang="zh-CN">
                <a:latin typeface="Times New Roman" panose="02020603050405020304" pitchFamily="18" charset="0"/>
                <a:ea typeface="隶书" panose="02010509060101010101" pitchFamily="49" charset="-122"/>
              </a:rPr>
              <a:t>          </a:t>
            </a:r>
            <a:r>
              <a:rPr altLang="zh-CN" b="1" dirty="0" sz="2800" kumimoji="1" lang="en-US">
                <a:latin typeface="Times New Roman" panose="02020603050405020304" pitchFamily="18" charset="0"/>
                <a:ea typeface="隶书" panose="02010509060101010101" pitchFamily="49" charset="-122"/>
              </a:rPr>
              <a:t>int </a:t>
            </a:r>
            <a:r>
              <a:rPr altLang="zh-CN" dirty="0" sz="2800" kumimoji="1" lang="en-US">
                <a:latin typeface="Times New Roman" panose="02020603050405020304" pitchFamily="18" charset="0"/>
                <a:ea typeface="隶书" panose="02010509060101010101" pitchFamily="49" charset="-122"/>
              </a:rPr>
              <a:t>ref</a:t>
            </a:r>
            <a:r>
              <a:rPr altLang="zh-CN" b="1"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存放引用计数</a:t>
            </a:r>
          </a:p>
          <a:p>
            <a:pPr eaLnBrk="1" hangingPunct="1">
              <a:spcBef>
                <a:spcPct val="0"/>
              </a:spcBef>
              <a:buFontTx/>
              <a:buNone/>
            </a:pPr>
            <a:r>
              <a:rPr altLang="en-US" b="1" dirty="0" sz="2800" kumimoji="1" lang="zh-CN">
                <a:latin typeface="Times New Roman" panose="02020603050405020304" pitchFamily="18" charset="0"/>
                <a:ea typeface="隶书" panose="02010509060101010101" pitchFamily="49" charset="-122"/>
              </a:rPr>
              <a:t>	    </a:t>
            </a:r>
            <a:r>
              <a:rPr altLang="zh-CN" dirty="0" sz="2800" kumimoji="1" lang="en-US">
                <a:latin typeface="Times New Roman" panose="02020603050405020304" pitchFamily="18" charset="0"/>
                <a:ea typeface="隶书" panose="02010509060101010101" pitchFamily="49" charset="-122"/>
              </a:rPr>
              <a:t>T value</a:t>
            </a:r>
            <a:r>
              <a:rPr altLang="zh-CN" b="1"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存放数值</a:t>
            </a:r>
          </a:p>
          <a:p>
            <a:pPr>
              <a:spcBef>
                <a:spcPct val="0"/>
              </a:spcBef>
              <a:buNone/>
            </a:pPr>
            <a:r>
              <a:rPr altLang="en-US" b="1" dirty="0" sz="2800" kumimoji="1" lang="zh-CN">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GenListNode</a:t>
            </a:r>
            <a:r>
              <a:rPr altLang="zh-CN" b="1" dirty="0" sz="2800" kumimoji="1" lang="en-US">
                <a:latin typeface="Times New Roman" panose="02020603050405020304" pitchFamily="18" charset="0"/>
                <a:ea typeface="隶书" panose="02010509060101010101" pitchFamily="49" charset="-122"/>
              </a:rPr>
              <a:t>&lt;</a:t>
            </a:r>
            <a:r>
              <a:rPr altLang="zh-CN" dirty="0" sz="2800" kumimoji="1" lang="en-US">
                <a:latin typeface="Times New Roman" panose="02020603050405020304" pitchFamily="18" charset="0"/>
                <a:ea typeface="隶书" panose="02010509060101010101" pitchFamily="49" charset="-122"/>
              </a:rPr>
              <a:t>T</a:t>
            </a:r>
            <a:r>
              <a:rPr altLang="zh-CN" b="1" dirty="0" sz="2800" kumimoji="1" lang="en-US">
                <a:latin typeface="Times New Roman" panose="02020603050405020304" pitchFamily="18" charset="0"/>
                <a:ea typeface="隶书" panose="02010509060101010101" pitchFamily="49" charset="-122"/>
              </a:rPr>
              <a:t>&gt; *</a:t>
            </a:r>
            <a:r>
              <a:rPr altLang="zh-CN" dirty="0" sz="2800" kumimoji="1" lang="en-US" err="1">
                <a:latin typeface="Times New Roman" panose="02020603050405020304" pitchFamily="18" charset="0"/>
                <a:ea typeface="隶书" panose="02010509060101010101" pitchFamily="49" charset="-122"/>
              </a:rPr>
              <a:t>hlink</a:t>
            </a:r>
            <a:r>
              <a:rPr altLang="zh-CN" b="1"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存放子表指针</a:t>
            </a:r>
            <a:endParaRPr altLang="zh-CN" dirty="0" sz="2800" kumimoji="1" lang="en-US">
              <a:solidFill>
                <a:schemeClr val="tx2"/>
              </a:solidFill>
              <a:latin typeface="Times New Roman" panose="02020603050405020304" pitchFamily="18" charset="0"/>
              <a:ea typeface="隶书" panose="02010509060101010101" pitchFamily="49" charset="-122"/>
            </a:endParaRPr>
          </a:p>
          <a:p>
            <a:pPr>
              <a:spcBef>
                <a:spcPct val="0"/>
              </a:spcBef>
              <a:buNone/>
            </a:pPr>
            <a:r>
              <a:rPr altLang="zh-CN" b="1" dirty="0" sz="2800" kumimoji="1" lang="en-US">
                <a:latin typeface="Times New Roman" panose="02020603050405020304" pitchFamily="18" charset="0"/>
                <a:ea typeface="隶书" panose="02010509060101010101" pitchFamily="49" charset="-122"/>
              </a:rPr>
              <a:t>      } </a:t>
            </a:r>
            <a:r>
              <a:rPr altLang="zh-CN" dirty="0" sz="2800" kumimoji="1" lang="en-US">
                <a:solidFill>
                  <a:srgbClr val="00B0F0"/>
                </a:solidFill>
                <a:latin typeface="Times New Roman" panose="02020603050405020304" pitchFamily="18" charset="0"/>
                <a:ea typeface="隶书" panose="02010509060101010101" pitchFamily="49" charset="-122"/>
              </a:rPr>
              <a:t>info</a:t>
            </a:r>
            <a:r>
              <a:rPr altLang="zh-CN" b="1" dirty="0" sz="2800" kumimoji="1" lang="en-US">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 </a:t>
            </a:r>
            <a:endParaRPr altLang="zh-CN" dirty="0" sz="2800" kumimoji="1" lang="en-US">
              <a:solidFill>
                <a:schemeClr val="tx2"/>
              </a:solidFill>
              <a:latin typeface="Times New Roman" panose="02020603050405020304" pitchFamily="18" charset="0"/>
              <a:ea typeface="隶书" panose="02010509060101010101" pitchFamily="49" charset="-122"/>
            </a:endParaRPr>
          </a:p>
          <a:p>
            <a:pPr>
              <a:spcBef>
                <a:spcPct val="0"/>
              </a:spcBef>
              <a:buNone/>
            </a:pPr>
            <a:r>
              <a:rPr altLang="zh-CN" dirty="0" sz="2800" kumimoji="1" lang="en-US">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GenListNode</a:t>
            </a:r>
            <a:r>
              <a:rPr altLang="zh-CN" b="1" dirty="0" sz="2800" kumimoji="1" lang="en-US">
                <a:latin typeface="Times New Roman" panose="02020603050405020304" pitchFamily="18" charset="0"/>
                <a:ea typeface="隶书" panose="02010509060101010101" pitchFamily="49" charset="-122"/>
              </a:rPr>
              <a:t>&lt;</a:t>
            </a:r>
            <a:r>
              <a:rPr altLang="zh-CN" dirty="0" sz="2800" kumimoji="1" lang="en-US">
                <a:latin typeface="Times New Roman" panose="02020603050405020304" pitchFamily="18" charset="0"/>
                <a:ea typeface="隶书" panose="02010509060101010101" pitchFamily="49" charset="-122"/>
              </a:rPr>
              <a:t>T</a:t>
            </a:r>
            <a:r>
              <a:rPr altLang="zh-CN" b="1" dirty="0" sz="2800" kumimoji="1" lang="en-US">
                <a:latin typeface="Times New Roman" panose="02020603050405020304" pitchFamily="18" charset="0"/>
                <a:ea typeface="隶书" panose="02010509060101010101" pitchFamily="49" charset="-122"/>
              </a:rPr>
              <a:t>&gt; *</a:t>
            </a:r>
            <a:r>
              <a:rPr altLang="zh-CN" dirty="0" sz="2800" kumimoji="1" lang="en-US" err="1">
                <a:solidFill>
                  <a:srgbClr val="00B0F0"/>
                </a:solidFill>
                <a:latin typeface="Times New Roman" panose="02020603050405020304" pitchFamily="18" charset="0"/>
                <a:ea typeface="隶书" panose="02010509060101010101" pitchFamily="49" charset="-122"/>
              </a:rPr>
              <a:t>tlink</a:t>
            </a:r>
            <a:r>
              <a:rPr altLang="zh-CN" b="1"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同层下一结点指针</a:t>
            </a:r>
            <a:r>
              <a:rPr altLang="en-US" b="1" dirty="0" sz="2800" kumimoji="1" lang="zh-CN">
                <a:latin typeface="Times New Roman" panose="02020603050405020304" pitchFamily="18" charset="0"/>
                <a:ea typeface="隶书" panose="02010509060101010101" pitchFamily="49" charset="-122"/>
              </a:rPr>
              <a:t>	</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314" name=""/>
        <p:cNvGrpSpPr/>
        <p:nvPr/>
      </p:nvGrpSpPr>
      <p:grpSpPr>
        <a:xfrm>
          <a:off x="0" y="0"/>
          <a:ext cx="0" cy="0"/>
          <a:chOff x="0" y="0"/>
          <a:chExt cx="0" cy="0"/>
        </a:xfrm>
      </p:grpSpPr>
      <p:sp>
        <p:nvSpPr>
          <p:cNvPr id="1049917" name="Text Box 2"/>
          <p:cNvSpPr txBox="1">
            <a:spLocks noChangeArrowheads="1"/>
          </p:cNvSpPr>
          <p:nvPr/>
        </p:nvSpPr>
        <p:spPr bwMode="auto">
          <a:xfrm>
            <a:off x="685800" y="762002"/>
            <a:ext cx="8001000" cy="4968240"/>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dirty="0" sz="2800" kumimoji="1" lang="en-US">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GenListNode</a:t>
            </a:r>
            <a:r>
              <a:rPr altLang="zh-CN" dirty="0" sz="2800" kumimoji="1" lang="en-US">
                <a:latin typeface="Times New Roman" panose="02020603050405020304" pitchFamily="18" charset="0"/>
                <a:ea typeface="隶书" panose="02010509060101010101" pitchFamily="49" charset="-122"/>
              </a:rPr>
              <a:t>()</a:t>
            </a:r>
            <a:r>
              <a:rPr altLang="zh-CN" b="1"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构造函数</a:t>
            </a:r>
          </a:p>
          <a:p>
            <a:pPr eaLnBrk="1" hangingPunct="1">
              <a:spcBef>
                <a:spcPct val="0"/>
              </a:spcBef>
              <a:buFontTx/>
              <a:buNone/>
            </a:pPr>
            <a:r>
              <a:rPr altLang="en-US" b="1" dirty="0" sz="2800" kumimoji="1" lang="zh-CN">
                <a:latin typeface="Times New Roman" panose="02020603050405020304" pitchFamily="18" charset="0"/>
                <a:ea typeface="隶书" panose="02010509060101010101" pitchFamily="49" charset="-122"/>
              </a:rPr>
              <a:t>          </a:t>
            </a:r>
            <a:r>
              <a:rPr altLang="zh-CN" b="1" dirty="0" sz="2800" kumimoji="1" lang="en-US">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utype</a:t>
            </a:r>
            <a:r>
              <a:rPr altLang="zh-CN" dirty="0" sz="2800" kumimoji="1" lang="en-US">
                <a:latin typeface="Times New Roman" panose="02020603050405020304" pitchFamily="18" charset="0"/>
                <a:ea typeface="隶书" panose="02010509060101010101" pitchFamily="49" charset="-122"/>
              </a:rPr>
              <a:t>(0)</a:t>
            </a:r>
            <a:r>
              <a:rPr altLang="zh-CN" b="1" dirty="0" sz="2800" kumimoji="1" lang="en-US">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tlink</a:t>
            </a:r>
            <a:r>
              <a:rPr altLang="zh-CN" dirty="0" sz="2800" kumimoji="1" lang="en-US">
                <a:latin typeface="Times New Roman" panose="02020603050405020304" pitchFamily="18" charset="0"/>
                <a:ea typeface="隶书" panose="02010509060101010101" pitchFamily="49" charset="-122"/>
              </a:rPr>
              <a:t>(NULL)</a:t>
            </a:r>
            <a:r>
              <a:rPr altLang="zh-CN" b="1" dirty="0" sz="2800" kumimoji="1" lang="en-US">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info.ref</a:t>
            </a:r>
            <a:r>
              <a:rPr altLang="zh-CN" dirty="0" sz="2800" kumimoji="1" lang="en-US">
                <a:latin typeface="Times New Roman" panose="02020603050405020304" pitchFamily="18" charset="0"/>
                <a:ea typeface="隶书" panose="02010509060101010101" pitchFamily="49" charset="-122"/>
              </a:rPr>
              <a:t>(0)</a:t>
            </a:r>
            <a:r>
              <a:rPr altLang="zh-CN" b="1" dirty="0" sz="2800" kumimoji="1"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b="1" dirty="0" sz="2800" kumimoji="1" lang="en-US">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GenListNode</a:t>
            </a:r>
            <a:r>
              <a:rPr altLang="zh-CN" dirty="0" sz="2800" kumimoji="1" lang="en-US">
                <a:latin typeface="Times New Roman" panose="02020603050405020304" pitchFamily="18" charset="0"/>
                <a:ea typeface="隶书" panose="02010509060101010101" pitchFamily="49" charset="-122"/>
              </a:rPr>
              <a:t>(</a:t>
            </a:r>
            <a:r>
              <a:rPr altLang="zh-CN" dirty="0" sz="2800" kumimoji="1" lang="en-US" err="1">
                <a:latin typeface="Times New Roman" panose="02020603050405020304" pitchFamily="18" charset="0"/>
                <a:ea typeface="隶书" panose="02010509060101010101" pitchFamily="49" charset="-122"/>
              </a:rPr>
              <a:t>GenListNode</a:t>
            </a:r>
            <a:r>
              <a:rPr altLang="zh-CN" b="1" dirty="0" sz="2800" kumimoji="1" lang="en-US">
                <a:latin typeface="Times New Roman" panose="02020603050405020304" pitchFamily="18" charset="0"/>
                <a:ea typeface="隶书" panose="02010509060101010101" pitchFamily="49" charset="-122"/>
              </a:rPr>
              <a:t>&lt;</a:t>
            </a:r>
            <a:r>
              <a:rPr altLang="zh-CN" dirty="0" sz="2800" kumimoji="1" lang="en-US">
                <a:latin typeface="Times New Roman" panose="02020603050405020304" pitchFamily="18" charset="0"/>
                <a:ea typeface="隶书" panose="02010509060101010101" pitchFamily="49" charset="-122"/>
              </a:rPr>
              <a:t>T</a:t>
            </a:r>
            <a:r>
              <a:rPr altLang="zh-CN" b="1" dirty="0" sz="2800" kumimoji="1" lang="en-US">
                <a:latin typeface="Times New Roman" panose="02020603050405020304" pitchFamily="18" charset="0"/>
                <a:ea typeface="隶书" panose="02010509060101010101" pitchFamily="49" charset="-122"/>
              </a:rPr>
              <a:t>&gt;&amp; </a:t>
            </a:r>
            <a:r>
              <a:rPr altLang="zh-CN" dirty="0" sz="2800" kumimoji="1" lang="en-US">
                <a:latin typeface="Times New Roman" panose="02020603050405020304" pitchFamily="18" charset="0"/>
                <a:ea typeface="隶书" panose="02010509060101010101" pitchFamily="49" charset="-122"/>
              </a:rPr>
              <a:t>R)</a:t>
            </a:r>
            <a:r>
              <a:rPr altLang="zh-CN" b="1" dirty="0" sz="2800" kumimoji="1"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b="1"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复制构造函数</a:t>
            </a:r>
          </a:p>
          <a:p>
            <a:pPr eaLnBrk="1" hangingPunct="1">
              <a:spcBef>
                <a:spcPct val="0"/>
              </a:spcBef>
              <a:buFontTx/>
              <a:buNone/>
            </a:pPr>
            <a:r>
              <a:rPr altLang="en-US" b="1" dirty="0" sz="2800" kumimoji="1" lang="zh-CN">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utype</a:t>
            </a:r>
            <a:r>
              <a:rPr altLang="zh-CN" dirty="0" sz="2800" kumimoji="1" lang="en-US">
                <a:latin typeface="Times New Roman" panose="02020603050405020304" pitchFamily="18" charset="0"/>
                <a:ea typeface="隶书" panose="02010509060101010101" pitchFamily="49" charset="-122"/>
              </a:rPr>
              <a:t> = </a:t>
            </a:r>
            <a:r>
              <a:rPr altLang="zh-CN" dirty="0" sz="2800" kumimoji="1" lang="en-US" err="1">
                <a:latin typeface="Times New Roman" panose="02020603050405020304" pitchFamily="18" charset="0"/>
                <a:ea typeface="隶书" panose="02010509060101010101" pitchFamily="49" charset="-122"/>
              </a:rPr>
              <a:t>R.utype</a:t>
            </a:r>
            <a:r>
              <a:rPr altLang="zh-CN" b="1" dirty="0" sz="2800" kumimoji="1" lang="en-US">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tlink</a:t>
            </a:r>
            <a:r>
              <a:rPr altLang="zh-CN" dirty="0" sz="2800" kumimoji="1" lang="en-US">
                <a:latin typeface="Times New Roman" panose="02020603050405020304" pitchFamily="18" charset="0"/>
                <a:ea typeface="隶书" panose="02010509060101010101" pitchFamily="49" charset="-122"/>
              </a:rPr>
              <a:t> = </a:t>
            </a:r>
            <a:r>
              <a:rPr altLang="zh-CN" dirty="0" sz="2800" kumimoji="1" lang="en-US" err="1">
                <a:latin typeface="Times New Roman" panose="02020603050405020304" pitchFamily="18" charset="0"/>
                <a:ea typeface="隶书" panose="02010509060101010101" pitchFamily="49" charset="-122"/>
              </a:rPr>
              <a:t>R.tlink</a:t>
            </a:r>
            <a:r>
              <a:rPr altLang="zh-CN" b="1" dirty="0" sz="2800" kumimoji="1"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b="1" dirty="0" sz="2800" kumimoji="1" lang="en-US">
                <a:latin typeface="Times New Roman" panose="02020603050405020304" pitchFamily="18" charset="0"/>
                <a:ea typeface="隶书" panose="02010509060101010101" pitchFamily="49" charset="-122"/>
              </a:rPr>
              <a:t>          </a:t>
            </a:r>
            <a:r>
              <a:rPr altLang="zh-CN" dirty="0" sz="2800" kumimoji="1" lang="en-US">
                <a:latin typeface="Times New Roman" panose="02020603050405020304" pitchFamily="18" charset="0"/>
                <a:ea typeface="隶书" panose="02010509060101010101" pitchFamily="49" charset="-122"/>
              </a:rPr>
              <a:t>info = R.info</a:t>
            </a:r>
            <a:r>
              <a:rPr altLang="zh-CN" b="1" dirty="0" sz="2800" kumimoji="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dirty="0" sz="2800" kumimoji="1"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b="1" dirty="0" sz="2800" kumimoji="1" lang="en-US">
                <a:latin typeface="Times New Roman" panose="02020603050405020304" pitchFamily="18" charset="0"/>
                <a:ea typeface="隶书" panose="02010509060101010101" pitchFamily="49" charset="-122"/>
              </a:rPr>
              <a:t>};</a:t>
            </a:r>
          </a:p>
          <a:p>
            <a:pPr eaLnBrk="1" hangingPunct="1">
              <a:spcBef>
                <a:spcPct val="0"/>
              </a:spcBef>
              <a:buFontTx/>
              <a:buNone/>
            </a:pPr>
            <a:endParaRPr altLang="zh-CN" b="1" dirty="0" sz="1800" kumimoji="1" lang="en-US">
              <a:latin typeface="Times New Roman" panose="02020603050405020304" pitchFamily="18" charset="0"/>
              <a:ea typeface="隶书" panose="02010509060101010101" pitchFamily="49" charset="-122"/>
            </a:endParaRPr>
          </a:p>
          <a:p>
            <a:pPr eaLnBrk="1" hangingPunct="1">
              <a:spcBef>
                <a:spcPct val="0"/>
              </a:spcBef>
              <a:buFontTx/>
              <a:buNone/>
            </a:pPr>
            <a:r>
              <a:rPr altLang="zh-CN" b="1" dirty="0" sz="2800" kumimoji="1" lang="en-US">
                <a:latin typeface="Times New Roman" panose="02020603050405020304" pitchFamily="18" charset="0"/>
                <a:ea typeface="隶书" panose="02010509060101010101" pitchFamily="49" charset="-122"/>
              </a:rPr>
              <a:t>template &lt;class </a:t>
            </a:r>
            <a:r>
              <a:rPr altLang="zh-CN" dirty="0" sz="2800" kumimoji="1" lang="en-US">
                <a:latin typeface="Times New Roman" panose="02020603050405020304" pitchFamily="18" charset="0"/>
                <a:ea typeface="隶书" panose="02010509060101010101" pitchFamily="49" charset="-122"/>
              </a:rPr>
              <a:t>T</a:t>
            </a:r>
            <a:r>
              <a:rPr altLang="zh-CN" b="1" dirty="0" sz="2800" kumimoji="1" lang="en-US">
                <a:latin typeface="Times New Roman" panose="02020603050405020304" pitchFamily="18" charset="0"/>
                <a:ea typeface="隶书" panose="02010509060101010101" pitchFamily="49" charset="-122"/>
              </a:rPr>
              <a:t>&gt;</a:t>
            </a:r>
          </a:p>
          <a:p>
            <a:pPr eaLnBrk="1" hangingPunct="1">
              <a:spcBef>
                <a:spcPct val="0"/>
              </a:spcBef>
              <a:buFontTx/>
              <a:buNone/>
            </a:pPr>
            <a:r>
              <a:rPr altLang="zh-CN" b="1" dirty="0" sz="2800" kumimoji="1" lang="en-US">
                <a:latin typeface="Times New Roman" panose="02020603050405020304" pitchFamily="18" charset="0"/>
                <a:ea typeface="隶书" panose="02010509060101010101" pitchFamily="49" charset="-122"/>
              </a:rPr>
              <a:t>class </a:t>
            </a:r>
            <a:r>
              <a:rPr altLang="zh-CN" dirty="0" sz="2800" kumimoji="1" lang="en-US" err="1">
                <a:latin typeface="Times New Roman" panose="02020603050405020304" pitchFamily="18" charset="0"/>
                <a:ea typeface="隶书" panose="02010509060101010101" pitchFamily="49" charset="-122"/>
              </a:rPr>
              <a:t>GenList</a:t>
            </a:r>
            <a:r>
              <a:rPr altLang="zh-CN" b="1" dirty="0" sz="2800" kumimoji="1" lang="en-US">
                <a:latin typeface="Times New Roman" panose="02020603050405020304" pitchFamily="18" charset="0"/>
                <a:ea typeface="隶书" panose="02010509060101010101" pitchFamily="49" charset="-122"/>
              </a:rPr>
              <a:t> {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广义表类定义</a:t>
            </a:r>
          </a:p>
          <a:p>
            <a:pPr eaLnBrk="1" hangingPunct="1">
              <a:spcBef>
                <a:spcPct val="0"/>
              </a:spcBef>
              <a:buFontTx/>
              <a:buNone/>
            </a:pPr>
            <a:r>
              <a:rPr altLang="zh-CN" b="1" dirty="0" sz="2800" kumimoji="1" lang="en-US">
                <a:latin typeface="Times New Roman" panose="02020603050405020304" pitchFamily="18" charset="0"/>
                <a:ea typeface="隶书" panose="02010509060101010101" pitchFamily="49" charset="-122"/>
              </a:rPr>
              <a:t>public:</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315" name=""/>
        <p:cNvGrpSpPr/>
        <p:nvPr/>
      </p:nvGrpSpPr>
      <p:grpSpPr>
        <a:xfrm>
          <a:off x="0" y="0"/>
          <a:ext cx="0" cy="0"/>
          <a:chOff x="0" y="0"/>
          <a:chExt cx="0" cy="0"/>
        </a:xfrm>
      </p:grpSpPr>
      <p:sp>
        <p:nvSpPr>
          <p:cNvPr id="1049918" name="Text Box 2"/>
          <p:cNvSpPr txBox="1">
            <a:spLocks noChangeArrowheads="1"/>
          </p:cNvSpPr>
          <p:nvPr/>
        </p:nvSpPr>
        <p:spPr bwMode="auto">
          <a:xfrm>
            <a:off x="647700" y="625477"/>
            <a:ext cx="8001000" cy="6092188"/>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5000"/>
              </a:spcBef>
              <a:buFontTx/>
              <a:buNone/>
            </a:pPr>
            <a:r>
              <a:rPr altLang="zh-CN" b="1" dirty="0" kumimoji="1" lang="en-US">
                <a:solidFill>
                  <a:srgbClr val="CC3300"/>
                </a:solidFill>
                <a:latin typeface="Times New Roman" panose="02020603050405020304" pitchFamily="18" charset="0"/>
              </a:rPr>
              <a:t>    </a:t>
            </a:r>
            <a:r>
              <a:rPr altLang="zh-CN" dirty="0" sz="2800" kumimoji="1" lang="en-US" err="1">
                <a:latin typeface="Times New Roman" panose="02020603050405020304" pitchFamily="18" charset="0"/>
                <a:ea typeface="隶书" panose="02010509060101010101" pitchFamily="49" charset="-122"/>
              </a:rPr>
              <a:t>Genlist</a:t>
            </a:r>
            <a:r>
              <a:rPr altLang="zh-CN" dirty="0" sz="2800" kumimoji="1" lang="en-US">
                <a:latin typeface="Times New Roman" panose="02020603050405020304" pitchFamily="18" charset="0"/>
                <a:ea typeface="隶书" panose="02010509060101010101" pitchFamily="49" charset="-122"/>
              </a:rPr>
              <a:t>()</a:t>
            </a:r>
            <a:r>
              <a:rPr altLang="zh-CN" b="1"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构造函数</a:t>
            </a:r>
          </a:p>
          <a:p>
            <a:pPr eaLnBrk="1" hangingPunct="1">
              <a:lnSpc>
                <a:spcPct val="105000"/>
              </a:lnSpc>
              <a:spcBef>
                <a:spcPct val="5000"/>
              </a:spcBef>
              <a:buFontTx/>
              <a:buNone/>
            </a:pPr>
            <a:r>
              <a:rPr altLang="en-US" b="1" dirty="0" sz="2800" kumimoji="1" lang="zh-CN">
                <a:latin typeface="Times New Roman" panose="02020603050405020304" pitchFamily="18" charset="0"/>
              </a:rPr>
              <a:t>     ～</a:t>
            </a:r>
            <a:r>
              <a:rPr altLang="zh-CN" dirty="0" sz="2800" kumimoji="1" lang="en-US" err="1">
                <a:latin typeface="Times New Roman" panose="02020603050405020304" pitchFamily="18" charset="0"/>
                <a:ea typeface="隶书" panose="02010509060101010101" pitchFamily="49" charset="-122"/>
              </a:rPr>
              <a:t>GenList</a:t>
            </a:r>
            <a:r>
              <a:rPr altLang="zh-CN" dirty="0" sz="2800" kumimoji="1" lang="en-US">
                <a:latin typeface="Times New Roman" panose="02020603050405020304" pitchFamily="18" charset="0"/>
                <a:ea typeface="隶书" panose="02010509060101010101" pitchFamily="49" charset="-122"/>
              </a:rPr>
              <a:t>()</a:t>
            </a:r>
            <a:r>
              <a:rPr altLang="zh-CN" b="1" dirty="0" sz="2800" kumimoji="1" lang="en-US">
                <a:latin typeface="Times New Roman" panose="02020603050405020304" pitchFamily="18" charset="0"/>
                <a:ea typeface="隶书" panose="02010509060101010101" pitchFamily="49" charset="-122"/>
              </a:rPr>
              <a:t>;</a:t>
            </a:r>
            <a:r>
              <a:rPr altLang="zh-CN"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析构函数</a:t>
            </a:r>
            <a:r>
              <a:rPr altLang="en-US" dirty="0" sz="2800" kumimoji="1" lang="zh-CN">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altLang="en-US" dirty="0" sz="2800" kumimoji="1" lang="zh-CN">
                <a:latin typeface="Times New Roman" panose="02020603050405020304" pitchFamily="18" charset="0"/>
                <a:ea typeface="隶书" panose="02010509060101010101" pitchFamily="49" charset="-122"/>
              </a:rPr>
              <a:t>     </a:t>
            </a:r>
            <a:r>
              <a:rPr altLang="zh-CN" b="1" dirty="0" sz="2800" kumimoji="1" lang="en-US">
                <a:latin typeface="Times New Roman" panose="02020603050405020304" pitchFamily="18" charset="0"/>
                <a:ea typeface="隶书" panose="02010509060101010101" pitchFamily="49" charset="-122"/>
              </a:rPr>
              <a:t>bool</a:t>
            </a:r>
            <a:r>
              <a:rPr altLang="zh-CN" dirty="0" sz="2800" kumimoji="1" lang="en-US">
                <a:latin typeface="Times New Roman" panose="02020603050405020304" pitchFamily="18" charset="0"/>
                <a:ea typeface="隶书" panose="02010509060101010101" pitchFamily="49" charset="-122"/>
              </a:rPr>
              <a:t> Head (Items&lt;T&gt;</a:t>
            </a:r>
            <a:r>
              <a:rPr altLang="zh-CN" b="1" dirty="0" sz="2800" kumimoji="1" lang="en-US">
                <a:latin typeface="Times New Roman" panose="02020603050405020304" pitchFamily="18" charset="0"/>
                <a:ea typeface="隶书" panose="02010509060101010101" pitchFamily="49" charset="-122"/>
              </a:rPr>
              <a:t>&amp;</a:t>
            </a:r>
            <a:r>
              <a:rPr altLang="zh-CN" dirty="0" sz="2800" kumimoji="1" lang="en-US">
                <a:latin typeface="Times New Roman" panose="02020603050405020304" pitchFamily="18" charset="0"/>
                <a:ea typeface="隶书" panose="02010509060101010101" pitchFamily="49" charset="-122"/>
              </a:rPr>
              <a:t> x)</a:t>
            </a:r>
            <a:r>
              <a:rPr altLang="zh-CN" b="1" dirty="0" sz="2800" kumimoji="1" lang="en-US">
                <a:latin typeface="Times New Roman" panose="02020603050405020304" pitchFamily="18" charset="0"/>
                <a:ea typeface="隶书" panose="02010509060101010101" pitchFamily="49" charset="-122"/>
              </a:rPr>
              <a:t>;</a:t>
            </a:r>
            <a:r>
              <a:rPr altLang="zh-CN"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zh-CN" b="1" dirty="0" sz="2800" kumimoji="1" lang="en-US">
                <a:solidFill>
                  <a:schemeClr val="tx2"/>
                </a:solidFill>
                <a:latin typeface="Times New Roman" panose="02020603050405020304" pitchFamily="18" charset="0"/>
              </a:rPr>
              <a:t>x </a:t>
            </a:r>
            <a:r>
              <a:rPr altLang="en-US" dirty="0" sz="2800" kumimoji="1" lang="zh-CN">
                <a:solidFill>
                  <a:schemeClr val="tx2"/>
                </a:solidFill>
                <a:latin typeface="Times New Roman" panose="02020603050405020304" pitchFamily="18" charset="0"/>
                <a:ea typeface="隶书" panose="02010509060101010101" pitchFamily="49" charset="-122"/>
              </a:rPr>
              <a:t>返回表头元素</a:t>
            </a:r>
            <a:endParaRPr altLang="en-US" b="1" dirty="0" sz="2800" kumimoji="1" lang="zh-CN">
              <a:solidFill>
                <a:schemeClr val="tx2"/>
              </a:solidFill>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altLang="en-US" dirty="0" sz="2800" kumimoji="1" lang="zh-CN">
                <a:latin typeface="Times New Roman" panose="02020603050405020304" pitchFamily="18" charset="0"/>
                <a:ea typeface="隶书" panose="02010509060101010101" pitchFamily="49" charset="-122"/>
              </a:rPr>
              <a:t>    </a:t>
            </a:r>
            <a:r>
              <a:rPr altLang="en-US" b="1" dirty="0" sz="2800" kumimoji="1" lang="zh-CN">
                <a:latin typeface="Times New Roman" panose="02020603050405020304" pitchFamily="18" charset="0"/>
                <a:ea typeface="隶书" panose="02010509060101010101" pitchFamily="49" charset="-122"/>
              </a:rPr>
              <a:t> </a:t>
            </a:r>
            <a:r>
              <a:rPr altLang="zh-CN" b="1" dirty="0" sz="2800" kumimoji="1" lang="en-US">
                <a:latin typeface="Times New Roman" panose="02020603050405020304" pitchFamily="18" charset="0"/>
                <a:ea typeface="隶书" panose="02010509060101010101" pitchFamily="49" charset="-122"/>
              </a:rPr>
              <a:t>bool</a:t>
            </a:r>
            <a:r>
              <a:rPr altLang="zh-CN" dirty="0" sz="2800" kumimoji="1" lang="en-US">
                <a:latin typeface="Times New Roman" panose="02020603050405020304" pitchFamily="18" charset="0"/>
                <a:ea typeface="隶书" panose="02010509060101010101" pitchFamily="49" charset="-122"/>
              </a:rPr>
              <a:t> Tail (</a:t>
            </a:r>
            <a:r>
              <a:rPr altLang="zh-CN" dirty="0" sz="2800" kumimoji="1" lang="en-US" err="1">
                <a:latin typeface="Times New Roman" panose="02020603050405020304" pitchFamily="18" charset="0"/>
                <a:ea typeface="隶书" panose="02010509060101010101" pitchFamily="49" charset="-122"/>
              </a:rPr>
              <a:t>GenList</a:t>
            </a:r>
            <a:r>
              <a:rPr altLang="zh-CN" dirty="0" sz="2800" kumimoji="1" lang="en-US">
                <a:latin typeface="Times New Roman" panose="02020603050405020304" pitchFamily="18" charset="0"/>
                <a:ea typeface="隶书" panose="02010509060101010101" pitchFamily="49" charset="-122"/>
              </a:rPr>
              <a:t>&lt;T&gt;</a:t>
            </a:r>
            <a:r>
              <a:rPr altLang="zh-CN" b="1" dirty="0" sz="2800" kumimoji="1" lang="en-US">
                <a:latin typeface="Times New Roman" panose="02020603050405020304" pitchFamily="18" charset="0"/>
                <a:ea typeface="隶书" panose="02010509060101010101" pitchFamily="49" charset="-122"/>
              </a:rPr>
              <a:t>&amp;</a:t>
            </a:r>
            <a:r>
              <a:rPr altLang="zh-CN" dirty="0" sz="2800" kumimoji="1" lang="en-US">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lt</a:t>
            </a:r>
            <a:r>
              <a:rPr altLang="zh-CN" b="1"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zh-CN" b="1" dirty="0" sz="2800" kumimoji="1" lang="en-US" err="1">
                <a:solidFill>
                  <a:schemeClr val="tx2"/>
                </a:solidFill>
                <a:latin typeface="Times New Roman" panose="02020603050405020304" pitchFamily="18" charset="0"/>
              </a:rPr>
              <a:t>lt</a:t>
            </a:r>
            <a:r>
              <a:rPr altLang="zh-CN" b="1" dirty="0" sz="2800" kumimoji="1" lang="en-US">
                <a:solidFill>
                  <a:schemeClr val="tx2"/>
                </a:solidFill>
                <a:latin typeface="Times New Roman" panose="02020603050405020304" pitchFamily="18" charset="0"/>
              </a:rPr>
              <a:t> </a:t>
            </a:r>
            <a:r>
              <a:rPr altLang="en-US" dirty="0" sz="2800" kumimoji="1" lang="zh-CN">
                <a:solidFill>
                  <a:schemeClr val="tx2"/>
                </a:solidFill>
                <a:latin typeface="Times New Roman" panose="02020603050405020304" pitchFamily="18" charset="0"/>
                <a:ea typeface="隶书" panose="02010509060101010101" pitchFamily="49" charset="-122"/>
              </a:rPr>
              <a:t>返回表尾</a:t>
            </a:r>
            <a:endParaRPr altLang="en-US" b="1" dirty="0" sz="2800" kumimoji="1" lang="zh-CN">
              <a:solidFill>
                <a:schemeClr val="tx2"/>
              </a:solidFill>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altLang="en-US" dirty="0" sz="2800" kumimoji="1" lang="zh-CN">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GenListNode</a:t>
            </a:r>
            <a:r>
              <a:rPr altLang="zh-CN" dirty="0" sz="2800" kumimoji="1" lang="en-US">
                <a:latin typeface="Times New Roman" panose="02020603050405020304" pitchFamily="18" charset="0"/>
                <a:ea typeface="隶书" panose="02010509060101010101" pitchFamily="49" charset="-122"/>
              </a:rPr>
              <a:t>&lt;T&gt; *First()</a:t>
            </a:r>
            <a:r>
              <a:rPr altLang="zh-CN" b="1" dirty="0" sz="2800" kumimoji="1" lang="en-US">
                <a:latin typeface="Times New Roman" panose="02020603050405020304" pitchFamily="18" charset="0"/>
                <a:ea typeface="隶书" panose="02010509060101010101" pitchFamily="49" charset="-122"/>
              </a:rPr>
              <a:t>;</a:t>
            </a:r>
            <a:r>
              <a:rPr altLang="zh-CN"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返回第一个元素</a:t>
            </a:r>
          </a:p>
          <a:p>
            <a:pPr eaLnBrk="1" hangingPunct="1">
              <a:lnSpc>
                <a:spcPct val="105000"/>
              </a:lnSpc>
              <a:spcBef>
                <a:spcPct val="5000"/>
              </a:spcBef>
              <a:buFontTx/>
              <a:buNone/>
            </a:pPr>
            <a:r>
              <a:rPr altLang="en-US" dirty="0" sz="2800" kumimoji="1" lang="zh-CN">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GenListNode</a:t>
            </a:r>
            <a:r>
              <a:rPr altLang="zh-CN" dirty="0" sz="2800" kumimoji="1" lang="en-US">
                <a:latin typeface="Times New Roman" panose="02020603050405020304" pitchFamily="18" charset="0"/>
                <a:ea typeface="隶书" panose="02010509060101010101" pitchFamily="49" charset="-122"/>
              </a:rPr>
              <a:t>&lt;T&gt; *Next (</a:t>
            </a:r>
            <a:r>
              <a:rPr altLang="zh-CN" dirty="0" sz="2800" kumimoji="1" lang="en-US" err="1">
                <a:latin typeface="Times New Roman" panose="02020603050405020304" pitchFamily="18" charset="0"/>
                <a:ea typeface="隶书" panose="02010509060101010101" pitchFamily="49" charset="-122"/>
              </a:rPr>
              <a:t>GenListNode</a:t>
            </a:r>
            <a:r>
              <a:rPr altLang="zh-CN" dirty="0" sz="2800" kumimoji="1" lang="en-US">
                <a:latin typeface="Times New Roman" panose="02020603050405020304" pitchFamily="18" charset="0"/>
                <a:ea typeface="隶书" panose="02010509060101010101" pitchFamily="49" charset="-122"/>
              </a:rPr>
              <a:t>&lt;T&gt; *</a:t>
            </a:r>
            <a:r>
              <a:rPr altLang="zh-CN" dirty="0" sz="2800" kumimoji="1" lang="en-US" err="1">
                <a:latin typeface="Times New Roman" panose="02020603050405020304" pitchFamily="18" charset="0"/>
                <a:ea typeface="隶书" panose="02010509060101010101" pitchFamily="49" charset="-122"/>
              </a:rPr>
              <a:t>elem</a:t>
            </a:r>
            <a:r>
              <a:rPr altLang="zh-CN" dirty="0" sz="2800" kumimoji="1" lang="en-US">
                <a:latin typeface="Times New Roman" panose="02020603050405020304" pitchFamily="18" charset="0"/>
                <a:ea typeface="隶书" panose="02010509060101010101" pitchFamily="49" charset="-122"/>
              </a:rPr>
              <a:t>)</a:t>
            </a:r>
            <a:r>
              <a:rPr altLang="zh-CN" b="1" dirty="0" sz="2800" kumimoji="1"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返回表元素</a:t>
            </a:r>
            <a:r>
              <a:rPr altLang="zh-CN" dirty="0" sz="2800" kumimoji="1" lang="en-US" err="1">
                <a:solidFill>
                  <a:schemeClr val="tx2"/>
                </a:solidFill>
                <a:latin typeface="Times New Roman" panose="02020603050405020304" pitchFamily="18" charset="0"/>
                <a:ea typeface="隶书" panose="02010509060101010101" pitchFamily="49" charset="-122"/>
              </a:rPr>
              <a:t>elem</a:t>
            </a:r>
            <a:r>
              <a:rPr altLang="en-US" dirty="0" sz="2800" kumimoji="1" lang="zh-CN">
                <a:solidFill>
                  <a:schemeClr val="tx2"/>
                </a:solidFill>
                <a:latin typeface="Times New Roman" panose="02020603050405020304" pitchFamily="18" charset="0"/>
                <a:ea typeface="隶书" panose="02010509060101010101" pitchFamily="49" charset="-122"/>
              </a:rPr>
              <a:t>的直接后继元素</a:t>
            </a:r>
          </a:p>
          <a:p>
            <a:pPr eaLnBrk="1" hangingPunct="1">
              <a:lnSpc>
                <a:spcPct val="105000"/>
              </a:lnSpc>
              <a:spcBef>
                <a:spcPct val="5000"/>
              </a:spcBef>
              <a:buFontTx/>
              <a:buNone/>
            </a:pPr>
            <a:r>
              <a:rPr altLang="en-US" dirty="0" sz="2800" kumimoji="1" lang="zh-CN">
                <a:latin typeface="Times New Roman" panose="02020603050405020304" pitchFamily="18" charset="0"/>
                <a:ea typeface="隶书" panose="02010509060101010101" pitchFamily="49" charset="-122"/>
              </a:rPr>
              <a:t>     </a:t>
            </a:r>
            <a:r>
              <a:rPr altLang="zh-CN" b="1" dirty="0" sz="2800" kumimoji="1" lang="en-US">
                <a:latin typeface="Times New Roman" panose="02020603050405020304" pitchFamily="18" charset="0"/>
                <a:ea typeface="隶书" panose="02010509060101010101" pitchFamily="49" charset="-122"/>
              </a:rPr>
              <a:t>void</a:t>
            </a:r>
            <a:r>
              <a:rPr altLang="zh-CN" dirty="0" sz="2800" kumimoji="1" lang="en-US">
                <a:latin typeface="Times New Roman" panose="02020603050405020304" pitchFamily="18" charset="0"/>
                <a:ea typeface="隶书" panose="02010509060101010101" pitchFamily="49" charset="-122"/>
              </a:rPr>
              <a:t> Copy ( </a:t>
            </a:r>
            <a:r>
              <a:rPr altLang="zh-CN" b="1" dirty="0" sz="2800" kumimoji="1" lang="en-US">
                <a:latin typeface="Times New Roman" panose="02020603050405020304" pitchFamily="18" charset="0"/>
                <a:ea typeface="隶书" panose="02010509060101010101" pitchFamily="49" charset="-122"/>
              </a:rPr>
              <a:t>const</a:t>
            </a:r>
            <a:r>
              <a:rPr altLang="zh-CN" dirty="0" sz="2800" kumimoji="1" lang="en-US">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GenList</a:t>
            </a:r>
            <a:r>
              <a:rPr altLang="zh-CN" dirty="0" sz="2800" kumimoji="1" lang="en-US">
                <a:latin typeface="Times New Roman" panose="02020603050405020304" pitchFamily="18" charset="0"/>
                <a:ea typeface="隶书" panose="02010509060101010101" pitchFamily="49" charset="-122"/>
              </a:rPr>
              <a:t>&lt;T&gt;</a:t>
            </a:r>
            <a:r>
              <a:rPr altLang="zh-CN" b="1" dirty="0" sz="2800" kumimoji="1" lang="en-US">
                <a:latin typeface="Times New Roman" panose="02020603050405020304" pitchFamily="18" charset="0"/>
                <a:ea typeface="隶书" panose="02010509060101010101" pitchFamily="49" charset="-122"/>
              </a:rPr>
              <a:t>&amp;</a:t>
            </a:r>
            <a:r>
              <a:rPr altLang="zh-CN" dirty="0" sz="2800" kumimoji="1" lang="en-US">
                <a:latin typeface="Times New Roman" panose="02020603050405020304" pitchFamily="18" charset="0"/>
                <a:ea typeface="隶书" panose="02010509060101010101" pitchFamily="49" charset="-122"/>
              </a:rPr>
              <a:t> R)</a:t>
            </a:r>
            <a:r>
              <a:rPr altLang="zh-CN" b="1" dirty="0" sz="2800" kumimoji="1"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广义表的复制</a:t>
            </a:r>
          </a:p>
          <a:p>
            <a:pPr eaLnBrk="1" hangingPunct="1">
              <a:lnSpc>
                <a:spcPct val="105000"/>
              </a:lnSpc>
              <a:spcBef>
                <a:spcPct val="5000"/>
              </a:spcBef>
              <a:buFontTx/>
              <a:buNone/>
            </a:pPr>
            <a:r>
              <a:rPr altLang="en-US" dirty="0" sz="2800" kumimoji="1" lang="zh-CN">
                <a:latin typeface="Times New Roman" panose="02020603050405020304" pitchFamily="18" charset="0"/>
                <a:ea typeface="隶书" panose="02010509060101010101" pitchFamily="49" charset="-122"/>
              </a:rPr>
              <a:t>     </a:t>
            </a:r>
            <a:r>
              <a:rPr altLang="zh-CN" b="1" dirty="0" sz="2800" kumimoji="1" lang="en-US">
                <a:latin typeface="Times New Roman" panose="02020603050405020304" pitchFamily="18" charset="0"/>
                <a:ea typeface="隶书" panose="02010509060101010101" pitchFamily="49" charset="-122"/>
              </a:rPr>
              <a:t>int </a:t>
            </a:r>
            <a:r>
              <a:rPr altLang="zh-CN" dirty="0" sz="2800" kumimoji="1" lang="en-US">
                <a:latin typeface="Times New Roman" panose="02020603050405020304" pitchFamily="18" charset="0"/>
                <a:ea typeface="隶书" panose="02010509060101010101" pitchFamily="49" charset="-122"/>
              </a:rPr>
              <a:t>Length()</a:t>
            </a:r>
            <a:r>
              <a:rPr altLang="zh-CN" b="1" dirty="0" sz="2800" kumimoji="1" lang="en-US">
                <a:latin typeface="Times New Roman" panose="02020603050405020304" pitchFamily="18" charset="0"/>
                <a:ea typeface="隶书" panose="02010509060101010101" pitchFamily="49" charset="-122"/>
              </a:rPr>
              <a:t>; </a:t>
            </a:r>
            <a:r>
              <a:rPr altLang="zh-CN"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计算广义表长度</a:t>
            </a:r>
          </a:p>
          <a:p>
            <a:pPr eaLnBrk="1" hangingPunct="1">
              <a:lnSpc>
                <a:spcPct val="105000"/>
              </a:lnSpc>
              <a:spcBef>
                <a:spcPct val="5000"/>
              </a:spcBef>
              <a:buFontTx/>
              <a:buNone/>
            </a:pPr>
            <a:r>
              <a:rPr altLang="en-US" dirty="0" sz="2800" kumimoji="1" lang="zh-CN">
                <a:latin typeface="Times New Roman" panose="02020603050405020304" pitchFamily="18" charset="0"/>
                <a:ea typeface="隶书" panose="02010509060101010101" pitchFamily="49" charset="-122"/>
              </a:rPr>
              <a:t>     </a:t>
            </a:r>
            <a:r>
              <a:rPr altLang="zh-CN" b="1" dirty="0" sz="2800" kumimoji="1" lang="en-US">
                <a:latin typeface="Times New Roman" panose="02020603050405020304" pitchFamily="18" charset="0"/>
                <a:ea typeface="隶书" panose="02010509060101010101" pitchFamily="49" charset="-122"/>
              </a:rPr>
              <a:t>int </a:t>
            </a:r>
            <a:r>
              <a:rPr altLang="zh-CN" dirty="0" sz="2800" kumimoji="1" lang="en-US">
                <a:latin typeface="Times New Roman" panose="02020603050405020304" pitchFamily="18" charset="0"/>
                <a:ea typeface="隶书" panose="02010509060101010101" pitchFamily="49" charset="-122"/>
              </a:rPr>
              <a:t>depth()</a:t>
            </a:r>
            <a:r>
              <a:rPr altLang="zh-CN" b="1" dirty="0" sz="2800" kumimoji="1" lang="en-US">
                <a:latin typeface="Times New Roman" panose="02020603050405020304" pitchFamily="18" charset="0"/>
                <a:ea typeface="隶书" panose="02010509060101010101" pitchFamily="49" charset="-122"/>
              </a:rPr>
              <a:t>;</a:t>
            </a:r>
            <a:r>
              <a:rPr altLang="zh-CN"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计算非递归表深度</a:t>
            </a:r>
            <a:r>
              <a:rPr altLang="en-US" dirty="0" sz="2800" kumimoji="1" lang="zh-CN">
                <a:latin typeface="Times New Roman" panose="02020603050405020304" pitchFamily="18" charset="0"/>
                <a:ea typeface="隶书" panose="02010509060101010101" pitchFamily="49" charset="-122"/>
              </a:rPr>
              <a:t>     </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316" name=""/>
        <p:cNvGrpSpPr/>
        <p:nvPr/>
      </p:nvGrpSpPr>
      <p:grpSpPr>
        <a:xfrm>
          <a:off x="0" y="0"/>
          <a:ext cx="0" cy="0"/>
          <a:chOff x="0" y="0"/>
          <a:chExt cx="0" cy="0"/>
        </a:xfrm>
      </p:grpSpPr>
      <p:sp>
        <p:nvSpPr>
          <p:cNvPr id="1049919" name="Text Box 2"/>
          <p:cNvSpPr txBox="1">
            <a:spLocks noChangeArrowheads="1"/>
          </p:cNvSpPr>
          <p:nvPr/>
        </p:nvSpPr>
        <p:spPr bwMode="auto">
          <a:xfrm>
            <a:off x="660400" y="625475"/>
            <a:ext cx="8026400" cy="5958840"/>
          </a:xfrm>
          <a:prstGeom prst="rect"/>
          <a:noFill/>
          <a:ln>
            <a:noFill/>
          </a:ln>
          <a:effec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dirty="0" sz="2800" kumimoji="1" lang="en-US">
                <a:latin typeface="Times New Roman" panose="02020603050405020304" pitchFamily="18" charset="0"/>
                <a:ea typeface="隶书" panose="02010509060101010101" pitchFamily="49" charset="-122"/>
              </a:rPr>
              <a:t>private:</a:t>
            </a:r>
          </a:p>
          <a:p>
            <a:pPr eaLnBrk="1" hangingPunct="1">
              <a:spcBef>
                <a:spcPct val="0"/>
              </a:spcBef>
              <a:buFontTx/>
              <a:buNone/>
            </a:pPr>
            <a:r>
              <a:rPr altLang="zh-CN" dirty="0" sz="2800" kumimoji="1" lang="en-US">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GenListNode</a:t>
            </a:r>
            <a:r>
              <a:rPr altLang="zh-CN" dirty="0" sz="2800" kumimoji="1" lang="en-US">
                <a:latin typeface="Times New Roman" panose="02020603050405020304" pitchFamily="18" charset="0"/>
                <a:ea typeface="隶书" panose="02010509060101010101" pitchFamily="49" charset="-122"/>
              </a:rPr>
              <a:t>&lt;T&gt; *first</a:t>
            </a:r>
            <a:r>
              <a:rPr altLang="zh-CN" b="1"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广义表头指针</a:t>
            </a:r>
          </a:p>
          <a:p>
            <a:pPr eaLnBrk="1" hangingPunct="1">
              <a:spcBef>
                <a:spcPct val="0"/>
              </a:spcBef>
              <a:buFontTx/>
              <a:buNone/>
            </a:pPr>
            <a:r>
              <a:rPr altLang="en-US" dirty="0" sz="2800" kumimoji="1" lang="zh-CN">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GenListNode</a:t>
            </a:r>
            <a:r>
              <a:rPr altLang="zh-CN" dirty="0" sz="2800" kumimoji="1" lang="en-US">
                <a:latin typeface="Times New Roman" panose="02020603050405020304" pitchFamily="18" charset="0"/>
                <a:ea typeface="隶书" panose="02010509060101010101" pitchFamily="49" charset="-122"/>
              </a:rPr>
              <a:t>&lt;T&gt; *Copy (</a:t>
            </a:r>
            <a:r>
              <a:rPr altLang="zh-CN" dirty="0" sz="2800" kumimoji="1" lang="en-US" err="1">
                <a:latin typeface="Times New Roman" panose="02020603050405020304" pitchFamily="18" charset="0"/>
                <a:ea typeface="隶书" panose="02010509060101010101" pitchFamily="49" charset="-122"/>
              </a:rPr>
              <a:t>GenListNode</a:t>
            </a:r>
            <a:r>
              <a:rPr altLang="zh-CN" dirty="0" sz="2800" kumimoji="1" lang="en-US">
                <a:latin typeface="Times New Roman" panose="02020603050405020304" pitchFamily="18" charset="0"/>
                <a:ea typeface="隶书" panose="02010509060101010101" pitchFamily="49" charset="-122"/>
              </a:rPr>
              <a:t>&lt;T&gt; *ls)</a:t>
            </a:r>
            <a:r>
              <a:rPr altLang="zh-CN" b="1" dirty="0" sz="2800" kumimoji="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复制一个</a:t>
            </a:r>
            <a:r>
              <a:rPr altLang="zh-CN" dirty="0" sz="2800" kumimoji="1" lang="en-US">
                <a:solidFill>
                  <a:schemeClr val="tx2"/>
                </a:solidFill>
                <a:latin typeface="Times New Roman" panose="02020603050405020304" pitchFamily="18" charset="0"/>
                <a:ea typeface="隶书" panose="02010509060101010101" pitchFamily="49" charset="-122"/>
              </a:rPr>
              <a:t>ls</a:t>
            </a:r>
            <a:r>
              <a:rPr altLang="en-US" dirty="0" sz="2800" kumimoji="1" lang="zh-CN">
                <a:solidFill>
                  <a:schemeClr val="tx2"/>
                </a:solidFill>
                <a:latin typeface="Times New Roman" panose="02020603050405020304" pitchFamily="18" charset="0"/>
                <a:ea typeface="隶书" panose="02010509060101010101" pitchFamily="49" charset="-122"/>
              </a:rPr>
              <a:t>指示的无共享非递归表</a:t>
            </a:r>
          </a:p>
          <a:p>
            <a:pPr eaLnBrk="1" hangingPunct="1">
              <a:spcBef>
                <a:spcPct val="0"/>
              </a:spcBef>
              <a:buFontTx/>
              <a:buNone/>
            </a:pPr>
            <a:r>
              <a:rPr altLang="en-US" dirty="0" sz="2800" kumimoji="1" lang="zh-CN">
                <a:latin typeface="Times New Roman" panose="02020603050405020304" pitchFamily="18" charset="0"/>
                <a:ea typeface="隶书" panose="02010509060101010101" pitchFamily="49" charset="-122"/>
              </a:rPr>
              <a:t>     </a:t>
            </a:r>
            <a:r>
              <a:rPr altLang="zh-CN" b="1" dirty="0" sz="2800" kumimoji="1" lang="en-US">
                <a:latin typeface="Times New Roman" panose="02020603050405020304" pitchFamily="18" charset="0"/>
                <a:ea typeface="隶书" panose="02010509060101010101" pitchFamily="49" charset="-122"/>
              </a:rPr>
              <a:t>int </a:t>
            </a:r>
            <a:r>
              <a:rPr altLang="zh-CN" dirty="0" sz="2800" kumimoji="1" lang="en-US">
                <a:latin typeface="Times New Roman" panose="02020603050405020304" pitchFamily="18" charset="0"/>
                <a:ea typeface="隶书" panose="02010509060101010101" pitchFamily="49" charset="-122"/>
              </a:rPr>
              <a:t>Length (</a:t>
            </a:r>
            <a:r>
              <a:rPr altLang="zh-CN" dirty="0" sz="2800" kumimoji="1" lang="en-US" err="1">
                <a:latin typeface="Times New Roman" panose="02020603050405020304" pitchFamily="18" charset="0"/>
                <a:ea typeface="隶书" panose="02010509060101010101" pitchFamily="49" charset="-122"/>
              </a:rPr>
              <a:t>GenListNode</a:t>
            </a:r>
            <a:r>
              <a:rPr altLang="zh-CN" dirty="0" sz="2800" kumimoji="1" lang="en-US">
                <a:latin typeface="Times New Roman" panose="02020603050405020304" pitchFamily="18" charset="0"/>
                <a:ea typeface="隶书" panose="02010509060101010101" pitchFamily="49" charset="-122"/>
              </a:rPr>
              <a:t>&lt;T&gt; *ls)</a:t>
            </a:r>
            <a:r>
              <a:rPr altLang="zh-CN" b="1" dirty="0" sz="2800" kumimoji="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求由</a:t>
            </a:r>
            <a:r>
              <a:rPr altLang="zh-CN" dirty="0" sz="2800" kumimoji="1" lang="en-US">
                <a:solidFill>
                  <a:schemeClr val="tx2"/>
                </a:solidFill>
                <a:latin typeface="Times New Roman" panose="02020603050405020304" pitchFamily="18" charset="0"/>
                <a:ea typeface="隶书" panose="02010509060101010101" pitchFamily="49" charset="-122"/>
              </a:rPr>
              <a:t>ls</a:t>
            </a:r>
            <a:r>
              <a:rPr altLang="en-US" dirty="0" sz="2800" kumimoji="1" lang="zh-CN">
                <a:solidFill>
                  <a:schemeClr val="tx2"/>
                </a:solidFill>
                <a:latin typeface="Times New Roman" panose="02020603050405020304" pitchFamily="18" charset="0"/>
                <a:ea typeface="隶书" panose="02010509060101010101" pitchFamily="49" charset="-122"/>
              </a:rPr>
              <a:t>指示的广义表的长度</a:t>
            </a:r>
          </a:p>
          <a:p>
            <a:pPr eaLnBrk="1" hangingPunct="1">
              <a:spcBef>
                <a:spcPct val="0"/>
              </a:spcBef>
              <a:buFontTx/>
              <a:buNone/>
            </a:pPr>
            <a:r>
              <a:rPr altLang="en-US" dirty="0" sz="2800" kumimoji="1" lang="zh-CN">
                <a:latin typeface="Times New Roman" panose="02020603050405020304" pitchFamily="18" charset="0"/>
                <a:ea typeface="隶书" panose="02010509060101010101" pitchFamily="49" charset="-122"/>
              </a:rPr>
              <a:t>     </a:t>
            </a:r>
            <a:r>
              <a:rPr altLang="zh-CN" b="1" dirty="0" sz="2800" kumimoji="1" lang="en-US">
                <a:latin typeface="Times New Roman" panose="02020603050405020304" pitchFamily="18" charset="0"/>
                <a:ea typeface="隶书" panose="02010509060101010101" pitchFamily="49" charset="-122"/>
              </a:rPr>
              <a:t>int </a:t>
            </a:r>
            <a:r>
              <a:rPr altLang="zh-CN" dirty="0" sz="2800" kumimoji="1" lang="en-US">
                <a:latin typeface="Times New Roman" panose="02020603050405020304" pitchFamily="18" charset="0"/>
                <a:ea typeface="隶书" panose="02010509060101010101" pitchFamily="49" charset="-122"/>
              </a:rPr>
              <a:t>depth (</a:t>
            </a:r>
            <a:r>
              <a:rPr altLang="zh-CN" dirty="0" sz="2800" kumimoji="1" lang="en-US" err="1">
                <a:latin typeface="Times New Roman" panose="02020603050405020304" pitchFamily="18" charset="0"/>
                <a:ea typeface="隶书" panose="02010509060101010101" pitchFamily="49" charset="-122"/>
              </a:rPr>
              <a:t>GenListNode</a:t>
            </a:r>
            <a:r>
              <a:rPr altLang="zh-CN" dirty="0" sz="2800" kumimoji="1" lang="en-US">
                <a:latin typeface="Times New Roman" panose="02020603050405020304" pitchFamily="18" charset="0"/>
                <a:ea typeface="隶书" panose="02010509060101010101" pitchFamily="49" charset="-122"/>
              </a:rPr>
              <a:t>&lt;T&gt; *ls)</a:t>
            </a:r>
            <a:r>
              <a:rPr altLang="zh-CN" b="1" dirty="0" sz="2800" kumimoji="1" lang="en-US">
                <a:latin typeface="Times New Roman" panose="02020603050405020304" pitchFamily="18" charset="0"/>
                <a:ea typeface="隶书" panose="02010509060101010101" pitchFamily="49" charset="-122"/>
              </a:rPr>
              <a:t>;</a:t>
            </a:r>
            <a:r>
              <a:rPr altLang="zh-CN" dirty="0" sz="2800" kumimoji="1"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计算由</a:t>
            </a:r>
            <a:r>
              <a:rPr altLang="zh-CN" dirty="0" sz="2800" kumimoji="1" lang="en-US">
                <a:solidFill>
                  <a:schemeClr val="tx2"/>
                </a:solidFill>
                <a:latin typeface="Times New Roman" panose="02020603050405020304" pitchFamily="18" charset="0"/>
                <a:ea typeface="隶书" panose="02010509060101010101" pitchFamily="49" charset="-122"/>
              </a:rPr>
              <a:t>ls</a:t>
            </a:r>
            <a:r>
              <a:rPr altLang="en-US" dirty="0" sz="2800" kumimoji="1" lang="zh-CN">
                <a:solidFill>
                  <a:schemeClr val="tx2"/>
                </a:solidFill>
                <a:latin typeface="Times New Roman" panose="02020603050405020304" pitchFamily="18" charset="0"/>
                <a:ea typeface="隶书" panose="02010509060101010101" pitchFamily="49" charset="-122"/>
              </a:rPr>
              <a:t>指示的非递归表的深度</a:t>
            </a:r>
          </a:p>
          <a:p>
            <a:pPr eaLnBrk="1" hangingPunct="1">
              <a:spcBef>
                <a:spcPct val="0"/>
              </a:spcBef>
              <a:buFontTx/>
              <a:buNone/>
            </a:pPr>
            <a:r>
              <a:rPr altLang="en-US" dirty="0" sz="2800" kumimoji="1" lang="zh-CN">
                <a:latin typeface="Times New Roman" panose="02020603050405020304" pitchFamily="18" charset="0"/>
                <a:ea typeface="隶书" panose="02010509060101010101" pitchFamily="49" charset="-122"/>
              </a:rPr>
              <a:t>     </a:t>
            </a:r>
            <a:r>
              <a:rPr altLang="zh-CN" b="1" dirty="0" sz="2800" kumimoji="1" lang="en-US">
                <a:latin typeface="Times New Roman" panose="02020603050405020304" pitchFamily="18" charset="0"/>
                <a:ea typeface="隶书" panose="02010509060101010101" pitchFamily="49" charset="-122"/>
              </a:rPr>
              <a:t>bool</a:t>
            </a:r>
            <a:r>
              <a:rPr altLang="zh-CN" dirty="0" sz="2800" kumimoji="1" lang="en-US">
                <a:latin typeface="Times New Roman" panose="02020603050405020304" pitchFamily="18" charset="0"/>
                <a:ea typeface="隶书" panose="02010509060101010101" pitchFamily="49" charset="-122"/>
              </a:rPr>
              <a:t> equal (</a:t>
            </a:r>
            <a:r>
              <a:rPr altLang="zh-CN" dirty="0" sz="2800" kumimoji="1" lang="en-US" err="1">
                <a:latin typeface="Times New Roman" panose="02020603050405020304" pitchFamily="18" charset="0"/>
                <a:ea typeface="隶书" panose="02010509060101010101" pitchFamily="49" charset="-122"/>
              </a:rPr>
              <a:t>GenListNode</a:t>
            </a:r>
            <a:r>
              <a:rPr altLang="zh-CN" dirty="0" sz="2800" kumimoji="1" lang="en-US">
                <a:latin typeface="Times New Roman" panose="02020603050405020304" pitchFamily="18" charset="0"/>
                <a:ea typeface="隶书" panose="02010509060101010101" pitchFamily="49" charset="-122"/>
              </a:rPr>
              <a:t>&lt;T&gt; *s, </a:t>
            </a:r>
          </a:p>
          <a:p>
            <a:pPr eaLnBrk="1" hangingPunct="1">
              <a:spcBef>
                <a:spcPct val="0"/>
              </a:spcBef>
              <a:buFontTx/>
              <a:buNone/>
            </a:pPr>
            <a:r>
              <a:rPr altLang="zh-CN" dirty="0" sz="2800" kumimoji="1" lang="en-US">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GenListNode</a:t>
            </a:r>
            <a:r>
              <a:rPr altLang="zh-CN" dirty="0" sz="2800" kumimoji="1" lang="en-US">
                <a:latin typeface="Times New Roman" panose="02020603050405020304" pitchFamily="18" charset="0"/>
                <a:ea typeface="隶书" panose="02010509060101010101" pitchFamily="49" charset="-122"/>
              </a:rPr>
              <a:t>&lt;T&gt; *t)</a:t>
            </a:r>
            <a:r>
              <a:rPr altLang="zh-CN" b="1" dirty="0" sz="2800" kumimoji="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判以</a:t>
            </a:r>
            <a:r>
              <a:rPr altLang="zh-CN" dirty="0" sz="2800" kumimoji="1" lang="en-US">
                <a:solidFill>
                  <a:schemeClr val="tx2"/>
                </a:solidFill>
                <a:latin typeface="Times New Roman" panose="02020603050405020304" pitchFamily="18" charset="0"/>
                <a:ea typeface="隶书" panose="02010509060101010101" pitchFamily="49" charset="-122"/>
              </a:rPr>
              <a:t>s</a:t>
            </a:r>
            <a:r>
              <a:rPr altLang="en-US" dirty="0" sz="2800" kumimoji="1" lang="zh-CN">
                <a:solidFill>
                  <a:schemeClr val="tx2"/>
                </a:solidFill>
                <a:latin typeface="Times New Roman" panose="02020603050405020304" pitchFamily="18" charset="0"/>
                <a:ea typeface="隶书" panose="02010509060101010101" pitchFamily="49" charset="-122"/>
              </a:rPr>
              <a:t>和</a:t>
            </a:r>
            <a:r>
              <a:rPr altLang="zh-CN" dirty="0" sz="2800" kumimoji="1" lang="en-US">
                <a:solidFill>
                  <a:schemeClr val="tx2"/>
                </a:solidFill>
                <a:latin typeface="Times New Roman" panose="02020603050405020304" pitchFamily="18" charset="0"/>
                <a:ea typeface="隶书" panose="02010509060101010101" pitchFamily="49" charset="-122"/>
              </a:rPr>
              <a:t>t</a:t>
            </a:r>
            <a:r>
              <a:rPr altLang="en-US" dirty="0" sz="2800" kumimoji="1" lang="zh-CN">
                <a:solidFill>
                  <a:schemeClr val="tx2"/>
                </a:solidFill>
                <a:latin typeface="Times New Roman" panose="02020603050405020304" pitchFamily="18" charset="0"/>
                <a:ea typeface="隶书" panose="02010509060101010101" pitchFamily="49" charset="-122"/>
              </a:rPr>
              <a:t>为表头的两个表是否相等</a:t>
            </a:r>
          </a:p>
          <a:p>
            <a:pPr eaLnBrk="1" hangingPunct="1">
              <a:spcBef>
                <a:spcPct val="0"/>
              </a:spcBef>
              <a:buFontTx/>
              <a:buNone/>
            </a:pPr>
            <a:r>
              <a:rPr altLang="en-US" dirty="0" sz="2800" kumimoji="1" lang="zh-CN">
                <a:latin typeface="Times New Roman" panose="02020603050405020304" pitchFamily="18" charset="0"/>
                <a:ea typeface="隶书" panose="02010509060101010101" pitchFamily="49" charset="-122"/>
              </a:rPr>
              <a:t>     </a:t>
            </a:r>
            <a:r>
              <a:rPr altLang="zh-CN" b="1" dirty="0" sz="2800" kumimoji="1" lang="en-US">
                <a:latin typeface="Times New Roman" panose="02020603050405020304" pitchFamily="18" charset="0"/>
                <a:ea typeface="隶书" panose="02010509060101010101" pitchFamily="49" charset="-122"/>
              </a:rPr>
              <a:t>void</a:t>
            </a:r>
            <a:r>
              <a:rPr altLang="zh-CN" dirty="0" sz="2800" kumimoji="1" lang="en-US">
                <a:latin typeface="Times New Roman" panose="02020603050405020304" pitchFamily="18" charset="0"/>
                <a:ea typeface="隶书" panose="02010509060101010101" pitchFamily="49" charset="-122"/>
              </a:rPr>
              <a:t> Remove (</a:t>
            </a:r>
            <a:r>
              <a:rPr altLang="zh-CN" dirty="0" sz="2800" kumimoji="1" lang="en-US" err="1">
                <a:latin typeface="Times New Roman" panose="02020603050405020304" pitchFamily="18" charset="0"/>
                <a:ea typeface="隶书" panose="02010509060101010101" pitchFamily="49" charset="-122"/>
              </a:rPr>
              <a:t>GenListNode</a:t>
            </a:r>
            <a:r>
              <a:rPr altLang="zh-CN" dirty="0" sz="2800" kumimoji="1" lang="en-US">
                <a:latin typeface="Times New Roman" panose="02020603050405020304" pitchFamily="18" charset="0"/>
                <a:ea typeface="隶书" panose="02010509060101010101" pitchFamily="49" charset="-122"/>
              </a:rPr>
              <a:t>&lt;T&gt; *ls)</a:t>
            </a:r>
            <a:r>
              <a:rPr altLang="zh-CN" b="1" dirty="0" sz="2800" kumimoji="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释放以</a:t>
            </a:r>
            <a:r>
              <a:rPr altLang="zh-CN" dirty="0" sz="2800" kumimoji="1" lang="en-US">
                <a:solidFill>
                  <a:schemeClr val="tx2"/>
                </a:solidFill>
                <a:latin typeface="Times New Roman" panose="02020603050405020304" pitchFamily="18" charset="0"/>
                <a:ea typeface="隶书" panose="02010509060101010101" pitchFamily="49" charset="-122"/>
              </a:rPr>
              <a:t>ls</a:t>
            </a:r>
            <a:r>
              <a:rPr altLang="en-US" dirty="0" sz="2800" kumimoji="1" lang="zh-CN">
                <a:solidFill>
                  <a:schemeClr val="tx2"/>
                </a:solidFill>
                <a:latin typeface="Times New Roman" panose="02020603050405020304" pitchFamily="18" charset="0"/>
                <a:ea typeface="隶书" panose="02010509060101010101" pitchFamily="49" charset="-122"/>
              </a:rPr>
              <a:t>为附加头结点的广义表</a:t>
            </a:r>
          </a:p>
        </p:txBody>
      </p:sp>
      <p:sp>
        <p:nvSpPr>
          <p:cNvPr id="1049920" name="矩形: 圆角 1"/>
          <p:cNvSpPr/>
          <p:nvPr/>
        </p:nvSpPr>
        <p:spPr>
          <a:xfrm>
            <a:off x="990600" y="1066800"/>
            <a:ext cx="7467600" cy="457200"/>
          </a:xfrm>
          <a:prstGeom prst="roundRect"/>
          <a:noFill/>
          <a:ln w="28575">
            <a:solidFill>
              <a:srgbClr val="C00000"/>
            </a:solidFill>
          </a:ln>
        </p:spPr>
        <p:style>
          <a:lnRef idx="2">
            <a:schemeClr val="accent6"/>
          </a:lnRef>
          <a:fillRef idx="1">
            <a:schemeClr val="lt1"/>
          </a:fillRef>
          <a:effectRef idx="0">
            <a:schemeClr val="accent6"/>
          </a:effectRef>
          <a:fontRef idx="minor">
            <a:schemeClr val="dk1"/>
          </a:fontRef>
        </p:style>
        <p:txBody>
          <a:bodyPr anchor="ctr" rtlCol="0"/>
          <a:p>
            <a:pPr algn="ctr"/>
            <a:endParaRPr altLang="en-US" b="1" dirty="0" lang="zh-CN"/>
          </a:p>
        </p:txBody>
      </p:sp>
      <p:sp>
        <p:nvSpPr>
          <p:cNvPr id="1049921" name="文本框 3"/>
          <p:cNvSpPr txBox="1"/>
          <p:nvPr/>
        </p:nvSpPr>
        <p:spPr>
          <a:xfrm>
            <a:off x="7084868" y="838200"/>
            <a:ext cx="1130300" cy="369332"/>
          </a:xfrm>
          <a:prstGeom prst="rect"/>
          <a:solidFill>
            <a:schemeClr val="bg1"/>
          </a:solidFill>
        </p:spPr>
        <p:txBody>
          <a:bodyPr rtlCol="0" wrap="square">
            <a:spAutoFit/>
          </a:bodyPr>
          <a:p>
            <a:r>
              <a:rPr altLang="en-US" b="1" dirty="0" lang="zh-CN">
                <a:solidFill>
                  <a:srgbClr val="FF0000"/>
                </a:solidFill>
              </a:rPr>
              <a:t>数据成员</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317" name=""/>
        <p:cNvGrpSpPr/>
        <p:nvPr/>
      </p:nvGrpSpPr>
      <p:grpSpPr>
        <a:xfrm>
          <a:off x="0" y="0"/>
          <a:ext cx="0" cy="0"/>
          <a:chOff x="0" y="0"/>
          <a:chExt cx="0" cy="0"/>
        </a:xfrm>
      </p:grpSpPr>
      <p:sp>
        <p:nvSpPr>
          <p:cNvPr id="1049922" name="Text Box 2"/>
          <p:cNvSpPr txBox="1">
            <a:spLocks noChangeArrowheads="1"/>
          </p:cNvSpPr>
          <p:nvPr/>
        </p:nvSpPr>
        <p:spPr bwMode="auto">
          <a:xfrm>
            <a:off x="660400" y="625477"/>
            <a:ext cx="8001000" cy="3299841"/>
          </a:xfrm>
          <a:prstGeom prst="rect"/>
          <a:noFill/>
          <a:ln>
            <a:noFill/>
          </a:ln>
          <a:effec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5000"/>
              </a:spcBef>
              <a:buFontTx/>
              <a:buNone/>
            </a:pPr>
            <a:r>
              <a:rPr altLang="zh-CN" dirty="0" sz="2800" kumimoji="1" lang="en-US">
                <a:latin typeface="Times New Roman" panose="02020603050405020304" pitchFamily="18" charset="0"/>
                <a:ea typeface="隶书" panose="02010509060101010101" pitchFamily="49" charset="-122"/>
              </a:rPr>
              <a:t>     </a:t>
            </a:r>
            <a:r>
              <a:rPr altLang="zh-CN" b="1" dirty="0" sz="2800" kumimoji="1" lang="en-US">
                <a:latin typeface="Times New Roman" panose="02020603050405020304" pitchFamily="18" charset="0"/>
                <a:ea typeface="隶书" panose="02010509060101010101" pitchFamily="49" charset="-122"/>
              </a:rPr>
              <a:t>void</a:t>
            </a:r>
            <a:r>
              <a:rPr altLang="zh-CN" dirty="0" sz="2800" kumimoji="1" lang="en-US">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Createlist</a:t>
            </a:r>
            <a:r>
              <a:rPr altLang="zh-CN" dirty="0" sz="2800" kumimoji="1" lang="en-US">
                <a:latin typeface="Times New Roman" panose="02020603050405020304" pitchFamily="18" charset="0"/>
                <a:ea typeface="隶书" panose="02010509060101010101" pitchFamily="49" charset="-122"/>
              </a:rPr>
              <a:t> (</a:t>
            </a:r>
            <a:r>
              <a:rPr altLang="zh-CN" b="1" dirty="0" sz="2800" kumimoji="1" lang="en-US" err="1">
                <a:latin typeface="Times New Roman" panose="02020603050405020304" pitchFamily="18" charset="0"/>
                <a:ea typeface="隶书" panose="02010509060101010101" pitchFamily="49" charset="-122"/>
              </a:rPr>
              <a:t>istream</a:t>
            </a:r>
            <a:r>
              <a:rPr altLang="zh-CN" b="1" dirty="0" sz="2800" kumimoji="1" lang="en-US">
                <a:latin typeface="Times New Roman" panose="02020603050405020304" pitchFamily="18" charset="0"/>
                <a:ea typeface="隶书" panose="02010509060101010101" pitchFamily="49" charset="-122"/>
              </a:rPr>
              <a:t>&amp;</a:t>
            </a:r>
            <a:r>
              <a:rPr altLang="zh-CN" dirty="0" sz="2800" kumimoji="1" lang="en-US">
                <a:latin typeface="Times New Roman" panose="02020603050405020304" pitchFamily="18" charset="0"/>
                <a:ea typeface="隶书" panose="02010509060101010101" pitchFamily="49" charset="-122"/>
              </a:rPr>
              <a:t> in</a:t>
            </a:r>
            <a:r>
              <a:rPr altLang="zh-CN" b="1" dirty="0" sz="2800" kumimoji="1" lang="en-US">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altLang="zh-CN" b="1" dirty="0" sz="2800" kumimoji="1" lang="en-US">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GenListNode</a:t>
            </a:r>
            <a:r>
              <a:rPr altLang="zh-CN" dirty="0" sz="2800" kumimoji="1" lang="en-US">
                <a:latin typeface="Times New Roman" panose="02020603050405020304" pitchFamily="18" charset="0"/>
                <a:ea typeface="隶书" panose="02010509060101010101" pitchFamily="49" charset="-122"/>
              </a:rPr>
              <a:t>&lt;T&gt; *</a:t>
            </a:r>
            <a:r>
              <a:rPr altLang="zh-CN" b="1" dirty="0" sz="2800" kumimoji="1" lang="en-US">
                <a:latin typeface="Times New Roman" panose="02020603050405020304" pitchFamily="18" charset="0"/>
                <a:ea typeface="隶书" panose="02010509060101010101" pitchFamily="49" charset="-122"/>
              </a:rPr>
              <a:t>&amp;</a:t>
            </a:r>
            <a:r>
              <a:rPr altLang="zh-CN" dirty="0" sz="2800" kumimoji="1" lang="en-US">
                <a:latin typeface="Times New Roman" panose="02020603050405020304" pitchFamily="18" charset="0"/>
                <a:ea typeface="隶书" panose="02010509060101010101" pitchFamily="49" charset="-122"/>
              </a:rPr>
              <a:t>ls)</a:t>
            </a:r>
            <a:r>
              <a:rPr altLang="zh-CN" b="1" dirty="0" sz="2800" kumimoji="1"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dirty="0" sz="2800" kumimoji="1" lang="en-US">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从输入流对象输入广义表的字符串描述</a:t>
            </a:r>
            <a:r>
              <a:rPr altLang="zh-CN" dirty="0" sz="2800" kumimoji="1" lang="en-US">
                <a:solidFill>
                  <a:schemeClr val="tx2"/>
                </a:solidFill>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altLang="zh-CN" dirty="0" sz="2800" kumimoji="1" lang="en-US">
                <a:solidFill>
                  <a:schemeClr val="tx2"/>
                </a:solidFill>
                <a:latin typeface="Times New Roman" panose="02020603050405020304" pitchFamily="18" charset="0"/>
                <a:ea typeface="隶书" panose="02010509060101010101" pitchFamily="49" charset="-122"/>
              </a:rPr>
              <a:t>        </a:t>
            </a:r>
            <a:r>
              <a:rPr altLang="zh-CN" b="1" dirty="0" sz="2800" kumimoji="1" lang="en-US">
                <a:solidFill>
                  <a:schemeClr val="tx2"/>
                </a:solidFill>
                <a:latin typeface="Times New Roman" panose="02020603050405020304" pitchFamily="18" charset="0"/>
                <a:ea typeface="隶书" panose="02010509060101010101" pitchFamily="49" charset="-122"/>
              </a:rPr>
              <a:t>//</a:t>
            </a:r>
            <a:r>
              <a:rPr altLang="en-US" dirty="0" sz="2800" kumimoji="1" lang="zh-CN">
                <a:solidFill>
                  <a:schemeClr val="tx2"/>
                </a:solidFill>
                <a:latin typeface="Times New Roman" panose="02020603050405020304" pitchFamily="18" charset="0"/>
                <a:ea typeface="隶书" panose="02010509060101010101" pitchFamily="49" charset="-122"/>
              </a:rPr>
              <a:t>建立一个带头结点的广义表结构</a:t>
            </a:r>
          </a:p>
          <a:p>
            <a:pPr eaLnBrk="1" hangingPunct="1">
              <a:lnSpc>
                <a:spcPct val="105000"/>
              </a:lnSpc>
              <a:spcBef>
                <a:spcPct val="5000"/>
              </a:spcBef>
              <a:buFontTx/>
              <a:buNone/>
            </a:pPr>
            <a:r>
              <a:rPr altLang="zh-CN" b="1" dirty="0" sz="2800" kumimoji="1" lang="en-US">
                <a:latin typeface="Times New Roman" panose="02020603050405020304" pitchFamily="18" charset="0"/>
                <a:ea typeface="隶书" panose="02010509060101010101" pitchFamily="49" charset="-122"/>
              </a:rPr>
              <a:t>     friend </a:t>
            </a:r>
            <a:r>
              <a:rPr altLang="zh-CN" b="1" dirty="0" sz="2800" kumimoji="1" lang="en-US" err="1">
                <a:latin typeface="Times New Roman" panose="02020603050405020304" pitchFamily="18" charset="0"/>
                <a:ea typeface="隶书" panose="02010509060101010101" pitchFamily="49" charset="-122"/>
              </a:rPr>
              <a:t>istream</a:t>
            </a:r>
            <a:r>
              <a:rPr altLang="zh-CN" b="1" dirty="0" sz="2800" kumimoji="1" lang="en-US">
                <a:latin typeface="Times New Roman" panose="02020603050405020304" pitchFamily="18" charset="0"/>
                <a:ea typeface="隶书" panose="02010509060101010101" pitchFamily="49" charset="-122"/>
              </a:rPr>
              <a:t>&amp; operator &gt;&gt;</a:t>
            </a:r>
            <a:r>
              <a:rPr altLang="zh-CN" dirty="0" sz="2800" kumimoji="1" lang="en-US">
                <a:latin typeface="Times New Roman" panose="02020603050405020304" pitchFamily="18" charset="0"/>
                <a:ea typeface="隶书" panose="02010509060101010101" pitchFamily="49" charset="-122"/>
              </a:rPr>
              <a:t> (</a:t>
            </a:r>
            <a:r>
              <a:rPr altLang="zh-CN" b="1" dirty="0" sz="2800" kumimoji="1" lang="en-US" err="1">
                <a:latin typeface="Times New Roman" panose="02020603050405020304" pitchFamily="18" charset="0"/>
                <a:ea typeface="隶书" panose="02010509060101010101" pitchFamily="49" charset="-122"/>
              </a:rPr>
              <a:t>istream</a:t>
            </a:r>
            <a:r>
              <a:rPr altLang="zh-CN" b="1" dirty="0" sz="2800" kumimoji="1" lang="en-US">
                <a:latin typeface="Times New Roman" panose="02020603050405020304" pitchFamily="18" charset="0"/>
                <a:ea typeface="隶书" panose="02010509060101010101" pitchFamily="49" charset="-122"/>
              </a:rPr>
              <a:t>&amp;</a:t>
            </a:r>
            <a:r>
              <a:rPr altLang="zh-CN" dirty="0" sz="2800" kumimoji="1" lang="en-US">
                <a:latin typeface="Times New Roman" panose="02020603050405020304" pitchFamily="18" charset="0"/>
                <a:ea typeface="隶书" panose="02010509060101010101" pitchFamily="49" charset="-122"/>
              </a:rPr>
              <a:t> in</a:t>
            </a:r>
            <a:r>
              <a:rPr altLang="zh-CN" b="1" dirty="0" sz="2800" kumimoji="1" lang="en-US">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altLang="zh-CN" b="1" dirty="0" sz="2800" kumimoji="1" lang="en-US">
                <a:latin typeface="Times New Roman" panose="02020603050405020304" pitchFamily="18" charset="0"/>
                <a:ea typeface="隶书" panose="02010509060101010101" pitchFamily="49" charset="-122"/>
              </a:rPr>
              <a:t>           </a:t>
            </a:r>
            <a:r>
              <a:rPr altLang="zh-CN" dirty="0" sz="2800" kumimoji="1" lang="en-US" err="1">
                <a:latin typeface="Times New Roman" panose="02020603050405020304" pitchFamily="18" charset="0"/>
                <a:ea typeface="隶书" panose="02010509060101010101" pitchFamily="49" charset="-122"/>
              </a:rPr>
              <a:t>GenList</a:t>
            </a:r>
            <a:r>
              <a:rPr altLang="zh-CN" dirty="0" sz="2800" kumimoji="1" lang="en-US">
                <a:latin typeface="Times New Roman" panose="02020603050405020304" pitchFamily="18" charset="0"/>
                <a:ea typeface="隶书" panose="02010509060101010101" pitchFamily="49" charset="-122"/>
              </a:rPr>
              <a:t>&lt;T&gt;</a:t>
            </a:r>
            <a:r>
              <a:rPr altLang="zh-CN" b="1" dirty="0" sz="2800" kumimoji="1" lang="en-US">
                <a:latin typeface="Times New Roman" panose="02020603050405020304" pitchFamily="18" charset="0"/>
                <a:ea typeface="隶书" panose="02010509060101010101" pitchFamily="49" charset="-122"/>
              </a:rPr>
              <a:t>&amp;</a:t>
            </a:r>
            <a:r>
              <a:rPr altLang="zh-CN" dirty="0" sz="2800" kumimoji="1" lang="en-US">
                <a:latin typeface="Times New Roman" panose="02020603050405020304" pitchFamily="18" charset="0"/>
                <a:ea typeface="隶书" panose="02010509060101010101" pitchFamily="49" charset="-122"/>
              </a:rPr>
              <a:t> L)</a:t>
            </a:r>
            <a:r>
              <a:rPr altLang="zh-CN" b="1" dirty="0" sz="2800" kumimoji="1" lang="en-US">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altLang="zh-CN" b="1" dirty="0" sz="2800" kumimoji="1" lang="en-US">
                <a:latin typeface="Times New Roman" panose="02020603050405020304" pitchFamily="18" charset="0"/>
                <a:ea typeface="隶书" panose="02010509060101010101" pitchFamily="49" charset="-122"/>
              </a:rPr>
              <a:t>};</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318" name=""/>
        <p:cNvGrpSpPr/>
        <p:nvPr/>
      </p:nvGrpSpPr>
      <p:grpSpPr>
        <a:xfrm>
          <a:off x="0" y="0"/>
          <a:ext cx="0" cy="0"/>
          <a:chOff x="0" y="0"/>
          <a:chExt cx="0" cy="0"/>
        </a:xfrm>
      </p:grpSpPr>
      <p:sp>
        <p:nvSpPr>
          <p:cNvPr id="1049923" name="Rectangle 2"/>
          <p:cNvSpPr>
            <a:spLocks noGrp="1" noChangeArrowheads="1"/>
          </p:cNvSpPr>
          <p:nvPr>
            <p:ph type="title"/>
          </p:nvPr>
        </p:nvSpPr>
        <p:spPr>
          <a:xfrm>
            <a:off x="457200" y="274638"/>
            <a:ext cx="8229600" cy="779462"/>
          </a:xfrm>
        </p:spPr>
        <p:txBody>
          <a:bodyPr/>
          <a:p>
            <a:pPr eaLnBrk="1" hangingPunct="1"/>
            <a:r>
              <a:rPr altLang="en-US" b="1" dirty="0" sz="3600" kumimoji="1" lang="zh-CN">
                <a:ea typeface="华文新魏" panose="02010800040101010101" pitchFamily="2" charset="-122"/>
              </a:rPr>
              <a:t>广义表类的构造函数</a:t>
            </a:r>
          </a:p>
        </p:txBody>
      </p:sp>
      <p:sp>
        <p:nvSpPr>
          <p:cNvPr id="1049924" name="Rectangle 3"/>
          <p:cNvSpPr>
            <a:spLocks noGrp="1" noChangeArrowheads="1"/>
          </p:cNvSpPr>
          <p:nvPr>
            <p:ph idx="1"/>
          </p:nvPr>
        </p:nvSpPr>
        <p:spPr>
          <a:xfrm>
            <a:off x="547688" y="1336677"/>
            <a:ext cx="8229600" cy="4892675"/>
          </a:xfrm>
        </p:spPr>
        <p:txBody>
          <a:bodyPr/>
          <a:p>
            <a:pPr eaLnBrk="1" hangingPunct="1">
              <a:spcBef>
                <a:spcPct val="0"/>
              </a:spcBef>
              <a:buFontTx/>
              <a:buNone/>
            </a:pPr>
            <a:r>
              <a:rPr altLang="zh-CN" b="1" dirty="0" kumimoji="1" lang="en-US">
                <a:latin typeface="Times New Roman" pitchFamily="18" charset="0"/>
                <a:ea typeface="隶书" pitchFamily="49" charset="-122"/>
              </a:rPr>
              <a:t>template &lt;class </a:t>
            </a:r>
            <a:r>
              <a:rPr altLang="zh-CN" dirty="0" kumimoji="1" lang="en-US">
                <a:latin typeface="Times New Roman" pitchFamily="18" charset="0"/>
                <a:ea typeface="隶书" pitchFamily="49" charset="-122"/>
              </a:rPr>
              <a:t>T</a:t>
            </a:r>
            <a:r>
              <a:rPr altLang="zh-CN" b="1" dirty="0" kumimoji="1" lang="en-US">
                <a:latin typeface="Times New Roman" pitchFamily="18" charset="0"/>
                <a:ea typeface="隶书" pitchFamily="49" charset="-122"/>
              </a:rPr>
              <a:t>&gt;</a:t>
            </a:r>
          </a:p>
          <a:p>
            <a:pPr eaLnBrk="1" hangingPunct="1">
              <a:spcBef>
                <a:spcPct val="0"/>
              </a:spcBef>
              <a:buFontTx/>
              <a:buNone/>
            </a:pPr>
            <a:r>
              <a:rPr altLang="zh-CN" dirty="0" kumimoji="1" lang="en-US" err="1">
                <a:latin typeface="Times New Roman" pitchFamily="18" charset="0"/>
                <a:ea typeface="隶书" pitchFamily="49" charset="-122"/>
              </a:rPr>
              <a:t>Genlist</a:t>
            </a:r>
            <a:r>
              <a:rPr altLang="zh-CN" dirty="0" kumimoji="1" lang="en-US">
                <a:latin typeface="Times New Roman" pitchFamily="18" charset="0"/>
                <a:ea typeface="隶书" pitchFamily="49" charset="-122"/>
              </a:rPr>
              <a:t>&lt;T&gt;</a:t>
            </a:r>
            <a:r>
              <a:rPr altLang="zh-CN" b="1" dirty="0" kumimoji="1" lang="en-US">
                <a:latin typeface="Times New Roman" pitchFamily="18" charset="0"/>
                <a:ea typeface="隶书" pitchFamily="49" charset="-122"/>
              </a:rPr>
              <a:t>::</a:t>
            </a:r>
            <a:r>
              <a:rPr altLang="zh-CN" dirty="0" kumimoji="1" lang="en-US" err="1">
                <a:latin typeface="Times New Roman" pitchFamily="18" charset="0"/>
                <a:ea typeface="隶书" pitchFamily="49" charset="-122"/>
              </a:rPr>
              <a:t>GenList</a:t>
            </a:r>
            <a:r>
              <a:rPr altLang="zh-CN" dirty="0" kumimoji="1" lang="en-US">
                <a:latin typeface="Times New Roman" pitchFamily="18" charset="0"/>
                <a:ea typeface="隶书" pitchFamily="49" charset="-122"/>
              </a:rPr>
              <a:t>( )</a:t>
            </a:r>
            <a:r>
              <a:rPr altLang="zh-CN" b="1" dirty="0" kumimoji="1" lang="en-US">
                <a:latin typeface="Times New Roman" pitchFamily="18" charset="0"/>
                <a:ea typeface="隶书" pitchFamily="49" charset="-122"/>
              </a:rPr>
              <a:t> {		</a:t>
            </a:r>
            <a:r>
              <a:rPr altLang="zh-CN" b="1" dirty="0" kumimoji="1" lang="en-US">
                <a:solidFill>
                  <a:schemeClr val="tx2"/>
                </a:solidFill>
                <a:latin typeface="Times New Roman" pitchFamily="18" charset="0"/>
                <a:ea typeface="隶书" pitchFamily="49" charset="-122"/>
              </a:rPr>
              <a:t>//</a:t>
            </a:r>
            <a:r>
              <a:rPr altLang="en-US" dirty="0" kumimoji="1" lang="zh-CN">
                <a:solidFill>
                  <a:schemeClr val="tx2"/>
                </a:solidFill>
                <a:latin typeface="Times New Roman" pitchFamily="18" charset="0"/>
                <a:ea typeface="隶书" pitchFamily="49" charset="-122"/>
              </a:rPr>
              <a:t>构造函数</a:t>
            </a:r>
          </a:p>
          <a:p>
            <a:pPr eaLnBrk="1" hangingPunct="1">
              <a:spcBef>
                <a:spcPct val="0"/>
              </a:spcBef>
              <a:buFontTx/>
              <a:buNone/>
            </a:pPr>
            <a:r>
              <a:rPr altLang="en-US" b="1" dirty="0" kumimoji="1" lang="zh-CN">
                <a:latin typeface="Times New Roman" pitchFamily="18" charset="0"/>
                <a:ea typeface="隶书" pitchFamily="49" charset="-122"/>
              </a:rPr>
              <a:t>     </a:t>
            </a:r>
            <a:r>
              <a:rPr altLang="zh-CN" dirty="0" kumimoji="1" lang="en-US" err="1">
                <a:latin typeface="Times New Roman" pitchFamily="18" charset="0"/>
                <a:ea typeface="隶书" pitchFamily="49" charset="-122"/>
              </a:rPr>
              <a:t>GenListNode</a:t>
            </a:r>
            <a:r>
              <a:rPr altLang="zh-CN" b="1" dirty="0" kumimoji="1" lang="en-US">
                <a:latin typeface="Times New Roman" pitchFamily="18" charset="0"/>
                <a:ea typeface="隶书" pitchFamily="49" charset="-122"/>
              </a:rPr>
              <a:t>&lt;</a:t>
            </a:r>
            <a:r>
              <a:rPr altLang="zh-CN" dirty="0" kumimoji="1" lang="en-US">
                <a:latin typeface="Times New Roman" pitchFamily="18" charset="0"/>
                <a:ea typeface="隶书" pitchFamily="49" charset="-122"/>
              </a:rPr>
              <a:t>T</a:t>
            </a:r>
            <a:r>
              <a:rPr altLang="zh-CN" b="1" dirty="0" kumimoji="1" lang="en-US">
                <a:latin typeface="Times New Roman" pitchFamily="18" charset="0"/>
                <a:ea typeface="隶书" pitchFamily="49" charset="-122"/>
              </a:rPr>
              <a:t>&gt; *</a:t>
            </a:r>
            <a:r>
              <a:rPr altLang="zh-CN" b="1" dirty="0" kumimoji="1" lang="en-US">
                <a:solidFill>
                  <a:schemeClr val="bg1"/>
                </a:solidFill>
                <a:effectDag name="">
                  <a:cont name="" type="tree">
                    <a:effect ref="fillLine"/>
                    <a:outerShdw algn="br" dir="13500000" dist="38100">
                      <a:srgbClr val="FFFFFF"/>
                    </a:outerShdw>
                  </a:cont>
                  <a:cont name="" type="tree">
                    <a:effect ref="fillLine"/>
                    <a:outerShdw algn="tl" dir="2700000" dist="38100">
                      <a:srgbClr val="999999"/>
                    </a:outerShdw>
                  </a:cont>
                  <a:effect ref="fillLine"/>
                </a:effectDag>
                <a:latin typeface="Times New Roman" pitchFamily="18" charset="0"/>
                <a:ea typeface="隶书" pitchFamily="49" charset="-122"/>
              </a:rPr>
              <a:t> </a:t>
            </a:r>
            <a:r>
              <a:rPr altLang="zh-CN" dirty="0" kumimoji="1" lang="en-US">
                <a:latin typeface="Times New Roman" pitchFamily="18" charset="0"/>
                <a:ea typeface="隶书" pitchFamily="49" charset="-122"/>
              </a:rPr>
              <a:t>first =</a:t>
            </a:r>
            <a:r>
              <a:rPr altLang="zh-CN" b="1" dirty="0" kumimoji="1" lang="en-US">
                <a:latin typeface="Times New Roman" pitchFamily="18" charset="0"/>
                <a:ea typeface="隶书" pitchFamily="49" charset="-122"/>
              </a:rPr>
              <a:t> new </a:t>
            </a:r>
            <a:r>
              <a:rPr altLang="zh-CN" dirty="0" kumimoji="1" lang="en-US" err="1">
                <a:latin typeface="Times New Roman" pitchFamily="18" charset="0"/>
                <a:ea typeface="隶书" pitchFamily="49" charset="-122"/>
              </a:rPr>
              <a:t>GenListNode</a:t>
            </a:r>
            <a:r>
              <a:rPr altLang="zh-CN" b="1" dirty="0" kumimoji="1" lang="en-US">
                <a:latin typeface="Times New Roman" pitchFamily="18" charset="0"/>
                <a:ea typeface="隶书" pitchFamily="49" charset="-122"/>
              </a:rPr>
              <a:t>;</a:t>
            </a:r>
          </a:p>
          <a:p>
            <a:pPr eaLnBrk="1" hangingPunct="1">
              <a:spcBef>
                <a:spcPct val="0"/>
              </a:spcBef>
              <a:buFontTx/>
              <a:buNone/>
            </a:pPr>
            <a:r>
              <a:rPr altLang="zh-CN" b="1" dirty="0" kumimoji="1" lang="en-US">
                <a:latin typeface="Times New Roman" pitchFamily="18" charset="0"/>
                <a:ea typeface="隶书" pitchFamily="49" charset="-122"/>
              </a:rPr>
              <a:t>     if </a:t>
            </a:r>
            <a:r>
              <a:rPr altLang="zh-CN" dirty="0" kumimoji="1" lang="en-US">
                <a:latin typeface="Times New Roman" pitchFamily="18" charset="0"/>
                <a:ea typeface="隶书" pitchFamily="49" charset="-122"/>
              </a:rPr>
              <a:t>(first == NULL)</a:t>
            </a:r>
          </a:p>
          <a:p>
            <a:pPr eaLnBrk="1" hangingPunct="1">
              <a:spcBef>
                <a:spcPct val="0"/>
              </a:spcBef>
              <a:buFontTx/>
              <a:buNone/>
            </a:pPr>
            <a:r>
              <a:rPr altLang="zh-CN" dirty="0" kumimoji="1" lang="en-US">
                <a:latin typeface="Times New Roman" pitchFamily="18" charset="0"/>
                <a:ea typeface="隶书" pitchFamily="49" charset="-122"/>
              </a:rPr>
              <a:t>         </a:t>
            </a:r>
            <a:r>
              <a:rPr altLang="zh-CN" b="1" dirty="0" kumimoji="1" lang="en-US">
                <a:latin typeface="Times New Roman" pitchFamily="18" charset="0"/>
                <a:ea typeface="隶书" pitchFamily="49" charset="-122"/>
              </a:rPr>
              <a:t>{ </a:t>
            </a:r>
            <a:r>
              <a:rPr altLang="zh-CN" b="1" dirty="0" kumimoji="1" lang="en-US" err="1">
                <a:latin typeface="Times New Roman" pitchFamily="18" charset="0"/>
                <a:ea typeface="隶书" pitchFamily="49" charset="-122"/>
              </a:rPr>
              <a:t>cerr</a:t>
            </a:r>
            <a:r>
              <a:rPr altLang="zh-CN" dirty="0" kumimoji="1" lang="en-US">
                <a:latin typeface="Times New Roman" pitchFamily="18" charset="0"/>
                <a:ea typeface="隶书" pitchFamily="49" charset="-122"/>
              </a:rPr>
              <a:t> </a:t>
            </a:r>
            <a:r>
              <a:rPr altLang="zh-CN" b="1" dirty="0" kumimoji="1" lang="en-US">
                <a:latin typeface="Times New Roman" pitchFamily="18" charset="0"/>
                <a:ea typeface="隶书" pitchFamily="49" charset="-122"/>
              </a:rPr>
              <a:t>&lt;&lt;</a:t>
            </a:r>
            <a:r>
              <a:rPr altLang="zh-CN" dirty="0" kumimoji="1" lang="en-US">
                <a:latin typeface="Times New Roman" pitchFamily="18" charset="0"/>
                <a:ea typeface="隶书" pitchFamily="49" charset="-122"/>
              </a:rPr>
              <a:t> “</a:t>
            </a:r>
            <a:r>
              <a:rPr altLang="en-US" dirty="0" kumimoji="1" lang="zh-CN">
                <a:latin typeface="Times New Roman" pitchFamily="18" charset="0"/>
                <a:ea typeface="隶书" pitchFamily="49" charset="-122"/>
              </a:rPr>
              <a:t>存储分配失败！</a:t>
            </a:r>
            <a:r>
              <a:rPr altLang="zh-CN" dirty="0" kumimoji="1" lang="en-US">
                <a:latin typeface="Times New Roman" pitchFamily="18" charset="0"/>
                <a:ea typeface="隶书" pitchFamily="49" charset="-122"/>
              </a:rPr>
              <a:t>\n”</a:t>
            </a:r>
            <a:r>
              <a:rPr altLang="zh-CN" b="1" dirty="0" kumimoji="1" lang="en-US">
                <a:latin typeface="Times New Roman" pitchFamily="18" charset="0"/>
                <a:ea typeface="隶书" pitchFamily="49" charset="-122"/>
              </a:rPr>
              <a:t>;  exit</a:t>
            </a:r>
            <a:r>
              <a:rPr altLang="zh-CN" dirty="0" kumimoji="1" lang="en-US">
                <a:latin typeface="Times New Roman" pitchFamily="18" charset="0"/>
                <a:ea typeface="隶书" pitchFamily="49" charset="-122"/>
              </a:rPr>
              <a:t>(1)</a:t>
            </a:r>
            <a:r>
              <a:rPr altLang="zh-CN" b="1" dirty="0" kumimoji="1" lang="en-US">
                <a:latin typeface="Times New Roman" pitchFamily="18" charset="0"/>
                <a:ea typeface="隶书" pitchFamily="49" charset="-122"/>
              </a:rPr>
              <a:t>; }	</a:t>
            </a:r>
          </a:p>
          <a:p>
            <a:pPr eaLnBrk="1" hangingPunct="1">
              <a:spcBef>
                <a:spcPct val="0"/>
              </a:spcBef>
              <a:buFontTx/>
              <a:buNone/>
            </a:pPr>
            <a:r>
              <a:rPr altLang="zh-CN" b="1" dirty="0" kumimoji="1" lang="en-US">
                <a:latin typeface="Times New Roman" pitchFamily="18" charset="0"/>
                <a:ea typeface="隶书" pitchFamily="49" charset="-122"/>
              </a:rPr>
              <a:t>	};</a:t>
            </a:r>
          </a:p>
          <a:p>
            <a:pPr eaLnBrk="1" hangingPunct="1">
              <a:spcBef>
                <a:spcPct val="0"/>
              </a:spcBef>
              <a:buFontTx/>
              <a:buNone/>
            </a:pPr>
            <a:endParaRPr altLang="zh-CN" b="1" dirty="0" sz="2000" kumimoji="1" lang="en-US">
              <a:latin typeface="Times New Roman" pitchFamily="18" charset="0"/>
              <a:ea typeface="隶书" pitchFamily="49" charset="-122"/>
            </a:endParaRPr>
          </a:p>
          <a:p>
            <a:pPr eaLnBrk="1" hangingPunct="1">
              <a:spcBef>
                <a:spcPct val="0"/>
              </a:spcBef>
              <a:buFontTx/>
              <a:buNone/>
            </a:pPr>
            <a:endParaRPr altLang="en-US" b="1" dirty="0" kumimoji="1" lang="zh-CN">
              <a:latin typeface="Times New Roman" pitchFamily="18" charset="0"/>
              <a:ea typeface="隶书" pitchFamily="49"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319" name=""/>
        <p:cNvGrpSpPr/>
        <p:nvPr/>
      </p:nvGrpSpPr>
      <p:grpSpPr>
        <a:xfrm>
          <a:off x="0" y="0"/>
          <a:ext cx="0" cy="0"/>
          <a:chOff x="0" y="0"/>
          <a:chExt cx="0" cy="0"/>
        </a:xfrm>
      </p:grpSpPr>
      <p:sp>
        <p:nvSpPr>
          <p:cNvPr id="1049925" name="Rectangle 2"/>
          <p:cNvSpPr>
            <a:spLocks noGrp="1" noChangeArrowheads="1"/>
          </p:cNvSpPr>
          <p:nvPr>
            <p:ph idx="1"/>
          </p:nvPr>
        </p:nvSpPr>
        <p:spPr>
          <a:xfrm>
            <a:off x="547688" y="688977"/>
            <a:ext cx="8229600" cy="5675313"/>
          </a:xfrm>
        </p:spPr>
        <p:txBody>
          <a:bodyPr/>
          <a:p>
            <a:pPr eaLnBrk="1" hangingPunct="1">
              <a:spcBef>
                <a:spcPct val="0"/>
              </a:spcBef>
              <a:buFontTx/>
              <a:buNone/>
            </a:pPr>
            <a:r>
              <a:rPr altLang="zh-CN" b="1" dirty="0" kumimoji="1" lang="en-US">
                <a:latin typeface="Times New Roman" panose="02020603050405020304" pitchFamily="18" charset="0"/>
                <a:ea typeface="隶书" panose="02010509060101010101" pitchFamily="49" charset="-122"/>
              </a:rPr>
              <a:t>template &lt;class </a:t>
            </a:r>
            <a:r>
              <a:rPr altLang="zh-CN" dirty="0" kumimoji="1" lang="en-US">
                <a:latin typeface="Times New Roman" panose="02020603050405020304" pitchFamily="18" charset="0"/>
                <a:ea typeface="隶书" panose="02010509060101010101" pitchFamily="49" charset="-122"/>
              </a:rPr>
              <a:t>T</a:t>
            </a:r>
            <a:r>
              <a:rPr altLang="zh-CN" b="1" dirty="0" kumimoji="1" lang="en-US">
                <a:latin typeface="Times New Roman" panose="02020603050405020304" pitchFamily="18" charset="0"/>
                <a:ea typeface="隶书" panose="02010509060101010101" pitchFamily="49" charset="-122"/>
              </a:rPr>
              <a:t>&gt;</a:t>
            </a:r>
          </a:p>
          <a:p>
            <a:pPr eaLnBrk="1" hangingPunct="1">
              <a:spcBef>
                <a:spcPct val="0"/>
              </a:spcBef>
              <a:buFontTx/>
              <a:buNone/>
            </a:pPr>
            <a:r>
              <a:rPr altLang="zh-CN" b="1" dirty="0" kumimoji="1" lang="en-US">
                <a:latin typeface="Times New Roman" panose="02020603050405020304" pitchFamily="18" charset="0"/>
                <a:ea typeface="隶书" panose="02010509060101010101" pitchFamily="49" charset="-122"/>
              </a:rPr>
              <a:t>bool </a:t>
            </a:r>
            <a:r>
              <a:rPr altLang="zh-CN" dirty="0" kumimoji="1" lang="en-US" err="1">
                <a:latin typeface="Times New Roman" panose="02020603050405020304" pitchFamily="18" charset="0"/>
                <a:ea typeface="隶书" panose="02010509060101010101" pitchFamily="49" charset="-122"/>
              </a:rPr>
              <a:t>GenList</a:t>
            </a:r>
            <a:r>
              <a:rPr altLang="zh-CN" b="1" dirty="0" kumimoji="1" lang="en-US">
                <a:latin typeface="Times New Roman" panose="02020603050405020304" pitchFamily="18" charset="0"/>
                <a:ea typeface="隶书" panose="02010509060101010101" pitchFamily="49" charset="-122"/>
              </a:rPr>
              <a:t>&lt;</a:t>
            </a:r>
            <a:r>
              <a:rPr altLang="zh-CN" dirty="0" kumimoji="1" lang="en-US">
                <a:latin typeface="Times New Roman" panose="02020603050405020304" pitchFamily="18" charset="0"/>
                <a:ea typeface="隶书" panose="02010509060101010101" pitchFamily="49" charset="-122"/>
              </a:rPr>
              <a:t>T</a:t>
            </a:r>
            <a:r>
              <a:rPr altLang="zh-CN" b="1" dirty="0" kumimoji="1" lang="en-US">
                <a:latin typeface="Times New Roman" panose="02020603050405020304" pitchFamily="18" charset="0"/>
                <a:ea typeface="隶书" panose="02010509060101010101" pitchFamily="49" charset="-122"/>
              </a:rPr>
              <a:t>&gt;::</a:t>
            </a:r>
            <a:r>
              <a:rPr altLang="zh-CN" dirty="0" kumimoji="1" lang="en-US">
                <a:latin typeface="Times New Roman" panose="02020603050405020304" pitchFamily="18" charset="0"/>
                <a:ea typeface="隶书" panose="02010509060101010101" pitchFamily="49" charset="-122"/>
              </a:rPr>
              <a:t>Head (Items</a:t>
            </a:r>
            <a:r>
              <a:rPr altLang="zh-CN" b="1" dirty="0" kumimoji="1" lang="en-US">
                <a:latin typeface="Times New Roman" panose="02020603050405020304" pitchFamily="18" charset="0"/>
                <a:ea typeface="隶书" panose="02010509060101010101" pitchFamily="49" charset="-122"/>
              </a:rPr>
              <a:t>&lt;</a:t>
            </a:r>
            <a:r>
              <a:rPr altLang="zh-CN" dirty="0" kumimoji="1" lang="en-US">
                <a:latin typeface="Times New Roman" panose="02020603050405020304" pitchFamily="18" charset="0"/>
                <a:ea typeface="隶书" panose="02010509060101010101" pitchFamily="49" charset="-122"/>
              </a:rPr>
              <a:t>T</a:t>
            </a:r>
            <a:r>
              <a:rPr altLang="zh-CN" b="1" dirty="0" kumimoji="1" lang="en-US">
                <a:latin typeface="Times New Roman" panose="02020603050405020304" pitchFamily="18" charset="0"/>
                <a:ea typeface="隶书" panose="02010509060101010101" pitchFamily="49" charset="-122"/>
              </a:rPr>
              <a:t>&gt;</a:t>
            </a:r>
            <a:r>
              <a:rPr altLang="zh-CN" b="1" dirty="0" kumimoji="1" lang="en-US">
                <a:solidFill>
                  <a:srgbClr val="FF0000"/>
                </a:solidFill>
                <a:latin typeface="Times New Roman" panose="02020603050405020304" pitchFamily="18" charset="0"/>
                <a:ea typeface="隶书" panose="02010509060101010101" pitchFamily="49" charset="-122"/>
              </a:rPr>
              <a:t>&amp;</a:t>
            </a:r>
            <a:r>
              <a:rPr altLang="zh-CN" b="1" dirty="0" kumimoji="1" lang="en-US">
                <a:latin typeface="Times New Roman" panose="02020603050405020304" pitchFamily="18" charset="0"/>
                <a:ea typeface="隶书" panose="02010509060101010101" pitchFamily="49" charset="-122"/>
              </a:rPr>
              <a:t> </a:t>
            </a:r>
            <a:r>
              <a:rPr altLang="zh-CN" dirty="0" kumimoji="1" lang="en-US">
                <a:latin typeface="Times New Roman" panose="02020603050405020304" pitchFamily="18" charset="0"/>
                <a:ea typeface="隶书" panose="02010509060101010101" pitchFamily="49" charset="-122"/>
              </a:rPr>
              <a:t>x)</a:t>
            </a:r>
            <a:r>
              <a:rPr altLang="zh-CN" b="1" dirty="0" kumimoji="1"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若广义表非空，则通过</a:t>
            </a:r>
            <a:r>
              <a:rPr altLang="zh-CN" dirty="0" kumimoji="1" lang="en-US">
                <a:solidFill>
                  <a:schemeClr val="tx2"/>
                </a:solidFill>
                <a:latin typeface="Times New Roman" panose="02020603050405020304" pitchFamily="18" charset="0"/>
                <a:ea typeface="隶书" panose="02010509060101010101" pitchFamily="49" charset="-122"/>
              </a:rPr>
              <a:t>x</a:t>
            </a:r>
            <a:r>
              <a:rPr altLang="en-US" dirty="0" kumimoji="1" lang="zh-CN">
                <a:solidFill>
                  <a:schemeClr val="tx2"/>
                </a:solidFill>
                <a:latin typeface="Times New Roman" panose="02020603050405020304" pitchFamily="18" charset="0"/>
                <a:ea typeface="隶书" panose="02010509060101010101" pitchFamily="49" charset="-122"/>
              </a:rPr>
              <a:t>返回其第一个元素的值</a:t>
            </a:r>
          </a:p>
          <a:p>
            <a:pPr eaLnBrk="1" hangingPunct="1">
              <a:spcBef>
                <a:spcPct val="0"/>
              </a:spcBef>
              <a:buFontTx/>
              <a:buNone/>
            </a:pP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否则函数没有定义</a:t>
            </a:r>
            <a:r>
              <a:rPr altLang="en-US" b="1" dirty="0" kumimoji="1" lang="zh-CN">
                <a:latin typeface="Times New Roman" panose="02020603050405020304" pitchFamily="18" charset="0"/>
                <a:ea typeface="隶书" panose="02010509060101010101" pitchFamily="49" charset="-122"/>
              </a:rPr>
              <a:t>		</a:t>
            </a:r>
            <a:endParaRPr altLang="zh-CN" b="1" dirty="0" kumimoji="1" lang="en-US">
              <a:latin typeface="Times New Roman" panose="02020603050405020304" pitchFamily="18" charset="0"/>
              <a:ea typeface="隶书" panose="02010509060101010101" pitchFamily="49" charset="-122"/>
            </a:endParaRPr>
          </a:p>
          <a:p>
            <a:pPr eaLnBrk="1" hangingPunct="1">
              <a:spcBef>
                <a:spcPct val="0"/>
              </a:spcBef>
              <a:buFontTx/>
              <a:buNone/>
            </a:pPr>
            <a:r>
              <a:rPr altLang="zh-CN" b="1" dirty="0" kumimoji="1" lang="en-US">
                <a:latin typeface="Times New Roman" panose="02020603050405020304" pitchFamily="18" charset="0"/>
                <a:ea typeface="隶书" panose="02010509060101010101" pitchFamily="49" charset="-122"/>
              </a:rPr>
              <a:t>     if </a:t>
            </a:r>
            <a:r>
              <a:rPr altLang="zh-CN" dirty="0" kumimoji="1" lang="en-US">
                <a:latin typeface="Times New Roman" panose="02020603050405020304" pitchFamily="18" charset="0"/>
                <a:ea typeface="隶书" panose="02010509060101010101" pitchFamily="49" charset="-122"/>
              </a:rPr>
              <a:t>(first</a:t>
            </a:r>
            <a:r>
              <a:rPr altLang="zh-CN" dirty="0" kumimoji="1" lang="en-US">
                <a:latin typeface="楷体_GB2312" pitchFamily="49" charset="-122"/>
                <a:ea typeface="楷体_GB2312" pitchFamily="49" charset="-122"/>
              </a:rPr>
              <a:t>-&gt;</a:t>
            </a:r>
            <a:r>
              <a:rPr altLang="zh-CN" dirty="0" kumimoji="1" lang="en-US" err="1">
                <a:latin typeface="Times New Roman" panose="02020603050405020304" pitchFamily="18" charset="0"/>
                <a:ea typeface="隶书" panose="02010509060101010101" pitchFamily="49" charset="-122"/>
              </a:rPr>
              <a:t>tlink</a:t>
            </a:r>
            <a:r>
              <a:rPr altLang="zh-CN" dirty="0" kumimoji="1" lang="en-US">
                <a:latin typeface="Times New Roman" panose="02020603050405020304" pitchFamily="18" charset="0"/>
                <a:ea typeface="隶书" panose="02010509060101010101" pitchFamily="49" charset="-122"/>
              </a:rPr>
              <a:t> == NULL)</a:t>
            </a:r>
            <a:r>
              <a:rPr altLang="zh-CN" b="1" dirty="0" kumimoji="1" lang="en-US">
                <a:latin typeface="Times New Roman" panose="02020603050405020304" pitchFamily="18" charset="0"/>
                <a:ea typeface="隶书" panose="02010509060101010101" pitchFamily="49" charset="-122"/>
              </a:rPr>
              <a:t> return </a:t>
            </a:r>
            <a:r>
              <a:rPr altLang="zh-CN" dirty="0" kumimoji="1" lang="en-US">
                <a:latin typeface="Times New Roman" panose="02020603050405020304" pitchFamily="18" charset="0"/>
                <a:ea typeface="隶书" panose="02010509060101010101" pitchFamily="49" charset="-122"/>
              </a:rPr>
              <a:t>false</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空表</a:t>
            </a:r>
            <a:endParaRPr altLang="en-US" b="1" dirty="0" kumimoji="1" lang="zh-CN">
              <a:latin typeface="Times New Roman" panose="02020603050405020304" pitchFamily="18" charset="0"/>
              <a:ea typeface="隶书" panose="02010509060101010101" pitchFamily="49" charset="-122"/>
            </a:endParaRPr>
          </a:p>
          <a:p>
            <a:pPr eaLnBrk="1" hangingPunct="1">
              <a:spcBef>
                <a:spcPct val="0"/>
              </a:spcBef>
              <a:buFontTx/>
              <a:buNone/>
            </a:pPr>
            <a:r>
              <a:rPr altLang="en-US" b="1" dirty="0" kumimoji="1" lang="zh-CN">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else {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非空表</a:t>
            </a:r>
          </a:p>
          <a:p>
            <a:pPr eaLnBrk="1" hangingPunct="1">
              <a:spcBef>
                <a:spcPct val="0"/>
              </a:spcBef>
              <a:buFontTx/>
              <a:buNone/>
            </a:pPr>
            <a:r>
              <a:rPr altLang="en-US" b="1" dirty="0" kumimoji="1" lang="zh-CN">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x.utype</a:t>
            </a:r>
            <a:r>
              <a:rPr altLang="zh-CN" dirty="0" kumimoji="1" lang="en-US">
                <a:latin typeface="Times New Roman" panose="02020603050405020304" pitchFamily="18" charset="0"/>
                <a:ea typeface="隶书" panose="02010509060101010101" pitchFamily="49" charset="-122"/>
              </a:rPr>
              <a:t> = first</a:t>
            </a:r>
            <a:r>
              <a:rPr altLang="zh-CN" dirty="0" kumimoji="1" lang="en-US">
                <a:latin typeface="楷体_GB2312" pitchFamily="49" charset="-122"/>
                <a:ea typeface="楷体_GB2312" pitchFamily="49" charset="-122"/>
              </a:rPr>
              <a:t>-&gt;</a:t>
            </a:r>
            <a:r>
              <a:rPr altLang="zh-CN" dirty="0" kumimoji="1" lang="en-US" err="1">
                <a:latin typeface="Times New Roman" panose="02020603050405020304" pitchFamily="18" charset="0"/>
                <a:ea typeface="隶书" panose="02010509060101010101" pitchFamily="49" charset="-122"/>
              </a:rPr>
              <a:t>tlink</a:t>
            </a:r>
            <a:r>
              <a:rPr altLang="zh-CN" dirty="0" kumimoji="1" lang="en-US">
                <a:latin typeface="楷体_GB2312" pitchFamily="49" charset="-122"/>
                <a:ea typeface="楷体_GB2312" pitchFamily="49" charset="-122"/>
              </a:rPr>
              <a:t>-&gt;</a:t>
            </a:r>
            <a:r>
              <a:rPr altLang="zh-CN" dirty="0" kumimoji="1" lang="en-US" err="1">
                <a:latin typeface="Times New Roman" panose="02020603050405020304" pitchFamily="18" charset="0"/>
                <a:ea typeface="隶书" panose="02010509060101010101" pitchFamily="49" charset="-122"/>
              </a:rPr>
              <a:t>utype</a:t>
            </a:r>
            <a:r>
              <a:rPr altLang="zh-CN" b="1" dirty="0" kumimoji="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dirty="0" kumimoji="1" lang="en-US">
                <a:latin typeface="Times New Roman" panose="02020603050405020304" pitchFamily="18" charset="0"/>
                <a:ea typeface="隶书" panose="02010509060101010101" pitchFamily="49" charset="-122"/>
              </a:rPr>
              <a:t>		</a:t>
            </a:r>
            <a:r>
              <a:rPr altLang="zh-CN" dirty="0" kumimoji="1" lang="en-US">
                <a:latin typeface="Times New Roman" panose="02020603050405020304" pitchFamily="18" charset="0"/>
                <a:ea typeface="隶书" panose="02010509060101010101" pitchFamily="49" charset="-122"/>
              </a:rPr>
              <a:t>x.info = first</a:t>
            </a:r>
            <a:r>
              <a:rPr altLang="zh-CN" dirty="0" kumimoji="1" lang="en-US">
                <a:latin typeface="楷体_GB2312" pitchFamily="49" charset="-122"/>
                <a:ea typeface="楷体_GB2312" pitchFamily="49" charset="-122"/>
              </a:rPr>
              <a:t>-&gt;</a:t>
            </a:r>
            <a:r>
              <a:rPr altLang="zh-CN" dirty="0" kumimoji="1" lang="en-US" err="1">
                <a:latin typeface="Times New Roman" panose="02020603050405020304" pitchFamily="18" charset="0"/>
                <a:ea typeface="隶书" panose="02010509060101010101" pitchFamily="49" charset="-122"/>
              </a:rPr>
              <a:t>tlink</a:t>
            </a:r>
            <a:r>
              <a:rPr altLang="zh-CN" dirty="0" kumimoji="1" lang="en-US">
                <a:latin typeface="楷体_GB2312" pitchFamily="49" charset="-122"/>
                <a:ea typeface="楷体_GB2312" pitchFamily="49" charset="-122"/>
              </a:rPr>
              <a:t>-&gt;</a:t>
            </a:r>
            <a:r>
              <a:rPr altLang="zh-CN" dirty="0" kumimoji="1" lang="en-US">
                <a:latin typeface="Times New Roman" panose="02020603050405020304" pitchFamily="18" charset="0"/>
                <a:ea typeface="隶书" panose="02010509060101010101" pitchFamily="49" charset="-122"/>
              </a:rPr>
              <a:t>info</a:t>
            </a:r>
            <a:r>
              <a:rPr altLang="zh-CN" b="1" dirty="0" kumimoji="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dirty="0" kumimoji="1" lang="en-US">
                <a:latin typeface="Times New Roman" panose="02020603050405020304" pitchFamily="18" charset="0"/>
                <a:ea typeface="隶书" panose="02010509060101010101" pitchFamily="49" charset="-122"/>
              </a:rPr>
              <a:t>		return </a:t>
            </a:r>
            <a:r>
              <a:rPr altLang="zh-CN" dirty="0" kumimoji="1" lang="en-US">
                <a:latin typeface="Times New Roman" panose="02020603050405020304" pitchFamily="18" charset="0"/>
                <a:ea typeface="隶书" panose="02010509060101010101" pitchFamily="49" charset="-122"/>
              </a:rPr>
              <a:t>true</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//x</a:t>
            </a:r>
            <a:r>
              <a:rPr altLang="en-US" dirty="0" kumimoji="1" lang="zh-CN">
                <a:solidFill>
                  <a:schemeClr val="tx2"/>
                </a:solidFill>
                <a:latin typeface="Times New Roman" panose="02020603050405020304" pitchFamily="18" charset="0"/>
                <a:ea typeface="隶书" panose="02010509060101010101" pitchFamily="49" charset="-122"/>
              </a:rPr>
              <a:t>返回表头的值</a:t>
            </a:r>
          </a:p>
          <a:p>
            <a:pPr eaLnBrk="1" hangingPunct="1">
              <a:spcBef>
                <a:spcPct val="0"/>
              </a:spcBef>
              <a:buFontTx/>
              <a:buNone/>
            </a:pPr>
            <a:r>
              <a:rPr altLang="en-US" b="1" dirty="0" kumimoji="1" lang="zh-CN">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dirty="0" kumimoji="1" lang="en-US">
                <a:latin typeface="Times New Roman" panose="02020603050405020304" pitchFamily="18" charset="0"/>
                <a:ea typeface="隶书" panose="02010509060101010101" pitchFamily="49" charset="-122"/>
              </a:rPr>
              <a:t>};</a:t>
            </a:r>
          </a:p>
          <a:p>
            <a:pPr eaLnBrk="1" hangingPunct="1">
              <a:spcBef>
                <a:spcPct val="0"/>
              </a:spcBef>
              <a:buFontTx/>
              <a:buNone/>
            </a:pPr>
            <a:endParaRPr altLang="zh-CN" b="1" dirty="0" sz="1600" kumimoji="1" lang="en-US">
              <a:latin typeface="Times New Roman" panose="02020603050405020304" pitchFamily="18" charset="0"/>
              <a:ea typeface="隶书" panose="02010509060101010101" pitchFamily="49" charset="-122"/>
            </a:endParaRPr>
          </a:p>
        </p:txBody>
      </p:sp>
      <mc:AlternateContent xmlns:mc="http://schemas.openxmlformats.org/markup-compatibility/2006">
        <mc:Choice xmlns:p14="http://schemas.microsoft.com/office/powerpoint/2010/main" Requires="p14">
          <p:contentPart p14:bwMode="auto" r:id="rId1">
            <p14:nvContentPartPr>
              <p14:cNvPr id="2097204" name="墨迹 5"/>
              <p14:cNvContentPartPr/>
              <p14:nvPr/>
            </p14:nvContentPartPr>
            <p14:xfrm>
              <a:off x="6054480" y="1046160"/>
              <a:ext cx="1959840" cy="2571120"/>
            </p14:xfrm>
          </p:contentPart>
        </mc:Choice>
        <mc:Fallback>
          <p:pic>
            <p:nvPicPr>
              <p:cNvPr id="2097204" name="墨迹 5"/>
              <p:cNvPicPr>
                <a:picLocks/>
              </p:cNvPicPr>
              <p:nvPr/>
            </p:nvPicPr>
            <p:blipFill>
              <a:blip xmlns:r="http://schemas.openxmlformats.org/officeDocument/2006/relationships" r:embed="rId2"/>
              <a:stretch>
                <a:fillRect/>
              </a:stretch>
            </p:blipFill>
            <p:spPr>
              <a:xfrm>
                <a:off x="6054480" y="1046160"/>
                <a:ext cx="1959840" cy="2571120"/>
              </a:xfrm>
              <a:prstGeom prst="rect"/>
            </p:spPr>
          </p:pic>
        </mc:Fallback>
      </mc:AlternateContent>
    </p:spTree>
  </p:cSld>
  <p:clrMapOvr>
    <a:masterClrMapping/>
  </p:clrMapOvr>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42" presetSubtype="0">
                                  <p:stCondLst>
                                    <p:cond delay="0"/>
                                  </p:stCondLst>
                                  <p:childTnLst>
                                    <p:set>
                                      <p:cBhvr>
                                        <p:cTn dur="1" fill="hold" id="6">
                                          <p:stCondLst>
                                            <p:cond delay="0"/>
                                          </p:stCondLst>
                                        </p:cTn>
                                        <p:tgtEl>
                                          <p:spTgt spid="1049925">
                                            <p:txEl>
                                              <p:pRg st="6" end="6"/>
                                            </p:txEl>
                                          </p:spTgt>
                                        </p:tgtEl>
                                        <p:attrNameLst>
                                          <p:attrName>style.visibility</p:attrName>
                                        </p:attrNameLst>
                                      </p:cBhvr>
                                      <p:to>
                                        <p:strVal val="visible"/>
                                      </p:to>
                                    </p:set>
                                    <p:animEffect transition="in" filter="fade">
                                      <p:cBhvr>
                                        <p:cTn dur="1000" id="7"/>
                                        <p:tgtEl>
                                          <p:spTgt spid="1049925">
                                            <p:txEl>
                                              <p:pRg st="6" end="6"/>
                                            </p:txEl>
                                          </p:spTgt>
                                        </p:tgtEl>
                                      </p:cBhvr>
                                    </p:animEffect>
                                    <p:anim calcmode="lin" valueType="num">
                                      <p:cBhvr>
                                        <p:cTn dur="1000" fill="hold" id="8"/>
                                        <p:tgtEl>
                                          <p:spTgt spid="1049925">
                                            <p:txEl>
                                              <p:pRg st="6" end="6"/>
                                            </p:txEl>
                                          </p:spTgt>
                                        </p:tgtEl>
                                        <p:attrNameLst>
                                          <p:attrName>ppt_x</p:attrName>
                                        </p:attrNameLst>
                                      </p:cBhvr>
                                      <p:tavLst>
                                        <p:tav tm="0">
                                          <p:val>
                                            <p:strVal val="#ppt_x"/>
                                          </p:val>
                                        </p:tav>
                                        <p:tav tm="100000">
                                          <p:val>
                                            <p:strVal val="#ppt_x"/>
                                          </p:val>
                                        </p:tav>
                                      </p:tavLst>
                                    </p:anim>
                                    <p:anim calcmode="lin" valueType="num">
                                      <p:cBhvr>
                                        <p:cTn dur="1000" fill="hold" id="9"/>
                                        <p:tgtEl>
                                          <p:spTgt spid="1049925">
                                            <p:txEl>
                                              <p:pRg st="6" end="6"/>
                                            </p:txEl>
                                          </p:spTgt>
                                        </p:tgtEl>
                                        <p:attrNameLst>
                                          <p:attrName>ppt_y</p:attrName>
                                        </p:attrNameLst>
                                      </p:cBhvr>
                                      <p:tavLst>
                                        <p:tav tm="0">
                                          <p:val>
                                            <p:strVal val="#ppt_y+.1"/>
                                          </p:val>
                                        </p:tav>
                                        <p:tav tm="100000">
                                          <p:val>
                                            <p:strVal val="#ppt_y"/>
                                          </p:val>
                                        </p:tav>
                                      </p:tavLst>
                                    </p:anim>
                                  </p:childTnLst>
                                </p:cTn>
                              </p:par>
                              <p:par>
                                <p:cTn fill="hold" id="10" nodeType="withEffect" presetClass="entr" presetID="42" presetSubtype="0">
                                  <p:stCondLst>
                                    <p:cond delay="0"/>
                                  </p:stCondLst>
                                  <p:childTnLst>
                                    <p:set>
                                      <p:cBhvr>
                                        <p:cTn dur="1" fill="hold" id="11">
                                          <p:stCondLst>
                                            <p:cond delay="0"/>
                                          </p:stCondLst>
                                        </p:cTn>
                                        <p:tgtEl>
                                          <p:spTgt spid="1049925">
                                            <p:txEl>
                                              <p:pRg st="7" end="7"/>
                                            </p:txEl>
                                          </p:spTgt>
                                        </p:tgtEl>
                                        <p:attrNameLst>
                                          <p:attrName>style.visibility</p:attrName>
                                        </p:attrNameLst>
                                      </p:cBhvr>
                                      <p:to>
                                        <p:strVal val="visible"/>
                                      </p:to>
                                    </p:set>
                                    <p:animEffect transition="in" filter="fade">
                                      <p:cBhvr>
                                        <p:cTn dur="1000" id="12"/>
                                        <p:tgtEl>
                                          <p:spTgt spid="1049925">
                                            <p:txEl>
                                              <p:pRg st="7" end="7"/>
                                            </p:txEl>
                                          </p:spTgt>
                                        </p:tgtEl>
                                      </p:cBhvr>
                                    </p:animEffect>
                                    <p:anim calcmode="lin" valueType="num">
                                      <p:cBhvr>
                                        <p:cTn dur="1000" fill="hold" id="13"/>
                                        <p:tgtEl>
                                          <p:spTgt spid="1049925">
                                            <p:txEl>
                                              <p:pRg st="7" end="7"/>
                                            </p:txEl>
                                          </p:spTgt>
                                        </p:tgtEl>
                                        <p:attrNameLst>
                                          <p:attrName>ppt_x</p:attrName>
                                        </p:attrNameLst>
                                      </p:cBhvr>
                                      <p:tavLst>
                                        <p:tav tm="0">
                                          <p:val>
                                            <p:strVal val="#ppt_x"/>
                                          </p:val>
                                        </p:tav>
                                        <p:tav tm="100000">
                                          <p:val>
                                            <p:strVal val="#ppt_x"/>
                                          </p:val>
                                        </p:tav>
                                      </p:tavLst>
                                    </p:anim>
                                    <p:anim calcmode="lin" valueType="num">
                                      <p:cBhvr>
                                        <p:cTn dur="1000" fill="hold" id="14"/>
                                        <p:tgtEl>
                                          <p:spTgt spid="1049925">
                                            <p:txEl>
                                              <p:pRg st="7" end="7"/>
                                            </p:txEl>
                                          </p:spTgt>
                                        </p:tgtEl>
                                        <p:attrNameLst>
                                          <p:attrName>ppt_y</p:attrName>
                                        </p:attrNameLst>
                                      </p:cBhvr>
                                      <p:tavLst>
                                        <p:tav tm="0">
                                          <p:val>
                                            <p:strVal val="#ppt_y+.1"/>
                                          </p:val>
                                        </p:tav>
                                        <p:tav tm="100000">
                                          <p:val>
                                            <p:strVal val="#ppt_y"/>
                                          </p:val>
                                        </p:tav>
                                      </p:tavLst>
                                    </p:anim>
                                  </p:childTnLst>
                                </p:cTn>
                              </p:par>
                              <p:par>
                                <p:cTn fill="hold" id="15" nodeType="withEffect" presetClass="entr" presetID="42" presetSubtype="0">
                                  <p:stCondLst>
                                    <p:cond delay="0"/>
                                  </p:stCondLst>
                                  <p:childTnLst>
                                    <p:set>
                                      <p:cBhvr>
                                        <p:cTn dur="1" fill="hold" id="16">
                                          <p:stCondLst>
                                            <p:cond delay="0"/>
                                          </p:stCondLst>
                                        </p:cTn>
                                        <p:tgtEl>
                                          <p:spTgt spid="1049925">
                                            <p:txEl>
                                              <p:pRg st="8" end="8"/>
                                            </p:txEl>
                                          </p:spTgt>
                                        </p:tgtEl>
                                        <p:attrNameLst>
                                          <p:attrName>style.visibility</p:attrName>
                                        </p:attrNameLst>
                                      </p:cBhvr>
                                      <p:to>
                                        <p:strVal val="visible"/>
                                      </p:to>
                                    </p:set>
                                    <p:animEffect transition="in" filter="fade">
                                      <p:cBhvr>
                                        <p:cTn dur="1000" id="17"/>
                                        <p:tgtEl>
                                          <p:spTgt spid="1049925">
                                            <p:txEl>
                                              <p:pRg st="8" end="8"/>
                                            </p:txEl>
                                          </p:spTgt>
                                        </p:tgtEl>
                                      </p:cBhvr>
                                    </p:animEffect>
                                    <p:anim calcmode="lin" valueType="num">
                                      <p:cBhvr>
                                        <p:cTn dur="1000" fill="hold" id="18"/>
                                        <p:tgtEl>
                                          <p:spTgt spid="1049925">
                                            <p:txEl>
                                              <p:pRg st="8" end="8"/>
                                            </p:txEl>
                                          </p:spTgt>
                                        </p:tgtEl>
                                        <p:attrNameLst>
                                          <p:attrName>ppt_x</p:attrName>
                                        </p:attrNameLst>
                                      </p:cBhvr>
                                      <p:tavLst>
                                        <p:tav tm="0">
                                          <p:val>
                                            <p:strVal val="#ppt_x"/>
                                          </p:val>
                                        </p:tav>
                                        <p:tav tm="100000">
                                          <p:val>
                                            <p:strVal val="#ppt_x"/>
                                          </p:val>
                                        </p:tav>
                                      </p:tavLst>
                                    </p:anim>
                                    <p:anim calcmode="lin" valueType="num">
                                      <p:cBhvr>
                                        <p:cTn dur="1000" fill="hold" id="19"/>
                                        <p:tgtEl>
                                          <p:spTgt spid="1049925">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77" name=""/>
        <p:cNvGrpSpPr/>
        <p:nvPr/>
      </p:nvGrpSpPr>
      <p:grpSpPr>
        <a:xfrm>
          <a:off x="0" y="0"/>
          <a:ext cx="0" cy="0"/>
          <a:chOff x="0" y="0"/>
          <a:chExt cx="0" cy="0"/>
        </a:xfrm>
      </p:grpSpPr>
      <p:sp>
        <p:nvSpPr>
          <p:cNvPr id="1048677" name="Rectangle 2"/>
          <p:cNvSpPr>
            <a:spLocks noGrp="1" noChangeArrowheads="1"/>
          </p:cNvSpPr>
          <p:nvPr>
            <p:ph idx="1"/>
          </p:nvPr>
        </p:nvSpPr>
        <p:spPr>
          <a:xfrm>
            <a:off x="547688" y="714377"/>
            <a:ext cx="8229600" cy="5675313"/>
          </a:xfrm>
        </p:spPr>
        <p:txBody>
          <a:bodyPr/>
          <a:p>
            <a:pPr eaLnBrk="1" hangingPunct="1">
              <a:spcBef>
                <a:spcPct val="0"/>
              </a:spcBef>
              <a:buFontTx/>
              <a:buNone/>
            </a:pPr>
            <a:r>
              <a:rPr altLang="zh-CN" b="1" dirty="0" kumimoji="1" lang="en-US">
                <a:latin typeface="Times New Roman" panose="02020603050405020304" pitchFamily="18" charset="0"/>
                <a:ea typeface="隶书" panose="02010509060101010101" pitchFamily="49" charset="-122"/>
              </a:rPr>
              <a:t>template &lt;class</a:t>
            </a:r>
            <a:r>
              <a:rPr altLang="zh-CN" dirty="0" kumimoji="1" lang="en-US">
                <a:latin typeface="Times New Roman" panose="02020603050405020304" pitchFamily="18" charset="0"/>
                <a:ea typeface="隶书" panose="02010509060101010101" pitchFamily="49" charset="-122"/>
              </a:rPr>
              <a:t> T</a:t>
            </a:r>
            <a:r>
              <a:rPr altLang="zh-CN" b="1" dirty="0" kumimoji="1" lang="en-US">
                <a:latin typeface="Times New Roman" panose="02020603050405020304" pitchFamily="18" charset="0"/>
                <a:ea typeface="隶书" panose="02010509060101010101" pitchFamily="49" charset="-122"/>
              </a:rPr>
              <a:t>&gt;</a:t>
            </a:r>
          </a:p>
          <a:p>
            <a:pPr eaLnBrk="1" hangingPunct="1">
              <a:spcBef>
                <a:spcPct val="0"/>
              </a:spcBef>
              <a:buFontTx/>
              <a:buNone/>
            </a:pPr>
            <a:r>
              <a:rPr altLang="zh-CN" b="1" dirty="0" kumimoji="1" lang="en-US">
                <a:latin typeface="Times New Roman" panose="02020603050405020304" pitchFamily="18" charset="0"/>
                <a:ea typeface="隶书" panose="02010509060101010101" pitchFamily="49" charset="-122"/>
              </a:rPr>
              <a:t>bool </a:t>
            </a:r>
            <a:r>
              <a:rPr altLang="zh-CN" dirty="0" kumimoji="1" lang="en-US" err="1">
                <a:latin typeface="Times New Roman" panose="02020603050405020304" pitchFamily="18" charset="0"/>
                <a:ea typeface="隶书" panose="02010509060101010101" pitchFamily="49" charset="-122"/>
              </a:rPr>
              <a:t>GenList</a:t>
            </a:r>
            <a:r>
              <a:rPr altLang="zh-CN" b="1" dirty="0" kumimoji="1" lang="en-US">
                <a:latin typeface="Times New Roman" panose="02020603050405020304" pitchFamily="18" charset="0"/>
                <a:ea typeface="隶书" panose="02010509060101010101" pitchFamily="49" charset="-122"/>
              </a:rPr>
              <a:t>&lt;</a:t>
            </a:r>
            <a:r>
              <a:rPr altLang="zh-CN" dirty="0" kumimoji="1" lang="en-US">
                <a:latin typeface="Times New Roman" panose="02020603050405020304" pitchFamily="18" charset="0"/>
                <a:ea typeface="隶书" panose="02010509060101010101" pitchFamily="49" charset="-122"/>
              </a:rPr>
              <a:t>T</a:t>
            </a:r>
            <a:r>
              <a:rPr altLang="zh-CN" b="1" dirty="0" kumimoji="1" lang="en-US">
                <a:latin typeface="Times New Roman" panose="02020603050405020304" pitchFamily="18" charset="0"/>
                <a:ea typeface="隶书" panose="02010509060101010101" pitchFamily="49" charset="-122"/>
              </a:rPr>
              <a:t>&gt;::</a:t>
            </a:r>
            <a:r>
              <a:rPr altLang="zh-CN" dirty="0" kumimoji="1" lang="en-US">
                <a:latin typeface="Times New Roman" panose="02020603050405020304" pitchFamily="18" charset="0"/>
                <a:ea typeface="隶书" panose="02010509060101010101" pitchFamily="49" charset="-122"/>
              </a:rPr>
              <a:t>Tail(</a:t>
            </a:r>
            <a:r>
              <a:rPr altLang="zh-CN" dirty="0" kumimoji="1" lang="en-US" err="1">
                <a:latin typeface="Times New Roman" panose="02020603050405020304" pitchFamily="18" charset="0"/>
                <a:ea typeface="隶书" panose="02010509060101010101" pitchFamily="49" charset="-122"/>
              </a:rPr>
              <a:t>GenList</a:t>
            </a:r>
            <a:r>
              <a:rPr altLang="zh-CN" b="1" dirty="0" kumimoji="1" lang="en-US">
                <a:latin typeface="Times New Roman" panose="02020603050405020304" pitchFamily="18" charset="0"/>
                <a:ea typeface="隶书" panose="02010509060101010101" pitchFamily="49" charset="-122"/>
              </a:rPr>
              <a:t>&lt;</a:t>
            </a:r>
            <a:r>
              <a:rPr altLang="zh-CN" dirty="0" kumimoji="1" lang="en-US">
                <a:latin typeface="Times New Roman" panose="02020603050405020304" pitchFamily="18" charset="0"/>
                <a:ea typeface="隶书" panose="02010509060101010101" pitchFamily="49" charset="-122"/>
              </a:rPr>
              <a:t>T</a:t>
            </a:r>
            <a:r>
              <a:rPr altLang="zh-CN" b="1" dirty="0" kumimoji="1" lang="en-US">
                <a:latin typeface="Times New Roman" panose="02020603050405020304" pitchFamily="18" charset="0"/>
                <a:ea typeface="隶书" panose="02010509060101010101" pitchFamily="49" charset="-122"/>
              </a:rPr>
              <a:t>&gt;</a:t>
            </a:r>
            <a:r>
              <a:rPr altLang="zh-CN" b="1" dirty="0" kumimoji="1" lang="en-US">
                <a:solidFill>
                  <a:srgbClr val="FF0000"/>
                </a:solidFill>
                <a:latin typeface="Times New Roman" panose="02020603050405020304" pitchFamily="18" charset="0"/>
                <a:ea typeface="隶书" panose="02010509060101010101" pitchFamily="49" charset="-122"/>
              </a:rPr>
              <a:t>&amp;</a:t>
            </a:r>
            <a:r>
              <a:rPr altLang="zh-CN" b="1"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lt</a:t>
            </a:r>
            <a:r>
              <a:rPr altLang="zh-CN" dirty="0" kumimoji="1" lang="en-US">
                <a:latin typeface="Times New Roman" panose="02020603050405020304" pitchFamily="18" charset="0"/>
                <a:ea typeface="隶书" panose="02010509060101010101" pitchFamily="49" charset="-122"/>
              </a:rPr>
              <a:t>)</a:t>
            </a:r>
            <a:r>
              <a:rPr altLang="zh-CN" b="1" dirty="0" kumimoji="1"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若广义表非空，则通过</a:t>
            </a:r>
            <a:r>
              <a:rPr altLang="zh-CN" dirty="0" kumimoji="1" lang="en-US" err="1">
                <a:solidFill>
                  <a:schemeClr val="tx2"/>
                </a:solidFill>
                <a:latin typeface="Times New Roman" panose="02020603050405020304" pitchFamily="18" charset="0"/>
                <a:ea typeface="隶书" panose="02010509060101010101" pitchFamily="49" charset="-122"/>
              </a:rPr>
              <a:t>lt</a:t>
            </a:r>
            <a:r>
              <a:rPr altLang="en-US" dirty="0" kumimoji="1" lang="zh-CN">
                <a:solidFill>
                  <a:schemeClr val="tx2"/>
                </a:solidFill>
                <a:latin typeface="Times New Roman" panose="02020603050405020304" pitchFamily="18" charset="0"/>
                <a:ea typeface="隶书" panose="02010509060101010101" pitchFamily="49" charset="-122"/>
              </a:rPr>
              <a:t>返回广义表除表头元素</a:t>
            </a:r>
          </a:p>
          <a:p>
            <a:pPr eaLnBrk="1" hangingPunct="1">
              <a:spcBef>
                <a:spcPct val="0"/>
              </a:spcBef>
              <a:buFontTx/>
              <a:buNone/>
            </a:pP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以外其他元素组成的表，否则函数没有定义</a:t>
            </a:r>
          </a:p>
          <a:p>
            <a:pPr eaLnBrk="1" hangingPunct="1">
              <a:spcBef>
                <a:spcPct val="0"/>
              </a:spcBef>
              <a:buFontTx/>
              <a:buNone/>
            </a:pPr>
            <a:r>
              <a:rPr altLang="en-US" b="1" dirty="0" kumimoji="1" lang="zh-CN">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if </a:t>
            </a:r>
            <a:r>
              <a:rPr altLang="zh-CN" dirty="0" kumimoji="1" lang="en-US">
                <a:latin typeface="Times New Roman" panose="02020603050405020304" pitchFamily="18" charset="0"/>
                <a:ea typeface="隶书" panose="02010509060101010101" pitchFamily="49" charset="-122"/>
              </a:rPr>
              <a:t>(first</a:t>
            </a:r>
            <a:r>
              <a:rPr altLang="zh-CN" dirty="0" kumimoji="1" lang="en-US">
                <a:latin typeface="楷体_GB2312" pitchFamily="49" charset="-122"/>
                <a:ea typeface="楷体_GB2312" pitchFamily="49" charset="-122"/>
              </a:rPr>
              <a:t>-&gt;</a:t>
            </a:r>
            <a:r>
              <a:rPr altLang="zh-CN" dirty="0" kumimoji="1" lang="en-US" err="1">
                <a:latin typeface="Times New Roman" panose="02020603050405020304" pitchFamily="18" charset="0"/>
                <a:ea typeface="隶书" panose="02010509060101010101" pitchFamily="49" charset="-122"/>
              </a:rPr>
              <a:t>tlink</a:t>
            </a:r>
            <a:r>
              <a:rPr altLang="zh-CN" dirty="0" kumimoji="1" lang="en-US">
                <a:latin typeface="Times New Roman" panose="02020603050405020304" pitchFamily="18" charset="0"/>
                <a:ea typeface="隶书" panose="02010509060101010101" pitchFamily="49" charset="-122"/>
              </a:rPr>
              <a:t> == NULL)</a:t>
            </a:r>
            <a:r>
              <a:rPr altLang="zh-CN" b="1" dirty="0" kumimoji="1" lang="en-US">
                <a:latin typeface="Times New Roman" panose="02020603050405020304" pitchFamily="18" charset="0"/>
                <a:ea typeface="隶书" panose="02010509060101010101" pitchFamily="49" charset="-122"/>
              </a:rPr>
              <a:t> return </a:t>
            </a:r>
            <a:r>
              <a:rPr altLang="zh-CN" dirty="0" kumimoji="1" lang="en-US">
                <a:latin typeface="Times New Roman" panose="02020603050405020304" pitchFamily="18" charset="0"/>
                <a:ea typeface="隶书" panose="02010509060101010101" pitchFamily="49" charset="-122"/>
              </a:rPr>
              <a:t>false</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空表</a:t>
            </a:r>
            <a:endParaRPr altLang="en-US" b="1" dirty="0" kumimoji="1" lang="zh-CN">
              <a:latin typeface="Times New Roman" panose="02020603050405020304" pitchFamily="18" charset="0"/>
              <a:ea typeface="隶书" panose="02010509060101010101" pitchFamily="49" charset="-122"/>
            </a:endParaRPr>
          </a:p>
          <a:p>
            <a:pPr eaLnBrk="1" hangingPunct="1">
              <a:spcBef>
                <a:spcPct val="0"/>
              </a:spcBef>
              <a:buFontTx/>
              <a:buNone/>
            </a:pPr>
            <a:r>
              <a:rPr altLang="zh-CN" b="1" dirty="0" kumimoji="1" lang="en-US">
                <a:latin typeface="Times New Roman" panose="02020603050405020304" pitchFamily="18" charset="0"/>
                <a:ea typeface="隶书" panose="02010509060101010101" pitchFamily="49" charset="-122"/>
              </a:rPr>
              <a:t>     else {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非空表</a:t>
            </a:r>
          </a:p>
          <a:p>
            <a:pPr eaLnBrk="1" hangingPunct="1">
              <a:spcBef>
                <a:spcPct val="0"/>
              </a:spcBef>
              <a:buFontTx/>
              <a:buNone/>
            </a:pPr>
            <a:r>
              <a:rPr altLang="en-US" b="1" dirty="0" kumimoji="1" lang="zh-CN">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lt.first</a:t>
            </a:r>
            <a:r>
              <a:rPr altLang="zh-CN" dirty="0" kumimoji="1" lang="en-US">
                <a:latin typeface="楷体_GB2312" pitchFamily="49" charset="-122"/>
                <a:ea typeface="楷体_GB2312" pitchFamily="49" charset="-122"/>
              </a:rPr>
              <a:t>-&gt;</a:t>
            </a:r>
            <a:r>
              <a:rPr altLang="zh-CN" dirty="0" kumimoji="1" lang="en-US" err="1">
                <a:latin typeface="Times New Roman" panose="02020603050405020304" pitchFamily="18" charset="0"/>
                <a:ea typeface="隶书" panose="02010509060101010101" pitchFamily="49" charset="-122"/>
              </a:rPr>
              <a:t>utype</a:t>
            </a:r>
            <a:r>
              <a:rPr altLang="zh-CN" dirty="0" kumimoji="1" lang="en-US">
                <a:latin typeface="Times New Roman" panose="02020603050405020304" pitchFamily="18" charset="0"/>
                <a:ea typeface="隶书" panose="02010509060101010101" pitchFamily="49" charset="-122"/>
              </a:rPr>
              <a:t> = 0</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设置头结点</a:t>
            </a:r>
          </a:p>
          <a:p>
            <a:pPr eaLnBrk="1" hangingPunct="1">
              <a:spcBef>
                <a:spcPct val="0"/>
              </a:spcBef>
              <a:buFontTx/>
              <a:buNone/>
            </a:pPr>
            <a:r>
              <a:rPr altLang="en-US" b="1" dirty="0" kumimoji="1" lang="zh-CN">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lt.first</a:t>
            </a:r>
            <a:r>
              <a:rPr altLang="zh-CN" dirty="0" kumimoji="1" lang="en-US">
                <a:latin typeface="楷体_GB2312" pitchFamily="49" charset="-122"/>
                <a:ea typeface="楷体_GB2312" pitchFamily="49" charset="-122"/>
              </a:rPr>
              <a:t>-&gt;</a:t>
            </a:r>
            <a:r>
              <a:rPr altLang="zh-CN" dirty="0" kumimoji="1" lang="en-US" err="1">
                <a:latin typeface="Times New Roman" panose="02020603050405020304" pitchFamily="18" charset="0"/>
                <a:ea typeface="隶书" panose="02010509060101010101" pitchFamily="49" charset="-122"/>
              </a:rPr>
              <a:t>info.ref</a:t>
            </a:r>
            <a:r>
              <a:rPr altLang="zh-CN" dirty="0" kumimoji="1" lang="en-US">
                <a:latin typeface="Times New Roman" panose="02020603050405020304" pitchFamily="18" charset="0"/>
                <a:ea typeface="隶书" panose="02010509060101010101" pitchFamily="49" charset="-122"/>
              </a:rPr>
              <a:t> = 0</a:t>
            </a:r>
            <a:r>
              <a:rPr altLang="zh-CN" b="1" dirty="0" kumimoji="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dirty="0" kumimoji="1" lang="en-US">
                <a:latin typeface="Times New Roman" panose="02020603050405020304" pitchFamily="18" charset="0"/>
                <a:ea typeface="隶书" panose="02010509060101010101" pitchFamily="49" charset="-122"/>
              </a:rPr>
              <a:t>          </a:t>
            </a:r>
            <a:r>
              <a:rPr altLang="zh-CN" dirty="0" kumimoji="1" lang="en-US" err="1">
                <a:latin typeface="Times New Roman" panose="02020603050405020304" pitchFamily="18" charset="0"/>
                <a:ea typeface="隶书" panose="02010509060101010101" pitchFamily="49" charset="-122"/>
              </a:rPr>
              <a:t>lt.first</a:t>
            </a:r>
            <a:r>
              <a:rPr altLang="zh-CN" dirty="0" kumimoji="1" lang="en-US">
                <a:latin typeface="楷体_GB2312" pitchFamily="49" charset="-122"/>
                <a:ea typeface="楷体_GB2312" pitchFamily="49" charset="-122"/>
              </a:rPr>
              <a:t>-&gt;</a:t>
            </a:r>
            <a:r>
              <a:rPr altLang="zh-CN" dirty="0" kumimoji="1" lang="en-US" err="1">
                <a:latin typeface="Times New Roman" panose="02020603050405020304" pitchFamily="18" charset="0"/>
                <a:ea typeface="隶书" panose="02010509060101010101" pitchFamily="49" charset="-122"/>
              </a:rPr>
              <a:t>tlink</a:t>
            </a:r>
            <a:r>
              <a:rPr altLang="zh-CN" dirty="0" kumimoji="1" lang="en-US">
                <a:latin typeface="Times New Roman" panose="02020603050405020304" pitchFamily="18" charset="0"/>
                <a:ea typeface="隶书" panose="02010509060101010101" pitchFamily="49" charset="-122"/>
              </a:rPr>
              <a:t> = Copy(first</a:t>
            </a:r>
            <a:r>
              <a:rPr altLang="zh-CN" dirty="0" kumimoji="1" lang="en-US">
                <a:latin typeface="楷体_GB2312" pitchFamily="49" charset="-122"/>
                <a:ea typeface="楷体_GB2312" pitchFamily="49" charset="-122"/>
              </a:rPr>
              <a:t>-&gt;</a:t>
            </a:r>
            <a:r>
              <a:rPr altLang="zh-CN" dirty="0" kumimoji="1" lang="en-US" err="1">
                <a:latin typeface="Times New Roman" panose="02020603050405020304" pitchFamily="18" charset="0"/>
                <a:ea typeface="隶书" panose="02010509060101010101" pitchFamily="49" charset="-122"/>
              </a:rPr>
              <a:t>tlink</a:t>
            </a:r>
            <a:r>
              <a:rPr altLang="zh-CN" dirty="0" kumimoji="1" lang="en-US">
                <a:latin typeface="楷体_GB2312" pitchFamily="49" charset="-122"/>
                <a:ea typeface="楷体_GB2312" pitchFamily="49" charset="-122"/>
              </a:rPr>
              <a:t>-&gt;</a:t>
            </a:r>
            <a:r>
              <a:rPr altLang="zh-CN" dirty="0" kumimoji="1" lang="en-US" err="1">
                <a:latin typeface="Times New Roman" panose="02020603050405020304" pitchFamily="18" charset="0"/>
                <a:ea typeface="隶书" panose="02010509060101010101" pitchFamily="49" charset="-122"/>
              </a:rPr>
              <a:t>tlink</a:t>
            </a:r>
            <a:r>
              <a:rPr altLang="zh-CN" dirty="0" kumimoji="1" lang="en-US">
                <a:latin typeface="Times New Roman" panose="02020603050405020304" pitchFamily="18" charset="0"/>
                <a:ea typeface="隶书" panose="02010509060101010101" pitchFamily="49" charset="-122"/>
              </a:rPr>
              <a:t>)</a:t>
            </a:r>
            <a:r>
              <a:rPr altLang="zh-CN" b="1" dirty="0" kumimoji="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dirty="0" kumimoji="1" lang="en-US">
                <a:latin typeface="Times New Roman" panose="02020603050405020304" pitchFamily="18" charset="0"/>
                <a:ea typeface="隶书" panose="02010509060101010101" pitchFamily="49" charset="-122"/>
              </a:rPr>
              <a:t>          return </a:t>
            </a:r>
            <a:r>
              <a:rPr altLang="zh-CN" dirty="0" kumimoji="1" lang="en-US">
                <a:latin typeface="Times New Roman" panose="02020603050405020304" pitchFamily="18" charset="0"/>
                <a:ea typeface="隶书" panose="02010509060101010101" pitchFamily="49" charset="-122"/>
              </a:rPr>
              <a:t>true</a:t>
            </a:r>
            <a:r>
              <a:rPr altLang="zh-CN" b="1" dirty="0" kumimoji="1"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b="1" dirty="0" kumimoji="1"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b="1" dirty="0" kumimoji="1" lang="en-US">
                <a:latin typeface="Times New Roman" panose="02020603050405020304" pitchFamily="18" charset="0"/>
                <a:ea typeface="隶书" panose="02010509060101010101" pitchFamily="49" charset="-122"/>
              </a:rPr>
              <a:t>};</a:t>
            </a:r>
          </a:p>
        </p:txBody>
      </p:sp>
      <mc:AlternateContent xmlns:mc="http://schemas.openxmlformats.org/markup-compatibility/2006">
        <mc:Choice xmlns:p14="http://schemas.microsoft.com/office/powerpoint/2010/main" Requires="p14">
          <p:contentPart p14:bwMode="auto" r:id="rId1">
            <p14:nvContentPartPr>
              <p14:cNvPr id="2097159" name="墨迹 1"/>
              <p14:cNvContentPartPr/>
              <p14:nvPr/>
            </p14:nvContentPartPr>
            <p14:xfrm>
              <a:off x="7928640" y="2615040"/>
              <a:ext cx="360" cy="360"/>
            </p14:xfrm>
          </p:contentPart>
        </mc:Choice>
        <mc:Fallback>
          <p:pic>
            <p:nvPicPr>
              <p:cNvPr id="2097159" name="墨迹 1"/>
              <p:cNvPicPr>
                <a:picLocks/>
              </p:cNvPicPr>
              <p:nvPr/>
            </p:nvPicPr>
            <p:blipFill>
              <a:blip xmlns:r="http://schemas.openxmlformats.org/officeDocument/2006/relationships" r:embed="rId2"/>
              <a:stretch>
                <a:fillRect/>
              </a:stretch>
            </p:blipFill>
            <p:spPr>
              <a:xfrm>
                <a:off x="7928640" y="2615040"/>
                <a:ext cx="360" cy="360"/>
              </a:xfrm>
              <a:prstGeom prst="rect"/>
            </p:spPr>
          </p:pic>
        </mc:Fallback>
      </mc:AlternateContent>
      <mc:AlternateContent xmlns:mc="http://schemas.openxmlformats.org/markup-compatibility/2006">
        <mc:Choice xmlns:p14="http://schemas.microsoft.com/office/powerpoint/2010/main" Requires="p14">
          <p:contentPart p14:bwMode="auto" r:id="rId3">
            <p14:nvContentPartPr>
              <p14:cNvPr id="1048678" name=""/>
              <p14:cNvContentPartPr/>
              <p14:nvPr/>
            </p14:nvContentPartPr>
            <p14:xfrm>
              <a:off x="2352065" y="5343499"/>
              <a:ext cx="71894" cy="545158"/>
            </p14:xfrm>
          </p:contentPart>
        </mc:Choice>
        <mc:Fallback>
          <p:sp>
            <p:nvSpPr>
              <p:cNvPr id="1048678" name=""/>
              <p:cNvSpPr/>
              <p:nvPr/>
            </p:nvSpPr>
            <p:spPr>
              <a:xfrm>
                <a:off x="2352065" y="5343499"/>
                <a:ext cx="71894" cy="545158"/>
              </a:xfrm>
            </p:spPr>
          </p:sp>
        </mc:Fallback>
      </mc:AlternateContent>
      <mc:AlternateContent xmlns:mc="http://schemas.openxmlformats.org/markup-compatibility/2006">
        <mc:Choice xmlns:p14="http://schemas.microsoft.com/office/powerpoint/2010/main" Requires="p14">
          <p:contentPart p14:bwMode="auto" r:id="rId4">
            <p14:nvContentPartPr>
              <p14:cNvPr id="1048679" name=""/>
              <p14:cNvContentPartPr/>
              <p14:nvPr/>
            </p14:nvContentPartPr>
            <p14:xfrm>
              <a:off x="2288467" y="5124283"/>
              <a:ext cx="616368" cy="767948"/>
            </p14:xfrm>
          </p:contentPart>
        </mc:Choice>
        <mc:Fallback>
          <p:sp>
            <p:nvSpPr>
              <p:cNvPr id="1048679" name=""/>
              <p:cNvSpPr/>
              <p:nvPr/>
            </p:nvSpPr>
            <p:spPr>
              <a:xfrm>
                <a:off x="2288467" y="5124283"/>
                <a:ext cx="616368" cy="767948"/>
              </a:xfrm>
            </p:spPr>
          </p:sp>
        </mc:Fallback>
      </mc:AlternateContent>
      <mc:AlternateContent xmlns:mc="http://schemas.openxmlformats.org/markup-compatibility/2006">
        <mc:Choice xmlns:p14="http://schemas.microsoft.com/office/powerpoint/2010/main" Requires="p14">
          <p:contentPart p14:bwMode="auto" r:id="rId5">
            <p14:nvContentPartPr>
              <p14:cNvPr id="1048680" name=""/>
              <p14:cNvContentPartPr/>
              <p14:nvPr/>
            </p14:nvContentPartPr>
            <p14:xfrm>
              <a:off x="2479768" y="5814177"/>
              <a:ext cx="398823" cy="125815"/>
            </p14:xfrm>
          </p:contentPart>
        </mc:Choice>
        <mc:Fallback>
          <p:sp>
            <p:nvSpPr>
              <p:cNvPr id="1048680" name=""/>
              <p:cNvSpPr/>
              <p:nvPr/>
            </p:nvSpPr>
            <p:spPr>
              <a:xfrm>
                <a:off x="2479768" y="5814177"/>
                <a:ext cx="398823" cy="125815"/>
              </a:xfrm>
            </p:spPr>
          </p:sp>
        </mc:Fallback>
      </mc:AlternateContent>
      <mc:AlternateContent xmlns:mc="http://schemas.openxmlformats.org/markup-compatibility/2006">
        <mc:Choice xmlns:p14="http://schemas.microsoft.com/office/powerpoint/2010/main" Requires="p14">
          <p:contentPart p14:bwMode="auto" r:id="rId6">
            <p14:nvContentPartPr>
              <p14:cNvPr id="1048681" name=""/>
              <p14:cNvContentPartPr/>
              <p14:nvPr/>
            </p14:nvContentPartPr>
            <p14:xfrm>
              <a:off x="2719254" y="5208617"/>
              <a:ext cx="1064368" cy="270363"/>
            </p14:xfrm>
          </p:contentPart>
        </mc:Choice>
        <mc:Fallback>
          <p:sp>
            <p:nvSpPr>
              <p:cNvPr id="1048681" name=""/>
              <p:cNvSpPr/>
              <p:nvPr/>
            </p:nvSpPr>
            <p:spPr>
              <a:xfrm>
                <a:off x="2719254" y="5208617"/>
                <a:ext cx="1064368" cy="270363"/>
              </a:xfrm>
            </p:spPr>
          </p:sp>
        </mc:Fallback>
      </mc:AlternateContent>
      <mc:AlternateContent xmlns:mc="http://schemas.openxmlformats.org/markup-compatibility/2006">
        <mc:Choice xmlns:p14="http://schemas.microsoft.com/office/powerpoint/2010/main" Requires="p14">
          <p:contentPart p14:bwMode="auto" r:id="rId7">
            <p14:nvContentPartPr>
              <p14:cNvPr id="1048682" name=""/>
              <p14:cNvContentPartPr/>
              <p14:nvPr/>
            </p14:nvContentPartPr>
            <p14:xfrm>
              <a:off x="3586625" y="5075529"/>
              <a:ext cx="423979" cy="337791"/>
            </p14:xfrm>
          </p:contentPart>
        </mc:Choice>
        <mc:Fallback>
          <p:sp>
            <p:nvSpPr>
              <p:cNvPr id="1048682" name=""/>
              <p:cNvSpPr/>
              <p:nvPr/>
            </p:nvSpPr>
            <p:spPr>
              <a:xfrm>
                <a:off x="3586625" y="5075529"/>
                <a:ext cx="423979" cy="337791"/>
              </a:xfrm>
            </p:spPr>
          </p:sp>
        </mc:Fallback>
      </mc:AlternateContent>
      <mc:AlternateContent xmlns:mc="http://schemas.openxmlformats.org/markup-compatibility/2006">
        <mc:Choice xmlns:p14="http://schemas.microsoft.com/office/powerpoint/2010/main" Requires="p14">
          <p:contentPart p14:bwMode="auto" r:id="rId8">
            <p14:nvContentPartPr>
              <p14:cNvPr id="1048683" name=""/>
              <p14:cNvContentPartPr/>
              <p14:nvPr/>
            </p14:nvContentPartPr>
            <p14:xfrm>
              <a:off x="4084814" y="4950244"/>
              <a:ext cx="39054" cy="683895"/>
            </p14:xfrm>
          </p:contentPart>
        </mc:Choice>
        <mc:Fallback>
          <p:sp>
            <p:nvSpPr>
              <p:cNvPr id="1048683" name=""/>
              <p:cNvSpPr/>
              <p:nvPr/>
            </p:nvSpPr>
            <p:spPr>
              <a:xfrm>
                <a:off x="4084814" y="4950244"/>
                <a:ext cx="39054" cy="683895"/>
              </a:xfrm>
            </p:spPr>
          </p:sp>
        </mc:Fallback>
      </mc:AlternateContent>
      <mc:AlternateContent xmlns:mc="http://schemas.openxmlformats.org/markup-compatibility/2006">
        <mc:Choice xmlns:p14="http://schemas.microsoft.com/office/powerpoint/2010/main" Requires="p14">
          <p:contentPart p14:bwMode="auto" r:id="rId9">
            <p14:nvContentPartPr>
              <p14:cNvPr id="1048684" name=""/>
              <p14:cNvContentPartPr/>
              <p14:nvPr/>
            </p14:nvContentPartPr>
            <p14:xfrm>
              <a:off x="4050615" y="4895476"/>
              <a:ext cx="501878" cy="732697"/>
            </p14:xfrm>
          </p:contentPart>
        </mc:Choice>
        <mc:Fallback>
          <p:sp>
            <p:nvSpPr>
              <p:cNvPr id="1048684" name=""/>
              <p:cNvSpPr/>
              <p:nvPr/>
            </p:nvSpPr>
            <p:spPr>
              <a:xfrm>
                <a:off x="4050615" y="4895476"/>
                <a:ext cx="501878" cy="732697"/>
              </a:xfrm>
            </p:spPr>
          </p:sp>
        </mc:Fallback>
      </mc:AlternateContent>
      <mc:AlternateContent xmlns:mc="http://schemas.openxmlformats.org/markup-compatibility/2006">
        <mc:Choice xmlns:p14="http://schemas.microsoft.com/office/powerpoint/2010/main" Requires="p14">
          <p:contentPart p14:bwMode="auto" r:id="rId10">
            <p14:nvContentPartPr>
              <p14:cNvPr id="1048685" name=""/>
              <p14:cNvContentPartPr/>
              <p14:nvPr/>
            </p14:nvContentPartPr>
            <p14:xfrm>
              <a:off x="4152788" y="5582570"/>
              <a:ext cx="319893" cy="22301"/>
            </p14:xfrm>
          </p:contentPart>
        </mc:Choice>
        <mc:Fallback>
          <p:sp>
            <p:nvSpPr>
              <p:cNvPr id="1048685" name=""/>
              <p:cNvSpPr/>
              <p:nvPr/>
            </p:nvSpPr>
            <p:spPr>
              <a:xfrm>
                <a:off x="4152788" y="5582570"/>
                <a:ext cx="319893" cy="22301"/>
              </a:xfrm>
            </p:spPr>
          </p:sp>
        </mc:Fallback>
      </mc:AlternateContent>
      <mc:AlternateContent xmlns:mc="http://schemas.openxmlformats.org/markup-compatibility/2006">
        <mc:Choice xmlns:p14="http://schemas.microsoft.com/office/powerpoint/2010/main" Requires="p14">
          <p:contentPart p14:bwMode="auto" r:id="rId11">
            <p14:nvContentPartPr>
              <p14:cNvPr id="1048686" name=""/>
              <p14:cNvContentPartPr/>
              <p14:nvPr/>
            </p14:nvContentPartPr>
            <p14:xfrm>
              <a:off x="4313362" y="5654627"/>
              <a:ext cx="25326" cy="311545"/>
            </p14:xfrm>
          </p:contentPart>
        </mc:Choice>
        <mc:Fallback>
          <p:sp>
            <p:nvSpPr>
              <p:cNvPr id="1048686" name=""/>
              <p:cNvSpPr/>
              <p:nvPr/>
            </p:nvSpPr>
            <p:spPr>
              <a:xfrm>
                <a:off x="4313362" y="5654627"/>
                <a:ext cx="25326" cy="311545"/>
              </a:xfrm>
            </p:spPr>
          </p:sp>
        </mc:Fallback>
      </mc:AlternateContent>
      <mc:AlternateContent xmlns:mc="http://schemas.openxmlformats.org/markup-compatibility/2006">
        <mc:Choice xmlns:p14="http://schemas.microsoft.com/office/powerpoint/2010/main" Requires="p14">
          <p:contentPart p14:bwMode="auto" r:id="rId12">
            <p14:nvContentPartPr>
              <p14:cNvPr id="1048687" name=""/>
              <p14:cNvContentPartPr/>
              <p14:nvPr/>
            </p14:nvContentPartPr>
            <p14:xfrm>
              <a:off x="4205411" y="5817058"/>
              <a:ext cx="273302" cy="167507"/>
            </p14:xfrm>
          </p:contentPart>
        </mc:Choice>
        <mc:Fallback>
          <p:sp>
            <p:nvSpPr>
              <p:cNvPr id="1048687" name=""/>
              <p:cNvSpPr/>
              <p:nvPr/>
            </p:nvSpPr>
            <p:spPr>
              <a:xfrm>
                <a:off x="4205411" y="5817058"/>
                <a:ext cx="273302" cy="167507"/>
              </a:xfrm>
            </p:spPr>
          </p:sp>
        </mc:Fallback>
      </mc:AlternateContent>
      <mc:AlternateContent xmlns:mc="http://schemas.openxmlformats.org/markup-compatibility/2006">
        <mc:Choice xmlns:p14="http://schemas.microsoft.com/office/powerpoint/2010/main" Requires="p14">
          <p:contentPart p14:bwMode="auto" r:id="rId13">
            <p14:nvContentPartPr>
              <p14:cNvPr id="1048688" name=""/>
              <p14:cNvContentPartPr/>
              <p14:nvPr/>
            </p14:nvContentPartPr>
            <p14:xfrm>
              <a:off x="4679397" y="5177783"/>
              <a:ext cx="591778" cy="114162"/>
            </p14:xfrm>
          </p:contentPart>
        </mc:Choice>
        <mc:Fallback>
          <p:sp>
            <p:nvSpPr>
              <p:cNvPr id="1048688" name=""/>
              <p:cNvSpPr/>
              <p:nvPr/>
            </p:nvSpPr>
            <p:spPr>
              <a:xfrm>
                <a:off x="4679397" y="5177783"/>
                <a:ext cx="591778" cy="114162"/>
              </a:xfrm>
            </p:spPr>
          </p:sp>
        </mc:Fallback>
      </mc:AlternateContent>
      <mc:AlternateContent xmlns:mc="http://schemas.openxmlformats.org/markup-compatibility/2006">
        <mc:Choice xmlns:p14="http://schemas.microsoft.com/office/powerpoint/2010/main" Requires="p14">
          <p:contentPart p14:bwMode="auto" r:id="rId14">
            <p14:nvContentPartPr>
              <p14:cNvPr id="1048689" name=""/>
              <p14:cNvContentPartPr/>
              <p14:nvPr/>
            </p14:nvContentPartPr>
            <p14:xfrm>
              <a:off x="5194182" y="5047359"/>
              <a:ext cx="292957" cy="247691"/>
            </p14:xfrm>
          </p:contentPart>
        </mc:Choice>
        <mc:Fallback>
          <p:sp>
            <p:nvSpPr>
              <p:cNvPr id="1048689" name=""/>
              <p:cNvSpPr/>
              <p:nvPr/>
            </p:nvSpPr>
            <p:spPr>
              <a:xfrm>
                <a:off x="5194182" y="5047359"/>
                <a:ext cx="292957" cy="247691"/>
              </a:xfrm>
            </p:spPr>
          </p:sp>
        </mc:Fallback>
      </mc:AlternateContent>
      <mc:AlternateContent xmlns:mc="http://schemas.openxmlformats.org/markup-compatibility/2006">
        <mc:Choice xmlns:p14="http://schemas.microsoft.com/office/powerpoint/2010/main" Requires="p14">
          <p:contentPart p14:bwMode="auto" r:id="rId15">
            <p14:nvContentPartPr>
              <p14:cNvPr id="1048690" name=""/>
              <p14:cNvContentPartPr/>
              <p14:nvPr/>
            </p14:nvContentPartPr>
            <p14:xfrm>
              <a:off x="5574983" y="4943050"/>
              <a:ext cx="23883" cy="593528"/>
            </p14:xfrm>
          </p:contentPart>
        </mc:Choice>
        <mc:Fallback>
          <p:sp>
            <p:nvSpPr>
              <p:cNvPr id="1048690" name=""/>
              <p:cNvSpPr/>
              <p:nvPr/>
            </p:nvSpPr>
            <p:spPr>
              <a:xfrm>
                <a:off x="5574983" y="4943050"/>
                <a:ext cx="23883" cy="593528"/>
              </a:xfrm>
            </p:spPr>
          </p:sp>
        </mc:Fallback>
      </mc:AlternateContent>
      <mc:AlternateContent xmlns:mc="http://schemas.openxmlformats.org/markup-compatibility/2006">
        <mc:Choice xmlns:p14="http://schemas.microsoft.com/office/powerpoint/2010/main" Requires="p14">
          <p:contentPart p14:bwMode="auto" r:id="rId16">
            <p14:nvContentPartPr>
              <p14:cNvPr id="1048691" name=""/>
              <p14:cNvContentPartPr/>
              <p14:nvPr/>
            </p14:nvContentPartPr>
            <p14:xfrm>
              <a:off x="5581769" y="4744995"/>
              <a:ext cx="643407" cy="951525"/>
            </p14:xfrm>
          </p:contentPart>
        </mc:Choice>
        <mc:Fallback>
          <p:sp>
            <p:nvSpPr>
              <p:cNvPr id="1048691" name=""/>
              <p:cNvSpPr/>
              <p:nvPr/>
            </p:nvSpPr>
            <p:spPr>
              <a:xfrm>
                <a:off x="5581769" y="4744995"/>
                <a:ext cx="643407" cy="951525"/>
              </a:xfrm>
            </p:spPr>
          </p:sp>
        </mc:Fallback>
      </mc:AlternateContent>
      <mc:AlternateContent xmlns:mc="http://schemas.openxmlformats.org/markup-compatibility/2006">
        <mc:Choice xmlns:p14="http://schemas.microsoft.com/office/powerpoint/2010/main" Requires="p14">
          <p:contentPart p14:bwMode="auto" r:id="rId17">
            <p14:nvContentPartPr>
              <p14:cNvPr id="1048692" name=""/>
              <p14:cNvContentPartPr/>
              <p14:nvPr/>
            </p14:nvContentPartPr>
            <p14:xfrm>
              <a:off x="5723891" y="5535220"/>
              <a:ext cx="502022" cy="104413"/>
            </p14:xfrm>
          </p:contentPart>
        </mc:Choice>
        <mc:Fallback>
          <p:sp>
            <p:nvSpPr>
              <p:cNvPr id="1048692" name=""/>
              <p:cNvSpPr/>
              <p:nvPr/>
            </p:nvSpPr>
            <p:spPr>
              <a:xfrm>
                <a:off x="5723891" y="5535220"/>
                <a:ext cx="502022" cy="104413"/>
              </a:xfrm>
            </p:spPr>
          </p:sp>
        </mc:Fallback>
      </mc:AlternateContent>
      <mc:AlternateContent xmlns:mc="http://schemas.openxmlformats.org/markup-compatibility/2006">
        <mc:Choice xmlns:p14="http://schemas.microsoft.com/office/powerpoint/2010/main" Requires="p14">
          <p:contentPart p14:bwMode="auto" r:id="rId18">
            <p14:nvContentPartPr>
              <p14:cNvPr id="1048693" name=""/>
              <p14:cNvContentPartPr/>
              <p14:nvPr/>
            </p14:nvContentPartPr>
            <p14:xfrm>
              <a:off x="2327433" y="4513113"/>
              <a:ext cx="191427" cy="629670"/>
            </p14:xfrm>
          </p:contentPart>
        </mc:Choice>
        <mc:Fallback>
          <p:sp>
            <p:nvSpPr>
              <p:cNvPr id="1048693" name=""/>
              <p:cNvSpPr/>
              <p:nvPr/>
            </p:nvSpPr>
            <p:spPr>
              <a:xfrm>
                <a:off x="2327433" y="4513113"/>
                <a:ext cx="191427" cy="629670"/>
              </a:xfrm>
            </p:spPr>
          </p:sp>
        </mc:Fallback>
      </mc:AlternateContent>
      <mc:AlternateContent xmlns:mc="http://schemas.openxmlformats.org/markup-compatibility/2006">
        <mc:Choice xmlns:p14="http://schemas.microsoft.com/office/powerpoint/2010/main" Requires="p14">
          <p:contentPart p14:bwMode="auto" r:id="rId19">
            <p14:nvContentPartPr>
              <p14:cNvPr id="1048694" name=""/>
              <p14:cNvContentPartPr/>
              <p14:nvPr/>
            </p14:nvContentPartPr>
            <p14:xfrm>
              <a:off x="2251868" y="4835381"/>
              <a:ext cx="209244" cy="111865"/>
            </p14:xfrm>
          </p:contentPart>
        </mc:Choice>
        <mc:Fallback>
          <p:sp>
            <p:nvSpPr>
              <p:cNvPr id="1048694" name=""/>
              <p:cNvSpPr/>
              <p:nvPr/>
            </p:nvSpPr>
            <p:spPr>
              <a:xfrm>
                <a:off x="2251868" y="4835381"/>
                <a:ext cx="209244" cy="111865"/>
              </a:xfrm>
            </p:spPr>
          </p:sp>
        </mc:Fallback>
      </mc:AlternateContent>
      <mc:AlternateContent xmlns:mc="http://schemas.openxmlformats.org/markup-compatibility/2006">
        <mc:Choice xmlns:p14="http://schemas.microsoft.com/office/powerpoint/2010/main" Requires="p14">
          <p:contentPart p14:bwMode="auto" r:id="rId20">
            <p14:nvContentPartPr>
              <p14:cNvPr id="1048695" name=""/>
              <p14:cNvContentPartPr/>
              <p14:nvPr/>
            </p14:nvContentPartPr>
            <p14:xfrm>
              <a:off x="2422721" y="4834946"/>
              <a:ext cx="1079090" cy="1028777"/>
            </p14:xfrm>
          </p:contentPart>
        </mc:Choice>
        <mc:Fallback>
          <p:sp>
            <p:nvSpPr>
              <p:cNvPr id="1048695" name=""/>
              <p:cNvSpPr/>
              <p:nvPr/>
            </p:nvSpPr>
            <p:spPr>
              <a:xfrm>
                <a:off x="2422721" y="4834946"/>
                <a:ext cx="1079090" cy="1028777"/>
              </a:xfrm>
            </p:spPr>
          </p:sp>
        </mc:Fallback>
      </mc:AlternateContent>
      <mc:AlternateContent xmlns:mc="http://schemas.openxmlformats.org/markup-compatibility/2006">
        <mc:Choice xmlns:p14="http://schemas.microsoft.com/office/powerpoint/2010/main" Requires="p14">
          <p:contentPart p14:bwMode="auto" r:id="rId21">
            <p14:nvContentPartPr>
              <p14:cNvPr id="1048696" name=""/>
              <p14:cNvContentPartPr/>
              <p14:nvPr/>
            </p14:nvContentPartPr>
            <p14:xfrm>
              <a:off x="2888250" y="4514800"/>
              <a:ext cx="100396" cy="582514"/>
            </p14:xfrm>
          </p:contentPart>
        </mc:Choice>
        <mc:Fallback>
          <p:sp>
            <p:nvSpPr>
              <p:cNvPr id="1048696" name=""/>
              <p:cNvSpPr/>
              <p:nvPr/>
            </p:nvSpPr>
            <p:spPr>
              <a:xfrm>
                <a:off x="2888250" y="4514800"/>
                <a:ext cx="100396" cy="582514"/>
              </a:xfrm>
            </p:spPr>
          </p:sp>
        </mc:Fallback>
      </mc:AlternateContent>
      <mc:AlternateContent xmlns:mc="http://schemas.openxmlformats.org/markup-compatibility/2006">
        <mc:Choice xmlns:p14="http://schemas.microsoft.com/office/powerpoint/2010/main" Requires="p14">
          <p:contentPart p14:bwMode="auto" r:id="rId22">
            <p14:nvContentPartPr>
              <p14:cNvPr id="1048697" name=""/>
              <p14:cNvContentPartPr/>
              <p14:nvPr/>
            </p14:nvContentPartPr>
            <p14:xfrm>
              <a:off x="2967047" y="4477746"/>
              <a:ext cx="155640" cy="73679"/>
            </p14:xfrm>
          </p:contentPart>
        </mc:Choice>
        <mc:Fallback>
          <p:sp>
            <p:nvSpPr>
              <p:cNvPr id="1048697" name=""/>
              <p:cNvSpPr/>
              <p:nvPr/>
            </p:nvSpPr>
            <p:spPr>
              <a:xfrm>
                <a:off x="2967047" y="4477746"/>
                <a:ext cx="155640" cy="73679"/>
              </a:xfrm>
            </p:spPr>
          </p:sp>
        </mc:Fallback>
      </mc:AlternateContent>
      <mc:AlternateContent xmlns:mc="http://schemas.openxmlformats.org/markup-compatibility/2006">
        <mc:Choice xmlns:p14="http://schemas.microsoft.com/office/powerpoint/2010/main" Requires="p14">
          <p:contentPart p14:bwMode="auto" r:id="rId23">
            <p14:nvContentPartPr>
              <p14:cNvPr id="1048698" name=""/>
              <p14:cNvContentPartPr/>
              <p14:nvPr/>
            </p14:nvContentPartPr>
            <p14:xfrm>
              <a:off x="2898049" y="4764366"/>
              <a:ext cx="391522" cy="92135"/>
            </p14:xfrm>
          </p:contentPart>
        </mc:Choice>
        <mc:Fallback>
          <p:sp>
            <p:nvSpPr>
              <p:cNvPr id="1048698" name=""/>
              <p:cNvSpPr/>
              <p:nvPr/>
            </p:nvSpPr>
            <p:spPr>
              <a:xfrm>
                <a:off x="2898049" y="4764366"/>
                <a:ext cx="391522" cy="92135"/>
              </a:xfrm>
            </p:spPr>
          </p:sp>
        </mc:Fallback>
      </mc:AlternateContent>
      <mc:AlternateContent xmlns:mc="http://schemas.openxmlformats.org/markup-compatibility/2006">
        <mc:Choice xmlns:p14="http://schemas.microsoft.com/office/powerpoint/2010/main" Requires="p14">
          <p:contentPart p14:bwMode="auto" r:id="rId24">
            <p14:nvContentPartPr>
              <p14:cNvPr id="1048699" name=""/>
              <p14:cNvContentPartPr/>
              <p14:nvPr/>
            </p14:nvContentPartPr>
            <p14:xfrm>
              <a:off x="3498631" y="4633802"/>
              <a:ext cx="499863" cy="105402"/>
            </p14:xfrm>
          </p:contentPart>
        </mc:Choice>
        <mc:Fallback>
          <p:sp>
            <p:nvSpPr>
              <p:cNvPr id="1048699" name=""/>
              <p:cNvSpPr/>
              <p:nvPr/>
            </p:nvSpPr>
            <p:spPr>
              <a:xfrm>
                <a:off x="3498631" y="4633802"/>
                <a:ext cx="499863" cy="105402"/>
              </a:xfrm>
            </p:spPr>
          </p:sp>
        </mc:Fallback>
      </mc:AlternateContent>
      <mc:AlternateContent xmlns:mc="http://schemas.openxmlformats.org/markup-compatibility/2006">
        <mc:Choice xmlns:p14="http://schemas.microsoft.com/office/powerpoint/2010/main" Requires="p14">
          <p:contentPart p14:bwMode="auto" r:id="rId25">
            <p14:nvContentPartPr>
              <p14:cNvPr id="1048700" name=""/>
              <p14:cNvContentPartPr/>
              <p14:nvPr/>
            </p14:nvContentPartPr>
            <p14:xfrm>
              <a:off x="4011197" y="4581341"/>
              <a:ext cx="160289" cy="237286"/>
            </p14:xfrm>
          </p:contentPart>
        </mc:Choice>
        <mc:Fallback>
          <p:sp>
            <p:nvSpPr>
              <p:cNvPr id="1048700" name=""/>
              <p:cNvSpPr/>
              <p:nvPr/>
            </p:nvSpPr>
            <p:spPr>
              <a:xfrm>
                <a:off x="4011197" y="4581341"/>
                <a:ext cx="160289" cy="237286"/>
              </a:xfrm>
            </p:spPr>
          </p:sp>
        </mc:Fallback>
      </mc:AlternateContent>
      <mc:AlternateContent xmlns:mc="http://schemas.openxmlformats.org/markup-compatibility/2006">
        <mc:Choice xmlns:p14="http://schemas.microsoft.com/office/powerpoint/2010/main" Requires="p14">
          <p:contentPart p14:bwMode="auto" r:id="rId26">
            <p14:nvContentPartPr>
              <p14:cNvPr id="1048701" name=""/>
              <p14:cNvContentPartPr/>
              <p14:nvPr/>
            </p14:nvContentPartPr>
            <p14:xfrm>
              <a:off x="4686483" y="3071361"/>
              <a:ext cx="381313" cy="405506"/>
            </p14:xfrm>
          </p:contentPart>
        </mc:Choice>
        <mc:Fallback>
          <p:sp>
            <p:nvSpPr>
              <p:cNvPr id="1048701" name=""/>
              <p:cNvSpPr/>
              <p:nvPr/>
            </p:nvSpPr>
            <p:spPr>
              <a:xfrm>
                <a:off x="4686483" y="3071361"/>
                <a:ext cx="381313" cy="405506"/>
              </a:xfrm>
            </p:spPr>
          </p:sp>
        </mc:Fallback>
      </mc:AlternateContent>
      <mc:AlternateContent xmlns:mc="http://schemas.openxmlformats.org/markup-compatibility/2006">
        <mc:Choice xmlns:p14="http://schemas.microsoft.com/office/powerpoint/2010/main" Requires="p14">
          <p:contentPart p14:bwMode="auto" r:id="rId27">
            <p14:nvContentPartPr>
              <p14:cNvPr id="1048702" name=""/>
              <p14:cNvContentPartPr/>
              <p14:nvPr/>
            </p14:nvContentPartPr>
            <p14:xfrm>
              <a:off x="5135579" y="3056725"/>
              <a:ext cx="321834" cy="295271"/>
            </p14:xfrm>
          </p:contentPart>
        </mc:Choice>
        <mc:Fallback>
          <p:sp>
            <p:nvSpPr>
              <p:cNvPr id="1048702" name=""/>
              <p:cNvSpPr/>
              <p:nvPr/>
            </p:nvSpPr>
            <p:spPr>
              <a:xfrm>
                <a:off x="5135579" y="3056725"/>
                <a:ext cx="321834" cy="295271"/>
              </a:xfrm>
            </p:spPr>
          </p:sp>
        </mc:Fallback>
      </mc:AlternateContent>
      <mc:AlternateContent xmlns:mc="http://schemas.openxmlformats.org/markup-compatibility/2006">
        <mc:Choice xmlns:p14="http://schemas.microsoft.com/office/powerpoint/2010/main" Requires="p14">
          <p:contentPart p14:bwMode="auto" r:id="rId28">
            <p14:nvContentPartPr>
              <p14:cNvPr id="1048703" name=""/>
              <p14:cNvContentPartPr/>
              <p14:nvPr/>
            </p14:nvContentPartPr>
            <p14:xfrm>
              <a:off x="5126716" y="3060921"/>
              <a:ext cx="285260" cy="381861"/>
            </p14:xfrm>
          </p:contentPart>
        </mc:Choice>
        <mc:Fallback>
          <p:sp>
            <p:nvSpPr>
              <p:cNvPr id="1048703" name=""/>
              <p:cNvSpPr/>
              <p:nvPr/>
            </p:nvSpPr>
            <p:spPr>
              <a:xfrm>
                <a:off x="5126716" y="3060921"/>
                <a:ext cx="285260" cy="381861"/>
              </a:xfrm>
            </p:spPr>
          </p:sp>
        </mc:Fallback>
      </mc:AlternateContent>
      <mc:AlternateContent xmlns:mc="http://schemas.openxmlformats.org/markup-compatibility/2006">
        <mc:Choice xmlns:p14="http://schemas.microsoft.com/office/powerpoint/2010/main" Requires="p14">
          <p:contentPart p14:bwMode="auto" r:id="rId29">
            <p14:nvContentPartPr>
              <p14:cNvPr id="1048704" name=""/>
              <p14:cNvContentPartPr/>
              <p14:nvPr/>
            </p14:nvContentPartPr>
            <p14:xfrm>
              <a:off x="5339378" y="3274335"/>
              <a:ext cx="344390" cy="229040"/>
            </p14:xfrm>
          </p:contentPart>
        </mc:Choice>
        <mc:Fallback>
          <p:sp>
            <p:nvSpPr>
              <p:cNvPr id="1048704" name=""/>
              <p:cNvSpPr/>
              <p:nvPr/>
            </p:nvSpPr>
            <p:spPr>
              <a:xfrm>
                <a:off x="5339378" y="3274335"/>
                <a:ext cx="344390" cy="229040"/>
              </a:xfrm>
            </p:spPr>
          </p:sp>
        </mc:Fallback>
      </mc:AlternateContent>
    </p:spTree>
  </p:cSld>
  <p:clrMapOvr>
    <a:masterClrMapping/>
  </p:clrMapOvr>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42" presetSubtype="0">
                                  <p:stCondLst>
                                    <p:cond delay="0"/>
                                  </p:stCondLst>
                                  <p:childTnLst>
                                    <p:set>
                                      <p:cBhvr>
                                        <p:cTn dur="1" fill="hold" id="6">
                                          <p:stCondLst>
                                            <p:cond delay="0"/>
                                          </p:stCondLst>
                                        </p:cTn>
                                        <p:tgtEl>
                                          <p:spTgt spid="1048677">
                                            <p:txEl>
                                              <p:pRg st="6" end="6"/>
                                            </p:txEl>
                                          </p:spTgt>
                                        </p:tgtEl>
                                        <p:attrNameLst>
                                          <p:attrName>style.visibility</p:attrName>
                                        </p:attrNameLst>
                                      </p:cBhvr>
                                      <p:to>
                                        <p:strVal val="visible"/>
                                      </p:to>
                                    </p:set>
                                    <p:animEffect transition="in" filter="fade">
                                      <p:cBhvr>
                                        <p:cTn dur="1000" id="7"/>
                                        <p:tgtEl>
                                          <p:spTgt spid="1048677">
                                            <p:txEl>
                                              <p:pRg st="6" end="6"/>
                                            </p:txEl>
                                          </p:spTgt>
                                        </p:tgtEl>
                                      </p:cBhvr>
                                    </p:animEffect>
                                    <p:anim calcmode="lin" valueType="num">
                                      <p:cBhvr>
                                        <p:cTn dur="1000" fill="hold" id="8"/>
                                        <p:tgtEl>
                                          <p:spTgt spid="1048677">
                                            <p:txEl>
                                              <p:pRg st="6" end="6"/>
                                            </p:txEl>
                                          </p:spTgt>
                                        </p:tgtEl>
                                        <p:attrNameLst>
                                          <p:attrName>ppt_x</p:attrName>
                                        </p:attrNameLst>
                                      </p:cBhvr>
                                      <p:tavLst>
                                        <p:tav tm="0">
                                          <p:val>
                                            <p:strVal val="#ppt_x"/>
                                          </p:val>
                                        </p:tav>
                                        <p:tav tm="100000">
                                          <p:val>
                                            <p:strVal val="#ppt_x"/>
                                          </p:val>
                                        </p:tav>
                                      </p:tavLst>
                                    </p:anim>
                                    <p:anim calcmode="lin" valueType="num">
                                      <p:cBhvr>
                                        <p:cTn dur="1000" fill="hold" id="9"/>
                                        <p:tgtEl>
                                          <p:spTgt spid="1048677">
                                            <p:txEl>
                                              <p:pRg st="6" end="6"/>
                                            </p:txEl>
                                          </p:spTgt>
                                        </p:tgtEl>
                                        <p:attrNameLst>
                                          <p:attrName>ppt_y</p:attrName>
                                        </p:attrNameLst>
                                      </p:cBhvr>
                                      <p:tavLst>
                                        <p:tav tm="0">
                                          <p:val>
                                            <p:strVal val="#ppt_y+.1"/>
                                          </p:val>
                                        </p:tav>
                                        <p:tav tm="100000">
                                          <p:val>
                                            <p:strVal val="#ppt_y"/>
                                          </p:val>
                                        </p:tav>
                                      </p:tavLst>
                                    </p:anim>
                                  </p:childTnLst>
                                </p:cTn>
                              </p:par>
                              <p:par>
                                <p:cTn fill="hold" id="10" nodeType="withEffect" presetClass="entr" presetID="42" presetSubtype="0">
                                  <p:stCondLst>
                                    <p:cond delay="0"/>
                                  </p:stCondLst>
                                  <p:childTnLst>
                                    <p:set>
                                      <p:cBhvr>
                                        <p:cTn dur="1" fill="hold" id="11">
                                          <p:stCondLst>
                                            <p:cond delay="0"/>
                                          </p:stCondLst>
                                        </p:cTn>
                                        <p:tgtEl>
                                          <p:spTgt spid="1048677">
                                            <p:txEl>
                                              <p:pRg st="7" end="7"/>
                                            </p:txEl>
                                          </p:spTgt>
                                        </p:tgtEl>
                                        <p:attrNameLst>
                                          <p:attrName>style.visibility</p:attrName>
                                        </p:attrNameLst>
                                      </p:cBhvr>
                                      <p:to>
                                        <p:strVal val="visible"/>
                                      </p:to>
                                    </p:set>
                                    <p:animEffect transition="in" filter="fade">
                                      <p:cBhvr>
                                        <p:cTn dur="1000" id="12"/>
                                        <p:tgtEl>
                                          <p:spTgt spid="1048677">
                                            <p:txEl>
                                              <p:pRg st="7" end="7"/>
                                            </p:txEl>
                                          </p:spTgt>
                                        </p:tgtEl>
                                      </p:cBhvr>
                                    </p:animEffect>
                                    <p:anim calcmode="lin" valueType="num">
                                      <p:cBhvr>
                                        <p:cTn dur="1000" fill="hold" id="13"/>
                                        <p:tgtEl>
                                          <p:spTgt spid="1048677">
                                            <p:txEl>
                                              <p:pRg st="7" end="7"/>
                                            </p:txEl>
                                          </p:spTgt>
                                        </p:tgtEl>
                                        <p:attrNameLst>
                                          <p:attrName>ppt_x</p:attrName>
                                        </p:attrNameLst>
                                      </p:cBhvr>
                                      <p:tavLst>
                                        <p:tav tm="0">
                                          <p:val>
                                            <p:strVal val="#ppt_x"/>
                                          </p:val>
                                        </p:tav>
                                        <p:tav tm="100000">
                                          <p:val>
                                            <p:strVal val="#ppt_x"/>
                                          </p:val>
                                        </p:tav>
                                      </p:tavLst>
                                    </p:anim>
                                    <p:anim calcmode="lin" valueType="num">
                                      <p:cBhvr>
                                        <p:cTn dur="1000" fill="hold" id="14"/>
                                        <p:tgtEl>
                                          <p:spTgt spid="104867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fill="hold" id="15" nodeType="clickPar">
                      <p:stCondLst>
                        <p:cond delay="indefinite"/>
                      </p:stCondLst>
                      <p:childTnLst>
                        <p:par>
                          <p:cTn fill="hold" id="16" nodeType="withGroup">
                            <p:stCondLst>
                              <p:cond delay="0"/>
                            </p:stCondLst>
                            <p:childTnLst>
                              <p:par>
                                <p:cTn fill="hold" id="17" nodeType="clickEffect" presetClass="entr" presetID="42" presetSubtype="0">
                                  <p:stCondLst>
                                    <p:cond delay="0"/>
                                  </p:stCondLst>
                                  <p:childTnLst>
                                    <p:set>
                                      <p:cBhvr>
                                        <p:cTn dur="1" fill="hold" id="18">
                                          <p:stCondLst>
                                            <p:cond delay="0"/>
                                          </p:stCondLst>
                                        </p:cTn>
                                        <p:tgtEl>
                                          <p:spTgt spid="1048677">
                                            <p:txEl>
                                              <p:pRg st="8" end="8"/>
                                            </p:txEl>
                                          </p:spTgt>
                                        </p:tgtEl>
                                        <p:attrNameLst>
                                          <p:attrName>style.visibility</p:attrName>
                                        </p:attrNameLst>
                                      </p:cBhvr>
                                      <p:to>
                                        <p:strVal val="visible"/>
                                      </p:to>
                                    </p:set>
                                    <p:animEffect transition="in" filter="fade">
                                      <p:cBhvr>
                                        <p:cTn dur="1000" id="19"/>
                                        <p:tgtEl>
                                          <p:spTgt spid="1048677">
                                            <p:txEl>
                                              <p:pRg st="8" end="8"/>
                                            </p:txEl>
                                          </p:spTgt>
                                        </p:tgtEl>
                                      </p:cBhvr>
                                    </p:animEffect>
                                    <p:anim calcmode="lin" valueType="num">
                                      <p:cBhvr>
                                        <p:cTn dur="1000" fill="hold" id="20"/>
                                        <p:tgtEl>
                                          <p:spTgt spid="1048677">
                                            <p:txEl>
                                              <p:pRg st="8" end="8"/>
                                            </p:txEl>
                                          </p:spTgt>
                                        </p:tgtEl>
                                        <p:attrNameLst>
                                          <p:attrName>ppt_x</p:attrName>
                                        </p:attrNameLst>
                                      </p:cBhvr>
                                      <p:tavLst>
                                        <p:tav tm="0">
                                          <p:val>
                                            <p:strVal val="#ppt_x"/>
                                          </p:val>
                                        </p:tav>
                                        <p:tav tm="100000">
                                          <p:val>
                                            <p:strVal val="#ppt_x"/>
                                          </p:val>
                                        </p:tav>
                                      </p:tavLst>
                                    </p:anim>
                                    <p:anim calcmode="lin" valueType="num">
                                      <p:cBhvr>
                                        <p:cTn dur="1000" fill="hold" id="21"/>
                                        <p:tgtEl>
                                          <p:spTgt spid="104867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fill="hold" id="22" nodeType="clickPar">
                      <p:stCondLst>
                        <p:cond delay="indefinite"/>
                      </p:stCondLst>
                      <p:childTnLst>
                        <p:par>
                          <p:cTn fill="hold" id="23" nodeType="withGroup">
                            <p:stCondLst>
                              <p:cond delay="0"/>
                            </p:stCondLst>
                            <p:childTnLst>
                              <p:par>
                                <p:cTn fill="hold" id="24" nodeType="clickEffect" presetClass="entr" presetID="42" presetSubtype="0">
                                  <p:stCondLst>
                                    <p:cond delay="0"/>
                                  </p:stCondLst>
                                  <p:childTnLst>
                                    <p:set>
                                      <p:cBhvr>
                                        <p:cTn dur="1" fill="hold" id="25">
                                          <p:stCondLst>
                                            <p:cond delay="0"/>
                                          </p:stCondLst>
                                        </p:cTn>
                                        <p:tgtEl>
                                          <p:spTgt spid="1048677">
                                            <p:txEl>
                                              <p:pRg st="9" end="9"/>
                                            </p:txEl>
                                          </p:spTgt>
                                        </p:tgtEl>
                                        <p:attrNameLst>
                                          <p:attrName>style.visibility</p:attrName>
                                        </p:attrNameLst>
                                      </p:cBhvr>
                                      <p:to>
                                        <p:strVal val="visible"/>
                                      </p:to>
                                    </p:set>
                                    <p:animEffect transition="in" filter="fade">
                                      <p:cBhvr>
                                        <p:cTn dur="1000" id="26"/>
                                        <p:tgtEl>
                                          <p:spTgt spid="1048677">
                                            <p:txEl>
                                              <p:pRg st="9" end="9"/>
                                            </p:txEl>
                                          </p:spTgt>
                                        </p:tgtEl>
                                      </p:cBhvr>
                                    </p:animEffect>
                                    <p:anim calcmode="lin" valueType="num">
                                      <p:cBhvr>
                                        <p:cTn dur="1000" fill="hold" id="27"/>
                                        <p:tgtEl>
                                          <p:spTgt spid="1048677">
                                            <p:txEl>
                                              <p:pRg st="9" end="9"/>
                                            </p:txEl>
                                          </p:spTgt>
                                        </p:tgtEl>
                                        <p:attrNameLst>
                                          <p:attrName>ppt_x</p:attrName>
                                        </p:attrNameLst>
                                      </p:cBhvr>
                                      <p:tavLst>
                                        <p:tav tm="0">
                                          <p:val>
                                            <p:strVal val="#ppt_x"/>
                                          </p:val>
                                        </p:tav>
                                        <p:tav tm="100000">
                                          <p:val>
                                            <p:strVal val="#ppt_x"/>
                                          </p:val>
                                        </p:tav>
                                      </p:tavLst>
                                    </p:anim>
                                    <p:anim calcmode="lin" valueType="num">
                                      <p:cBhvr>
                                        <p:cTn dur="1000" fill="hold" id="28"/>
                                        <p:tgtEl>
                                          <p:spTgt spid="1048677">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75" name=""/>
        <p:cNvGrpSpPr/>
        <p:nvPr/>
      </p:nvGrpSpPr>
      <p:grpSpPr>
        <a:xfrm>
          <a:off x="0" y="0"/>
          <a:ext cx="0" cy="0"/>
          <a:chOff x="0" y="0"/>
          <a:chExt cx="0" cy="0"/>
        </a:xfrm>
      </p:grpSpPr>
      <p:sp>
        <p:nvSpPr>
          <p:cNvPr id="1048675" name="Rectangle 2"/>
          <p:cNvSpPr>
            <a:spLocks noGrp="1" noChangeArrowheads="1"/>
          </p:cNvSpPr>
          <p:nvPr>
            <p:ph idx="1"/>
          </p:nvPr>
        </p:nvSpPr>
        <p:spPr>
          <a:xfrm>
            <a:off x="457200" y="28577"/>
            <a:ext cx="8229600" cy="6829425"/>
          </a:xfrm>
        </p:spPr>
        <p:txBody>
          <a:bodyPr/>
          <a:p>
            <a:pPr eaLnBrk="1" hangingPunct="1">
              <a:spcBef>
                <a:spcPct val="0"/>
              </a:spcBef>
              <a:buFontTx/>
              <a:buNone/>
            </a:pPr>
            <a:r>
              <a:rPr altLang="zh-CN" b="1" dirty="0" kumimoji="1" lang="en-US">
                <a:latin typeface="Times New Roman" panose="02020603050405020304" pitchFamily="18" charset="0"/>
                <a:ea typeface="隶书" panose="02010509060101010101" pitchFamily="49" charset="-122"/>
              </a:rPr>
              <a:t>template &lt;class </a:t>
            </a:r>
            <a:r>
              <a:rPr altLang="zh-CN" dirty="0" kumimoji="1" lang="en-US">
                <a:latin typeface="Times New Roman" panose="02020603050405020304" pitchFamily="18" charset="0"/>
                <a:ea typeface="隶书" panose="02010509060101010101" pitchFamily="49" charset="-122"/>
              </a:rPr>
              <a:t>T</a:t>
            </a:r>
            <a:r>
              <a:rPr altLang="zh-CN" b="1" dirty="0" kumimoji="1" lang="en-US">
                <a:latin typeface="Times New Roman" panose="02020603050405020304" pitchFamily="18" charset="0"/>
                <a:ea typeface="隶书" panose="02010509060101010101" pitchFamily="49" charset="-122"/>
              </a:rPr>
              <a:t>&gt;</a:t>
            </a:r>
          </a:p>
          <a:p>
            <a:pPr eaLnBrk="1" hangingPunct="1">
              <a:spcBef>
                <a:spcPct val="0"/>
              </a:spcBef>
              <a:buFontTx/>
              <a:buNone/>
            </a:pPr>
            <a:r>
              <a:rPr altLang="zh-CN" dirty="0" kumimoji="1" lang="en-US" err="1">
                <a:latin typeface="Times New Roman" panose="02020603050405020304" pitchFamily="18" charset="0"/>
                <a:ea typeface="隶书" panose="02010509060101010101" pitchFamily="49" charset="-122"/>
              </a:rPr>
              <a:t>GenListNode</a:t>
            </a:r>
            <a:r>
              <a:rPr altLang="zh-CN" b="1" dirty="0" kumimoji="1" lang="en-US">
                <a:latin typeface="Times New Roman" panose="02020603050405020304" pitchFamily="18" charset="0"/>
                <a:ea typeface="隶书" panose="02010509060101010101" pitchFamily="49" charset="-122"/>
              </a:rPr>
              <a:t>&lt;</a:t>
            </a:r>
            <a:r>
              <a:rPr altLang="zh-CN" dirty="0" kumimoji="1" lang="en-US">
                <a:latin typeface="Times New Roman" panose="02020603050405020304" pitchFamily="18" charset="0"/>
                <a:ea typeface="隶书" panose="02010509060101010101" pitchFamily="49" charset="-122"/>
              </a:rPr>
              <a:t>T</a:t>
            </a:r>
            <a:r>
              <a:rPr altLang="zh-CN" b="1" dirty="0" kumimoji="1" lang="en-US">
                <a:latin typeface="Times New Roman" panose="02020603050405020304" pitchFamily="18" charset="0"/>
                <a:ea typeface="隶书" panose="02010509060101010101" pitchFamily="49" charset="-122"/>
              </a:rPr>
              <a:t>&gt; </a:t>
            </a:r>
            <a:r>
              <a:rPr altLang="zh-CN" b="1" dirty="0" kumimoji="1" lang="en-US">
                <a:solidFill>
                  <a:srgbClr val="0070C0"/>
                </a:solidFill>
                <a:latin typeface="Times New Roman" panose="02020603050405020304" pitchFamily="18" charset="0"/>
                <a:ea typeface="隶书" panose="02010509060101010101" pitchFamily="49" charset="-122"/>
              </a:rPr>
              <a:t>*</a:t>
            </a:r>
            <a:r>
              <a:rPr altLang="zh-CN" dirty="0" kumimoji="1" lang="en-US" err="1">
                <a:latin typeface="Times New Roman" panose="02020603050405020304" pitchFamily="18" charset="0"/>
                <a:ea typeface="隶书" panose="02010509060101010101" pitchFamily="49" charset="-122"/>
              </a:rPr>
              <a:t>GenList</a:t>
            </a:r>
            <a:r>
              <a:rPr altLang="zh-CN" b="1" dirty="0" kumimoji="1" lang="en-US">
                <a:latin typeface="Times New Roman" panose="02020603050405020304" pitchFamily="18" charset="0"/>
                <a:ea typeface="隶书" panose="02010509060101010101" pitchFamily="49" charset="-122"/>
              </a:rPr>
              <a:t>&lt;</a:t>
            </a:r>
            <a:r>
              <a:rPr altLang="zh-CN" dirty="0" kumimoji="1" lang="en-US">
                <a:latin typeface="Times New Roman" panose="02020603050405020304" pitchFamily="18" charset="0"/>
                <a:ea typeface="隶书" panose="02010509060101010101" pitchFamily="49" charset="-122"/>
              </a:rPr>
              <a:t>T</a:t>
            </a:r>
            <a:r>
              <a:rPr altLang="zh-CN" b="1" dirty="0" kumimoji="1" lang="en-US">
                <a:latin typeface="Times New Roman" panose="02020603050405020304" pitchFamily="18" charset="0"/>
                <a:ea typeface="隶书" panose="02010509060101010101" pitchFamily="49" charset="-122"/>
              </a:rPr>
              <a:t>&gt;::</a:t>
            </a:r>
            <a:r>
              <a:rPr altLang="zh-CN" dirty="0" kumimoji="1" lang="en-US">
                <a:latin typeface="Times New Roman" panose="02020603050405020304" pitchFamily="18" charset="0"/>
                <a:ea typeface="隶书" panose="02010509060101010101" pitchFamily="49" charset="-122"/>
              </a:rPr>
              <a:t>First()</a:t>
            </a:r>
            <a:r>
              <a:rPr altLang="zh-CN" b="1" dirty="0" kumimoji="1"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返回广义表的第一个元素（若表空，则返回一个</a:t>
            </a:r>
          </a:p>
          <a:p>
            <a:pPr eaLnBrk="1" hangingPunct="1">
              <a:spcBef>
                <a:spcPct val="0"/>
              </a:spcBef>
              <a:buFontTx/>
              <a:buNone/>
            </a:pP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特定的空值</a:t>
            </a:r>
            <a:r>
              <a:rPr altLang="zh-CN" dirty="0" kumimoji="1" lang="en-US">
                <a:solidFill>
                  <a:schemeClr val="tx2"/>
                </a:solidFill>
                <a:latin typeface="Times New Roman" panose="02020603050405020304" pitchFamily="18" charset="0"/>
                <a:ea typeface="隶书" panose="02010509060101010101" pitchFamily="49" charset="-122"/>
              </a:rPr>
              <a:t>NULL</a:t>
            </a:r>
            <a:r>
              <a:rPr altLang="en-US" dirty="0" kumimoji="1" lang="zh-CN">
                <a:solidFill>
                  <a:schemeClr val="tx2"/>
                </a:solidFill>
                <a:latin typeface="Times New Roman" panose="02020603050405020304" pitchFamily="18" charset="0"/>
                <a:ea typeface="隶书" panose="02010509060101010101" pitchFamily="49" charset="-122"/>
              </a:rPr>
              <a:t>）</a:t>
            </a:r>
            <a:r>
              <a:rPr altLang="en-US" b="1" dirty="0" kumimoji="1" lang="zh-CN">
                <a:latin typeface="Times New Roman" panose="02020603050405020304" pitchFamily="18" charset="0"/>
                <a:ea typeface="隶书" panose="02010509060101010101" pitchFamily="49" charset="-122"/>
              </a:rPr>
              <a:t>	</a:t>
            </a:r>
          </a:p>
          <a:p>
            <a:pPr eaLnBrk="1" hangingPunct="1">
              <a:spcBef>
                <a:spcPct val="0"/>
              </a:spcBef>
              <a:buFontTx/>
              <a:buNone/>
            </a:pPr>
            <a:r>
              <a:rPr altLang="en-US" b="1" dirty="0" kumimoji="1" lang="zh-CN">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if </a:t>
            </a:r>
            <a:r>
              <a:rPr altLang="zh-CN" dirty="0" kumimoji="1" lang="en-US">
                <a:latin typeface="Times New Roman" panose="02020603050405020304" pitchFamily="18" charset="0"/>
                <a:ea typeface="隶书" panose="02010509060101010101" pitchFamily="49" charset="-122"/>
              </a:rPr>
              <a:t>(first</a:t>
            </a:r>
            <a:r>
              <a:rPr altLang="zh-CN" dirty="0" kumimoji="1" lang="en-US">
                <a:latin typeface="楷体_GB2312" pitchFamily="49" charset="-122"/>
                <a:ea typeface="楷体_GB2312" pitchFamily="49" charset="-122"/>
              </a:rPr>
              <a:t>-&gt;</a:t>
            </a:r>
            <a:r>
              <a:rPr altLang="zh-CN" dirty="0" kumimoji="1" lang="en-US" err="1">
                <a:latin typeface="Times New Roman" panose="02020603050405020304" pitchFamily="18" charset="0"/>
                <a:ea typeface="隶书" panose="02010509060101010101" pitchFamily="49" charset="-122"/>
              </a:rPr>
              <a:t>tlink</a:t>
            </a:r>
            <a:r>
              <a:rPr altLang="zh-CN" dirty="0" kumimoji="1" lang="en-US">
                <a:latin typeface="Times New Roman" panose="02020603050405020304" pitchFamily="18" charset="0"/>
                <a:ea typeface="隶书" panose="02010509060101010101" pitchFamily="49" charset="-122"/>
              </a:rPr>
              <a:t> == NULL)</a:t>
            </a:r>
            <a:r>
              <a:rPr altLang="zh-CN" b="1" dirty="0" kumimoji="1" lang="en-US">
                <a:latin typeface="Times New Roman" panose="02020603050405020304" pitchFamily="18" charset="0"/>
                <a:ea typeface="隶书" panose="02010509060101010101" pitchFamily="49" charset="-122"/>
              </a:rPr>
              <a:t> return </a:t>
            </a:r>
            <a:r>
              <a:rPr altLang="zh-CN" dirty="0" kumimoji="1" lang="en-US">
                <a:latin typeface="Times New Roman" panose="02020603050405020304" pitchFamily="18" charset="0"/>
                <a:ea typeface="隶书" panose="02010509060101010101" pitchFamily="49" charset="-122"/>
              </a:rPr>
              <a:t>NULL</a:t>
            </a:r>
            <a:r>
              <a:rPr altLang="zh-CN" b="1" dirty="0" kumimoji="1" lang="en-US">
                <a:latin typeface="Times New Roman" panose="02020603050405020304" pitchFamily="18" charset="0"/>
                <a:ea typeface="隶书" panose="02010509060101010101" pitchFamily="49" charset="-122"/>
              </a:rPr>
              <a:t>;    </a:t>
            </a: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空表</a:t>
            </a:r>
            <a:endParaRPr altLang="en-US" b="1" dirty="0" kumimoji="1" lang="zh-CN">
              <a:latin typeface="Times New Roman" panose="02020603050405020304" pitchFamily="18" charset="0"/>
              <a:ea typeface="隶书" panose="02010509060101010101" pitchFamily="49" charset="-122"/>
            </a:endParaRPr>
          </a:p>
          <a:p>
            <a:pPr eaLnBrk="1" hangingPunct="1">
              <a:lnSpc>
                <a:spcPct val="105000"/>
              </a:lnSpc>
              <a:spcBef>
                <a:spcPct val="10000"/>
              </a:spcBef>
              <a:buFontTx/>
              <a:buNone/>
            </a:pPr>
            <a:r>
              <a:rPr altLang="zh-CN" b="1" dirty="0" sz="4000" kumimoji="1" lang="en-US">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else return </a:t>
            </a:r>
            <a:r>
              <a:rPr altLang="zh-CN" dirty="0" kumimoji="1" lang="en-US">
                <a:solidFill>
                  <a:srgbClr val="0070C0"/>
                </a:solidFill>
                <a:latin typeface="Times New Roman" panose="02020603050405020304" pitchFamily="18" charset="0"/>
                <a:ea typeface="隶书" panose="02010509060101010101" pitchFamily="49" charset="-122"/>
              </a:rPr>
              <a:t>first</a:t>
            </a:r>
            <a:r>
              <a:rPr altLang="zh-CN" dirty="0" kumimoji="1" lang="en-US">
                <a:solidFill>
                  <a:srgbClr val="0070C0"/>
                </a:solidFill>
                <a:latin typeface="楷体_GB2312" pitchFamily="49" charset="-122"/>
                <a:ea typeface="楷体_GB2312" pitchFamily="49" charset="-122"/>
              </a:rPr>
              <a:t>-&gt;</a:t>
            </a:r>
            <a:r>
              <a:rPr altLang="zh-CN" dirty="0" kumimoji="1" lang="en-US" err="1">
                <a:solidFill>
                  <a:srgbClr val="0070C0"/>
                </a:solidFill>
                <a:latin typeface="Times New Roman" panose="02020603050405020304" pitchFamily="18" charset="0"/>
                <a:ea typeface="隶书" panose="02010509060101010101" pitchFamily="49" charset="-122"/>
              </a:rPr>
              <a:t>tlink</a:t>
            </a:r>
            <a:r>
              <a:rPr altLang="zh-CN" b="1" dirty="0" kumimoji="1" lang="en-US">
                <a:latin typeface="Times New Roman" panose="02020603050405020304" pitchFamily="18" charset="0"/>
                <a:ea typeface="隶书" panose="02010509060101010101" pitchFamily="49" charset="-122"/>
              </a:rPr>
              <a:t>;	 	 //</a:t>
            </a:r>
            <a:r>
              <a:rPr altLang="en-US" b="1" dirty="0" kumimoji="1" lang="zh-CN">
                <a:latin typeface="Times New Roman" panose="02020603050405020304" pitchFamily="18" charset="0"/>
                <a:ea typeface="隶书" panose="02010509060101010101" pitchFamily="49" charset="-122"/>
              </a:rPr>
              <a:t>非空表</a:t>
            </a:r>
          </a:p>
          <a:p>
            <a:pPr eaLnBrk="1" hangingPunct="1">
              <a:lnSpc>
                <a:spcPct val="105000"/>
              </a:lnSpc>
              <a:spcBef>
                <a:spcPct val="10000"/>
              </a:spcBef>
              <a:buFontTx/>
              <a:buNone/>
            </a:pPr>
            <a:r>
              <a:rPr altLang="zh-CN" b="1" dirty="0" kumimoji="1" lang="en-US">
                <a:latin typeface="Times New Roman" panose="02020603050405020304" pitchFamily="18" charset="0"/>
                <a:ea typeface="隶书" panose="02010509060101010101" pitchFamily="49" charset="-122"/>
              </a:rPr>
              <a:t>};</a:t>
            </a:r>
            <a:endParaRPr altLang="zh-CN" b="1" dirty="0" sz="1800" kumimoji="1" lang="en-US">
              <a:latin typeface="Times New Roman" panose="02020603050405020304" pitchFamily="18" charset="0"/>
              <a:ea typeface="隶书" panose="02010509060101010101" pitchFamily="49" charset="-122"/>
            </a:endParaRPr>
          </a:p>
          <a:p>
            <a:pPr eaLnBrk="1" hangingPunct="1">
              <a:lnSpc>
                <a:spcPct val="105000"/>
              </a:lnSpc>
              <a:spcBef>
                <a:spcPct val="10000"/>
              </a:spcBef>
              <a:buFontTx/>
              <a:buNone/>
            </a:pPr>
            <a:r>
              <a:rPr altLang="zh-CN" b="1" dirty="0" kumimoji="1" lang="en-US">
                <a:latin typeface="Times New Roman" panose="02020603050405020304" pitchFamily="18" charset="0"/>
                <a:ea typeface="隶书" panose="02010509060101010101" pitchFamily="49" charset="-122"/>
              </a:rPr>
              <a:t>template &lt;class </a:t>
            </a:r>
            <a:r>
              <a:rPr altLang="zh-CN" dirty="0" kumimoji="1" lang="en-US">
                <a:latin typeface="Times New Roman" panose="02020603050405020304" pitchFamily="18" charset="0"/>
                <a:ea typeface="隶书" panose="02010509060101010101" pitchFamily="49" charset="-122"/>
              </a:rPr>
              <a:t>T</a:t>
            </a:r>
            <a:r>
              <a:rPr altLang="zh-CN" b="1" dirty="0" kumimoji="1" lang="en-US">
                <a:latin typeface="Times New Roman" panose="02020603050405020304" pitchFamily="18" charset="0"/>
                <a:ea typeface="隶书" panose="02010509060101010101" pitchFamily="49" charset="-122"/>
              </a:rPr>
              <a:t>&gt;</a:t>
            </a:r>
          </a:p>
          <a:p>
            <a:pPr eaLnBrk="1" hangingPunct="1">
              <a:lnSpc>
                <a:spcPct val="105000"/>
              </a:lnSpc>
              <a:spcBef>
                <a:spcPct val="10000"/>
              </a:spcBef>
              <a:buFontTx/>
              <a:buNone/>
            </a:pPr>
            <a:r>
              <a:rPr altLang="zh-CN" dirty="0" kumimoji="1" lang="en-US" err="1">
                <a:latin typeface="Times New Roman" panose="02020603050405020304" pitchFamily="18" charset="0"/>
                <a:ea typeface="隶书" panose="02010509060101010101" pitchFamily="49" charset="-122"/>
              </a:rPr>
              <a:t>GenListNode</a:t>
            </a:r>
            <a:r>
              <a:rPr altLang="zh-CN" b="1" dirty="0" kumimoji="1" lang="en-US">
                <a:latin typeface="Times New Roman" panose="02020603050405020304" pitchFamily="18" charset="0"/>
                <a:ea typeface="隶书" panose="02010509060101010101" pitchFamily="49" charset="-122"/>
              </a:rPr>
              <a:t>&lt;</a:t>
            </a:r>
            <a:r>
              <a:rPr altLang="zh-CN" dirty="0" kumimoji="1" lang="en-US">
                <a:latin typeface="Times New Roman" panose="02020603050405020304" pitchFamily="18" charset="0"/>
                <a:ea typeface="隶书" panose="02010509060101010101" pitchFamily="49" charset="-122"/>
              </a:rPr>
              <a:t>T</a:t>
            </a:r>
            <a:r>
              <a:rPr altLang="zh-CN" b="1" dirty="0" kumimoji="1" lang="en-US">
                <a:latin typeface="Times New Roman" panose="02020603050405020304" pitchFamily="18" charset="0"/>
                <a:ea typeface="隶书" panose="02010509060101010101" pitchFamily="49" charset="-122"/>
              </a:rPr>
              <a:t>&gt; </a:t>
            </a:r>
            <a:r>
              <a:rPr altLang="zh-CN" b="1" dirty="0" kumimoji="1" lang="en-US">
                <a:solidFill>
                  <a:srgbClr val="0070C0"/>
                </a:solidFill>
                <a:latin typeface="Times New Roman" panose="02020603050405020304" pitchFamily="18" charset="0"/>
                <a:ea typeface="隶书" panose="02010509060101010101" pitchFamily="49" charset="-122"/>
              </a:rPr>
              <a:t>*</a:t>
            </a:r>
            <a:r>
              <a:rPr altLang="zh-CN" dirty="0" kumimoji="1" lang="en-US" err="1">
                <a:latin typeface="Times New Roman" panose="02020603050405020304" pitchFamily="18" charset="0"/>
                <a:ea typeface="隶书" panose="02010509060101010101" pitchFamily="49" charset="-122"/>
              </a:rPr>
              <a:t>GenList</a:t>
            </a:r>
            <a:r>
              <a:rPr altLang="zh-CN" b="1" dirty="0" kumimoji="1" lang="en-US">
                <a:latin typeface="Times New Roman" panose="02020603050405020304" pitchFamily="18" charset="0"/>
                <a:ea typeface="隶书" panose="02010509060101010101" pitchFamily="49" charset="-122"/>
              </a:rPr>
              <a:t>&lt;</a:t>
            </a:r>
            <a:r>
              <a:rPr altLang="zh-CN" dirty="0" kumimoji="1" lang="en-US">
                <a:latin typeface="Times New Roman" panose="02020603050405020304" pitchFamily="18" charset="0"/>
                <a:ea typeface="隶书" panose="02010509060101010101" pitchFamily="49" charset="-122"/>
              </a:rPr>
              <a:t>T</a:t>
            </a:r>
            <a:r>
              <a:rPr altLang="zh-CN" b="1" dirty="0" kumimoji="1" lang="en-US">
                <a:latin typeface="Times New Roman" panose="02020603050405020304" pitchFamily="18" charset="0"/>
                <a:ea typeface="隶书" panose="02010509060101010101" pitchFamily="49" charset="-122"/>
              </a:rPr>
              <a:t>&gt;::</a:t>
            </a:r>
          </a:p>
          <a:p>
            <a:pPr eaLnBrk="1" hangingPunct="1">
              <a:lnSpc>
                <a:spcPct val="105000"/>
              </a:lnSpc>
              <a:spcBef>
                <a:spcPct val="10000"/>
              </a:spcBef>
              <a:buFontTx/>
              <a:buNone/>
            </a:pPr>
            <a:r>
              <a:rPr altLang="zh-CN" dirty="0" kumimoji="1" lang="en-US">
                <a:latin typeface="Times New Roman" panose="02020603050405020304" pitchFamily="18" charset="0"/>
                <a:ea typeface="隶书" panose="02010509060101010101" pitchFamily="49" charset="-122"/>
              </a:rPr>
              <a:t>Next(</a:t>
            </a:r>
            <a:r>
              <a:rPr altLang="zh-CN" dirty="0" kumimoji="1" lang="en-US" err="1">
                <a:latin typeface="Times New Roman" panose="02020603050405020304" pitchFamily="18" charset="0"/>
                <a:ea typeface="隶书" panose="02010509060101010101" pitchFamily="49" charset="-122"/>
              </a:rPr>
              <a:t>GenListNode</a:t>
            </a:r>
            <a:r>
              <a:rPr altLang="zh-CN" b="1" dirty="0" kumimoji="1" lang="en-US">
                <a:latin typeface="Times New Roman" panose="02020603050405020304" pitchFamily="18" charset="0"/>
                <a:ea typeface="隶书" panose="02010509060101010101" pitchFamily="49" charset="-122"/>
              </a:rPr>
              <a:t>&lt;</a:t>
            </a:r>
            <a:r>
              <a:rPr altLang="zh-CN" dirty="0" kumimoji="1" lang="en-US">
                <a:latin typeface="Times New Roman" panose="02020603050405020304" pitchFamily="18" charset="0"/>
                <a:ea typeface="隶书" panose="02010509060101010101" pitchFamily="49" charset="-122"/>
              </a:rPr>
              <a:t>T</a:t>
            </a:r>
            <a:r>
              <a:rPr altLang="zh-CN" b="1" dirty="0" kumimoji="1" lang="en-US">
                <a:latin typeface="Times New Roman" panose="02020603050405020304" pitchFamily="18" charset="0"/>
                <a:ea typeface="隶书" panose="02010509060101010101" pitchFamily="49" charset="-122"/>
              </a:rPr>
              <a:t>&gt; *</a:t>
            </a:r>
            <a:r>
              <a:rPr altLang="zh-CN" dirty="0" kumimoji="1" lang="en-US" err="1">
                <a:latin typeface="Times New Roman" panose="02020603050405020304" pitchFamily="18" charset="0"/>
                <a:ea typeface="隶书" panose="02010509060101010101" pitchFamily="49" charset="-122"/>
              </a:rPr>
              <a:t>elem</a:t>
            </a:r>
            <a:r>
              <a:rPr altLang="zh-CN" dirty="0" kumimoji="1" lang="en-US">
                <a:latin typeface="Times New Roman" panose="02020603050405020304" pitchFamily="18" charset="0"/>
                <a:ea typeface="隶书" panose="02010509060101010101" pitchFamily="49" charset="-122"/>
              </a:rPr>
              <a:t>)</a:t>
            </a:r>
            <a:r>
              <a:rPr altLang="zh-CN" b="1" dirty="0" kumimoji="1" lang="en-US">
                <a:latin typeface="Times New Roman" panose="02020603050405020304" pitchFamily="18" charset="0"/>
                <a:ea typeface="隶书" panose="02010509060101010101" pitchFamily="49" charset="-122"/>
              </a:rPr>
              <a:t> {</a:t>
            </a:r>
          </a:p>
          <a:p>
            <a:pPr eaLnBrk="1" hangingPunct="1">
              <a:lnSpc>
                <a:spcPct val="105000"/>
              </a:lnSpc>
              <a:spcBef>
                <a:spcPct val="10000"/>
              </a:spcBef>
              <a:buFontTx/>
              <a:buNone/>
            </a:pPr>
            <a:r>
              <a:rPr altLang="zh-CN" b="1" dirty="0" kumimoji="1" lang="en-US">
                <a:solidFill>
                  <a:schemeClr val="tx2"/>
                </a:solidFill>
                <a:latin typeface="Times New Roman" panose="02020603050405020304" pitchFamily="18" charset="0"/>
                <a:ea typeface="隶书" panose="02010509060101010101" pitchFamily="49" charset="-122"/>
              </a:rPr>
              <a:t>//</a:t>
            </a:r>
            <a:r>
              <a:rPr altLang="en-US" dirty="0" kumimoji="1" lang="zh-CN">
                <a:solidFill>
                  <a:schemeClr val="tx2"/>
                </a:solidFill>
                <a:latin typeface="Times New Roman" panose="02020603050405020304" pitchFamily="18" charset="0"/>
                <a:ea typeface="隶书" panose="02010509060101010101" pitchFamily="49" charset="-122"/>
              </a:rPr>
              <a:t>返回表元素</a:t>
            </a:r>
            <a:r>
              <a:rPr altLang="zh-CN" dirty="0" kumimoji="1" lang="en-US" err="1">
                <a:solidFill>
                  <a:schemeClr val="tx2"/>
                </a:solidFill>
                <a:latin typeface="Times New Roman" panose="02020603050405020304" pitchFamily="18" charset="0"/>
                <a:ea typeface="隶书" panose="02010509060101010101" pitchFamily="49" charset="-122"/>
              </a:rPr>
              <a:t>elem</a:t>
            </a:r>
            <a:r>
              <a:rPr altLang="en-US" dirty="0" kumimoji="1" lang="zh-CN">
                <a:solidFill>
                  <a:schemeClr val="tx2"/>
                </a:solidFill>
                <a:latin typeface="Times New Roman" panose="02020603050405020304" pitchFamily="18" charset="0"/>
                <a:ea typeface="隶书" panose="02010509060101010101" pitchFamily="49" charset="-122"/>
              </a:rPr>
              <a:t>的直接后继元素</a:t>
            </a:r>
          </a:p>
          <a:p>
            <a:pPr eaLnBrk="1" hangingPunct="1">
              <a:lnSpc>
                <a:spcPct val="105000"/>
              </a:lnSpc>
              <a:spcBef>
                <a:spcPct val="10000"/>
              </a:spcBef>
              <a:buFontTx/>
              <a:buNone/>
            </a:pPr>
            <a:r>
              <a:rPr altLang="en-US" b="1" dirty="0" kumimoji="1" lang="zh-CN">
                <a:latin typeface="Times New Roman" panose="02020603050405020304" pitchFamily="18" charset="0"/>
                <a:ea typeface="隶书" panose="02010509060101010101" pitchFamily="49" charset="-122"/>
              </a:rPr>
              <a:t>     </a:t>
            </a:r>
            <a:r>
              <a:rPr altLang="zh-CN" b="1" dirty="0" kumimoji="1" lang="en-US">
                <a:latin typeface="Times New Roman" panose="02020603050405020304" pitchFamily="18" charset="0"/>
                <a:ea typeface="隶书" panose="02010509060101010101" pitchFamily="49" charset="-122"/>
              </a:rPr>
              <a:t>if </a:t>
            </a:r>
            <a:r>
              <a:rPr altLang="zh-CN" dirty="0" kumimoji="1" lang="en-US">
                <a:latin typeface="Times New Roman" panose="02020603050405020304" pitchFamily="18" charset="0"/>
                <a:ea typeface="隶书" panose="02010509060101010101" pitchFamily="49" charset="-122"/>
              </a:rPr>
              <a:t>(</a:t>
            </a:r>
            <a:r>
              <a:rPr altLang="zh-CN" dirty="0" kumimoji="1" lang="en-US" err="1">
                <a:latin typeface="Times New Roman" panose="02020603050405020304" pitchFamily="18" charset="0"/>
                <a:ea typeface="隶书" panose="02010509060101010101" pitchFamily="49" charset="-122"/>
              </a:rPr>
              <a:t>elem</a:t>
            </a:r>
            <a:r>
              <a:rPr altLang="zh-CN" dirty="0" kumimoji="1" lang="en-US">
                <a:latin typeface="楷体_GB2312" pitchFamily="49" charset="-122"/>
                <a:ea typeface="楷体_GB2312" pitchFamily="49" charset="-122"/>
              </a:rPr>
              <a:t>-&gt;</a:t>
            </a:r>
            <a:r>
              <a:rPr altLang="zh-CN" dirty="0" kumimoji="1" lang="en-US" err="1">
                <a:latin typeface="Times New Roman" panose="02020603050405020304" pitchFamily="18" charset="0"/>
                <a:ea typeface="隶书" panose="02010509060101010101" pitchFamily="49" charset="-122"/>
              </a:rPr>
              <a:t>tlink</a:t>
            </a:r>
            <a:r>
              <a:rPr altLang="zh-CN" dirty="0" kumimoji="1" lang="en-US">
                <a:latin typeface="Times New Roman" panose="02020603050405020304" pitchFamily="18" charset="0"/>
                <a:ea typeface="隶书" panose="02010509060101010101" pitchFamily="49" charset="-122"/>
              </a:rPr>
              <a:t> == NULL)</a:t>
            </a:r>
            <a:r>
              <a:rPr altLang="zh-CN" b="1" dirty="0" kumimoji="1" lang="en-US">
                <a:latin typeface="Times New Roman" panose="02020603050405020304" pitchFamily="18" charset="0"/>
                <a:ea typeface="隶书" panose="02010509060101010101" pitchFamily="49" charset="-122"/>
              </a:rPr>
              <a:t> return </a:t>
            </a:r>
            <a:r>
              <a:rPr altLang="zh-CN" dirty="0" kumimoji="1" lang="en-US">
                <a:latin typeface="Times New Roman" panose="02020603050405020304" pitchFamily="18" charset="0"/>
                <a:ea typeface="隶书" panose="02010509060101010101" pitchFamily="49" charset="-122"/>
              </a:rPr>
              <a:t>NULL</a:t>
            </a:r>
            <a:r>
              <a:rPr altLang="zh-CN" b="1" dirty="0" kumimoji="1" lang="en-US">
                <a:latin typeface="Times New Roman" panose="02020603050405020304" pitchFamily="18" charset="0"/>
                <a:ea typeface="隶书" panose="02010509060101010101" pitchFamily="49" charset="-122"/>
              </a:rPr>
              <a:t>;</a:t>
            </a:r>
          </a:p>
          <a:p>
            <a:pPr eaLnBrk="1" hangingPunct="1">
              <a:lnSpc>
                <a:spcPct val="105000"/>
              </a:lnSpc>
              <a:spcBef>
                <a:spcPct val="10000"/>
              </a:spcBef>
              <a:buFontTx/>
              <a:buNone/>
            </a:pPr>
            <a:r>
              <a:rPr altLang="zh-CN" b="1" dirty="0" kumimoji="1" lang="en-US">
                <a:latin typeface="Times New Roman" panose="02020603050405020304" pitchFamily="18" charset="0"/>
                <a:ea typeface="隶书" panose="02010509060101010101" pitchFamily="49" charset="-122"/>
              </a:rPr>
              <a:t>	 else return </a:t>
            </a:r>
            <a:r>
              <a:rPr altLang="zh-CN" dirty="0" kumimoji="1" lang="en-US" err="1">
                <a:solidFill>
                  <a:srgbClr val="0070C0"/>
                </a:solidFill>
                <a:latin typeface="Times New Roman" panose="02020603050405020304" pitchFamily="18" charset="0"/>
                <a:ea typeface="隶书" panose="02010509060101010101" pitchFamily="49" charset="-122"/>
              </a:rPr>
              <a:t>elem</a:t>
            </a:r>
            <a:r>
              <a:rPr altLang="zh-CN" dirty="0" kumimoji="1" lang="en-US">
                <a:solidFill>
                  <a:srgbClr val="0070C0"/>
                </a:solidFill>
                <a:latin typeface="楷体_GB2312" pitchFamily="49" charset="-122"/>
                <a:ea typeface="楷体_GB2312" pitchFamily="49" charset="-122"/>
              </a:rPr>
              <a:t>-&gt;</a:t>
            </a:r>
            <a:r>
              <a:rPr altLang="zh-CN" dirty="0" kumimoji="1" lang="en-US" err="1">
                <a:solidFill>
                  <a:srgbClr val="0070C0"/>
                </a:solidFill>
                <a:latin typeface="Times New Roman" panose="02020603050405020304" pitchFamily="18" charset="0"/>
                <a:ea typeface="隶书" panose="02010509060101010101" pitchFamily="49" charset="-122"/>
              </a:rPr>
              <a:t>tlink</a:t>
            </a:r>
            <a:r>
              <a:rPr altLang="zh-CN" b="1" dirty="0" kumimoji="1" lang="en-US">
                <a:latin typeface="Times New Roman" panose="02020603050405020304" pitchFamily="18" charset="0"/>
                <a:ea typeface="隶书" panose="02010509060101010101" pitchFamily="49" charset="-122"/>
              </a:rPr>
              <a:t>;</a:t>
            </a:r>
          </a:p>
          <a:p>
            <a:pPr eaLnBrk="1" hangingPunct="1">
              <a:lnSpc>
                <a:spcPct val="105000"/>
              </a:lnSpc>
              <a:spcBef>
                <a:spcPct val="10000"/>
              </a:spcBef>
              <a:buFontTx/>
              <a:buNone/>
            </a:pPr>
            <a:r>
              <a:rPr altLang="zh-CN" b="1" dirty="0" kumimoji="1" lang="en-US">
                <a:latin typeface="Times New Roman" panose="02020603050405020304" pitchFamily="18" charset="0"/>
                <a:ea typeface="隶书" panose="02010509060101010101" pitchFamily="49" charset="-122"/>
              </a:rPr>
              <a:t>};</a:t>
            </a:r>
          </a:p>
        </p:txBody>
      </p:sp>
    </p:spTree>
  </p:cSld>
  <p:clrMapOvr>
    <a:masterClrMapping/>
  </p:clrMapOvr>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42" presetSubtype="0">
                                  <p:stCondLst>
                                    <p:cond delay="0"/>
                                  </p:stCondLst>
                                  <p:childTnLst>
                                    <p:set>
                                      <p:cBhvr>
                                        <p:cTn dur="1" fill="hold" id="6">
                                          <p:stCondLst>
                                            <p:cond delay="0"/>
                                          </p:stCondLst>
                                        </p:cTn>
                                        <p:tgtEl>
                                          <p:spTgt spid="1048675">
                                            <p:txEl>
                                              <p:pRg st="5" end="5"/>
                                            </p:txEl>
                                          </p:spTgt>
                                        </p:tgtEl>
                                        <p:attrNameLst>
                                          <p:attrName>style.visibility</p:attrName>
                                        </p:attrNameLst>
                                      </p:cBhvr>
                                      <p:to>
                                        <p:strVal val="visible"/>
                                      </p:to>
                                    </p:set>
                                    <p:animEffect transition="in" filter="fade">
                                      <p:cBhvr>
                                        <p:cTn dur="1000" id="7"/>
                                        <p:tgtEl>
                                          <p:spTgt spid="1048675">
                                            <p:txEl>
                                              <p:pRg st="5" end="5"/>
                                            </p:txEl>
                                          </p:spTgt>
                                        </p:tgtEl>
                                      </p:cBhvr>
                                    </p:animEffect>
                                    <p:anim calcmode="lin" valueType="num">
                                      <p:cBhvr>
                                        <p:cTn dur="1000" fill="hold" id="8"/>
                                        <p:tgtEl>
                                          <p:spTgt spid="1048675">
                                            <p:txEl>
                                              <p:pRg st="5" end="5"/>
                                            </p:txEl>
                                          </p:spTgt>
                                        </p:tgtEl>
                                        <p:attrNameLst>
                                          <p:attrName>ppt_x</p:attrName>
                                        </p:attrNameLst>
                                      </p:cBhvr>
                                      <p:tavLst>
                                        <p:tav tm="0">
                                          <p:val>
                                            <p:strVal val="#ppt_x"/>
                                          </p:val>
                                        </p:tav>
                                        <p:tav tm="100000">
                                          <p:val>
                                            <p:strVal val="#ppt_x"/>
                                          </p:val>
                                        </p:tav>
                                      </p:tavLst>
                                    </p:anim>
                                    <p:anim calcmode="lin" valueType="num">
                                      <p:cBhvr>
                                        <p:cTn dur="1000" fill="hold" id="9"/>
                                        <p:tgtEl>
                                          <p:spTgt spid="104867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42" presetSubtype="0">
                                  <p:stCondLst>
                                    <p:cond delay="0"/>
                                  </p:stCondLst>
                                  <p:childTnLst>
                                    <p:set>
                                      <p:cBhvr>
                                        <p:cTn dur="1" fill="hold" id="13">
                                          <p:stCondLst>
                                            <p:cond delay="0"/>
                                          </p:stCondLst>
                                        </p:cTn>
                                        <p:tgtEl>
                                          <p:spTgt spid="1048675">
                                            <p:txEl>
                                              <p:pRg st="12" end="12"/>
                                            </p:txEl>
                                          </p:spTgt>
                                        </p:tgtEl>
                                        <p:attrNameLst>
                                          <p:attrName>style.visibility</p:attrName>
                                        </p:attrNameLst>
                                      </p:cBhvr>
                                      <p:to>
                                        <p:strVal val="visible"/>
                                      </p:to>
                                    </p:set>
                                    <p:animEffect transition="in" filter="fade">
                                      <p:cBhvr>
                                        <p:cTn dur="1000" id="14"/>
                                        <p:tgtEl>
                                          <p:spTgt spid="1048675">
                                            <p:txEl>
                                              <p:pRg st="12" end="12"/>
                                            </p:txEl>
                                          </p:spTgt>
                                        </p:tgtEl>
                                      </p:cBhvr>
                                    </p:animEffect>
                                    <p:anim calcmode="lin" valueType="num">
                                      <p:cBhvr>
                                        <p:cTn dur="1000" fill="hold" id="15"/>
                                        <p:tgtEl>
                                          <p:spTgt spid="1048675">
                                            <p:txEl>
                                              <p:pRg st="12" end="12"/>
                                            </p:txEl>
                                          </p:spTgt>
                                        </p:tgtEl>
                                        <p:attrNameLst>
                                          <p:attrName>ppt_x</p:attrName>
                                        </p:attrNameLst>
                                      </p:cBhvr>
                                      <p:tavLst>
                                        <p:tav tm="0">
                                          <p:val>
                                            <p:strVal val="#ppt_x"/>
                                          </p:val>
                                        </p:tav>
                                        <p:tav tm="100000">
                                          <p:val>
                                            <p:strVal val="#ppt_x"/>
                                          </p:val>
                                        </p:tav>
                                      </p:tavLst>
                                    </p:anim>
                                    <p:anim calcmode="lin" valueType="num">
                                      <p:cBhvr>
                                        <p:cTn dur="1000" fill="hold" id="16"/>
                                        <p:tgtEl>
                                          <p:spTgt spid="1048675">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73" name=""/>
        <p:cNvGrpSpPr/>
        <p:nvPr/>
      </p:nvGrpSpPr>
      <p:grpSpPr>
        <a:xfrm>
          <a:off x="0" y="0"/>
          <a:ext cx="0" cy="0"/>
          <a:chOff x="0" y="0"/>
          <a:chExt cx="0" cy="0"/>
        </a:xfrm>
      </p:grpSpPr>
      <p:sp>
        <p:nvSpPr>
          <p:cNvPr id="1048654" name="Rectangle 2"/>
          <p:cNvSpPr>
            <a:spLocks noGrp="1" noChangeArrowheads="1"/>
          </p:cNvSpPr>
          <p:nvPr>
            <p:ph type="title"/>
          </p:nvPr>
        </p:nvSpPr>
        <p:spPr>
          <a:xfrm>
            <a:off x="446088" y="487363"/>
            <a:ext cx="8229600" cy="920750"/>
          </a:xfrm>
        </p:spPr>
        <p:txBody>
          <a:bodyPr/>
          <a:p>
            <a:pPr eaLnBrk="1" hangingPunct="1"/>
            <a:r>
              <a:rPr altLang="en-US" b="1" dirty="0" sz="3600" kumimoji="1" lang="zh-CN">
                <a:ea typeface="华文新魏" panose="02010800040101010101" pitchFamily="2" charset="-122"/>
              </a:rPr>
              <a:t>广义表的递归算法</a:t>
            </a:r>
          </a:p>
        </p:txBody>
      </p:sp>
      <p:sp>
        <p:nvSpPr>
          <p:cNvPr id="1048655" name="Rectangle 3"/>
          <p:cNvSpPr>
            <a:spLocks noGrp="1" noChangeArrowheads="1"/>
          </p:cNvSpPr>
          <p:nvPr>
            <p:ph idx="1"/>
          </p:nvPr>
        </p:nvSpPr>
        <p:spPr>
          <a:xfrm>
            <a:off x="665163" y="1400175"/>
            <a:ext cx="7910512" cy="2109788"/>
          </a:xfrm>
        </p:spPr>
        <p:txBody>
          <a:bodyPr/>
          <a:p>
            <a:pPr eaLnBrk="1" hangingPunct="1">
              <a:lnSpc>
                <a:spcPct val="105000"/>
              </a:lnSpc>
              <a:spcBef>
                <a:spcPct val="15000"/>
              </a:spcBef>
              <a:buClr>
                <a:srgbClr val="990099"/>
              </a:buClr>
              <a:buSzPct val="50000"/>
            </a:pPr>
            <a:r>
              <a:rPr altLang="en-US" b="1" dirty="0" sz="3000" lang="zh-CN">
                <a:latin typeface="Times New Roman" panose="02020603050405020304" pitchFamily="18" charset="0"/>
                <a:ea typeface="仿宋_GB2312" pitchFamily="49" charset="-122"/>
              </a:rPr>
              <a:t>一个递归算法有两种：一个是递归函数的外部调用；另一个是递归函数的内部调用。</a:t>
            </a:r>
          </a:p>
          <a:p>
            <a:pPr eaLnBrk="1" hangingPunct="1">
              <a:lnSpc>
                <a:spcPct val="105000"/>
              </a:lnSpc>
              <a:spcBef>
                <a:spcPct val="15000"/>
              </a:spcBef>
              <a:buClr>
                <a:srgbClr val="990099"/>
              </a:buClr>
              <a:buSzPct val="50000"/>
            </a:pPr>
            <a:r>
              <a:rPr altLang="en-US" b="1" dirty="0" sz="3000" lang="zh-CN">
                <a:latin typeface="Times New Roman" panose="02020603050405020304" pitchFamily="18" charset="0"/>
                <a:ea typeface="仿宋_GB2312" pitchFamily="49" charset="-122"/>
              </a:rPr>
              <a:t>通常，把外部调用设置为</a:t>
            </a:r>
            <a:r>
              <a:rPr altLang="en-US" b="1" dirty="0" sz="3000" lang="zh-CN">
                <a:solidFill>
                  <a:srgbClr val="0066FF"/>
                </a:solidFill>
                <a:latin typeface="Times New Roman" panose="02020603050405020304" pitchFamily="18" charset="0"/>
                <a:ea typeface="仿宋_GB2312" pitchFamily="49" charset="-122"/>
              </a:rPr>
              <a:t>公有函数</a:t>
            </a:r>
            <a:r>
              <a:rPr altLang="en-US" b="1" dirty="0" sz="3000" lang="zh-CN">
                <a:latin typeface="Times New Roman" panose="02020603050405020304" pitchFamily="18" charset="0"/>
                <a:ea typeface="仿宋_GB2312" pitchFamily="49" charset="-122"/>
              </a:rPr>
              <a:t>，把内部调用设置为</a:t>
            </a:r>
            <a:r>
              <a:rPr altLang="en-US" b="1" dirty="0" sz="3000" lang="zh-CN">
                <a:solidFill>
                  <a:srgbClr val="0066FF"/>
                </a:solidFill>
                <a:latin typeface="Times New Roman" panose="02020603050405020304" pitchFamily="18" charset="0"/>
                <a:ea typeface="仿宋_GB2312" pitchFamily="49" charset="-122"/>
              </a:rPr>
              <a:t>私有函数</a:t>
            </a:r>
            <a:r>
              <a:rPr altLang="en-US" b="1" dirty="0" sz="3000" lang="zh-CN">
                <a:latin typeface="Times New Roman" panose="02020603050405020304" pitchFamily="18" charset="0"/>
                <a:ea typeface="仿宋_GB2312" pitchFamily="49" charset="-122"/>
              </a:rPr>
              <a:t>。 </a:t>
            </a:r>
          </a:p>
        </p:txBody>
      </p:sp>
      <p:sp>
        <p:nvSpPr>
          <p:cNvPr id="1048656" name="Rectangle 4"/>
          <p:cNvSpPr>
            <a:spLocks noChangeArrowheads="1"/>
          </p:cNvSpPr>
          <p:nvPr/>
        </p:nvSpPr>
        <p:spPr bwMode="auto">
          <a:xfrm>
            <a:off x="398463" y="3438525"/>
            <a:ext cx="8229600" cy="787400"/>
          </a:xfrm>
          <a:prstGeom prst="rect"/>
          <a:noFill/>
          <a:ln>
            <a:noFill/>
          </a:ln>
          <a:effec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altLang="en-US" b="1" dirty="0" sz="3600" kumimoji="1" lang="zh-CN" u="sng">
                <a:solidFill>
                  <a:srgbClr val="C00000"/>
                </a:solidFill>
                <a:ea typeface="华文新魏" panose="02010800040101010101" pitchFamily="2" charset="-122"/>
              </a:rPr>
              <a:t>广义表的复制算法</a:t>
            </a:r>
          </a:p>
        </p:txBody>
      </p:sp>
      <p:sp>
        <p:nvSpPr>
          <p:cNvPr id="1048657" name="Rectangle 5"/>
          <p:cNvSpPr>
            <a:spLocks noChangeArrowheads="1"/>
          </p:cNvSpPr>
          <p:nvPr/>
        </p:nvSpPr>
        <p:spPr bwMode="auto">
          <a:xfrm>
            <a:off x="647700" y="4224338"/>
            <a:ext cx="8229600" cy="2203450"/>
          </a:xfrm>
          <a:prstGeom prst="rect"/>
          <a:noFill/>
          <a:ln>
            <a:noFill/>
          </a:ln>
          <a:effectLst/>
        </p:spPr>
        <p:txBody>
          <a:bodyPr/>
          <a:lstStyle>
            <a:lvl1pPr indent="-342900" marL="342900">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altLang="zh-CN" b="1" sz="2800" lang="en-US">
                <a:latin typeface="Times New Roman" panose="02020603050405020304" pitchFamily="18" charset="0"/>
                <a:ea typeface="隶书" panose="02010509060101010101" pitchFamily="49" charset="-122"/>
              </a:rPr>
              <a:t>template &lt;class</a:t>
            </a:r>
            <a:r>
              <a:rPr altLang="zh-CN" sz="2800" lang="en-US">
                <a:latin typeface="Times New Roman" panose="02020603050405020304" pitchFamily="18" charset="0"/>
                <a:ea typeface="隶书" panose="02010509060101010101" pitchFamily="49" charset="-122"/>
              </a:rPr>
              <a:t> T</a:t>
            </a:r>
            <a:r>
              <a:rPr altLang="zh-CN" b="1" sz="2800" lang="en-US">
                <a:latin typeface="Times New Roman" panose="02020603050405020304" pitchFamily="18" charset="0"/>
                <a:ea typeface="隶书" panose="02010509060101010101" pitchFamily="49" charset="-122"/>
              </a:rPr>
              <a:t>&gt;</a:t>
            </a:r>
            <a:r>
              <a:rPr altLang="zh-CN" sz="2800" lang="en-US">
                <a:latin typeface="Times New Roman" panose="02020603050405020304" pitchFamily="18" charset="0"/>
                <a:ea typeface="隶书" panose="02010509060101010101" pitchFamily="49" charset="-122"/>
              </a:rPr>
              <a:t>                 </a:t>
            </a:r>
            <a:r>
              <a:rPr altLang="zh-CN" b="1" sz="2800" lang="en-US">
                <a:solidFill>
                  <a:schemeClr val="tx2"/>
                </a:solidFill>
                <a:latin typeface="Times New Roman" panose="02020603050405020304" pitchFamily="18" charset="0"/>
                <a:ea typeface="隶书" panose="02010509060101010101" pitchFamily="49" charset="-122"/>
              </a:rPr>
              <a:t>//</a:t>
            </a:r>
            <a:r>
              <a:rPr altLang="en-US" sz="2800" lang="zh-CN">
                <a:solidFill>
                  <a:schemeClr val="tx2"/>
                </a:solidFill>
                <a:latin typeface="Times New Roman" panose="02020603050405020304" pitchFamily="18" charset="0"/>
                <a:ea typeface="隶书" panose="02010509060101010101" pitchFamily="49" charset="-122"/>
              </a:rPr>
              <a:t>公有函数</a:t>
            </a:r>
          </a:p>
          <a:p>
            <a:pPr eaLnBrk="1" hangingPunct="1">
              <a:buFontTx/>
              <a:buNone/>
            </a:pPr>
            <a:r>
              <a:rPr altLang="zh-CN" b="1" sz="2800" lang="en-US">
                <a:latin typeface="Times New Roman" panose="02020603050405020304" pitchFamily="18" charset="0"/>
                <a:ea typeface="隶书" panose="02010509060101010101" pitchFamily="49" charset="-122"/>
              </a:rPr>
              <a:t>void</a:t>
            </a:r>
            <a:r>
              <a:rPr altLang="zh-CN" sz="2800" lang="en-US">
                <a:latin typeface="Times New Roman" panose="02020603050405020304" pitchFamily="18" charset="0"/>
                <a:ea typeface="隶书" panose="02010509060101010101" pitchFamily="49" charset="-122"/>
              </a:rPr>
              <a:t> GenList&lt;T&gt;</a:t>
            </a:r>
            <a:r>
              <a:rPr altLang="zh-CN" b="1" sz="2800" lang="en-US">
                <a:latin typeface="Times New Roman" panose="02020603050405020304" pitchFamily="18" charset="0"/>
                <a:ea typeface="隶书" panose="02010509060101010101" pitchFamily="49" charset="-122"/>
              </a:rPr>
              <a:t>::</a:t>
            </a:r>
            <a:r>
              <a:rPr altLang="zh-CN" sz="2800" lang="en-US">
                <a:latin typeface="Times New Roman" panose="02020603050405020304" pitchFamily="18" charset="0"/>
                <a:ea typeface="隶书" panose="02010509060101010101" pitchFamily="49" charset="-122"/>
              </a:rPr>
              <a:t>Copy(</a:t>
            </a:r>
            <a:r>
              <a:rPr altLang="zh-CN" b="1" sz="2800" lang="en-US">
                <a:latin typeface="Times New Roman" panose="02020603050405020304" pitchFamily="18" charset="0"/>
                <a:ea typeface="隶书" panose="02010509060101010101" pitchFamily="49" charset="-122"/>
              </a:rPr>
              <a:t>const</a:t>
            </a:r>
            <a:r>
              <a:rPr altLang="zh-CN" sz="2800" lang="en-US">
                <a:latin typeface="Times New Roman" panose="02020603050405020304" pitchFamily="18" charset="0"/>
                <a:ea typeface="隶书" panose="02010509060101010101" pitchFamily="49" charset="-122"/>
              </a:rPr>
              <a:t> GenList</a:t>
            </a:r>
            <a:r>
              <a:rPr altLang="zh-CN" b="1" sz="2800" lang="en-US">
                <a:latin typeface="Times New Roman" panose="02020603050405020304" pitchFamily="18" charset="0"/>
                <a:ea typeface="隶书" panose="02010509060101010101" pitchFamily="49" charset="-122"/>
              </a:rPr>
              <a:t>&lt;</a:t>
            </a:r>
            <a:r>
              <a:rPr altLang="zh-CN" sz="2800" lang="en-US">
                <a:latin typeface="Times New Roman" panose="02020603050405020304" pitchFamily="18" charset="0"/>
                <a:ea typeface="隶书" panose="02010509060101010101" pitchFamily="49" charset="-122"/>
              </a:rPr>
              <a:t>T</a:t>
            </a:r>
            <a:r>
              <a:rPr altLang="zh-CN" b="1" sz="2800" lang="en-US">
                <a:latin typeface="Times New Roman" panose="02020603050405020304" pitchFamily="18" charset="0"/>
                <a:ea typeface="隶书" panose="02010509060101010101" pitchFamily="49" charset="-122"/>
              </a:rPr>
              <a:t>&gt;&amp;</a:t>
            </a:r>
            <a:r>
              <a:rPr altLang="zh-CN" sz="2800" lang="en-US">
                <a:latin typeface="Times New Roman" panose="02020603050405020304" pitchFamily="18" charset="0"/>
                <a:ea typeface="隶书" panose="02010509060101010101" pitchFamily="49" charset="-122"/>
              </a:rPr>
              <a:t> R) </a:t>
            </a:r>
            <a:endParaRPr altLang="zh-CN" b="1" sz="2800" lang="en-US">
              <a:latin typeface="Times New Roman" panose="02020603050405020304" pitchFamily="18" charset="0"/>
              <a:ea typeface="隶书" panose="02010509060101010101" pitchFamily="49" charset="-122"/>
            </a:endParaRPr>
          </a:p>
          <a:p>
            <a:pPr eaLnBrk="1" hangingPunct="1">
              <a:buFontTx/>
              <a:buNone/>
            </a:pPr>
            <a:r>
              <a:rPr altLang="zh-CN" sz="2800" lang="en-US">
                <a:latin typeface="Times New Roman" panose="02020603050405020304" pitchFamily="18" charset="0"/>
                <a:ea typeface="隶书" panose="02010509060101010101" pitchFamily="49" charset="-122"/>
              </a:rPr>
              <a:t>     first = Copy(R.first)</a:t>
            </a:r>
            <a:r>
              <a:rPr altLang="zh-CN" b="1" sz="2800" lang="en-US">
                <a:latin typeface="Times New Roman" panose="02020603050405020304" pitchFamily="18" charset="0"/>
                <a:ea typeface="隶书" panose="02010509060101010101" pitchFamily="49" charset="-122"/>
              </a:rPr>
              <a:t>;</a:t>
            </a:r>
            <a:r>
              <a:rPr altLang="zh-CN" sz="2800" lang="en-US">
                <a:latin typeface="Times New Roman" panose="02020603050405020304" pitchFamily="18" charset="0"/>
                <a:ea typeface="隶书" panose="02010509060101010101" pitchFamily="49" charset="-122"/>
              </a:rPr>
              <a:t>          </a:t>
            </a:r>
            <a:r>
              <a:rPr altLang="zh-CN" b="1" sz="2800" lang="en-US">
                <a:solidFill>
                  <a:schemeClr val="tx2"/>
                </a:solidFill>
                <a:latin typeface="Times New Roman" panose="02020603050405020304" pitchFamily="18" charset="0"/>
                <a:ea typeface="隶书" panose="02010509060101010101" pitchFamily="49" charset="-122"/>
              </a:rPr>
              <a:t>//</a:t>
            </a:r>
            <a:r>
              <a:rPr altLang="en-US" sz="2800" lang="zh-CN">
                <a:solidFill>
                  <a:schemeClr val="tx2"/>
                </a:solidFill>
                <a:latin typeface="Times New Roman" panose="02020603050405020304" pitchFamily="18" charset="0"/>
                <a:ea typeface="隶书" panose="02010509060101010101" pitchFamily="49" charset="-122"/>
              </a:rPr>
              <a:t>调用私有函数</a:t>
            </a:r>
          </a:p>
          <a:p>
            <a:pPr eaLnBrk="1" hangingPunct="1">
              <a:buFontTx/>
              <a:buNone/>
            </a:pPr>
            <a:r>
              <a:rPr altLang="zh-CN" b="1" sz="2800" lang="en-US">
                <a:latin typeface="Times New Roman" panose="02020603050405020304" pitchFamily="18" charset="0"/>
                <a:ea typeface="隶书" panose="02010509060101010101" pitchFamily="49" charset="-122"/>
              </a:rPr>
              <a:t>};</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586" name="Rectangle 2"/>
          <p:cNvSpPr>
            <a:spLocks noGrp="1" noChangeArrowheads="1"/>
          </p:cNvSpPr>
          <p:nvPr>
            <p:ph idx="1"/>
          </p:nvPr>
        </p:nvSpPr>
        <p:spPr>
          <a:xfrm>
            <a:off x="304800" y="685800"/>
            <a:ext cx="9067800" cy="5702300"/>
          </a:xfrm>
        </p:spPr>
        <p:txBody>
          <a:bodyPr/>
          <a:p>
            <a:pPr eaLnBrk="1" hangingPunct="1">
              <a:spcBef>
                <a:spcPct val="0"/>
              </a:spcBef>
              <a:buFontTx/>
              <a:buNone/>
            </a:pPr>
            <a:r>
              <a:rPr altLang="zh-CN" b="1" dirty="0" lang="en-US">
                <a:latin typeface="Times New Roman" panose="02020603050405020304" pitchFamily="18" charset="0"/>
                <a:ea typeface="隶书" panose="02010509060101010101" pitchFamily="49" charset="-122"/>
              </a:rPr>
              <a:t>template &lt;class</a:t>
            </a:r>
            <a:r>
              <a:rPr altLang="zh-CN" dirty="0" lang="en-US">
                <a:latin typeface="Times New Roman" panose="02020603050405020304" pitchFamily="18" charset="0"/>
                <a:ea typeface="隶书" panose="02010509060101010101" pitchFamily="49" charset="-122"/>
              </a:rPr>
              <a:t> T</a:t>
            </a:r>
            <a:r>
              <a:rPr altLang="zh-CN" b="1" dirty="0" lang="en-US">
                <a:latin typeface="Times New Roman" panose="02020603050405020304" pitchFamily="18" charset="0"/>
                <a:ea typeface="隶书" panose="02010509060101010101" pitchFamily="49" charset="-122"/>
              </a:rPr>
              <a:t>&gt;</a:t>
            </a:r>
            <a:r>
              <a:rPr altLang="zh-CN"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私有函数</a:t>
            </a:r>
          </a:p>
          <a:p>
            <a:pPr eaLnBrk="1" hangingPunct="1">
              <a:spcBef>
                <a:spcPct val="0"/>
              </a:spcBef>
              <a:buFontTx/>
              <a:buNone/>
            </a:pPr>
            <a:r>
              <a:rPr altLang="zh-CN" dirty="0" lang="en-US" err="1">
                <a:latin typeface="Times New Roman" panose="02020603050405020304" pitchFamily="18" charset="0"/>
                <a:ea typeface="隶书" panose="02010509060101010101" pitchFamily="49" charset="-122"/>
              </a:rPr>
              <a:t>GenListNode</a:t>
            </a:r>
            <a:r>
              <a:rPr altLang="zh-CN" b="1" dirty="0" lang="en-US">
                <a:latin typeface="Times New Roman" panose="02020603050405020304" pitchFamily="18" charset="0"/>
                <a:ea typeface="隶书" panose="02010509060101010101" pitchFamily="49" charset="-122"/>
              </a:rPr>
              <a:t>&lt;</a:t>
            </a:r>
            <a:r>
              <a:rPr altLang="zh-CN" dirty="0" lang="en-US">
                <a:latin typeface="Times New Roman" panose="02020603050405020304" pitchFamily="18" charset="0"/>
                <a:ea typeface="隶书" panose="02010509060101010101" pitchFamily="49" charset="-122"/>
              </a:rPr>
              <a:t>T</a:t>
            </a:r>
            <a:r>
              <a:rPr altLang="zh-CN" b="1" dirty="0" lang="en-US">
                <a:latin typeface="Times New Roman" panose="02020603050405020304" pitchFamily="18" charset="0"/>
                <a:ea typeface="隶书" panose="02010509060101010101" pitchFamily="49" charset="-122"/>
              </a:rPr>
              <a:t>&gt;* </a:t>
            </a:r>
            <a:r>
              <a:rPr altLang="zh-CN" dirty="0" lang="en-US" err="1">
                <a:latin typeface="Times New Roman" panose="02020603050405020304" pitchFamily="18" charset="0"/>
                <a:ea typeface="隶书" panose="02010509060101010101" pitchFamily="49" charset="-122"/>
              </a:rPr>
              <a:t>GenList</a:t>
            </a:r>
            <a:r>
              <a:rPr altLang="zh-CN" b="1" dirty="0" lang="en-US">
                <a:latin typeface="Times New Roman" panose="02020603050405020304" pitchFamily="18" charset="0"/>
                <a:ea typeface="隶书" panose="02010509060101010101" pitchFamily="49" charset="-122"/>
              </a:rPr>
              <a:t>&lt;</a:t>
            </a:r>
            <a:r>
              <a:rPr altLang="zh-CN" dirty="0" lang="en-US">
                <a:latin typeface="Times New Roman" panose="02020603050405020304" pitchFamily="18" charset="0"/>
                <a:ea typeface="隶书" panose="02010509060101010101" pitchFamily="49" charset="-122"/>
              </a:rPr>
              <a:t>T</a:t>
            </a:r>
            <a:r>
              <a:rPr altLang="zh-CN" b="1" dirty="0" lang="en-US">
                <a:latin typeface="Times New Roman" panose="02020603050405020304" pitchFamily="18" charset="0"/>
                <a:ea typeface="隶书" panose="02010509060101010101" pitchFamily="49" charset="-122"/>
              </a:rPr>
              <a:t>&gt;::</a:t>
            </a:r>
          </a:p>
          <a:p>
            <a:pPr eaLnBrk="1" hangingPunct="1">
              <a:spcBef>
                <a:spcPct val="0"/>
              </a:spcBef>
              <a:buFontTx/>
              <a:buNone/>
            </a:pPr>
            <a:r>
              <a:rPr altLang="zh-CN" dirty="0" lang="en-US">
                <a:latin typeface="Times New Roman" panose="02020603050405020304" pitchFamily="18" charset="0"/>
                <a:ea typeface="隶书" panose="02010509060101010101" pitchFamily="49" charset="-122"/>
              </a:rPr>
              <a:t>Copy(</a:t>
            </a:r>
            <a:r>
              <a:rPr altLang="zh-CN" dirty="0" lang="en-US" err="1">
                <a:latin typeface="Times New Roman" panose="02020603050405020304" pitchFamily="18" charset="0"/>
                <a:ea typeface="隶书" panose="02010509060101010101" pitchFamily="49" charset="-122"/>
              </a:rPr>
              <a:t>GenListNode</a:t>
            </a:r>
            <a:r>
              <a:rPr altLang="zh-CN" b="1" dirty="0" lang="en-US">
                <a:latin typeface="Times New Roman" panose="02020603050405020304" pitchFamily="18" charset="0"/>
                <a:ea typeface="隶书" panose="02010509060101010101" pitchFamily="49" charset="-122"/>
              </a:rPr>
              <a:t> &lt;</a:t>
            </a:r>
            <a:r>
              <a:rPr altLang="zh-CN" dirty="0" lang="en-US">
                <a:latin typeface="Times New Roman" panose="02020603050405020304" pitchFamily="18" charset="0"/>
                <a:ea typeface="隶书" panose="02010509060101010101" pitchFamily="49" charset="-122"/>
              </a:rPr>
              <a:t>T</a:t>
            </a:r>
            <a:r>
              <a:rPr altLang="zh-CN" b="1" dirty="0" lang="en-US">
                <a:latin typeface="Times New Roman" panose="02020603050405020304" pitchFamily="18" charset="0"/>
                <a:ea typeface="隶书" panose="02010509060101010101" pitchFamily="49" charset="-122"/>
              </a:rPr>
              <a:t>&gt; *</a:t>
            </a:r>
            <a:r>
              <a:rPr altLang="zh-CN" dirty="0" lang="en-US">
                <a:latin typeface="Times New Roman" panose="02020603050405020304" pitchFamily="18" charset="0"/>
                <a:ea typeface="隶书" panose="02010509060101010101" pitchFamily="49" charset="-122"/>
              </a:rPr>
              <a:t>ls)</a:t>
            </a:r>
            <a:r>
              <a:rPr altLang="zh-CN" b="1" dirty="0"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复制一个 </a:t>
            </a:r>
            <a:r>
              <a:rPr altLang="zh-CN" dirty="0" lang="en-US">
                <a:solidFill>
                  <a:schemeClr val="tx2"/>
                </a:solidFill>
                <a:latin typeface="Times New Roman" panose="02020603050405020304" pitchFamily="18" charset="0"/>
                <a:ea typeface="隶书" panose="02010509060101010101" pitchFamily="49" charset="-122"/>
              </a:rPr>
              <a:t>ls </a:t>
            </a:r>
            <a:r>
              <a:rPr altLang="en-US" dirty="0" lang="zh-CN">
                <a:solidFill>
                  <a:schemeClr val="tx2"/>
                </a:solidFill>
                <a:latin typeface="Times New Roman" panose="02020603050405020304" pitchFamily="18" charset="0"/>
                <a:ea typeface="隶书" panose="02010509060101010101" pitchFamily="49" charset="-122"/>
              </a:rPr>
              <a:t>指示的无共享子表的非递归表</a:t>
            </a:r>
          </a:p>
          <a:p>
            <a:pPr eaLnBrk="1" hangingPunct="1">
              <a:spcBef>
                <a:spcPct val="0"/>
              </a:spcBef>
              <a:buFontTx/>
              <a:buNone/>
            </a:pPr>
            <a:r>
              <a:rPr altLang="en-US" b="1" dirty="0" lang="zh-CN">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GenListNode</a:t>
            </a:r>
            <a:r>
              <a:rPr altLang="zh-CN" b="1" dirty="0" lang="en-US">
                <a:latin typeface="Times New Roman" panose="02020603050405020304" pitchFamily="18" charset="0"/>
                <a:ea typeface="隶书" panose="02010509060101010101" pitchFamily="49" charset="-122"/>
              </a:rPr>
              <a:t>&lt;</a:t>
            </a:r>
            <a:r>
              <a:rPr altLang="zh-CN" dirty="0" lang="en-US">
                <a:latin typeface="Times New Roman" panose="02020603050405020304" pitchFamily="18" charset="0"/>
                <a:ea typeface="隶书" panose="02010509060101010101" pitchFamily="49" charset="-122"/>
              </a:rPr>
              <a:t>T</a:t>
            </a:r>
            <a:r>
              <a:rPr altLang="zh-CN" b="1" dirty="0" lang="en-US">
                <a:latin typeface="Times New Roman" panose="02020603050405020304" pitchFamily="18" charset="0"/>
                <a:ea typeface="隶书" panose="02010509060101010101" pitchFamily="49" charset="-122"/>
              </a:rPr>
              <a:t>&gt; *</a:t>
            </a:r>
            <a:r>
              <a:rPr altLang="zh-CN" dirty="0" lang="en-US">
                <a:latin typeface="Times New Roman" panose="02020603050405020304" pitchFamily="18" charset="0"/>
                <a:ea typeface="隶书" panose="02010509060101010101" pitchFamily="49" charset="-122"/>
              </a:rPr>
              <a:t>q = NULL</a:t>
            </a:r>
            <a:r>
              <a:rPr altLang="zh-CN" b="1" dirty="0"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dirty="0" lang="en-US">
                <a:latin typeface="Times New Roman" panose="02020603050405020304" pitchFamily="18" charset="0"/>
                <a:ea typeface="隶书" panose="02010509060101010101" pitchFamily="49" charset="-122"/>
              </a:rPr>
              <a:t>     if </a:t>
            </a:r>
            <a:r>
              <a:rPr altLang="zh-CN" dirty="0" lang="en-US">
                <a:latin typeface="Times New Roman" panose="02020603050405020304" pitchFamily="18" charset="0"/>
                <a:ea typeface="隶书" panose="02010509060101010101" pitchFamily="49" charset="-122"/>
              </a:rPr>
              <a:t>(ls != NULL)</a:t>
            </a:r>
            <a:r>
              <a:rPr altLang="zh-CN" b="1" dirty="0"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b="1" dirty="0" lang="en-US">
                <a:latin typeface="Times New Roman" panose="02020603050405020304" pitchFamily="18" charset="0"/>
                <a:ea typeface="隶书" panose="02010509060101010101" pitchFamily="49" charset="-122"/>
              </a:rPr>
              <a:t>          </a:t>
            </a:r>
            <a:r>
              <a:rPr altLang="zh-CN" dirty="0" lang="en-US">
                <a:latin typeface="Times New Roman" panose="02020603050405020304" pitchFamily="18" charset="0"/>
                <a:ea typeface="隶书" panose="02010509060101010101" pitchFamily="49" charset="-122"/>
              </a:rPr>
              <a:t>q =</a:t>
            </a:r>
            <a:r>
              <a:rPr altLang="zh-CN" b="1" dirty="0" lang="en-US">
                <a:latin typeface="Times New Roman" panose="02020603050405020304" pitchFamily="18" charset="0"/>
                <a:ea typeface="隶书" panose="02010509060101010101" pitchFamily="49" charset="-122"/>
              </a:rPr>
              <a:t> new </a:t>
            </a:r>
            <a:r>
              <a:rPr altLang="zh-CN" dirty="0" lang="en-US" err="1">
                <a:latin typeface="Times New Roman" panose="02020603050405020304" pitchFamily="18" charset="0"/>
                <a:ea typeface="隶书" panose="02010509060101010101" pitchFamily="49" charset="-122"/>
              </a:rPr>
              <a:t>GenListNode</a:t>
            </a:r>
            <a:r>
              <a:rPr altLang="zh-CN" b="1" dirty="0" lang="en-US">
                <a:latin typeface="Times New Roman" panose="02020603050405020304" pitchFamily="18" charset="0"/>
                <a:ea typeface="隶书" panose="02010509060101010101" pitchFamily="49" charset="-122"/>
              </a:rPr>
              <a:t>&lt;</a:t>
            </a:r>
            <a:r>
              <a:rPr altLang="zh-CN" dirty="0" lang="en-US">
                <a:latin typeface="Times New Roman" panose="02020603050405020304" pitchFamily="18" charset="0"/>
                <a:ea typeface="隶书" panose="02010509060101010101" pitchFamily="49" charset="-122"/>
              </a:rPr>
              <a:t>T</a:t>
            </a:r>
            <a:r>
              <a:rPr altLang="zh-CN" b="1" dirty="0" lang="en-US">
                <a:latin typeface="Times New Roman" panose="02020603050405020304" pitchFamily="18" charset="0"/>
                <a:ea typeface="隶书" panose="02010509060101010101" pitchFamily="49" charset="-122"/>
              </a:rPr>
              <a:t>&gt;;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处理当前的结点</a:t>
            </a:r>
            <a:r>
              <a:rPr altLang="zh-CN" b="1" dirty="0" lang="en-US">
                <a:solidFill>
                  <a:schemeClr val="tx2"/>
                </a:solidFill>
                <a:latin typeface="Times New Roman" panose="02020603050405020304" pitchFamily="18" charset="0"/>
                <a:ea typeface="隶书" panose="02010509060101010101" pitchFamily="49" charset="-122"/>
              </a:rPr>
              <a:t>q</a:t>
            </a:r>
          </a:p>
          <a:p>
            <a:pPr eaLnBrk="1" hangingPunct="1">
              <a:spcBef>
                <a:spcPct val="0"/>
              </a:spcBef>
              <a:buFontTx/>
              <a:buNone/>
            </a:pPr>
            <a:r>
              <a:rPr altLang="zh-CN" b="1" dirty="0" lang="en-US">
                <a:latin typeface="Times New Roman" panose="02020603050405020304" pitchFamily="18" charset="0"/>
                <a:ea typeface="隶书" panose="02010509060101010101" pitchFamily="49" charset="-122"/>
              </a:rPr>
              <a:t>          </a:t>
            </a:r>
            <a:r>
              <a:rPr altLang="zh-CN" dirty="0" lang="en-US">
                <a:latin typeface="Times New Roman" panose="02020603050405020304" pitchFamily="18" charset="0"/>
                <a:ea typeface="隶书" panose="02010509060101010101" pitchFamily="49" charset="-122"/>
              </a:rPr>
              <a:t>q</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utype</a:t>
            </a:r>
            <a:r>
              <a:rPr altLang="zh-CN" dirty="0" lang="en-US">
                <a:latin typeface="Times New Roman" panose="02020603050405020304" pitchFamily="18" charset="0"/>
                <a:ea typeface="隶书" panose="02010509060101010101" pitchFamily="49" charset="-122"/>
              </a:rPr>
              <a:t> = ls</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utype</a:t>
            </a:r>
            <a:r>
              <a:rPr altLang="zh-CN" b="1"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复制结点类型</a:t>
            </a:r>
          </a:p>
          <a:p>
            <a:pPr eaLnBrk="1" hangingPunct="1">
              <a:spcBef>
                <a:spcPct val="0"/>
              </a:spcBef>
              <a:buFontTx/>
              <a:buNone/>
            </a:pPr>
            <a:r>
              <a:rPr altLang="en-US" b="1" dirty="0" lang="zh-CN">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switch </a:t>
            </a:r>
            <a:r>
              <a:rPr altLang="zh-CN" dirty="0" lang="en-US">
                <a:latin typeface="Times New Roman" panose="02020603050405020304" pitchFamily="18" charset="0"/>
                <a:ea typeface="隶书" panose="02010509060101010101" pitchFamily="49" charset="-122"/>
              </a:rPr>
              <a:t>(ls</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utype</a:t>
            </a:r>
            <a:r>
              <a:rPr altLang="zh-CN" dirty="0" lang="en-US">
                <a:latin typeface="Times New Roman" panose="02020603050405020304" pitchFamily="18" charset="0"/>
                <a:ea typeface="隶书" panose="02010509060101010101" pitchFamily="49" charset="-122"/>
              </a:rPr>
              <a:t>)</a:t>
            </a:r>
            <a:r>
              <a:rPr altLang="zh-CN" b="1" dirty="0" lang="en-US">
                <a:latin typeface="Times New Roman" panose="02020603050405020304" pitchFamily="18" charset="0"/>
                <a:ea typeface="隶书" panose="02010509060101010101" pitchFamily="49" charset="-122"/>
              </a:rPr>
              <a:t> {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根据</a:t>
            </a:r>
            <a:r>
              <a:rPr altLang="zh-CN" dirty="0" lang="en-US" err="1">
                <a:solidFill>
                  <a:schemeClr val="tx2"/>
                </a:solidFill>
                <a:latin typeface="Times New Roman" panose="02020603050405020304" pitchFamily="18" charset="0"/>
                <a:ea typeface="隶书" panose="02010509060101010101" pitchFamily="49" charset="-122"/>
              </a:rPr>
              <a:t>utype</a:t>
            </a:r>
            <a:r>
              <a:rPr altLang="en-US" dirty="0" lang="zh-CN">
                <a:solidFill>
                  <a:schemeClr val="tx2"/>
                </a:solidFill>
                <a:latin typeface="Times New Roman" panose="02020603050405020304" pitchFamily="18" charset="0"/>
                <a:ea typeface="隶书" panose="02010509060101010101" pitchFamily="49" charset="-122"/>
              </a:rPr>
              <a:t>传送信息</a:t>
            </a:r>
          </a:p>
          <a:p>
            <a:pPr eaLnBrk="1" hangingPunct="1">
              <a:spcBef>
                <a:spcPct val="0"/>
              </a:spcBef>
              <a:buFontTx/>
              <a:buNone/>
            </a:pPr>
            <a:r>
              <a:rPr altLang="en-US" b="1" dirty="0" lang="zh-CN">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case </a:t>
            </a:r>
            <a:r>
              <a:rPr altLang="zh-CN" dirty="0" lang="en-US">
                <a:latin typeface="Times New Roman" panose="02020603050405020304" pitchFamily="18" charset="0"/>
                <a:ea typeface="隶书" panose="02010509060101010101" pitchFamily="49" charset="-122"/>
              </a:rPr>
              <a:t>0</a:t>
            </a:r>
            <a:r>
              <a:rPr altLang="zh-CN" b="1" dirty="0" lang="en-US">
                <a:latin typeface="Times New Roman" panose="02020603050405020304" pitchFamily="18" charset="0"/>
                <a:ea typeface="隶书" panose="02010509060101010101" pitchFamily="49" charset="-122"/>
              </a:rPr>
              <a:t>: </a:t>
            </a:r>
            <a:r>
              <a:rPr altLang="zh-CN" dirty="0" lang="en-US">
                <a:latin typeface="Times New Roman" panose="02020603050405020304" pitchFamily="18" charset="0"/>
                <a:ea typeface="隶书" panose="02010509060101010101" pitchFamily="49" charset="-122"/>
              </a:rPr>
              <a:t>q</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info.ref</a:t>
            </a:r>
            <a:r>
              <a:rPr altLang="zh-CN" dirty="0" lang="en-US">
                <a:latin typeface="Times New Roman" panose="02020603050405020304" pitchFamily="18" charset="0"/>
                <a:ea typeface="隶书" panose="02010509060101010101" pitchFamily="49" charset="-122"/>
              </a:rPr>
              <a:t> = ls</a:t>
            </a:r>
            <a:r>
              <a:rPr altLang="zh-CN" dirty="0" lang="en-US">
                <a:latin typeface="楷体_GB2312" pitchFamily="49" charset="-122"/>
                <a:ea typeface="楷体_GB2312" pitchFamily="49" charset="-122"/>
              </a:rPr>
              <a:t>-</a:t>
            </a:r>
            <a:r>
              <a:rPr altLang="zh-CN" dirty="0" lang="en-US">
                <a:latin typeface="Times New Roman" panose="02020603050405020304" pitchFamily="18" charset="0"/>
                <a:ea typeface="隶书" panose="02010509060101010101" pitchFamily="49" charset="-122"/>
              </a:rPr>
              <a:t>&gt;</a:t>
            </a:r>
            <a:r>
              <a:rPr altLang="zh-CN" dirty="0" lang="en-US" err="1">
                <a:latin typeface="Times New Roman" panose="02020603050405020304" pitchFamily="18" charset="0"/>
                <a:ea typeface="隶书" panose="02010509060101010101" pitchFamily="49" charset="-122"/>
              </a:rPr>
              <a:t>info.ref</a:t>
            </a:r>
            <a:r>
              <a:rPr altLang="zh-CN" b="1" dirty="0" lang="en-US">
                <a:latin typeface="Times New Roman" panose="02020603050405020304" pitchFamily="18" charset="0"/>
                <a:ea typeface="隶书" panose="02010509060101010101" pitchFamily="49" charset="-122"/>
              </a:rPr>
              <a:t>;  break;</a:t>
            </a:r>
          </a:p>
          <a:p>
            <a:pPr eaLnBrk="1" hangingPunct="1">
              <a:spcBef>
                <a:spcPct val="0"/>
              </a:spcBef>
              <a:buFontTx/>
              <a:buNone/>
            </a:pPr>
            <a:r>
              <a:rPr altLang="zh-CN" b="1" dirty="0" lang="en-US">
                <a:latin typeface="Times New Roman" panose="02020603050405020304" pitchFamily="18" charset="0"/>
                <a:ea typeface="隶书" panose="02010509060101010101" pitchFamily="49" charset="-122"/>
              </a:rPr>
              <a:t>      	    case </a:t>
            </a:r>
            <a:r>
              <a:rPr altLang="zh-CN" dirty="0" lang="en-US">
                <a:latin typeface="Times New Roman" panose="02020603050405020304" pitchFamily="18" charset="0"/>
                <a:ea typeface="隶书" panose="02010509060101010101" pitchFamily="49" charset="-122"/>
              </a:rPr>
              <a:t>1</a:t>
            </a:r>
            <a:r>
              <a:rPr altLang="zh-CN" b="1" dirty="0" lang="en-US">
                <a:latin typeface="Times New Roman" panose="02020603050405020304" pitchFamily="18" charset="0"/>
                <a:ea typeface="隶书" panose="02010509060101010101" pitchFamily="49" charset="-122"/>
              </a:rPr>
              <a:t>: </a:t>
            </a:r>
            <a:r>
              <a:rPr altLang="zh-CN" dirty="0" lang="en-US">
                <a:latin typeface="Times New Roman" panose="02020603050405020304" pitchFamily="18" charset="0"/>
                <a:ea typeface="隶书" panose="02010509060101010101" pitchFamily="49" charset="-122"/>
              </a:rPr>
              <a:t>q</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info.value</a:t>
            </a:r>
            <a:r>
              <a:rPr altLang="zh-CN" dirty="0" lang="en-US">
                <a:latin typeface="Times New Roman" panose="02020603050405020304" pitchFamily="18" charset="0"/>
                <a:ea typeface="隶书" panose="02010509060101010101" pitchFamily="49" charset="-122"/>
              </a:rPr>
              <a:t> = ls</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info.value</a:t>
            </a:r>
            <a:r>
              <a:rPr altLang="zh-CN" b="1" dirty="0" lang="en-US">
                <a:latin typeface="Times New Roman" panose="02020603050405020304" pitchFamily="18" charset="0"/>
                <a:ea typeface="隶书" panose="02010509060101010101" pitchFamily="49" charset="-122"/>
              </a:rPr>
              <a:t>;  break;</a:t>
            </a:r>
          </a:p>
          <a:p>
            <a:pPr eaLnBrk="1" hangingPunct="1">
              <a:spcBef>
                <a:spcPct val="0"/>
              </a:spcBef>
              <a:buFontTx/>
              <a:buNone/>
            </a:pPr>
            <a:r>
              <a:rPr altLang="zh-CN" b="1" dirty="0" lang="en-US">
                <a:latin typeface="Times New Roman" panose="02020603050405020304" pitchFamily="18" charset="0"/>
                <a:ea typeface="隶书" panose="02010509060101010101" pitchFamily="49" charset="-122"/>
              </a:rPr>
              <a:t>         	    case </a:t>
            </a:r>
            <a:r>
              <a:rPr altLang="zh-CN" dirty="0" lang="en-US">
                <a:latin typeface="Times New Roman" panose="02020603050405020304" pitchFamily="18" charset="0"/>
                <a:ea typeface="隶书" panose="02010509060101010101" pitchFamily="49" charset="-122"/>
              </a:rPr>
              <a:t>2</a:t>
            </a:r>
            <a:r>
              <a:rPr altLang="zh-CN" b="1" dirty="0" lang="en-US">
                <a:latin typeface="Times New Roman" panose="02020603050405020304" pitchFamily="18" charset="0"/>
                <a:ea typeface="隶书" panose="02010509060101010101" pitchFamily="49" charset="-122"/>
              </a:rPr>
              <a:t>: </a:t>
            </a:r>
            <a:r>
              <a:rPr altLang="zh-CN" dirty="0" lang="en-US">
                <a:latin typeface="Times New Roman" panose="02020603050405020304" pitchFamily="18" charset="0"/>
                <a:ea typeface="隶书" panose="02010509060101010101" pitchFamily="49" charset="-122"/>
              </a:rPr>
              <a:t>q</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info.hlink</a:t>
            </a:r>
            <a:r>
              <a:rPr altLang="zh-CN" dirty="0" lang="en-US">
                <a:latin typeface="Times New Roman" panose="02020603050405020304" pitchFamily="18" charset="0"/>
                <a:ea typeface="隶书" panose="02010509060101010101" pitchFamily="49" charset="-122"/>
              </a:rPr>
              <a:t> = Copy(ls</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info.hlink</a:t>
            </a:r>
            <a:r>
              <a:rPr altLang="zh-CN" dirty="0" lang="en-US">
                <a:latin typeface="Times New Roman" panose="02020603050405020304" pitchFamily="18" charset="0"/>
                <a:ea typeface="隶书" panose="02010509060101010101" pitchFamily="49" charset="-122"/>
              </a:rPr>
              <a:t>)</a:t>
            </a:r>
            <a:r>
              <a:rPr altLang="zh-CN" b="1" dirty="0"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b="1" dirty="0" lang="en-US">
                <a:latin typeface="Times New Roman" panose="02020603050405020304" pitchFamily="18" charset="0"/>
                <a:ea typeface="隶书" panose="02010509060101010101" pitchFamily="49" charset="-122"/>
              </a:rPr>
              <a:t>                           break;</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0" presetSubtype="0">
                                  <p:stCondLst>
                                    <p:cond delay="0"/>
                                  </p:stCondLst>
                                  <p:childTnLst>
                                    <p:set>
                                      <p:cBhvr>
                                        <p:cTn dur="1" fill="hold" id="6">
                                          <p:stCondLst>
                                            <p:cond delay="0"/>
                                          </p:stCondLst>
                                        </p:cTn>
                                        <p:tgtEl>
                                          <p:spTgt spid="1048586">
                                            <p:txEl>
                                              <p:pRg st="6" end="6"/>
                                            </p:txEl>
                                          </p:spTgt>
                                        </p:tgtEl>
                                        <p:attrNameLst>
                                          <p:attrName>style.visibility</p:attrName>
                                        </p:attrNameLst>
                                      </p:cBhvr>
                                      <p:to>
                                        <p:strVal val="visible"/>
                                      </p:to>
                                    </p:set>
                                    <p:animEffect transition="in" filter="fade">
                                      <p:cBhvr>
                                        <p:cTn dur="500" id="7"/>
                                        <p:tgtEl>
                                          <p:spTgt spid="1048586">
                                            <p:txEl>
                                              <p:pRg st="6" end="6"/>
                                            </p:txEl>
                                          </p:spTgt>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10" presetSubtype="0">
                                  <p:stCondLst>
                                    <p:cond delay="0"/>
                                  </p:stCondLst>
                                  <p:childTnLst>
                                    <p:set>
                                      <p:cBhvr>
                                        <p:cTn dur="1" fill="hold" id="11">
                                          <p:stCondLst>
                                            <p:cond delay="0"/>
                                          </p:stCondLst>
                                        </p:cTn>
                                        <p:tgtEl>
                                          <p:spTgt spid="1048586">
                                            <p:txEl>
                                              <p:pRg st="7" end="7"/>
                                            </p:txEl>
                                          </p:spTgt>
                                        </p:tgtEl>
                                        <p:attrNameLst>
                                          <p:attrName>style.visibility</p:attrName>
                                        </p:attrNameLst>
                                      </p:cBhvr>
                                      <p:to>
                                        <p:strVal val="visible"/>
                                      </p:to>
                                    </p:set>
                                    <p:animEffect transition="in" filter="fade">
                                      <p:cBhvr>
                                        <p:cTn dur="500" id="12"/>
                                        <p:tgtEl>
                                          <p:spTgt spid="1048586">
                                            <p:txEl>
                                              <p:pRg st="7" end="7"/>
                                            </p:txEl>
                                          </p:spTgt>
                                        </p:tgtEl>
                                      </p:cBhvr>
                                    </p:animEffec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0" presetSubtype="0">
                                  <p:stCondLst>
                                    <p:cond delay="0"/>
                                  </p:stCondLst>
                                  <p:childTnLst>
                                    <p:set>
                                      <p:cBhvr>
                                        <p:cTn dur="1" fill="hold" id="16">
                                          <p:stCondLst>
                                            <p:cond delay="0"/>
                                          </p:stCondLst>
                                        </p:cTn>
                                        <p:tgtEl>
                                          <p:spTgt spid="1048586">
                                            <p:txEl>
                                              <p:pRg st="8" end="8"/>
                                            </p:txEl>
                                          </p:spTgt>
                                        </p:tgtEl>
                                        <p:attrNameLst>
                                          <p:attrName>style.visibility</p:attrName>
                                        </p:attrNameLst>
                                      </p:cBhvr>
                                      <p:to>
                                        <p:strVal val="visible"/>
                                      </p:to>
                                    </p:set>
                                    <p:animEffect transition="in" filter="fade">
                                      <p:cBhvr>
                                        <p:cTn dur="500" id="17"/>
                                        <p:tgtEl>
                                          <p:spTgt spid="1048586">
                                            <p:txEl>
                                              <p:pRg st="8" end="8"/>
                                            </p:txEl>
                                          </p:spTgt>
                                        </p:tgtEl>
                                      </p:cBhvr>
                                    </p:animEffect>
                                  </p:childTnLst>
                                </p:cTn>
                              </p:par>
                            </p:childTnLst>
                          </p:cTn>
                        </p:par>
                      </p:childTnLst>
                    </p:cTn>
                  </p:par>
                  <p:par>
                    <p:cTn fill="hold" id="18">
                      <p:stCondLst>
                        <p:cond delay="indefinite"/>
                      </p:stCondLst>
                      <p:childTnLst>
                        <p:par>
                          <p:cTn fill="hold" id="19">
                            <p:stCondLst>
                              <p:cond delay="0"/>
                            </p:stCondLst>
                            <p:childTnLst>
                              <p:par>
                                <p:cTn fill="hold" id="20" nodeType="clickEffect" presetClass="entr" presetID="10" presetSubtype="0">
                                  <p:stCondLst>
                                    <p:cond delay="0"/>
                                  </p:stCondLst>
                                  <p:childTnLst>
                                    <p:set>
                                      <p:cBhvr>
                                        <p:cTn dur="1" fill="hold" id="21">
                                          <p:stCondLst>
                                            <p:cond delay="0"/>
                                          </p:stCondLst>
                                        </p:cTn>
                                        <p:tgtEl>
                                          <p:spTgt spid="1048586">
                                            <p:txEl>
                                              <p:pRg st="9" end="9"/>
                                            </p:txEl>
                                          </p:spTgt>
                                        </p:tgtEl>
                                        <p:attrNameLst>
                                          <p:attrName>style.visibility</p:attrName>
                                        </p:attrNameLst>
                                      </p:cBhvr>
                                      <p:to>
                                        <p:strVal val="visible"/>
                                      </p:to>
                                    </p:set>
                                    <p:animEffect transition="in" filter="fade">
                                      <p:cBhvr>
                                        <p:cTn dur="500" id="22"/>
                                        <p:tgtEl>
                                          <p:spTgt spid="1048586">
                                            <p:txEl>
                                              <p:pRg st="9" end="9"/>
                                            </p:txEl>
                                          </p:spTgt>
                                        </p:tgtEl>
                                      </p:cBhvr>
                                    </p:animEffect>
                                  </p:childTnLst>
                                </p:cTn>
                              </p:par>
                            </p:childTnLst>
                          </p:cTn>
                        </p:par>
                      </p:childTnLst>
                    </p:cTn>
                  </p:par>
                  <p:par>
                    <p:cTn fill="hold" id="23">
                      <p:stCondLst>
                        <p:cond delay="indefinite"/>
                      </p:stCondLst>
                      <p:childTnLst>
                        <p:par>
                          <p:cTn fill="hold" id="24">
                            <p:stCondLst>
                              <p:cond delay="0"/>
                            </p:stCondLst>
                            <p:childTnLst>
                              <p:par>
                                <p:cTn fill="hold" id="25" nodeType="clickEffect" presetClass="entr" presetID="10" presetSubtype="0">
                                  <p:stCondLst>
                                    <p:cond delay="0"/>
                                  </p:stCondLst>
                                  <p:childTnLst>
                                    <p:set>
                                      <p:cBhvr>
                                        <p:cTn dur="1" fill="hold" id="26">
                                          <p:stCondLst>
                                            <p:cond delay="0"/>
                                          </p:stCondLst>
                                        </p:cTn>
                                        <p:tgtEl>
                                          <p:spTgt spid="1048586">
                                            <p:txEl>
                                              <p:pRg st="10" end="10"/>
                                            </p:txEl>
                                          </p:spTgt>
                                        </p:tgtEl>
                                        <p:attrNameLst>
                                          <p:attrName>style.visibility</p:attrName>
                                        </p:attrNameLst>
                                      </p:cBhvr>
                                      <p:to>
                                        <p:strVal val="visible"/>
                                      </p:to>
                                    </p:set>
                                    <p:animEffect transition="in" filter="fade">
                                      <p:cBhvr>
                                        <p:cTn dur="500" id="27"/>
                                        <p:tgtEl>
                                          <p:spTgt spid="1048586">
                                            <p:txEl>
                                              <p:pRg st="10" end="10"/>
                                            </p:txEl>
                                          </p:spTgt>
                                        </p:tgtEl>
                                      </p:cBhvr>
                                    </p:animEffect>
                                  </p:childTnLst>
                                </p:cTn>
                              </p:par>
                            </p:childTnLst>
                          </p:cTn>
                        </p:par>
                      </p:childTnLst>
                    </p:cTn>
                  </p:par>
                  <p:par>
                    <p:cTn fill="hold" id="28">
                      <p:stCondLst>
                        <p:cond delay="indefinite"/>
                      </p:stCondLst>
                      <p:childTnLst>
                        <p:par>
                          <p:cTn fill="hold" id="29">
                            <p:stCondLst>
                              <p:cond delay="0"/>
                            </p:stCondLst>
                            <p:childTnLst>
                              <p:par>
                                <p:cTn fill="hold" id="30" nodeType="clickEffect" presetClass="entr" presetID="10" presetSubtype="0">
                                  <p:stCondLst>
                                    <p:cond delay="0"/>
                                  </p:stCondLst>
                                  <p:childTnLst>
                                    <p:set>
                                      <p:cBhvr>
                                        <p:cTn dur="1" fill="hold" id="31">
                                          <p:stCondLst>
                                            <p:cond delay="0"/>
                                          </p:stCondLst>
                                        </p:cTn>
                                        <p:tgtEl>
                                          <p:spTgt spid="1048586">
                                            <p:txEl>
                                              <p:pRg st="11" end="11"/>
                                            </p:txEl>
                                          </p:spTgt>
                                        </p:tgtEl>
                                        <p:attrNameLst>
                                          <p:attrName>style.visibility</p:attrName>
                                        </p:attrNameLst>
                                      </p:cBhvr>
                                      <p:to>
                                        <p:strVal val="visible"/>
                                      </p:to>
                                    </p:set>
                                    <p:animEffect transition="in" filter="fade">
                                      <p:cBhvr>
                                        <p:cTn dur="500" id="32"/>
                                        <p:tgtEl>
                                          <p:spTgt spid="1048586">
                                            <p:txEl>
                                              <p:pRg st="11" end="11"/>
                                            </p:txEl>
                                          </p:spTgt>
                                        </p:tgtEl>
                                      </p:cBhvr>
                                    </p:animEffect>
                                  </p:childTnLst>
                                </p:cTn>
                              </p:par>
                              <p:par>
                                <p:cTn fill="hold" id="33" nodeType="withEffect" presetClass="entr" presetID="10" presetSubtype="0">
                                  <p:stCondLst>
                                    <p:cond delay="0"/>
                                  </p:stCondLst>
                                  <p:childTnLst>
                                    <p:set>
                                      <p:cBhvr>
                                        <p:cTn dur="1" fill="hold" id="34">
                                          <p:stCondLst>
                                            <p:cond delay="0"/>
                                          </p:stCondLst>
                                        </p:cTn>
                                        <p:tgtEl>
                                          <p:spTgt spid="1048586">
                                            <p:txEl>
                                              <p:pRg st="12" end="12"/>
                                            </p:txEl>
                                          </p:spTgt>
                                        </p:tgtEl>
                                        <p:attrNameLst>
                                          <p:attrName>style.visibility</p:attrName>
                                        </p:attrNameLst>
                                      </p:cBhvr>
                                      <p:to>
                                        <p:strVal val="visible"/>
                                      </p:to>
                                    </p:set>
                                    <p:animEffect transition="in" filter="fade">
                                      <p:cBhvr>
                                        <p:cTn dur="500" id="35"/>
                                        <p:tgtEl>
                                          <p:spTgt spid="1048586">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53" name=""/>
        <p:cNvGrpSpPr/>
        <p:nvPr/>
      </p:nvGrpSpPr>
      <p:grpSpPr>
        <a:xfrm>
          <a:off x="0" y="0"/>
          <a:ext cx="0" cy="0"/>
          <a:chOff x="0" y="0"/>
          <a:chExt cx="0" cy="0"/>
        </a:xfrm>
      </p:grpSpPr>
      <p:sp>
        <p:nvSpPr>
          <p:cNvPr id="1048590" name="Rectangle 2"/>
          <p:cNvSpPr>
            <a:spLocks noChangeArrowheads="1"/>
          </p:cNvSpPr>
          <p:nvPr/>
        </p:nvSpPr>
        <p:spPr bwMode="auto">
          <a:xfrm>
            <a:off x="609602" y="546100"/>
            <a:ext cx="8724375" cy="2250441"/>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i="1" kumimoji="1" lang="en-US">
                <a:solidFill>
                  <a:schemeClr val="hlink"/>
                </a:solidFill>
                <a:latin typeface="Times New Roman" panose="02020603050405020304" pitchFamily="18" charset="0"/>
              </a:rPr>
              <a:t>        </a:t>
            </a:r>
            <a:r>
              <a:rPr altLang="zh-CN" b="1" sz="1800" lang="en-US">
                <a:latin typeface="Courier New" panose="02070309020205020404" pitchFamily="49" charset="0"/>
              </a:rPr>
              <a:t>	</a:t>
            </a:r>
            <a:r>
              <a:rPr altLang="zh-CN" b="1" sz="2800"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sz="2800" lang="en-US">
                <a:latin typeface="Times New Roman" panose="02020603050405020304" pitchFamily="18" charset="0"/>
                <a:ea typeface="隶书" panose="02010509060101010101" pitchFamily="49" charset="-122"/>
              </a:rPr>
              <a:t>          </a:t>
            </a:r>
            <a:r>
              <a:rPr altLang="zh-CN" sz="2800" lang="en-US">
                <a:latin typeface="Times New Roman" panose="02020603050405020304" pitchFamily="18" charset="0"/>
                <a:ea typeface="隶书" panose="02010509060101010101" pitchFamily="49" charset="-122"/>
              </a:rPr>
              <a:t>q</a:t>
            </a:r>
            <a:r>
              <a:rPr altLang="zh-CN" sz="2800" lang="en-US">
                <a:latin typeface="楷体_GB2312" pitchFamily="49" charset="-122"/>
                <a:ea typeface="楷体_GB2312" pitchFamily="49" charset="-122"/>
              </a:rPr>
              <a:t>-&gt;</a:t>
            </a:r>
            <a:r>
              <a:rPr altLang="zh-CN" sz="2800" lang="en-US">
                <a:latin typeface="Times New Roman" panose="02020603050405020304" pitchFamily="18" charset="0"/>
                <a:ea typeface="隶书" panose="02010509060101010101" pitchFamily="49" charset="-122"/>
              </a:rPr>
              <a:t>tlink = Copy(ls</a:t>
            </a:r>
            <a:r>
              <a:rPr altLang="zh-CN" sz="2800" lang="en-US">
                <a:latin typeface="楷体_GB2312" pitchFamily="49" charset="-122"/>
                <a:ea typeface="楷体_GB2312" pitchFamily="49" charset="-122"/>
              </a:rPr>
              <a:t>-&gt;</a:t>
            </a:r>
            <a:r>
              <a:rPr altLang="zh-CN" sz="2800" lang="en-US">
                <a:latin typeface="Times New Roman" panose="02020603050405020304" pitchFamily="18" charset="0"/>
                <a:ea typeface="隶书" panose="02010509060101010101" pitchFamily="49" charset="-122"/>
              </a:rPr>
              <a:t>tlink)</a:t>
            </a:r>
            <a:r>
              <a:rPr altLang="zh-CN" b="1" sz="2800" lang="en-US">
                <a:latin typeface="Times New Roman" panose="02020603050405020304" pitchFamily="18" charset="0"/>
                <a:ea typeface="隶书" panose="02010509060101010101" pitchFamily="49" charset="-122"/>
              </a:rPr>
              <a:t>;  </a:t>
            </a:r>
            <a:r>
              <a:rPr altLang="zh-CN" b="1" sz="2800" lang="en-US">
                <a:solidFill>
                  <a:schemeClr val="tx2"/>
                </a:solidFill>
                <a:latin typeface="Times New Roman" panose="02020603050405020304" pitchFamily="18" charset="0"/>
                <a:ea typeface="隶书" panose="02010509060101010101" pitchFamily="49" charset="-122"/>
              </a:rPr>
              <a:t>//</a:t>
            </a:r>
            <a:r>
              <a:rPr altLang="en-US" sz="2800" lang="zh-CN">
                <a:solidFill>
                  <a:schemeClr val="tx2"/>
                </a:solidFill>
                <a:latin typeface="Times New Roman" panose="02020603050405020304" pitchFamily="18" charset="0"/>
                <a:ea typeface="隶书" panose="02010509060101010101" pitchFamily="49" charset="-122"/>
              </a:rPr>
              <a:t>处理同层下一结点</a:t>
            </a:r>
          </a:p>
          <a:p>
            <a:pPr eaLnBrk="1" hangingPunct="1">
              <a:spcBef>
                <a:spcPct val="0"/>
              </a:spcBef>
              <a:buFontTx/>
              <a:buNone/>
            </a:pPr>
            <a:r>
              <a:rPr altLang="en-US" b="1" sz="2800" lang="zh-CN">
                <a:latin typeface="Times New Roman" panose="02020603050405020304" pitchFamily="18" charset="0"/>
                <a:ea typeface="隶书" panose="02010509060101010101" pitchFamily="49" charset="-122"/>
              </a:rPr>
              <a:t>     </a:t>
            </a:r>
            <a:r>
              <a:rPr altLang="zh-CN" b="1" sz="2800"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sz="2800" lang="en-US">
                <a:latin typeface="Times New Roman" panose="02020603050405020304" pitchFamily="18" charset="0"/>
                <a:ea typeface="隶书" panose="02010509060101010101" pitchFamily="49" charset="-122"/>
              </a:rPr>
              <a:t>     return </a:t>
            </a:r>
            <a:r>
              <a:rPr altLang="zh-CN" sz="2800" lang="en-US">
                <a:latin typeface="Times New Roman" panose="02020603050405020304" pitchFamily="18" charset="0"/>
                <a:ea typeface="隶书" panose="02010509060101010101" pitchFamily="49" charset="-122"/>
              </a:rPr>
              <a:t>q</a:t>
            </a:r>
            <a:r>
              <a:rPr altLang="zh-CN" b="1" sz="2800"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sz="2800" lang="en-US">
                <a:latin typeface="Times New Roman" panose="02020603050405020304" pitchFamily="18" charset="0"/>
                <a:ea typeface="隶书" panose="02010509060101010101" pitchFamily="49" charset="-122"/>
              </a:rPr>
              <a:t>};</a:t>
            </a:r>
          </a:p>
        </p:txBody>
      </p:sp>
      <p:grpSp>
        <p:nvGrpSpPr>
          <p:cNvPr id="154" name="Group 3"/>
          <p:cNvGrpSpPr/>
          <p:nvPr/>
        </p:nvGrpSpPr>
        <p:grpSpPr bwMode="auto">
          <a:xfrm>
            <a:off x="280988" y="3197225"/>
            <a:ext cx="8526462" cy="2808288"/>
            <a:chOff x="169" y="1934"/>
            <a:chExt cx="5371" cy="1769"/>
          </a:xfrm>
        </p:grpSpPr>
        <p:sp>
          <p:nvSpPr>
            <p:cNvPr id="1048591" name="Line 4"/>
            <p:cNvSpPr>
              <a:spLocks noChangeShapeType="1"/>
            </p:cNvSpPr>
            <p:nvPr/>
          </p:nvSpPr>
          <p:spPr bwMode="auto">
            <a:xfrm>
              <a:off x="398" y="2110"/>
              <a:ext cx="158" cy="0"/>
            </a:xfrm>
            <a:prstGeom prst="line"/>
            <a:noFill/>
            <a:ln w="25400">
              <a:solidFill>
                <a:schemeClr val="bg2"/>
              </a:solidFill>
              <a:round/>
              <a:headEnd/>
              <a:tailEnd type="stealth" w="lg" len="med"/>
            </a:ln>
          </p:spPr>
          <p:txBody>
            <a:bodyPr/>
            <a:p>
              <a:endParaRPr altLang="en-US" lang="zh-CN"/>
            </a:p>
          </p:txBody>
        </p:sp>
        <p:grpSp>
          <p:nvGrpSpPr>
            <p:cNvPr id="155" name="Group 5"/>
            <p:cNvGrpSpPr/>
            <p:nvPr/>
          </p:nvGrpSpPr>
          <p:grpSpPr bwMode="auto">
            <a:xfrm>
              <a:off x="580" y="1971"/>
              <a:ext cx="483" cy="255"/>
              <a:chOff x="2034" y="8805"/>
              <a:chExt cx="720" cy="285"/>
            </a:xfrm>
          </p:grpSpPr>
          <p:sp>
            <p:nvSpPr>
              <p:cNvPr id="1048592" name="Rectangle 6"/>
              <p:cNvSpPr>
                <a:spLocks noChangeArrowheads="1"/>
              </p:cNvSpPr>
              <p:nvPr/>
            </p:nvSpPr>
            <p:spPr bwMode="auto">
              <a:xfrm>
                <a:off x="2034" y="8805"/>
                <a:ext cx="720" cy="285"/>
              </a:xfrm>
              <a:prstGeom prst="rect"/>
              <a:solidFill>
                <a:srgbClr val="FFFF99"/>
              </a:solidFill>
              <a:ln w="9525">
                <a:solidFill>
                  <a:schemeClr val="bg2"/>
                </a:solidFill>
                <a:miter lim="800000"/>
                <a:headEnd/>
                <a:tailEnd/>
              </a:ln>
              <a:effectLst>
                <a:outerShdw algn="ctr" dir="2700000" dist="35921" rotWithShape="0">
                  <a:srgbClr val="808080"/>
                </a:outerShdw>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593" name="Rectangle 7"/>
              <p:cNvSpPr>
                <a:spLocks noChangeArrowheads="1"/>
              </p:cNvSpPr>
              <p:nvPr/>
            </p:nvSpPr>
            <p:spPr bwMode="auto">
              <a:xfrm>
                <a:off x="2274" y="8805"/>
                <a:ext cx="240" cy="285"/>
              </a:xfrm>
              <a:prstGeom prst="rect"/>
              <a:solidFill>
                <a:srgbClr val="66FFFF"/>
              </a:solidFill>
              <a:ln w="9525">
                <a:solidFill>
                  <a:schemeClr val="bg2"/>
                </a:solidFill>
                <a:miter lim="800000"/>
                <a:headEnd/>
                <a:tailEnd/>
              </a:ln>
              <a:effectLst>
                <a:outerShdw algn="ctr" dir="2700000" dist="35921" rotWithShape="0">
                  <a:srgbClr val="808080"/>
                </a:outerShdw>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grpSp>
        <p:grpSp>
          <p:nvGrpSpPr>
            <p:cNvPr id="156" name="Group 8"/>
            <p:cNvGrpSpPr/>
            <p:nvPr/>
          </p:nvGrpSpPr>
          <p:grpSpPr bwMode="auto">
            <a:xfrm>
              <a:off x="1208" y="1976"/>
              <a:ext cx="483" cy="255"/>
              <a:chOff x="3074" y="8805"/>
              <a:chExt cx="800" cy="285"/>
            </a:xfrm>
          </p:grpSpPr>
          <p:sp>
            <p:nvSpPr>
              <p:cNvPr id="1048594" name="Rectangle 9"/>
              <p:cNvSpPr>
                <a:spLocks noChangeArrowheads="1"/>
              </p:cNvSpPr>
              <p:nvPr/>
            </p:nvSpPr>
            <p:spPr bwMode="auto">
              <a:xfrm>
                <a:off x="3074" y="8805"/>
                <a:ext cx="800" cy="285"/>
              </a:xfrm>
              <a:prstGeom prst="rect"/>
              <a:solidFill>
                <a:srgbClr val="FFFF99"/>
              </a:solidFill>
              <a:ln w="9525">
                <a:solidFill>
                  <a:schemeClr val="bg2"/>
                </a:solidFill>
                <a:miter lim="800000"/>
                <a:headEnd/>
                <a:tailEnd/>
              </a:ln>
              <a:effectLst>
                <a:outerShdw algn="ctr" dir="2700000" dist="35921" rotWithShape="0">
                  <a:srgbClr val="808080"/>
                </a:outerShdw>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595" name="Rectangle 10"/>
              <p:cNvSpPr>
                <a:spLocks noChangeArrowheads="1"/>
              </p:cNvSpPr>
              <p:nvPr/>
            </p:nvSpPr>
            <p:spPr bwMode="auto">
              <a:xfrm>
                <a:off x="3341" y="8805"/>
                <a:ext cx="266" cy="285"/>
              </a:xfrm>
              <a:prstGeom prst="rect"/>
              <a:solidFill>
                <a:srgbClr val="FFFF99"/>
              </a:solidFill>
              <a:ln w="9525">
                <a:solidFill>
                  <a:schemeClr val="bg2"/>
                </a:solidFill>
                <a:miter lim="800000"/>
                <a:headEnd/>
                <a:tailEnd/>
              </a:ln>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grpSp>
        <p:grpSp>
          <p:nvGrpSpPr>
            <p:cNvPr id="157" name="Group 11"/>
            <p:cNvGrpSpPr/>
            <p:nvPr/>
          </p:nvGrpSpPr>
          <p:grpSpPr bwMode="auto">
            <a:xfrm>
              <a:off x="1181" y="2654"/>
              <a:ext cx="1851" cy="380"/>
              <a:chOff x="1181" y="2654"/>
              <a:chExt cx="1851" cy="380"/>
            </a:xfrm>
          </p:grpSpPr>
          <p:grpSp>
            <p:nvGrpSpPr>
              <p:cNvPr id="158" name="Group 12"/>
              <p:cNvGrpSpPr/>
              <p:nvPr/>
            </p:nvGrpSpPr>
            <p:grpSpPr bwMode="auto">
              <a:xfrm>
                <a:off x="1208" y="2670"/>
                <a:ext cx="1739" cy="260"/>
                <a:chOff x="1208" y="2670"/>
                <a:chExt cx="1739" cy="260"/>
              </a:xfrm>
            </p:grpSpPr>
            <p:grpSp>
              <p:nvGrpSpPr>
                <p:cNvPr id="159" name="Group 13"/>
                <p:cNvGrpSpPr/>
                <p:nvPr/>
              </p:nvGrpSpPr>
              <p:grpSpPr bwMode="auto">
                <a:xfrm>
                  <a:off x="1208" y="2675"/>
                  <a:ext cx="483" cy="255"/>
                  <a:chOff x="2034" y="8805"/>
                  <a:chExt cx="720" cy="285"/>
                </a:xfrm>
              </p:grpSpPr>
              <p:sp>
                <p:nvSpPr>
                  <p:cNvPr id="1048596" name="Rectangle 14"/>
                  <p:cNvSpPr>
                    <a:spLocks noChangeArrowheads="1"/>
                  </p:cNvSpPr>
                  <p:nvPr/>
                </p:nvSpPr>
                <p:spPr bwMode="auto">
                  <a:xfrm>
                    <a:off x="2034" y="8805"/>
                    <a:ext cx="720" cy="285"/>
                  </a:xfrm>
                  <a:prstGeom prst="rect"/>
                  <a:solidFill>
                    <a:srgbClr val="FFFF99"/>
                  </a:solidFill>
                  <a:ln w="9525">
                    <a:solidFill>
                      <a:schemeClr val="bg2"/>
                    </a:solidFill>
                    <a:miter lim="800000"/>
                    <a:headEnd/>
                    <a:tailEnd/>
                  </a:ln>
                  <a:effectLst>
                    <a:outerShdw algn="ctr" dir="2700000" dist="35921" rotWithShape="0">
                      <a:srgbClr val="808080"/>
                    </a:outerShdw>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597" name="Rectangle 15"/>
                  <p:cNvSpPr>
                    <a:spLocks noChangeArrowheads="1"/>
                  </p:cNvSpPr>
                  <p:nvPr/>
                </p:nvSpPr>
                <p:spPr bwMode="auto">
                  <a:xfrm>
                    <a:off x="2274" y="8805"/>
                    <a:ext cx="240" cy="285"/>
                  </a:xfrm>
                  <a:prstGeom prst="rect"/>
                  <a:solidFill>
                    <a:srgbClr val="66FFFF"/>
                  </a:solidFill>
                  <a:ln w="9525">
                    <a:solidFill>
                      <a:schemeClr val="bg2"/>
                    </a:solidFill>
                    <a:miter lim="800000"/>
                    <a:headEnd/>
                    <a:tailEnd/>
                  </a:ln>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grpSp>
            <p:sp>
              <p:nvSpPr>
                <p:cNvPr id="1048598" name="Line 16"/>
                <p:cNvSpPr>
                  <a:spLocks noChangeShapeType="1"/>
                </p:cNvSpPr>
                <p:nvPr/>
              </p:nvSpPr>
              <p:spPr bwMode="auto">
                <a:xfrm>
                  <a:off x="1619" y="2801"/>
                  <a:ext cx="205" cy="0"/>
                </a:xfrm>
                <a:prstGeom prst="line"/>
                <a:noFill/>
                <a:ln w="25400">
                  <a:solidFill>
                    <a:schemeClr val="bg2"/>
                  </a:solidFill>
                  <a:round/>
                  <a:headEnd/>
                  <a:tailEnd type="stealth" w="lg" len="med"/>
                </a:ln>
              </p:spPr>
              <p:txBody>
                <a:bodyPr/>
                <a:p>
                  <a:endParaRPr altLang="en-US" lang="zh-CN"/>
                </a:p>
              </p:txBody>
            </p:sp>
            <p:grpSp>
              <p:nvGrpSpPr>
                <p:cNvPr id="160" name="Group 17"/>
                <p:cNvGrpSpPr/>
                <p:nvPr/>
              </p:nvGrpSpPr>
              <p:grpSpPr bwMode="auto">
                <a:xfrm>
                  <a:off x="1836" y="2675"/>
                  <a:ext cx="483" cy="255"/>
                  <a:chOff x="3074" y="8805"/>
                  <a:chExt cx="800" cy="285"/>
                </a:xfrm>
              </p:grpSpPr>
              <p:sp>
                <p:nvSpPr>
                  <p:cNvPr id="1048599" name="Rectangle 18"/>
                  <p:cNvSpPr>
                    <a:spLocks noChangeArrowheads="1"/>
                  </p:cNvSpPr>
                  <p:nvPr/>
                </p:nvSpPr>
                <p:spPr bwMode="auto">
                  <a:xfrm>
                    <a:off x="3074" y="8805"/>
                    <a:ext cx="800" cy="285"/>
                  </a:xfrm>
                  <a:prstGeom prst="rect"/>
                  <a:solidFill>
                    <a:srgbClr val="FFFF99"/>
                  </a:solidFill>
                  <a:ln w="9525">
                    <a:solidFill>
                      <a:schemeClr val="bg2"/>
                    </a:solidFill>
                    <a:miter lim="800000"/>
                    <a:headEnd/>
                    <a:tailEnd/>
                  </a:ln>
                  <a:effectLst>
                    <a:outerShdw algn="ctr" dir="2700000" dist="35921" rotWithShape="0">
                      <a:srgbClr val="808080"/>
                    </a:outerShdw>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600" name="Rectangle 19"/>
                  <p:cNvSpPr>
                    <a:spLocks noChangeArrowheads="1"/>
                  </p:cNvSpPr>
                  <p:nvPr/>
                </p:nvSpPr>
                <p:spPr bwMode="auto">
                  <a:xfrm>
                    <a:off x="3341" y="8805"/>
                    <a:ext cx="266" cy="285"/>
                  </a:xfrm>
                  <a:prstGeom prst="rect"/>
                  <a:solidFill>
                    <a:srgbClr val="FFFF99"/>
                  </a:solidFill>
                  <a:ln w="9525">
                    <a:solidFill>
                      <a:schemeClr val="bg2"/>
                    </a:solidFill>
                    <a:miter lim="800000"/>
                    <a:headEnd/>
                    <a:tailEnd/>
                  </a:ln>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grpSp>
            <p:sp>
              <p:nvSpPr>
                <p:cNvPr id="1048601" name="Line 20"/>
                <p:cNvSpPr>
                  <a:spLocks noChangeShapeType="1"/>
                </p:cNvSpPr>
                <p:nvPr/>
              </p:nvSpPr>
              <p:spPr bwMode="auto">
                <a:xfrm>
                  <a:off x="2247" y="2796"/>
                  <a:ext cx="205" cy="0"/>
                </a:xfrm>
                <a:prstGeom prst="line"/>
                <a:noFill/>
                <a:ln w="25400">
                  <a:solidFill>
                    <a:schemeClr val="bg2"/>
                  </a:solidFill>
                  <a:round/>
                  <a:headEnd/>
                  <a:tailEnd type="stealth" w="lg" len="med"/>
                </a:ln>
              </p:spPr>
              <p:txBody>
                <a:bodyPr/>
                <a:p>
                  <a:endParaRPr altLang="en-US" lang="zh-CN"/>
                </a:p>
              </p:txBody>
            </p:sp>
            <p:grpSp>
              <p:nvGrpSpPr>
                <p:cNvPr id="161" name="Group 21"/>
                <p:cNvGrpSpPr/>
                <p:nvPr/>
              </p:nvGrpSpPr>
              <p:grpSpPr bwMode="auto">
                <a:xfrm>
                  <a:off x="2464" y="2670"/>
                  <a:ext cx="483" cy="255"/>
                  <a:chOff x="3074" y="8805"/>
                  <a:chExt cx="800" cy="285"/>
                </a:xfrm>
              </p:grpSpPr>
              <p:sp>
                <p:nvSpPr>
                  <p:cNvPr id="1048602" name="Rectangle 22"/>
                  <p:cNvSpPr>
                    <a:spLocks noChangeArrowheads="1"/>
                  </p:cNvSpPr>
                  <p:nvPr/>
                </p:nvSpPr>
                <p:spPr bwMode="auto">
                  <a:xfrm>
                    <a:off x="3074" y="8805"/>
                    <a:ext cx="800" cy="285"/>
                  </a:xfrm>
                  <a:prstGeom prst="rect"/>
                  <a:solidFill>
                    <a:srgbClr val="FFFF99"/>
                  </a:solidFill>
                  <a:ln w="9525">
                    <a:solidFill>
                      <a:schemeClr val="bg2"/>
                    </a:solidFill>
                    <a:miter lim="800000"/>
                    <a:headEnd/>
                    <a:tailEnd/>
                  </a:ln>
                  <a:effectLst>
                    <a:outerShdw algn="ctr" dir="2700000" dist="35921" rotWithShape="0">
                      <a:srgbClr val="808080"/>
                    </a:outerShdw>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603" name="Rectangle 23"/>
                  <p:cNvSpPr>
                    <a:spLocks noChangeArrowheads="1"/>
                  </p:cNvSpPr>
                  <p:nvPr/>
                </p:nvSpPr>
                <p:spPr bwMode="auto">
                  <a:xfrm>
                    <a:off x="3341" y="8805"/>
                    <a:ext cx="266" cy="285"/>
                  </a:xfrm>
                  <a:prstGeom prst="rect"/>
                  <a:solidFill>
                    <a:srgbClr val="FFFF99"/>
                  </a:solidFill>
                  <a:ln w="9525">
                    <a:solidFill>
                      <a:schemeClr val="bg2"/>
                    </a:solidFill>
                    <a:miter lim="800000"/>
                    <a:headEnd/>
                    <a:tailEnd/>
                  </a:ln>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grpSp>
          </p:grpSp>
          <p:sp>
            <p:nvSpPr>
              <p:cNvPr id="1048604" name="Text Box 24"/>
              <p:cNvSpPr txBox="1">
                <a:spLocks noChangeArrowheads="1"/>
              </p:cNvSpPr>
              <p:nvPr/>
            </p:nvSpPr>
            <p:spPr bwMode="auto">
              <a:xfrm>
                <a:off x="1181" y="2659"/>
                <a:ext cx="447" cy="375"/>
              </a:xfrm>
              <a:prstGeom prst="rect"/>
              <a:no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altLang="zh-CN" b="1" sz="2200" lang="en-US">
                    <a:latin typeface="Times New Roman" panose="02020603050405020304" pitchFamily="18" charset="0"/>
                  </a:rPr>
                  <a:t>0  1</a:t>
                </a:r>
                <a:endParaRPr altLang="zh-CN" b="1" sz="2200" lang="en-US">
                  <a:latin typeface="Courier New" panose="02070309020205020404" pitchFamily="49" charset="0"/>
                </a:endParaRPr>
              </a:p>
            </p:txBody>
          </p:sp>
          <p:sp>
            <p:nvSpPr>
              <p:cNvPr id="1048605" name="Text Box 25"/>
              <p:cNvSpPr txBox="1">
                <a:spLocks noChangeArrowheads="1"/>
              </p:cNvSpPr>
              <p:nvPr/>
            </p:nvSpPr>
            <p:spPr bwMode="auto">
              <a:xfrm>
                <a:off x="1807" y="2654"/>
                <a:ext cx="447" cy="376"/>
              </a:xfrm>
              <a:prstGeom prst="rect"/>
              <a:no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altLang="zh-CN" b="1" sz="2200" lang="en-US">
                    <a:latin typeface="Times New Roman" panose="02020603050405020304" pitchFamily="18" charset="0"/>
                  </a:rPr>
                  <a:t>1  a</a:t>
                </a:r>
              </a:p>
            </p:txBody>
          </p:sp>
          <p:sp>
            <p:nvSpPr>
              <p:cNvPr id="1048606" name="Text Box 26"/>
              <p:cNvSpPr txBox="1">
                <a:spLocks noChangeArrowheads="1"/>
              </p:cNvSpPr>
              <p:nvPr/>
            </p:nvSpPr>
            <p:spPr bwMode="auto">
              <a:xfrm>
                <a:off x="2432" y="2656"/>
                <a:ext cx="411" cy="375"/>
              </a:xfrm>
              <a:prstGeom prst="rect"/>
              <a:no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altLang="zh-CN" b="1" sz="2200" lang="en-US">
                    <a:latin typeface="Times New Roman" panose="02020603050405020304" pitchFamily="18" charset="0"/>
                  </a:rPr>
                  <a:t>1  b</a:t>
                </a:r>
              </a:p>
            </p:txBody>
          </p:sp>
          <p:sp>
            <p:nvSpPr>
              <p:cNvPr id="1048607" name="Text Box 27"/>
              <p:cNvSpPr txBox="1">
                <a:spLocks noChangeArrowheads="1"/>
              </p:cNvSpPr>
              <p:nvPr/>
            </p:nvSpPr>
            <p:spPr bwMode="auto">
              <a:xfrm>
                <a:off x="2730" y="2664"/>
                <a:ext cx="302" cy="308"/>
              </a:xfrm>
              <a:prstGeom prst="rect"/>
              <a:no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altLang="zh-CN" b="1" sz="1800" lang="en-US">
                    <a:solidFill>
                      <a:schemeClr val="tx2"/>
                    </a:solidFill>
                    <a:latin typeface="宋体" panose="02010600030101010101" pitchFamily="2" charset="-122"/>
                  </a:rPr>
                  <a:t>∧</a:t>
                </a:r>
                <a:endParaRPr altLang="zh-CN" b="1" sz="1800" lang="en-US">
                  <a:solidFill>
                    <a:schemeClr val="tx2"/>
                  </a:solidFill>
                  <a:latin typeface="Courier New" panose="02070309020205020404" pitchFamily="49" charset="0"/>
                </a:endParaRPr>
              </a:p>
            </p:txBody>
          </p:sp>
        </p:grpSp>
        <p:sp>
          <p:nvSpPr>
            <p:cNvPr id="1048608" name="Line 28"/>
            <p:cNvSpPr>
              <a:spLocks noChangeShapeType="1"/>
            </p:cNvSpPr>
            <p:nvPr/>
          </p:nvSpPr>
          <p:spPr bwMode="auto">
            <a:xfrm>
              <a:off x="1002" y="2110"/>
              <a:ext cx="206" cy="0"/>
            </a:xfrm>
            <a:prstGeom prst="line"/>
            <a:noFill/>
            <a:ln w="25400">
              <a:solidFill>
                <a:schemeClr val="bg2"/>
              </a:solidFill>
              <a:round/>
              <a:headEnd/>
              <a:tailEnd type="stealth" w="lg" len="med"/>
            </a:ln>
          </p:spPr>
          <p:txBody>
            <a:bodyPr/>
            <a:p>
              <a:endParaRPr altLang="en-US" lang="zh-CN"/>
            </a:p>
          </p:txBody>
        </p:sp>
        <p:sp>
          <p:nvSpPr>
            <p:cNvPr id="1048609" name="Line 29"/>
            <p:cNvSpPr>
              <a:spLocks noChangeShapeType="1"/>
            </p:cNvSpPr>
            <p:nvPr/>
          </p:nvSpPr>
          <p:spPr bwMode="auto">
            <a:xfrm>
              <a:off x="1449" y="2097"/>
              <a:ext cx="0" cy="578"/>
            </a:xfrm>
            <a:prstGeom prst="line"/>
            <a:noFill/>
            <a:ln w="25400">
              <a:solidFill>
                <a:schemeClr val="bg2"/>
              </a:solidFill>
              <a:round/>
              <a:headEnd/>
              <a:tailEnd type="stealth" w="lg" len="med"/>
            </a:ln>
          </p:spPr>
          <p:txBody>
            <a:bodyPr/>
            <a:p>
              <a:endParaRPr altLang="en-US" lang="zh-CN"/>
            </a:p>
          </p:txBody>
        </p:sp>
        <p:grpSp>
          <p:nvGrpSpPr>
            <p:cNvPr id="162" name="Group 30"/>
            <p:cNvGrpSpPr/>
            <p:nvPr/>
          </p:nvGrpSpPr>
          <p:grpSpPr bwMode="auto">
            <a:xfrm>
              <a:off x="3080" y="1976"/>
              <a:ext cx="483" cy="255"/>
              <a:chOff x="3074" y="8805"/>
              <a:chExt cx="800" cy="285"/>
            </a:xfrm>
          </p:grpSpPr>
          <p:sp>
            <p:nvSpPr>
              <p:cNvPr id="1048610" name="Rectangle 31"/>
              <p:cNvSpPr>
                <a:spLocks noChangeArrowheads="1"/>
              </p:cNvSpPr>
              <p:nvPr/>
            </p:nvSpPr>
            <p:spPr bwMode="auto">
              <a:xfrm>
                <a:off x="3074" y="8805"/>
                <a:ext cx="800" cy="285"/>
              </a:xfrm>
              <a:prstGeom prst="rect"/>
              <a:solidFill>
                <a:srgbClr val="FFFF99"/>
              </a:solidFill>
              <a:ln w="9525">
                <a:solidFill>
                  <a:schemeClr val="bg2"/>
                </a:solidFill>
                <a:miter lim="800000"/>
                <a:headEnd/>
                <a:tailEnd/>
              </a:ln>
              <a:effectLst>
                <a:outerShdw algn="ctr" dir="2700000" dist="35921" rotWithShape="0">
                  <a:srgbClr val="808080"/>
                </a:outerShdw>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611" name="Rectangle 32"/>
              <p:cNvSpPr>
                <a:spLocks noChangeArrowheads="1"/>
              </p:cNvSpPr>
              <p:nvPr/>
            </p:nvSpPr>
            <p:spPr bwMode="auto">
              <a:xfrm>
                <a:off x="3341" y="8805"/>
                <a:ext cx="266" cy="285"/>
              </a:xfrm>
              <a:prstGeom prst="rect"/>
              <a:solidFill>
                <a:srgbClr val="FFFF99"/>
              </a:solidFill>
              <a:ln w="9525">
                <a:solidFill>
                  <a:schemeClr val="bg2"/>
                </a:solidFill>
                <a:miter lim="800000"/>
                <a:headEnd/>
                <a:tailEnd/>
              </a:ln>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grpSp>
        <p:sp>
          <p:nvSpPr>
            <p:cNvPr id="1048612" name="Line 33"/>
            <p:cNvSpPr>
              <a:spLocks noChangeShapeType="1"/>
            </p:cNvSpPr>
            <p:nvPr/>
          </p:nvSpPr>
          <p:spPr bwMode="auto">
            <a:xfrm>
              <a:off x="1605" y="2110"/>
              <a:ext cx="1473" cy="0"/>
            </a:xfrm>
            <a:prstGeom prst="line"/>
            <a:noFill/>
            <a:ln w="25400">
              <a:solidFill>
                <a:schemeClr val="bg2"/>
              </a:solidFill>
              <a:round/>
              <a:headEnd/>
              <a:tailEnd type="stealth" w="lg" len="med"/>
            </a:ln>
          </p:spPr>
          <p:txBody>
            <a:bodyPr/>
            <a:p>
              <a:endParaRPr altLang="en-US" lang="zh-CN"/>
            </a:p>
          </p:txBody>
        </p:sp>
        <p:grpSp>
          <p:nvGrpSpPr>
            <p:cNvPr id="163" name="Group 34"/>
            <p:cNvGrpSpPr/>
            <p:nvPr/>
          </p:nvGrpSpPr>
          <p:grpSpPr bwMode="auto">
            <a:xfrm>
              <a:off x="3044" y="2645"/>
              <a:ext cx="1861" cy="389"/>
              <a:chOff x="3044" y="2645"/>
              <a:chExt cx="1861" cy="389"/>
            </a:xfrm>
          </p:grpSpPr>
          <p:grpSp>
            <p:nvGrpSpPr>
              <p:cNvPr id="164" name="Group 35"/>
              <p:cNvGrpSpPr/>
              <p:nvPr/>
            </p:nvGrpSpPr>
            <p:grpSpPr bwMode="auto">
              <a:xfrm>
                <a:off x="3080" y="2664"/>
                <a:ext cx="1739" cy="260"/>
                <a:chOff x="3080" y="2664"/>
                <a:chExt cx="1739" cy="260"/>
              </a:xfrm>
            </p:grpSpPr>
            <p:grpSp>
              <p:nvGrpSpPr>
                <p:cNvPr id="165" name="Group 36"/>
                <p:cNvGrpSpPr/>
                <p:nvPr/>
              </p:nvGrpSpPr>
              <p:grpSpPr bwMode="auto">
                <a:xfrm>
                  <a:off x="3080" y="2669"/>
                  <a:ext cx="483" cy="255"/>
                  <a:chOff x="2034" y="8805"/>
                  <a:chExt cx="720" cy="285"/>
                </a:xfrm>
              </p:grpSpPr>
              <p:sp>
                <p:nvSpPr>
                  <p:cNvPr id="1048613" name="Rectangle 37"/>
                  <p:cNvSpPr>
                    <a:spLocks noChangeArrowheads="1"/>
                  </p:cNvSpPr>
                  <p:nvPr/>
                </p:nvSpPr>
                <p:spPr bwMode="auto">
                  <a:xfrm>
                    <a:off x="2034" y="8805"/>
                    <a:ext cx="720" cy="285"/>
                  </a:xfrm>
                  <a:prstGeom prst="rect"/>
                  <a:solidFill>
                    <a:srgbClr val="FFFF99"/>
                  </a:solidFill>
                  <a:ln w="9525">
                    <a:solidFill>
                      <a:schemeClr val="bg2"/>
                    </a:solidFill>
                    <a:miter lim="800000"/>
                    <a:headEnd/>
                    <a:tailEnd/>
                  </a:ln>
                  <a:effectLst>
                    <a:outerShdw algn="ctr" dir="2700000" dist="35921" rotWithShape="0">
                      <a:srgbClr val="808080"/>
                    </a:outerShdw>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614" name="Rectangle 38"/>
                  <p:cNvSpPr>
                    <a:spLocks noChangeArrowheads="1"/>
                  </p:cNvSpPr>
                  <p:nvPr/>
                </p:nvSpPr>
                <p:spPr bwMode="auto">
                  <a:xfrm>
                    <a:off x="2274" y="8805"/>
                    <a:ext cx="240" cy="285"/>
                  </a:xfrm>
                  <a:prstGeom prst="rect"/>
                  <a:solidFill>
                    <a:srgbClr val="66FFFF"/>
                  </a:solidFill>
                  <a:ln w="9525">
                    <a:solidFill>
                      <a:schemeClr val="bg2"/>
                    </a:solidFill>
                    <a:miter lim="800000"/>
                    <a:headEnd/>
                    <a:tailEnd/>
                  </a:ln>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grpSp>
            <p:sp>
              <p:nvSpPr>
                <p:cNvPr id="1048615" name="Line 39"/>
                <p:cNvSpPr>
                  <a:spLocks noChangeShapeType="1"/>
                </p:cNvSpPr>
                <p:nvPr/>
              </p:nvSpPr>
              <p:spPr bwMode="auto">
                <a:xfrm>
                  <a:off x="3491" y="2795"/>
                  <a:ext cx="205" cy="0"/>
                </a:xfrm>
                <a:prstGeom prst="line"/>
                <a:noFill/>
                <a:ln w="25400">
                  <a:solidFill>
                    <a:schemeClr val="tx1"/>
                  </a:solidFill>
                  <a:round/>
                  <a:headEnd/>
                  <a:tailEnd type="stealth" w="lg" len="med"/>
                </a:ln>
              </p:spPr>
              <p:txBody>
                <a:bodyPr/>
                <a:p>
                  <a:endParaRPr altLang="en-US" lang="zh-CN"/>
                </a:p>
              </p:txBody>
            </p:sp>
            <p:grpSp>
              <p:nvGrpSpPr>
                <p:cNvPr id="166" name="Group 40"/>
                <p:cNvGrpSpPr/>
                <p:nvPr/>
              </p:nvGrpSpPr>
              <p:grpSpPr bwMode="auto">
                <a:xfrm>
                  <a:off x="3708" y="2669"/>
                  <a:ext cx="483" cy="255"/>
                  <a:chOff x="3074" y="8805"/>
                  <a:chExt cx="800" cy="285"/>
                </a:xfrm>
              </p:grpSpPr>
              <p:sp>
                <p:nvSpPr>
                  <p:cNvPr id="1048616" name="Rectangle 41"/>
                  <p:cNvSpPr>
                    <a:spLocks noChangeArrowheads="1"/>
                  </p:cNvSpPr>
                  <p:nvPr/>
                </p:nvSpPr>
                <p:spPr bwMode="auto">
                  <a:xfrm>
                    <a:off x="3074" y="8805"/>
                    <a:ext cx="800" cy="285"/>
                  </a:xfrm>
                  <a:prstGeom prst="rect"/>
                  <a:solidFill>
                    <a:srgbClr val="FFFF99"/>
                  </a:solidFill>
                  <a:ln w="9525">
                    <a:solidFill>
                      <a:schemeClr val="bg2"/>
                    </a:solidFill>
                    <a:miter lim="800000"/>
                    <a:headEnd/>
                    <a:tailEnd/>
                  </a:ln>
                  <a:effectLst>
                    <a:outerShdw algn="ctr" dir="2700000" dist="35921" rotWithShape="0">
                      <a:srgbClr val="808080"/>
                    </a:outerShdw>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617" name="Rectangle 42"/>
                  <p:cNvSpPr>
                    <a:spLocks noChangeArrowheads="1"/>
                  </p:cNvSpPr>
                  <p:nvPr/>
                </p:nvSpPr>
                <p:spPr bwMode="auto">
                  <a:xfrm>
                    <a:off x="3341" y="8805"/>
                    <a:ext cx="266" cy="285"/>
                  </a:xfrm>
                  <a:prstGeom prst="rect"/>
                  <a:solidFill>
                    <a:srgbClr val="FFFF99"/>
                  </a:solidFill>
                  <a:ln w="9525">
                    <a:solidFill>
                      <a:schemeClr val="bg2"/>
                    </a:solidFill>
                    <a:miter lim="800000"/>
                    <a:headEnd/>
                    <a:tailEnd/>
                  </a:ln>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grpSp>
            <p:sp>
              <p:nvSpPr>
                <p:cNvPr id="1048618" name="Line 43"/>
                <p:cNvSpPr>
                  <a:spLocks noChangeShapeType="1"/>
                </p:cNvSpPr>
                <p:nvPr/>
              </p:nvSpPr>
              <p:spPr bwMode="auto">
                <a:xfrm>
                  <a:off x="4119" y="2790"/>
                  <a:ext cx="205" cy="0"/>
                </a:xfrm>
                <a:prstGeom prst="line"/>
                <a:noFill/>
                <a:ln w="25400">
                  <a:solidFill>
                    <a:schemeClr val="tx1"/>
                  </a:solidFill>
                  <a:round/>
                  <a:headEnd/>
                  <a:tailEnd type="stealth" w="lg" len="med"/>
                </a:ln>
              </p:spPr>
              <p:txBody>
                <a:bodyPr/>
                <a:p>
                  <a:endParaRPr altLang="en-US" lang="zh-CN"/>
                </a:p>
              </p:txBody>
            </p:sp>
            <p:grpSp>
              <p:nvGrpSpPr>
                <p:cNvPr id="167" name="Group 44"/>
                <p:cNvGrpSpPr/>
                <p:nvPr/>
              </p:nvGrpSpPr>
              <p:grpSpPr bwMode="auto">
                <a:xfrm>
                  <a:off x="4336" y="2664"/>
                  <a:ext cx="483" cy="255"/>
                  <a:chOff x="3074" y="8805"/>
                  <a:chExt cx="800" cy="285"/>
                </a:xfrm>
              </p:grpSpPr>
              <p:sp>
                <p:nvSpPr>
                  <p:cNvPr id="1048619" name="Rectangle 45"/>
                  <p:cNvSpPr>
                    <a:spLocks noChangeArrowheads="1"/>
                  </p:cNvSpPr>
                  <p:nvPr/>
                </p:nvSpPr>
                <p:spPr bwMode="auto">
                  <a:xfrm>
                    <a:off x="3074" y="8805"/>
                    <a:ext cx="800" cy="285"/>
                  </a:xfrm>
                  <a:prstGeom prst="rect"/>
                  <a:solidFill>
                    <a:srgbClr val="FFFF99"/>
                  </a:solidFill>
                  <a:ln w="9525">
                    <a:solidFill>
                      <a:schemeClr val="bg2"/>
                    </a:solidFill>
                    <a:miter lim="800000"/>
                    <a:headEnd/>
                    <a:tailEnd/>
                  </a:ln>
                  <a:effectLst>
                    <a:outerShdw algn="ctr" dir="2700000" dist="35921" rotWithShape="0">
                      <a:srgbClr val="808080"/>
                    </a:outerShdw>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620" name="Rectangle 46"/>
                  <p:cNvSpPr>
                    <a:spLocks noChangeArrowheads="1"/>
                  </p:cNvSpPr>
                  <p:nvPr/>
                </p:nvSpPr>
                <p:spPr bwMode="auto">
                  <a:xfrm>
                    <a:off x="3341" y="8805"/>
                    <a:ext cx="266" cy="285"/>
                  </a:xfrm>
                  <a:prstGeom prst="rect"/>
                  <a:solidFill>
                    <a:srgbClr val="FFFF99"/>
                  </a:solidFill>
                  <a:ln w="9525">
                    <a:solidFill>
                      <a:schemeClr val="bg2"/>
                    </a:solidFill>
                    <a:miter lim="800000"/>
                    <a:headEnd/>
                    <a:tailEnd/>
                  </a:ln>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grpSp>
          </p:grpSp>
          <p:sp>
            <p:nvSpPr>
              <p:cNvPr id="1048621" name="Text Box 47"/>
              <p:cNvSpPr txBox="1">
                <a:spLocks noChangeArrowheads="1"/>
              </p:cNvSpPr>
              <p:nvPr/>
            </p:nvSpPr>
            <p:spPr bwMode="auto">
              <a:xfrm>
                <a:off x="3044" y="2645"/>
                <a:ext cx="447" cy="376"/>
              </a:xfrm>
              <a:prstGeom prst="rect"/>
              <a:no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altLang="zh-CN" b="1" sz="2200" lang="en-US">
                    <a:latin typeface="Times New Roman" panose="02020603050405020304" pitchFamily="18" charset="0"/>
                  </a:rPr>
                  <a:t>0  1</a:t>
                </a:r>
                <a:endParaRPr altLang="zh-CN" b="1" sz="2200" lang="en-US">
                  <a:latin typeface="Courier New" panose="02070309020205020404" pitchFamily="49" charset="0"/>
                </a:endParaRPr>
              </a:p>
            </p:txBody>
          </p:sp>
          <p:sp>
            <p:nvSpPr>
              <p:cNvPr id="1048622" name="Text Box 48"/>
              <p:cNvSpPr txBox="1">
                <a:spLocks noChangeArrowheads="1"/>
              </p:cNvSpPr>
              <p:nvPr/>
            </p:nvSpPr>
            <p:spPr bwMode="auto">
              <a:xfrm>
                <a:off x="3688" y="2658"/>
                <a:ext cx="230" cy="376"/>
              </a:xfrm>
              <a:prstGeom prst="rect"/>
              <a:no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altLang="zh-CN" b="1" sz="2200" lang="en-US">
                    <a:latin typeface="Times New Roman" panose="02020603050405020304" pitchFamily="18" charset="0"/>
                  </a:rPr>
                  <a:t>2</a:t>
                </a:r>
                <a:endParaRPr altLang="zh-CN" b="1" sz="2200" lang="en-US">
                  <a:latin typeface="Courier New" panose="02070309020205020404" pitchFamily="49" charset="0"/>
                </a:endParaRPr>
              </a:p>
            </p:txBody>
          </p:sp>
          <p:sp>
            <p:nvSpPr>
              <p:cNvPr id="1048623" name="Text Box 49"/>
              <p:cNvSpPr txBox="1">
                <a:spLocks noChangeArrowheads="1"/>
              </p:cNvSpPr>
              <p:nvPr/>
            </p:nvSpPr>
            <p:spPr bwMode="auto">
              <a:xfrm>
                <a:off x="4312" y="2650"/>
                <a:ext cx="411" cy="376"/>
              </a:xfrm>
              <a:prstGeom prst="rect"/>
              <a:no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altLang="zh-CN" b="1" sz="2200" lang="en-US">
                    <a:latin typeface="Times New Roman" panose="02020603050405020304" pitchFamily="18" charset="0"/>
                  </a:rPr>
                  <a:t>1  e</a:t>
                </a:r>
                <a:endParaRPr altLang="zh-CN" b="1" sz="1800" lang="en-US">
                  <a:latin typeface="Times New Roman" panose="02020603050405020304" pitchFamily="18" charset="0"/>
                </a:endParaRPr>
              </a:p>
            </p:txBody>
          </p:sp>
          <p:sp>
            <p:nvSpPr>
              <p:cNvPr id="1048624" name="Text Box 50"/>
              <p:cNvSpPr txBox="1">
                <a:spLocks noChangeArrowheads="1"/>
              </p:cNvSpPr>
              <p:nvPr/>
            </p:nvSpPr>
            <p:spPr bwMode="auto">
              <a:xfrm>
                <a:off x="4603" y="2658"/>
                <a:ext cx="302" cy="309"/>
              </a:xfrm>
              <a:prstGeom prst="rect"/>
              <a:no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altLang="zh-CN" b="1" sz="1800" lang="en-US">
                    <a:solidFill>
                      <a:schemeClr val="tx2"/>
                    </a:solidFill>
                    <a:latin typeface="宋体" panose="02010600030101010101" pitchFamily="2" charset="-122"/>
                  </a:rPr>
                  <a:t>∧</a:t>
                </a:r>
                <a:endParaRPr altLang="zh-CN" b="1" sz="1800" lang="en-US">
                  <a:solidFill>
                    <a:schemeClr val="tx2"/>
                  </a:solidFill>
                  <a:latin typeface="Courier New" panose="02070309020205020404" pitchFamily="49" charset="0"/>
                </a:endParaRPr>
              </a:p>
            </p:txBody>
          </p:sp>
        </p:grpSp>
        <p:sp>
          <p:nvSpPr>
            <p:cNvPr id="1048625" name="Line 51"/>
            <p:cNvSpPr>
              <a:spLocks noChangeShapeType="1"/>
            </p:cNvSpPr>
            <p:nvPr/>
          </p:nvSpPr>
          <p:spPr bwMode="auto">
            <a:xfrm>
              <a:off x="3322" y="2094"/>
              <a:ext cx="0" cy="578"/>
            </a:xfrm>
            <a:prstGeom prst="line"/>
            <a:noFill/>
            <a:ln w="25400">
              <a:solidFill>
                <a:schemeClr val="tx1"/>
              </a:solidFill>
              <a:round/>
              <a:headEnd/>
              <a:tailEnd type="stealth" w="lg" len="med"/>
            </a:ln>
          </p:spPr>
          <p:txBody>
            <a:bodyPr/>
            <a:p>
              <a:endParaRPr altLang="en-US" lang="zh-CN"/>
            </a:p>
          </p:txBody>
        </p:sp>
        <p:sp>
          <p:nvSpPr>
            <p:cNvPr id="1048626" name="Text Box 52"/>
            <p:cNvSpPr txBox="1">
              <a:spLocks noChangeArrowheads="1"/>
            </p:cNvSpPr>
            <p:nvPr/>
          </p:nvSpPr>
          <p:spPr bwMode="auto">
            <a:xfrm>
              <a:off x="3064" y="1960"/>
              <a:ext cx="229" cy="376"/>
            </a:xfrm>
            <a:prstGeom prst="rect"/>
            <a:no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altLang="zh-CN" b="1" sz="2200" lang="en-US">
                  <a:latin typeface="Times New Roman" panose="02020603050405020304" pitchFamily="18" charset="0"/>
                </a:rPr>
                <a:t>2</a:t>
              </a:r>
              <a:endParaRPr altLang="zh-CN" b="1" sz="2200" lang="en-US">
                <a:latin typeface="Courier New" panose="02070309020205020404" pitchFamily="49" charset="0"/>
              </a:endParaRPr>
            </a:p>
          </p:txBody>
        </p:sp>
        <p:grpSp>
          <p:nvGrpSpPr>
            <p:cNvPr id="168" name="Group 53"/>
            <p:cNvGrpSpPr/>
            <p:nvPr/>
          </p:nvGrpSpPr>
          <p:grpSpPr bwMode="auto">
            <a:xfrm>
              <a:off x="3680" y="3322"/>
              <a:ext cx="1860" cy="381"/>
              <a:chOff x="3680" y="3322"/>
              <a:chExt cx="1860" cy="381"/>
            </a:xfrm>
          </p:grpSpPr>
          <p:grpSp>
            <p:nvGrpSpPr>
              <p:cNvPr id="169" name="Group 54"/>
              <p:cNvGrpSpPr/>
              <p:nvPr/>
            </p:nvGrpSpPr>
            <p:grpSpPr bwMode="auto">
              <a:xfrm>
                <a:off x="3708" y="3341"/>
                <a:ext cx="1739" cy="260"/>
                <a:chOff x="3708" y="3341"/>
                <a:chExt cx="1739" cy="260"/>
              </a:xfrm>
            </p:grpSpPr>
            <p:grpSp>
              <p:nvGrpSpPr>
                <p:cNvPr id="170" name="Group 55"/>
                <p:cNvGrpSpPr/>
                <p:nvPr/>
              </p:nvGrpSpPr>
              <p:grpSpPr bwMode="auto">
                <a:xfrm>
                  <a:off x="3708" y="3346"/>
                  <a:ext cx="483" cy="255"/>
                  <a:chOff x="2034" y="8805"/>
                  <a:chExt cx="720" cy="285"/>
                </a:xfrm>
              </p:grpSpPr>
              <p:sp>
                <p:nvSpPr>
                  <p:cNvPr id="1048627" name="Rectangle 56"/>
                  <p:cNvSpPr>
                    <a:spLocks noChangeArrowheads="1"/>
                  </p:cNvSpPr>
                  <p:nvPr/>
                </p:nvSpPr>
                <p:spPr bwMode="auto">
                  <a:xfrm>
                    <a:off x="2034" y="8805"/>
                    <a:ext cx="720" cy="285"/>
                  </a:xfrm>
                  <a:prstGeom prst="rect"/>
                  <a:solidFill>
                    <a:srgbClr val="FFFF99"/>
                  </a:solidFill>
                  <a:ln w="9525">
                    <a:solidFill>
                      <a:schemeClr val="bg2"/>
                    </a:solidFill>
                    <a:miter lim="800000"/>
                    <a:headEnd/>
                    <a:tailEnd/>
                  </a:ln>
                  <a:effectLst>
                    <a:outerShdw algn="ctr" dir="2700000" dist="35921" rotWithShape="0">
                      <a:srgbClr val="808080"/>
                    </a:outerShdw>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628" name="Rectangle 57"/>
                  <p:cNvSpPr>
                    <a:spLocks noChangeArrowheads="1"/>
                  </p:cNvSpPr>
                  <p:nvPr/>
                </p:nvSpPr>
                <p:spPr bwMode="auto">
                  <a:xfrm>
                    <a:off x="2274" y="8805"/>
                    <a:ext cx="240" cy="285"/>
                  </a:xfrm>
                  <a:prstGeom prst="rect"/>
                  <a:solidFill>
                    <a:srgbClr val="66FFFF"/>
                  </a:solidFill>
                  <a:ln w="9525">
                    <a:solidFill>
                      <a:schemeClr val="bg2"/>
                    </a:solidFill>
                    <a:miter lim="800000"/>
                    <a:headEnd/>
                    <a:tailEnd/>
                  </a:ln>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grpSp>
            <p:sp>
              <p:nvSpPr>
                <p:cNvPr id="1048629" name="Line 58"/>
                <p:cNvSpPr>
                  <a:spLocks noChangeShapeType="1"/>
                </p:cNvSpPr>
                <p:nvPr/>
              </p:nvSpPr>
              <p:spPr bwMode="auto">
                <a:xfrm>
                  <a:off x="4119" y="3472"/>
                  <a:ext cx="205" cy="0"/>
                </a:xfrm>
                <a:prstGeom prst="line"/>
                <a:noFill/>
                <a:ln w="25400">
                  <a:solidFill>
                    <a:schemeClr val="tx1"/>
                  </a:solidFill>
                  <a:round/>
                  <a:headEnd/>
                  <a:tailEnd type="stealth" w="lg" len="med"/>
                </a:ln>
              </p:spPr>
              <p:txBody>
                <a:bodyPr/>
                <a:p>
                  <a:endParaRPr altLang="en-US" lang="zh-CN"/>
                </a:p>
              </p:txBody>
            </p:sp>
            <p:grpSp>
              <p:nvGrpSpPr>
                <p:cNvPr id="171" name="Group 59"/>
                <p:cNvGrpSpPr/>
                <p:nvPr/>
              </p:nvGrpSpPr>
              <p:grpSpPr bwMode="auto">
                <a:xfrm>
                  <a:off x="4336" y="3346"/>
                  <a:ext cx="483" cy="255"/>
                  <a:chOff x="3074" y="8805"/>
                  <a:chExt cx="800" cy="285"/>
                </a:xfrm>
              </p:grpSpPr>
              <p:sp>
                <p:nvSpPr>
                  <p:cNvPr id="1048630" name="Rectangle 60"/>
                  <p:cNvSpPr>
                    <a:spLocks noChangeArrowheads="1"/>
                  </p:cNvSpPr>
                  <p:nvPr/>
                </p:nvSpPr>
                <p:spPr bwMode="auto">
                  <a:xfrm>
                    <a:off x="3074" y="8805"/>
                    <a:ext cx="800" cy="285"/>
                  </a:xfrm>
                  <a:prstGeom prst="rect"/>
                  <a:solidFill>
                    <a:srgbClr val="FFFF99"/>
                  </a:solidFill>
                  <a:ln w="9525">
                    <a:solidFill>
                      <a:schemeClr val="bg2"/>
                    </a:solidFill>
                    <a:miter lim="800000"/>
                    <a:headEnd/>
                    <a:tailEnd/>
                  </a:ln>
                  <a:effectLst>
                    <a:outerShdw algn="ctr" dir="2700000" dist="35921" rotWithShape="0">
                      <a:srgbClr val="808080"/>
                    </a:outerShdw>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631" name="Rectangle 61"/>
                  <p:cNvSpPr>
                    <a:spLocks noChangeArrowheads="1"/>
                  </p:cNvSpPr>
                  <p:nvPr/>
                </p:nvSpPr>
                <p:spPr bwMode="auto">
                  <a:xfrm>
                    <a:off x="3341" y="8805"/>
                    <a:ext cx="266" cy="285"/>
                  </a:xfrm>
                  <a:prstGeom prst="rect"/>
                  <a:solidFill>
                    <a:srgbClr val="FFFF99"/>
                  </a:solidFill>
                  <a:ln w="9525">
                    <a:solidFill>
                      <a:schemeClr val="bg2"/>
                    </a:solidFill>
                    <a:miter lim="800000"/>
                    <a:headEnd/>
                    <a:tailEnd/>
                  </a:ln>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grpSp>
            <p:sp>
              <p:nvSpPr>
                <p:cNvPr id="1048632" name="Line 62"/>
                <p:cNvSpPr>
                  <a:spLocks noChangeShapeType="1"/>
                </p:cNvSpPr>
                <p:nvPr/>
              </p:nvSpPr>
              <p:spPr bwMode="auto">
                <a:xfrm>
                  <a:off x="4747" y="3467"/>
                  <a:ext cx="205" cy="0"/>
                </a:xfrm>
                <a:prstGeom prst="line"/>
                <a:noFill/>
                <a:ln w="25400">
                  <a:solidFill>
                    <a:schemeClr val="tx1"/>
                  </a:solidFill>
                  <a:round/>
                  <a:headEnd/>
                  <a:tailEnd type="stealth" w="lg" len="med"/>
                </a:ln>
              </p:spPr>
              <p:txBody>
                <a:bodyPr/>
                <a:p>
                  <a:endParaRPr altLang="en-US" lang="zh-CN"/>
                </a:p>
              </p:txBody>
            </p:sp>
            <p:grpSp>
              <p:nvGrpSpPr>
                <p:cNvPr id="172" name="Group 63"/>
                <p:cNvGrpSpPr/>
                <p:nvPr/>
              </p:nvGrpSpPr>
              <p:grpSpPr bwMode="auto">
                <a:xfrm>
                  <a:off x="4964" y="3341"/>
                  <a:ext cx="483" cy="255"/>
                  <a:chOff x="3074" y="8805"/>
                  <a:chExt cx="800" cy="285"/>
                </a:xfrm>
              </p:grpSpPr>
              <p:sp>
                <p:nvSpPr>
                  <p:cNvPr id="1048633" name="Rectangle 64"/>
                  <p:cNvSpPr>
                    <a:spLocks noChangeArrowheads="1"/>
                  </p:cNvSpPr>
                  <p:nvPr/>
                </p:nvSpPr>
                <p:spPr bwMode="auto">
                  <a:xfrm>
                    <a:off x="3074" y="8805"/>
                    <a:ext cx="800" cy="285"/>
                  </a:xfrm>
                  <a:prstGeom prst="rect"/>
                  <a:solidFill>
                    <a:srgbClr val="FFFF99"/>
                  </a:solidFill>
                  <a:ln w="9525">
                    <a:solidFill>
                      <a:schemeClr val="bg2"/>
                    </a:solidFill>
                    <a:miter lim="800000"/>
                    <a:headEnd/>
                    <a:tailEnd/>
                  </a:ln>
                  <a:effectLst>
                    <a:outerShdw algn="ctr" dir="2700000" dist="35921" rotWithShape="0">
                      <a:srgbClr val="808080"/>
                    </a:outerShdw>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634" name="Rectangle 65"/>
                  <p:cNvSpPr>
                    <a:spLocks noChangeArrowheads="1"/>
                  </p:cNvSpPr>
                  <p:nvPr/>
                </p:nvSpPr>
                <p:spPr bwMode="auto">
                  <a:xfrm>
                    <a:off x="3341" y="8805"/>
                    <a:ext cx="266" cy="285"/>
                  </a:xfrm>
                  <a:prstGeom prst="rect"/>
                  <a:solidFill>
                    <a:srgbClr val="FFFF99"/>
                  </a:solidFill>
                  <a:ln w="9525">
                    <a:solidFill>
                      <a:schemeClr val="bg2"/>
                    </a:solidFill>
                    <a:miter lim="800000"/>
                    <a:headEnd/>
                    <a:tailEnd/>
                  </a:ln>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grpSp>
          </p:grpSp>
          <p:sp>
            <p:nvSpPr>
              <p:cNvPr id="1048635" name="Text Box 66"/>
              <p:cNvSpPr txBox="1">
                <a:spLocks noChangeArrowheads="1"/>
              </p:cNvSpPr>
              <p:nvPr/>
            </p:nvSpPr>
            <p:spPr bwMode="auto">
              <a:xfrm>
                <a:off x="3680" y="3322"/>
                <a:ext cx="447" cy="376"/>
              </a:xfrm>
              <a:prstGeom prst="rect"/>
              <a:no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altLang="zh-CN" b="1" sz="2200" lang="en-US">
                    <a:latin typeface="Times New Roman" panose="02020603050405020304" pitchFamily="18" charset="0"/>
                  </a:rPr>
                  <a:t>0  1</a:t>
                </a:r>
                <a:endParaRPr altLang="zh-CN" b="1" sz="2200" lang="en-US">
                  <a:latin typeface="Courier New" panose="02070309020205020404" pitchFamily="49" charset="0"/>
                </a:endParaRPr>
              </a:p>
            </p:txBody>
          </p:sp>
          <p:sp>
            <p:nvSpPr>
              <p:cNvPr id="1048636" name="Text Box 67"/>
              <p:cNvSpPr txBox="1">
                <a:spLocks noChangeArrowheads="1"/>
              </p:cNvSpPr>
              <p:nvPr/>
            </p:nvSpPr>
            <p:spPr bwMode="auto">
              <a:xfrm>
                <a:off x="4310" y="3327"/>
                <a:ext cx="447" cy="376"/>
              </a:xfrm>
              <a:prstGeom prst="rect"/>
              <a:no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altLang="zh-CN" b="1" sz="2200" lang="en-US">
                    <a:latin typeface="Times New Roman" panose="02020603050405020304" pitchFamily="18" charset="0"/>
                  </a:rPr>
                  <a:t>1  c</a:t>
                </a:r>
              </a:p>
            </p:txBody>
          </p:sp>
          <p:sp>
            <p:nvSpPr>
              <p:cNvPr id="1048637" name="Text Box 68"/>
              <p:cNvSpPr txBox="1">
                <a:spLocks noChangeArrowheads="1"/>
              </p:cNvSpPr>
              <p:nvPr/>
            </p:nvSpPr>
            <p:spPr bwMode="auto">
              <a:xfrm>
                <a:off x="4932" y="3327"/>
                <a:ext cx="411" cy="376"/>
              </a:xfrm>
              <a:prstGeom prst="rect"/>
              <a:no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altLang="zh-CN" b="1" sz="2200" lang="en-US">
                    <a:latin typeface="Times New Roman" panose="02020603050405020304" pitchFamily="18" charset="0"/>
                  </a:rPr>
                  <a:t>1  d</a:t>
                </a:r>
              </a:p>
            </p:txBody>
          </p:sp>
          <p:sp>
            <p:nvSpPr>
              <p:cNvPr id="1048638" name="Text Box 69"/>
              <p:cNvSpPr txBox="1">
                <a:spLocks noChangeArrowheads="1"/>
              </p:cNvSpPr>
              <p:nvPr/>
            </p:nvSpPr>
            <p:spPr bwMode="auto">
              <a:xfrm>
                <a:off x="5238" y="3335"/>
                <a:ext cx="302" cy="309"/>
              </a:xfrm>
              <a:prstGeom prst="rect"/>
              <a:no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altLang="zh-CN" b="1" sz="1800" lang="en-US">
                    <a:solidFill>
                      <a:schemeClr val="tx2"/>
                    </a:solidFill>
                    <a:latin typeface="宋体" panose="02010600030101010101" pitchFamily="2" charset="-122"/>
                  </a:rPr>
                  <a:t>∧</a:t>
                </a:r>
                <a:endParaRPr altLang="zh-CN" b="1" sz="1800" lang="en-US">
                  <a:solidFill>
                    <a:schemeClr val="tx2"/>
                  </a:solidFill>
                  <a:latin typeface="Courier New" panose="02070309020205020404" pitchFamily="49" charset="0"/>
                </a:endParaRPr>
              </a:p>
            </p:txBody>
          </p:sp>
        </p:grpSp>
        <p:sp>
          <p:nvSpPr>
            <p:cNvPr id="1048639" name="Line 70"/>
            <p:cNvSpPr>
              <a:spLocks noChangeShapeType="1"/>
            </p:cNvSpPr>
            <p:nvPr/>
          </p:nvSpPr>
          <p:spPr bwMode="auto">
            <a:xfrm>
              <a:off x="3950" y="2795"/>
              <a:ext cx="0" cy="538"/>
            </a:xfrm>
            <a:prstGeom prst="line"/>
            <a:noFill/>
            <a:ln w="25400">
              <a:solidFill>
                <a:schemeClr val="tx1"/>
              </a:solidFill>
              <a:round/>
              <a:headEnd/>
              <a:tailEnd type="stealth" w="lg" len="med"/>
            </a:ln>
          </p:spPr>
          <p:txBody>
            <a:bodyPr/>
            <a:p>
              <a:endParaRPr altLang="en-US" lang="zh-CN"/>
            </a:p>
          </p:txBody>
        </p:sp>
        <p:sp>
          <p:nvSpPr>
            <p:cNvPr id="1048640" name="Text Box 71"/>
            <p:cNvSpPr txBox="1">
              <a:spLocks noChangeArrowheads="1"/>
            </p:cNvSpPr>
            <p:nvPr/>
          </p:nvSpPr>
          <p:spPr bwMode="auto">
            <a:xfrm>
              <a:off x="1184" y="1952"/>
              <a:ext cx="229" cy="376"/>
            </a:xfrm>
            <a:prstGeom prst="rect"/>
            <a:no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altLang="zh-CN" b="1" sz="2200" lang="en-US">
                  <a:latin typeface="Times New Roman" panose="02020603050405020304" pitchFamily="18" charset="0"/>
                </a:rPr>
                <a:t>2</a:t>
              </a:r>
              <a:endParaRPr altLang="zh-CN" b="1" sz="2200" lang="en-US">
                <a:latin typeface="Courier New" panose="02070309020205020404" pitchFamily="49" charset="0"/>
              </a:endParaRPr>
            </a:p>
          </p:txBody>
        </p:sp>
        <p:sp>
          <p:nvSpPr>
            <p:cNvPr id="1048641" name="Text Box 72"/>
            <p:cNvSpPr txBox="1">
              <a:spLocks noChangeArrowheads="1"/>
            </p:cNvSpPr>
            <p:nvPr/>
          </p:nvSpPr>
          <p:spPr bwMode="auto">
            <a:xfrm>
              <a:off x="545" y="1953"/>
              <a:ext cx="423" cy="376"/>
            </a:xfrm>
            <a:prstGeom prst="rect"/>
            <a:no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altLang="zh-CN" b="1" sz="2200" lang="en-US">
                  <a:latin typeface="Times New Roman" panose="02020603050405020304" pitchFamily="18" charset="0"/>
                </a:rPr>
                <a:t>0  0</a:t>
              </a:r>
              <a:endParaRPr altLang="zh-CN" b="1" sz="2200" lang="en-US">
                <a:latin typeface="Courier New" panose="02070309020205020404" pitchFamily="49" charset="0"/>
              </a:endParaRPr>
            </a:p>
          </p:txBody>
        </p:sp>
        <p:sp>
          <p:nvSpPr>
            <p:cNvPr id="1048642" name="Text Box 73"/>
            <p:cNvSpPr txBox="1">
              <a:spLocks noChangeArrowheads="1"/>
            </p:cNvSpPr>
            <p:nvPr/>
          </p:nvSpPr>
          <p:spPr bwMode="auto">
            <a:xfrm>
              <a:off x="3346" y="1979"/>
              <a:ext cx="290" cy="376"/>
            </a:xfrm>
            <a:prstGeom prst="rect"/>
            <a:no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altLang="zh-CN" b="1" sz="1800" lang="en-US">
                  <a:solidFill>
                    <a:schemeClr val="tx2"/>
                  </a:solidFill>
                  <a:latin typeface="宋体" panose="02010600030101010101" pitchFamily="2" charset="-122"/>
                </a:rPr>
                <a:t>∧</a:t>
              </a:r>
              <a:endParaRPr altLang="zh-CN" b="1" sz="1800" lang="en-US">
                <a:solidFill>
                  <a:schemeClr val="tx2"/>
                </a:solidFill>
                <a:latin typeface="Courier New" panose="02070309020205020404" pitchFamily="49" charset="0"/>
              </a:endParaRPr>
            </a:p>
          </p:txBody>
        </p:sp>
        <p:sp>
          <p:nvSpPr>
            <p:cNvPr id="1048643" name="Text Box 74"/>
            <p:cNvSpPr txBox="1">
              <a:spLocks noChangeArrowheads="1"/>
            </p:cNvSpPr>
            <p:nvPr/>
          </p:nvSpPr>
          <p:spPr bwMode="auto">
            <a:xfrm>
              <a:off x="169" y="1934"/>
              <a:ext cx="366" cy="376"/>
            </a:xfrm>
            <a:prstGeom prst="rect"/>
            <a:no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sz="1800" lang="en-US">
                  <a:latin typeface="Courier New" panose="02070309020205020404" pitchFamily="49" charset="0"/>
                </a:rPr>
                <a:t>ls</a:t>
              </a:r>
              <a:endParaRPr altLang="zh-CN" b="1" sz="1800" lang="en-US">
                <a:latin typeface="Courier New" panose="02070309020205020404" pitchFamily="49" charset="0"/>
              </a:endParaRPr>
            </a:p>
          </p:txBody>
        </p:sp>
      </p:grpSp>
      <p:sp>
        <p:nvSpPr>
          <p:cNvPr id="1048644" name="Freeform 75"/>
          <p:cNvSpPr/>
          <p:nvPr/>
        </p:nvSpPr>
        <p:spPr bwMode="auto">
          <a:xfrm>
            <a:off x="798513" y="3827463"/>
            <a:ext cx="1352550" cy="468312"/>
          </a:xfrm>
          <a:custGeom>
            <a:avLst/>
            <a:gdLst>
              <a:gd name="T0" fmla="*/ 0 w 1410"/>
              <a:gd name="T1" fmla="*/ 0 h 330"/>
              <a:gd name="T2" fmla="*/ 2147483646 w 1410"/>
              <a:gd name="T3" fmla="*/ 2147483646 h 330"/>
              <a:gd name="T4" fmla="*/ 2147483646 w 1410"/>
              <a:gd name="T5" fmla="*/ 2147483646 h 330"/>
              <a:gd name="T6" fmla="*/ 0 60000 65536"/>
              <a:gd name="T7" fmla="*/ 0 60000 65536"/>
              <a:gd name="T8" fmla="*/ 0 60000 65536"/>
            </a:gdLst>
            <a:ahLst/>
            <a:cxnLst>
              <a:cxn ang="T6">
                <a:pos x="T0" y="T1"/>
              </a:cxn>
              <a:cxn ang="T7">
                <a:pos x="T2" y="T3"/>
              </a:cxn>
              <a:cxn ang="T8">
                <a:pos x="T4" y="T5"/>
              </a:cxn>
            </a:cxnLst>
            <a:rect l="0" t="0" r="r" b="b"/>
            <a:pathLst>
              <a:path w="1410" h="330">
                <a:moveTo>
                  <a:pt x="0" y="0"/>
                </a:moveTo>
                <a:cubicBezTo>
                  <a:pt x="475" y="2"/>
                  <a:pt x="950" y="5"/>
                  <a:pt x="1180" y="60"/>
                </a:cubicBezTo>
                <a:cubicBezTo>
                  <a:pt x="1410" y="115"/>
                  <a:pt x="1347" y="283"/>
                  <a:pt x="1380" y="330"/>
                </a:cubicBezTo>
              </a:path>
            </a:pathLst>
          </a:custGeom>
          <a:noFill/>
          <a:ln w="25400" cap="flat">
            <a:solidFill>
              <a:schemeClr val="tx2"/>
            </a:solidFill>
            <a:prstDash val="dash"/>
            <a:round/>
            <a:headEnd type="none" w="med" len="med"/>
            <a:tailEnd type="stealth" w="lg" len="lg"/>
          </a:ln>
        </p:spPr>
        <p:txBody>
          <a:bodyPr/>
          <a:p>
            <a:endParaRPr altLang="en-US" lang="zh-CN"/>
          </a:p>
        </p:txBody>
      </p:sp>
      <p:sp>
        <p:nvSpPr>
          <p:cNvPr id="1048645" name="Freeform 76"/>
          <p:cNvSpPr/>
          <p:nvPr/>
        </p:nvSpPr>
        <p:spPr bwMode="auto">
          <a:xfrm>
            <a:off x="2274890" y="4849813"/>
            <a:ext cx="2224087" cy="188912"/>
          </a:xfrm>
          <a:custGeom>
            <a:avLst/>
            <a:gdLst>
              <a:gd name="T0" fmla="*/ 0 w 2580"/>
              <a:gd name="T1" fmla="*/ 2147483646 h 132"/>
              <a:gd name="T2" fmla="*/ 2147483646 w 2580"/>
              <a:gd name="T3" fmla="*/ 2147483646 h 132"/>
              <a:gd name="T4" fmla="*/ 2147483646 w 2580"/>
              <a:gd name="T5" fmla="*/ 2147483646 h 132"/>
              <a:gd name="T6" fmla="*/ 2147483646 w 2580"/>
              <a:gd name="T7" fmla="*/ 0 h 1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80" h="132">
                <a:moveTo>
                  <a:pt x="0" y="30"/>
                </a:moveTo>
                <a:cubicBezTo>
                  <a:pt x="100" y="69"/>
                  <a:pt x="200" y="108"/>
                  <a:pt x="560" y="120"/>
                </a:cubicBezTo>
                <a:cubicBezTo>
                  <a:pt x="920" y="132"/>
                  <a:pt x="1823" y="125"/>
                  <a:pt x="2160" y="105"/>
                </a:cubicBezTo>
                <a:cubicBezTo>
                  <a:pt x="2497" y="85"/>
                  <a:pt x="2510" y="20"/>
                  <a:pt x="2580" y="0"/>
                </a:cubicBezTo>
              </a:path>
            </a:pathLst>
          </a:custGeom>
          <a:noFill/>
          <a:ln w="25400" cap="flat">
            <a:solidFill>
              <a:schemeClr val="tx2"/>
            </a:solidFill>
            <a:prstDash val="dash"/>
            <a:round/>
            <a:headEnd type="none" w="med" len="med"/>
            <a:tailEnd type="stealth" w="lg" len="lg"/>
          </a:ln>
        </p:spPr>
        <p:txBody>
          <a:bodyPr/>
          <a:p>
            <a:endParaRPr altLang="en-US" lang="zh-CN"/>
          </a:p>
        </p:txBody>
      </p:sp>
      <p:sp>
        <p:nvSpPr>
          <p:cNvPr id="1048646" name="Freeform 77"/>
          <p:cNvSpPr/>
          <p:nvPr/>
        </p:nvSpPr>
        <p:spPr bwMode="auto">
          <a:xfrm>
            <a:off x="2466975" y="3741740"/>
            <a:ext cx="1993900" cy="554037"/>
          </a:xfrm>
          <a:custGeom>
            <a:avLst/>
            <a:gdLst>
              <a:gd name="T0" fmla="*/ 2147483646 w 2080"/>
              <a:gd name="T1" fmla="*/ 2147483646 h 390"/>
              <a:gd name="T2" fmla="*/ 2147483646 w 2080"/>
              <a:gd name="T3" fmla="*/ 2147483646 h 390"/>
              <a:gd name="T4" fmla="*/ 2147483646 w 2080"/>
              <a:gd name="T5" fmla="*/ 2147483646 h 390"/>
              <a:gd name="T6" fmla="*/ 0 w 2080"/>
              <a:gd name="T7" fmla="*/ 0 h 39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80" h="390">
                <a:moveTo>
                  <a:pt x="2080" y="390"/>
                </a:moveTo>
                <a:cubicBezTo>
                  <a:pt x="2038" y="351"/>
                  <a:pt x="1997" y="312"/>
                  <a:pt x="1700" y="300"/>
                </a:cubicBezTo>
                <a:cubicBezTo>
                  <a:pt x="1403" y="288"/>
                  <a:pt x="583" y="365"/>
                  <a:pt x="300" y="315"/>
                </a:cubicBezTo>
                <a:cubicBezTo>
                  <a:pt x="17" y="265"/>
                  <a:pt x="50" y="52"/>
                  <a:pt x="0" y="0"/>
                </a:cubicBezTo>
              </a:path>
            </a:pathLst>
          </a:custGeom>
          <a:noFill/>
          <a:ln w="25400" cap="flat">
            <a:solidFill>
              <a:srgbClr val="008000"/>
            </a:solidFill>
            <a:prstDash val="dash"/>
            <a:round/>
            <a:headEnd type="none" w="med" len="med"/>
            <a:tailEnd type="stealth" w="lg" len="lg"/>
          </a:ln>
        </p:spPr>
        <p:txBody>
          <a:bodyPr/>
          <a:p>
            <a:endParaRPr altLang="en-US" lang="zh-CN"/>
          </a:p>
        </p:txBody>
      </p:sp>
      <p:sp>
        <p:nvSpPr>
          <p:cNvPr id="1048647" name="Freeform 78"/>
          <p:cNvSpPr/>
          <p:nvPr/>
        </p:nvSpPr>
        <p:spPr bwMode="auto">
          <a:xfrm>
            <a:off x="2735265" y="3784600"/>
            <a:ext cx="2435225" cy="490538"/>
          </a:xfrm>
          <a:custGeom>
            <a:avLst/>
            <a:gdLst>
              <a:gd name="T0" fmla="*/ 0 w 2540"/>
              <a:gd name="T1" fmla="*/ 0 h 345"/>
              <a:gd name="T2" fmla="*/ 2147483646 w 2540"/>
              <a:gd name="T3" fmla="*/ 2147483646 h 345"/>
              <a:gd name="T4" fmla="*/ 2147483646 w 2540"/>
              <a:gd name="T5" fmla="*/ 2147483646 h 345"/>
              <a:gd name="T6" fmla="*/ 0 60000 65536"/>
              <a:gd name="T7" fmla="*/ 0 60000 65536"/>
              <a:gd name="T8" fmla="*/ 0 60000 65536"/>
            </a:gdLst>
            <a:ahLst/>
            <a:cxnLst>
              <a:cxn ang="T6">
                <a:pos x="T0" y="T1"/>
              </a:cxn>
              <a:cxn ang="T7">
                <a:pos x="T2" y="T3"/>
              </a:cxn>
              <a:cxn ang="T8">
                <a:pos x="T4" y="T5"/>
              </a:cxn>
            </a:cxnLst>
            <a:rect l="0" t="0" r="r" b="b"/>
            <a:pathLst>
              <a:path w="2540" h="345">
                <a:moveTo>
                  <a:pt x="0" y="0"/>
                </a:moveTo>
                <a:cubicBezTo>
                  <a:pt x="798" y="1"/>
                  <a:pt x="1597" y="3"/>
                  <a:pt x="2020" y="60"/>
                </a:cubicBezTo>
                <a:cubicBezTo>
                  <a:pt x="2443" y="117"/>
                  <a:pt x="2453" y="297"/>
                  <a:pt x="2540" y="345"/>
                </a:cubicBezTo>
              </a:path>
            </a:pathLst>
          </a:custGeom>
          <a:noFill/>
          <a:ln w="25400" cap="flat">
            <a:solidFill>
              <a:schemeClr val="tx2"/>
            </a:solidFill>
            <a:prstDash val="dash"/>
            <a:round/>
            <a:headEnd type="none" w="med" len="med"/>
            <a:tailEnd type="stealth" w="lg" len="lg"/>
          </a:ln>
        </p:spPr>
        <p:txBody>
          <a:bodyPr/>
          <a:p>
            <a:endParaRPr altLang="en-US" lang="zh-CN"/>
          </a:p>
        </p:txBody>
      </p:sp>
      <p:sp>
        <p:nvSpPr>
          <p:cNvPr id="1048648" name="Freeform 79"/>
          <p:cNvSpPr/>
          <p:nvPr/>
        </p:nvSpPr>
        <p:spPr bwMode="auto">
          <a:xfrm>
            <a:off x="5132388" y="4879975"/>
            <a:ext cx="939800" cy="508000"/>
          </a:xfrm>
          <a:custGeom>
            <a:avLst/>
            <a:gdLst>
              <a:gd name="T0" fmla="*/ 0 w 980"/>
              <a:gd name="T1" fmla="*/ 2147483646 h 357"/>
              <a:gd name="T2" fmla="*/ 2147483646 w 980"/>
              <a:gd name="T3" fmla="*/ 2147483646 h 357"/>
              <a:gd name="T4" fmla="*/ 2147483646 w 980"/>
              <a:gd name="T5" fmla="*/ 2147483646 h 357"/>
              <a:gd name="T6" fmla="*/ 0 60000 65536"/>
              <a:gd name="T7" fmla="*/ 0 60000 65536"/>
              <a:gd name="T8" fmla="*/ 0 60000 65536"/>
            </a:gdLst>
            <a:ahLst/>
            <a:cxnLst>
              <a:cxn ang="T6">
                <a:pos x="T0" y="T1"/>
              </a:cxn>
              <a:cxn ang="T7">
                <a:pos x="T2" y="T3"/>
              </a:cxn>
              <a:cxn ang="T8">
                <a:pos x="T4" y="T5"/>
              </a:cxn>
            </a:cxnLst>
            <a:rect l="0" t="0" r="r" b="b"/>
            <a:pathLst>
              <a:path w="980" h="357">
                <a:moveTo>
                  <a:pt x="0" y="12"/>
                </a:moveTo>
                <a:cubicBezTo>
                  <a:pt x="198" y="6"/>
                  <a:pt x="397" y="0"/>
                  <a:pt x="560" y="57"/>
                </a:cubicBezTo>
                <a:cubicBezTo>
                  <a:pt x="723" y="114"/>
                  <a:pt x="910" y="307"/>
                  <a:pt x="980" y="357"/>
                </a:cubicBezTo>
              </a:path>
            </a:pathLst>
          </a:custGeom>
          <a:noFill/>
          <a:ln w="25400" cap="flat">
            <a:solidFill>
              <a:schemeClr val="tx2"/>
            </a:solidFill>
            <a:prstDash val="dash"/>
            <a:round/>
            <a:headEnd type="none" w="med" len="med"/>
            <a:tailEnd type="stealth" w="lg" len="lg"/>
          </a:ln>
        </p:spPr>
        <p:txBody>
          <a:bodyPr/>
          <a:p>
            <a:endParaRPr altLang="en-US" lang="zh-CN"/>
          </a:p>
        </p:txBody>
      </p:sp>
      <p:sp>
        <p:nvSpPr>
          <p:cNvPr id="1048649" name="Freeform 80"/>
          <p:cNvSpPr/>
          <p:nvPr/>
        </p:nvSpPr>
        <p:spPr bwMode="auto">
          <a:xfrm>
            <a:off x="6264275" y="5916615"/>
            <a:ext cx="2224088" cy="187325"/>
          </a:xfrm>
          <a:custGeom>
            <a:avLst/>
            <a:gdLst>
              <a:gd name="T0" fmla="*/ 0 w 2580"/>
              <a:gd name="T1" fmla="*/ 2147483646 h 132"/>
              <a:gd name="T2" fmla="*/ 2147483646 w 2580"/>
              <a:gd name="T3" fmla="*/ 2147483646 h 132"/>
              <a:gd name="T4" fmla="*/ 2147483646 w 2580"/>
              <a:gd name="T5" fmla="*/ 2147483646 h 132"/>
              <a:gd name="T6" fmla="*/ 2147483646 w 2580"/>
              <a:gd name="T7" fmla="*/ 0 h 1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80" h="132">
                <a:moveTo>
                  <a:pt x="0" y="30"/>
                </a:moveTo>
                <a:cubicBezTo>
                  <a:pt x="100" y="69"/>
                  <a:pt x="200" y="108"/>
                  <a:pt x="560" y="120"/>
                </a:cubicBezTo>
                <a:cubicBezTo>
                  <a:pt x="920" y="132"/>
                  <a:pt x="1823" y="125"/>
                  <a:pt x="2160" y="105"/>
                </a:cubicBezTo>
                <a:cubicBezTo>
                  <a:pt x="2497" y="85"/>
                  <a:pt x="2510" y="20"/>
                  <a:pt x="2580" y="0"/>
                </a:cubicBezTo>
              </a:path>
            </a:pathLst>
          </a:custGeom>
          <a:noFill/>
          <a:ln w="25400" cap="flat">
            <a:solidFill>
              <a:schemeClr val="tx2"/>
            </a:solidFill>
            <a:prstDash val="dash"/>
            <a:round/>
            <a:headEnd type="none" w="med" len="med"/>
            <a:tailEnd type="stealth" w="lg" len="lg"/>
          </a:ln>
        </p:spPr>
        <p:txBody>
          <a:bodyPr/>
          <a:p>
            <a:endParaRPr altLang="en-US" lang="zh-CN"/>
          </a:p>
        </p:txBody>
      </p:sp>
      <p:sp>
        <p:nvSpPr>
          <p:cNvPr id="1048650" name="Freeform 81"/>
          <p:cNvSpPr/>
          <p:nvPr/>
        </p:nvSpPr>
        <p:spPr bwMode="auto">
          <a:xfrm>
            <a:off x="6378575" y="4808540"/>
            <a:ext cx="1993900" cy="554037"/>
          </a:xfrm>
          <a:custGeom>
            <a:avLst/>
            <a:gdLst>
              <a:gd name="T0" fmla="*/ 2147483646 w 2080"/>
              <a:gd name="T1" fmla="*/ 2147483646 h 390"/>
              <a:gd name="T2" fmla="*/ 2147483646 w 2080"/>
              <a:gd name="T3" fmla="*/ 2147483646 h 390"/>
              <a:gd name="T4" fmla="*/ 2147483646 w 2080"/>
              <a:gd name="T5" fmla="*/ 2147483646 h 390"/>
              <a:gd name="T6" fmla="*/ 0 w 2080"/>
              <a:gd name="T7" fmla="*/ 0 h 39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80" h="390">
                <a:moveTo>
                  <a:pt x="2080" y="390"/>
                </a:moveTo>
                <a:cubicBezTo>
                  <a:pt x="2038" y="351"/>
                  <a:pt x="1997" y="312"/>
                  <a:pt x="1700" y="300"/>
                </a:cubicBezTo>
                <a:cubicBezTo>
                  <a:pt x="1403" y="288"/>
                  <a:pt x="583" y="365"/>
                  <a:pt x="300" y="315"/>
                </a:cubicBezTo>
                <a:cubicBezTo>
                  <a:pt x="17" y="265"/>
                  <a:pt x="50" y="52"/>
                  <a:pt x="0" y="0"/>
                </a:cubicBezTo>
              </a:path>
            </a:pathLst>
          </a:custGeom>
          <a:noFill/>
          <a:ln w="25400" cap="flat">
            <a:solidFill>
              <a:srgbClr val="008000"/>
            </a:solidFill>
            <a:prstDash val="dash"/>
            <a:round/>
            <a:headEnd type="none" w="med" len="med"/>
            <a:tailEnd type="stealth" w="lg" len="lg"/>
          </a:ln>
        </p:spPr>
        <p:txBody>
          <a:bodyPr/>
          <a:p>
            <a:endParaRPr altLang="en-US" lang="zh-CN"/>
          </a:p>
        </p:txBody>
      </p:sp>
      <p:sp>
        <p:nvSpPr>
          <p:cNvPr id="1048651" name="Freeform 82"/>
          <p:cNvSpPr/>
          <p:nvPr/>
        </p:nvSpPr>
        <p:spPr bwMode="auto">
          <a:xfrm>
            <a:off x="6627813" y="4849813"/>
            <a:ext cx="977900" cy="114300"/>
          </a:xfrm>
          <a:custGeom>
            <a:avLst/>
            <a:gdLst>
              <a:gd name="T0" fmla="*/ 0 w 1020"/>
              <a:gd name="T1" fmla="*/ 2147483646 h 80"/>
              <a:gd name="T2" fmla="*/ 2147483646 w 1020"/>
              <a:gd name="T3" fmla="*/ 2147483646 h 80"/>
              <a:gd name="T4" fmla="*/ 2147483646 w 1020"/>
              <a:gd name="T5" fmla="*/ 2147483646 h 80"/>
              <a:gd name="T6" fmla="*/ 2147483646 w 1020"/>
              <a:gd name="T7" fmla="*/ 0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20" h="80">
                <a:moveTo>
                  <a:pt x="0" y="30"/>
                </a:moveTo>
                <a:cubicBezTo>
                  <a:pt x="81" y="50"/>
                  <a:pt x="163" y="70"/>
                  <a:pt x="300" y="75"/>
                </a:cubicBezTo>
                <a:cubicBezTo>
                  <a:pt x="437" y="80"/>
                  <a:pt x="700" y="73"/>
                  <a:pt x="820" y="60"/>
                </a:cubicBezTo>
                <a:cubicBezTo>
                  <a:pt x="940" y="47"/>
                  <a:pt x="987" y="10"/>
                  <a:pt x="1020" y="0"/>
                </a:cubicBezTo>
              </a:path>
            </a:pathLst>
          </a:custGeom>
          <a:noFill/>
          <a:ln w="25400" cap="flat">
            <a:solidFill>
              <a:schemeClr val="tx2"/>
            </a:solidFill>
            <a:prstDash val="dash"/>
            <a:round/>
            <a:headEnd type="none" w="med" len="med"/>
            <a:tailEnd type="stealth" w="lg" len="lg"/>
          </a:ln>
        </p:spPr>
        <p:txBody>
          <a:bodyPr/>
          <a:p>
            <a:endParaRPr altLang="en-US" lang="zh-CN"/>
          </a:p>
        </p:txBody>
      </p:sp>
      <p:sp>
        <p:nvSpPr>
          <p:cNvPr id="1048652" name="Freeform 83"/>
          <p:cNvSpPr/>
          <p:nvPr/>
        </p:nvSpPr>
        <p:spPr bwMode="auto">
          <a:xfrm>
            <a:off x="5438775" y="3805240"/>
            <a:ext cx="2033588" cy="490537"/>
          </a:xfrm>
          <a:custGeom>
            <a:avLst/>
            <a:gdLst>
              <a:gd name="T0" fmla="*/ 2147483646 w 2120"/>
              <a:gd name="T1" fmla="*/ 2147483646 h 345"/>
              <a:gd name="T2" fmla="*/ 2147483646 w 2120"/>
              <a:gd name="T3" fmla="*/ 2147483646 h 345"/>
              <a:gd name="T4" fmla="*/ 2147483646 w 2120"/>
              <a:gd name="T5" fmla="*/ 2147483646 h 345"/>
              <a:gd name="T6" fmla="*/ 0 w 2120"/>
              <a:gd name="T7" fmla="*/ 0 h 3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20" h="345">
                <a:moveTo>
                  <a:pt x="2120" y="345"/>
                </a:moveTo>
                <a:cubicBezTo>
                  <a:pt x="2098" y="315"/>
                  <a:pt x="2077" y="285"/>
                  <a:pt x="1820" y="270"/>
                </a:cubicBezTo>
                <a:cubicBezTo>
                  <a:pt x="1563" y="255"/>
                  <a:pt x="883" y="300"/>
                  <a:pt x="580" y="255"/>
                </a:cubicBezTo>
                <a:cubicBezTo>
                  <a:pt x="277" y="210"/>
                  <a:pt x="107" y="45"/>
                  <a:pt x="0" y="0"/>
                </a:cubicBezTo>
              </a:path>
            </a:pathLst>
          </a:custGeom>
          <a:noFill/>
          <a:ln w="25400" cap="flat">
            <a:solidFill>
              <a:srgbClr val="008000"/>
            </a:solidFill>
            <a:prstDash val="dash"/>
            <a:round/>
            <a:headEnd type="none" w="med" len="med"/>
            <a:tailEnd type="stealth" w="lg" len="lg"/>
          </a:ln>
        </p:spPr>
        <p:txBody>
          <a:bodyPr/>
          <a:p>
            <a:endParaRPr altLang="en-US" lang="zh-CN"/>
          </a:p>
        </p:txBody>
      </p:sp>
      <p:sp>
        <p:nvSpPr>
          <p:cNvPr id="1048653" name="Freeform 84"/>
          <p:cNvSpPr/>
          <p:nvPr/>
        </p:nvSpPr>
        <p:spPr bwMode="auto">
          <a:xfrm>
            <a:off x="760413" y="3063875"/>
            <a:ext cx="4697412" cy="166688"/>
          </a:xfrm>
          <a:custGeom>
            <a:avLst/>
            <a:gdLst>
              <a:gd name="T0" fmla="*/ 2147483646 w 4900"/>
              <a:gd name="T1" fmla="*/ 2147483646 h 87"/>
              <a:gd name="T2" fmla="*/ 2147483646 w 4900"/>
              <a:gd name="T3" fmla="*/ 2147483646 h 87"/>
              <a:gd name="T4" fmla="*/ 2147483646 w 4900"/>
              <a:gd name="T5" fmla="*/ 2147483646 h 87"/>
              <a:gd name="T6" fmla="*/ 0 w 4900"/>
              <a:gd name="T7" fmla="*/ 2147483646 h 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00" h="87">
                <a:moveTo>
                  <a:pt x="4900" y="87"/>
                </a:moveTo>
                <a:cubicBezTo>
                  <a:pt x="4890" y="55"/>
                  <a:pt x="4880" y="24"/>
                  <a:pt x="4720" y="12"/>
                </a:cubicBezTo>
                <a:cubicBezTo>
                  <a:pt x="4560" y="0"/>
                  <a:pt x="4727" y="12"/>
                  <a:pt x="3940" y="12"/>
                </a:cubicBezTo>
                <a:cubicBezTo>
                  <a:pt x="3153" y="12"/>
                  <a:pt x="657" y="12"/>
                  <a:pt x="0" y="12"/>
                </a:cubicBezTo>
              </a:path>
            </a:pathLst>
          </a:custGeom>
          <a:noFill/>
          <a:ln w="25400" cap="flat">
            <a:solidFill>
              <a:srgbClr val="008000"/>
            </a:solidFill>
            <a:prstDash val="dash"/>
            <a:round/>
            <a:headEnd type="none" w="med" len="med"/>
            <a:tailEnd type="stealth" w="lg" len="lg"/>
          </a:ln>
        </p:spPr>
        <p:txBody>
          <a:bodyPr/>
          <a:p>
            <a:endParaRPr altLang="en-US" lang="zh-CN"/>
          </a:p>
        </p:txBody>
      </p:sp>
    </p:spTree>
  </p:cSld>
  <p:clrMapOvr>
    <a:masterClrMapping/>
  </p:clrMapOvr>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2" presetSubtype="1">
                                  <p:stCondLst>
                                    <p:cond delay="0"/>
                                  </p:stCondLst>
                                  <p:childTnLst>
                                    <p:set>
                                      <p:cBhvr>
                                        <p:cTn dur="1" fill="hold" id="6">
                                          <p:stCondLst>
                                            <p:cond delay="0"/>
                                          </p:stCondLst>
                                        </p:cTn>
                                        <p:tgtEl>
                                          <p:spTgt spid="1048644"/>
                                        </p:tgtEl>
                                        <p:attrNameLst>
                                          <p:attrName>style.visibility</p:attrName>
                                        </p:attrNameLst>
                                      </p:cBhvr>
                                      <p:to>
                                        <p:strVal val="visible"/>
                                      </p:to>
                                    </p:set>
                                    <p:animEffect transition="in" filter="wipe(up)">
                                      <p:cBhvr>
                                        <p:cTn dur="1000" id="7"/>
                                        <p:tgtEl>
                                          <p:spTgt spid="1048644"/>
                                        </p:tgtEl>
                                      </p:cBhvr>
                                    </p:animEffect>
                                  </p:childTnLst>
                                </p:cTn>
                              </p:par>
                            </p:childTnLst>
                          </p:cTn>
                        </p:par>
                        <p:par>
                          <p:cTn fill="hold" id="8" nodeType="afterGroup">
                            <p:stCondLst>
                              <p:cond delay="1000"/>
                            </p:stCondLst>
                            <p:childTnLst>
                              <p:par>
                                <p:cTn fill="hold" id="9" nodeType="afterEffect" presetClass="entr" presetID="22" presetSubtype="8">
                                  <p:stCondLst>
                                    <p:cond delay="0"/>
                                  </p:stCondLst>
                                  <p:childTnLst>
                                    <p:set>
                                      <p:cBhvr>
                                        <p:cTn dur="1" fill="hold" id="10">
                                          <p:stCondLst>
                                            <p:cond delay="0"/>
                                          </p:stCondLst>
                                        </p:cTn>
                                        <p:tgtEl>
                                          <p:spTgt spid="1048645"/>
                                        </p:tgtEl>
                                        <p:attrNameLst>
                                          <p:attrName>style.visibility</p:attrName>
                                        </p:attrNameLst>
                                      </p:cBhvr>
                                      <p:to>
                                        <p:strVal val="visible"/>
                                      </p:to>
                                    </p:set>
                                    <p:animEffect transition="in" filter="wipe(left)">
                                      <p:cBhvr>
                                        <p:cTn dur="1000" id="11"/>
                                        <p:tgtEl>
                                          <p:spTgt spid="1048645"/>
                                        </p:tgtEl>
                                      </p:cBhvr>
                                    </p:animEffect>
                                  </p:childTnLst>
                                </p:cTn>
                              </p:par>
                            </p:childTnLst>
                          </p:cTn>
                        </p:par>
                        <p:par>
                          <p:cTn fill="hold" id="12" nodeType="afterGroup">
                            <p:stCondLst>
                              <p:cond delay="2000"/>
                            </p:stCondLst>
                            <p:childTnLst>
                              <p:par>
                                <p:cTn fill="hold" id="13" nodeType="afterEffect" presetClass="entr" presetID="22" presetSubtype="4">
                                  <p:stCondLst>
                                    <p:cond delay="0"/>
                                  </p:stCondLst>
                                  <p:childTnLst>
                                    <p:set>
                                      <p:cBhvr>
                                        <p:cTn dur="1" fill="hold" id="14">
                                          <p:stCondLst>
                                            <p:cond delay="0"/>
                                          </p:stCondLst>
                                        </p:cTn>
                                        <p:tgtEl>
                                          <p:spTgt spid="1048646"/>
                                        </p:tgtEl>
                                        <p:attrNameLst>
                                          <p:attrName>style.visibility</p:attrName>
                                        </p:attrNameLst>
                                      </p:cBhvr>
                                      <p:to>
                                        <p:strVal val="visible"/>
                                      </p:to>
                                    </p:set>
                                    <p:animEffect transition="in" filter="wipe(down)">
                                      <p:cBhvr>
                                        <p:cTn dur="2000" id="15"/>
                                        <p:tgtEl>
                                          <p:spTgt spid="1048646"/>
                                        </p:tgtEl>
                                      </p:cBhvr>
                                    </p:animEffect>
                                  </p:childTnLst>
                                </p:cTn>
                              </p:par>
                            </p:childTnLst>
                          </p:cTn>
                        </p:par>
                      </p:childTnLst>
                    </p:cTn>
                  </p:par>
                  <p:par>
                    <p:cTn fill="hold" id="16" nodeType="clickPar">
                      <p:stCondLst>
                        <p:cond delay="indefinite"/>
                      </p:stCondLst>
                      <p:childTnLst>
                        <p:par>
                          <p:cTn fill="hold" id="17" nodeType="withGroup">
                            <p:stCondLst>
                              <p:cond delay="0"/>
                            </p:stCondLst>
                            <p:childTnLst>
                              <p:par>
                                <p:cTn fill="hold" id="18" nodeType="clickEffect" presetClass="entr" presetID="22" presetSubtype="1">
                                  <p:stCondLst>
                                    <p:cond delay="0"/>
                                  </p:stCondLst>
                                  <p:childTnLst>
                                    <p:set>
                                      <p:cBhvr>
                                        <p:cTn dur="1" fill="hold" id="19">
                                          <p:stCondLst>
                                            <p:cond delay="0"/>
                                          </p:stCondLst>
                                        </p:cTn>
                                        <p:tgtEl>
                                          <p:spTgt spid="1048647"/>
                                        </p:tgtEl>
                                        <p:attrNameLst>
                                          <p:attrName>style.visibility</p:attrName>
                                        </p:attrNameLst>
                                      </p:cBhvr>
                                      <p:to>
                                        <p:strVal val="visible"/>
                                      </p:to>
                                    </p:set>
                                    <p:animEffect transition="in" filter="wipe(up)">
                                      <p:cBhvr>
                                        <p:cTn dur="500" id="20"/>
                                        <p:tgtEl>
                                          <p:spTgt spid="1048647"/>
                                        </p:tgtEl>
                                      </p:cBhvr>
                                    </p:animEffect>
                                  </p:childTnLst>
                                </p:cTn>
                              </p:par>
                            </p:childTnLst>
                          </p:cTn>
                        </p:par>
                        <p:par>
                          <p:cTn fill="hold" id="21" nodeType="afterGroup">
                            <p:stCondLst>
                              <p:cond delay="500"/>
                            </p:stCondLst>
                            <p:childTnLst>
                              <p:par>
                                <p:cTn fill="hold" id="22" nodeType="afterEffect" presetClass="entr" presetID="22" presetSubtype="1">
                                  <p:stCondLst>
                                    <p:cond delay="0"/>
                                  </p:stCondLst>
                                  <p:childTnLst>
                                    <p:set>
                                      <p:cBhvr>
                                        <p:cTn dur="1" fill="hold" id="23">
                                          <p:stCondLst>
                                            <p:cond delay="0"/>
                                          </p:stCondLst>
                                        </p:cTn>
                                        <p:tgtEl>
                                          <p:spTgt spid="1048648"/>
                                        </p:tgtEl>
                                        <p:attrNameLst>
                                          <p:attrName>style.visibility</p:attrName>
                                        </p:attrNameLst>
                                      </p:cBhvr>
                                      <p:to>
                                        <p:strVal val="visible"/>
                                      </p:to>
                                    </p:set>
                                    <p:animEffect transition="in" filter="wipe(up)">
                                      <p:cBhvr>
                                        <p:cTn dur="1000" id="24"/>
                                        <p:tgtEl>
                                          <p:spTgt spid="1048648"/>
                                        </p:tgtEl>
                                      </p:cBhvr>
                                    </p:animEffect>
                                  </p:childTnLst>
                                </p:cTn>
                              </p:par>
                            </p:childTnLst>
                          </p:cTn>
                        </p:par>
                        <p:par>
                          <p:cTn fill="hold" id="25" nodeType="afterGroup">
                            <p:stCondLst>
                              <p:cond delay="1500"/>
                            </p:stCondLst>
                            <p:childTnLst>
                              <p:par>
                                <p:cTn fill="hold" id="26" nodeType="afterEffect" presetClass="entr" presetID="22" presetSubtype="8">
                                  <p:stCondLst>
                                    <p:cond delay="0"/>
                                  </p:stCondLst>
                                  <p:childTnLst>
                                    <p:set>
                                      <p:cBhvr>
                                        <p:cTn dur="1" fill="hold" id="27">
                                          <p:stCondLst>
                                            <p:cond delay="0"/>
                                          </p:stCondLst>
                                        </p:cTn>
                                        <p:tgtEl>
                                          <p:spTgt spid="1048649"/>
                                        </p:tgtEl>
                                        <p:attrNameLst>
                                          <p:attrName>style.visibility</p:attrName>
                                        </p:attrNameLst>
                                      </p:cBhvr>
                                      <p:to>
                                        <p:strVal val="visible"/>
                                      </p:to>
                                    </p:set>
                                    <p:animEffect transition="in" filter="wipe(left)">
                                      <p:cBhvr>
                                        <p:cTn dur="1000" id="28"/>
                                        <p:tgtEl>
                                          <p:spTgt spid="1048649"/>
                                        </p:tgtEl>
                                      </p:cBhvr>
                                    </p:animEffect>
                                  </p:childTnLst>
                                </p:cTn>
                              </p:par>
                            </p:childTnLst>
                          </p:cTn>
                        </p:par>
                        <p:par>
                          <p:cTn fill="hold" id="29" nodeType="afterGroup">
                            <p:stCondLst>
                              <p:cond delay="2500"/>
                            </p:stCondLst>
                            <p:childTnLst>
                              <p:par>
                                <p:cTn fill="hold" id="30" nodeType="afterEffect" presetClass="entr" presetID="22" presetSubtype="4">
                                  <p:stCondLst>
                                    <p:cond delay="0"/>
                                  </p:stCondLst>
                                  <p:childTnLst>
                                    <p:set>
                                      <p:cBhvr>
                                        <p:cTn dur="1" fill="hold" id="31">
                                          <p:stCondLst>
                                            <p:cond delay="0"/>
                                          </p:stCondLst>
                                        </p:cTn>
                                        <p:tgtEl>
                                          <p:spTgt spid="1048650"/>
                                        </p:tgtEl>
                                        <p:attrNameLst>
                                          <p:attrName>style.visibility</p:attrName>
                                        </p:attrNameLst>
                                      </p:cBhvr>
                                      <p:to>
                                        <p:strVal val="visible"/>
                                      </p:to>
                                    </p:set>
                                    <p:animEffect transition="in" filter="wipe(down)">
                                      <p:cBhvr>
                                        <p:cTn dur="1000" id="32"/>
                                        <p:tgtEl>
                                          <p:spTgt spid="1048650"/>
                                        </p:tgtEl>
                                      </p:cBhvr>
                                    </p:animEffect>
                                  </p:childTnLst>
                                </p:cTn>
                              </p:par>
                            </p:childTnLst>
                          </p:cTn>
                        </p:par>
                      </p:childTnLst>
                    </p:cTn>
                  </p:par>
                  <p:par>
                    <p:cTn fill="hold" id="33" nodeType="clickPar">
                      <p:stCondLst>
                        <p:cond delay="indefinite"/>
                      </p:stCondLst>
                      <p:childTnLst>
                        <p:par>
                          <p:cTn fill="hold" id="34" nodeType="withGroup">
                            <p:stCondLst>
                              <p:cond delay="0"/>
                            </p:stCondLst>
                            <p:childTnLst>
                              <p:par>
                                <p:cTn fill="hold" id="35" nodeType="clickEffect" presetClass="entr" presetID="22" presetSubtype="8">
                                  <p:stCondLst>
                                    <p:cond delay="0"/>
                                  </p:stCondLst>
                                  <p:childTnLst>
                                    <p:set>
                                      <p:cBhvr>
                                        <p:cTn dur="1" fill="hold" id="36">
                                          <p:stCondLst>
                                            <p:cond delay="0"/>
                                          </p:stCondLst>
                                        </p:cTn>
                                        <p:tgtEl>
                                          <p:spTgt spid="1048651"/>
                                        </p:tgtEl>
                                        <p:attrNameLst>
                                          <p:attrName>style.visibility</p:attrName>
                                        </p:attrNameLst>
                                      </p:cBhvr>
                                      <p:to>
                                        <p:strVal val="visible"/>
                                      </p:to>
                                    </p:set>
                                    <p:animEffect transition="in" filter="wipe(left)">
                                      <p:cBhvr>
                                        <p:cTn dur="1000" id="37"/>
                                        <p:tgtEl>
                                          <p:spTgt spid="1048651"/>
                                        </p:tgtEl>
                                      </p:cBhvr>
                                    </p:animEffect>
                                  </p:childTnLst>
                                </p:cTn>
                              </p:par>
                            </p:childTnLst>
                          </p:cTn>
                        </p:par>
                        <p:par>
                          <p:cTn fill="hold" id="38" nodeType="afterGroup">
                            <p:stCondLst>
                              <p:cond delay="1000"/>
                            </p:stCondLst>
                            <p:childTnLst>
                              <p:par>
                                <p:cTn fill="hold" id="39" nodeType="afterEffect" presetClass="entr" presetID="22" presetSubtype="4">
                                  <p:stCondLst>
                                    <p:cond delay="0"/>
                                  </p:stCondLst>
                                  <p:childTnLst>
                                    <p:set>
                                      <p:cBhvr>
                                        <p:cTn dur="1" fill="hold" id="40">
                                          <p:stCondLst>
                                            <p:cond delay="0"/>
                                          </p:stCondLst>
                                        </p:cTn>
                                        <p:tgtEl>
                                          <p:spTgt spid="1048652"/>
                                        </p:tgtEl>
                                        <p:attrNameLst>
                                          <p:attrName>style.visibility</p:attrName>
                                        </p:attrNameLst>
                                      </p:cBhvr>
                                      <p:to>
                                        <p:strVal val="visible"/>
                                      </p:to>
                                    </p:set>
                                    <p:animEffect transition="in" filter="wipe(down)">
                                      <p:cBhvr>
                                        <p:cTn dur="1000" id="41"/>
                                        <p:tgtEl>
                                          <p:spTgt spid="1048652"/>
                                        </p:tgtEl>
                                      </p:cBhvr>
                                    </p:animEffect>
                                  </p:childTnLst>
                                </p:cTn>
                              </p:par>
                            </p:childTnLst>
                          </p:cTn>
                        </p:par>
                        <p:par>
                          <p:cTn fill="hold" id="42" nodeType="afterGroup">
                            <p:stCondLst>
                              <p:cond delay="2000"/>
                            </p:stCondLst>
                            <p:childTnLst>
                              <p:par>
                                <p:cTn fill="hold" id="43" nodeType="afterEffect" presetClass="entr" presetID="22" presetSubtype="2">
                                  <p:stCondLst>
                                    <p:cond delay="0"/>
                                  </p:stCondLst>
                                  <p:childTnLst>
                                    <p:set>
                                      <p:cBhvr>
                                        <p:cTn dur="1" fill="hold" id="44">
                                          <p:stCondLst>
                                            <p:cond delay="0"/>
                                          </p:stCondLst>
                                        </p:cTn>
                                        <p:tgtEl>
                                          <p:spTgt spid="1048653"/>
                                        </p:tgtEl>
                                        <p:attrNameLst>
                                          <p:attrName>style.visibility</p:attrName>
                                        </p:attrNameLst>
                                      </p:cBhvr>
                                      <p:to>
                                        <p:strVal val="visible"/>
                                      </p:to>
                                    </p:set>
                                    <p:animEffect transition="in" filter="wipe(right)">
                                      <p:cBhvr>
                                        <p:cTn dur="1000" id="45"/>
                                        <p:tgtEl>
                                          <p:spTgt spid="1048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74" name=""/>
        <p:cNvGrpSpPr/>
        <p:nvPr/>
      </p:nvGrpSpPr>
      <p:grpSpPr>
        <a:xfrm>
          <a:off x="0" y="0"/>
          <a:ext cx="0" cy="0"/>
          <a:chOff x="0" y="0"/>
          <a:chExt cx="0" cy="0"/>
        </a:xfrm>
      </p:grpSpPr>
      <p:graphicFrame>
        <p:nvGraphicFramePr>
          <p:cNvPr id="4194304" name="Object 2"/>
          <p:cNvGraphicFramePr>
            <a:graphicFrameLocks noChangeAspect="1"/>
          </p:cNvGraphicFramePr>
          <p:nvPr/>
        </p:nvGraphicFramePr>
        <p:xfrm>
          <a:off x="4514852" y="3321052"/>
          <a:ext cx="112713" cy="214313"/>
        </p:xfrm>
        <a:graphic>
          <a:graphicData uri="http://schemas.openxmlformats.org/presentationml/2006/ole">
            <mc:AlternateContent xmlns:mc="http://schemas.openxmlformats.org/markup-compatibility/2006">
              <mc:Choice xmlns:v="urn:schemas-microsoft-com:vml" Requires="v">
                <p:oleObj name="公式" r:id="rId1" spid="_x0000_s17530" imgH="215619" imgW="114151" progId="Equation.3">
                  <p:embed/>
                </p:oleObj>
              </mc:Choice>
              <mc:Fallback>
                <p:oleObj name="公式" r:id="rId1" spid="" imgH="215619" imgW="114151" progId="Equation.3">
                  <p:embed/>
                  <p:pic>
                    <p:nvPicPr>
                      <p:cNvPr id="2097152" name="Object 2"/>
                      <p:cNvPicPr>
                        <a:picLocks noChangeAspect="1" noChangeArrowheads="1"/>
                      </p:cNvPicPr>
                      <p:nvPr/>
                    </p:nvPicPr>
                    <p:blipFill>
                      <a:blip xmlns:r="http://schemas.openxmlformats.org/officeDocument/2006/relationships" r:embed="rId2"/>
                      <a:srcRect/>
                      <a:stretch>
                        <a:fillRect/>
                      </a:stretch>
                    </p:blipFill>
                    <p:spPr bwMode="auto">
                      <a:xfrm>
                        <a:off x="4514852" y="3321052"/>
                        <a:ext cx="112713" cy="214313"/>
                      </a:xfrm>
                      <a:prstGeom prst="rect"/>
                      <a:noFill/>
                      <a:ln>
                        <a:noFill/>
                      </a:ln>
                      <a:effectLst/>
                    </p:spPr>
                  </p:pic>
                </p:oleObj>
              </mc:Fallback>
            </mc:AlternateContent>
          </a:graphicData>
        </a:graphic>
      </p:graphicFrame>
      <p:graphicFrame>
        <p:nvGraphicFramePr>
          <p:cNvPr id="4194305" name="Object 3"/>
          <p:cNvGraphicFramePr>
            <a:graphicFrameLocks noChangeAspect="1"/>
          </p:cNvGraphicFramePr>
          <p:nvPr/>
        </p:nvGraphicFramePr>
        <p:xfrm>
          <a:off x="4514852" y="3321052"/>
          <a:ext cx="112713" cy="214313"/>
        </p:xfrm>
        <a:graphic>
          <a:graphicData uri="http://schemas.openxmlformats.org/presentationml/2006/ole">
            <mc:AlternateContent xmlns:mc="http://schemas.openxmlformats.org/markup-compatibility/2006">
              <mc:Choice xmlns:v="urn:schemas-microsoft-com:vml" Requires="v">
                <p:oleObj name="公式" r:id="rId3" spid="_x0000_s17531" imgH="215619" imgW="114151" progId="Equation.3">
                  <p:embed/>
                </p:oleObj>
              </mc:Choice>
              <mc:Fallback>
                <p:oleObj name="公式" r:id="rId3" spid="" imgH="215619" imgW="114151" progId="Equation.3">
                  <p:embed/>
                  <p:pic>
                    <p:nvPicPr>
                      <p:cNvPr id="2097153" name="Object 3"/>
                      <p:cNvPicPr>
                        <a:picLocks noChangeAspect="1" noChangeArrowheads="1"/>
                      </p:cNvPicPr>
                      <p:nvPr/>
                    </p:nvPicPr>
                    <p:blipFill>
                      <a:blip xmlns:r="http://schemas.openxmlformats.org/officeDocument/2006/relationships" r:embed="rId2"/>
                      <a:srcRect/>
                      <a:stretch>
                        <a:fillRect/>
                      </a:stretch>
                    </p:blipFill>
                    <p:spPr bwMode="auto">
                      <a:xfrm>
                        <a:off x="4514852" y="3321052"/>
                        <a:ext cx="112713" cy="214313"/>
                      </a:xfrm>
                      <a:prstGeom prst="rect"/>
                      <a:noFill/>
                      <a:ln>
                        <a:noFill/>
                      </a:ln>
                      <a:effectLst/>
                    </p:spPr>
                  </p:pic>
                </p:oleObj>
              </mc:Fallback>
            </mc:AlternateContent>
          </a:graphicData>
        </a:graphic>
      </p:graphicFrame>
      <p:sp>
        <p:nvSpPr>
          <p:cNvPr id="1048658" name="AutoShape 4"/>
          <p:cNvSpPr/>
          <p:nvPr/>
        </p:nvSpPr>
        <p:spPr bwMode="auto">
          <a:xfrm rot="16200000">
            <a:off x="7429500" y="4127500"/>
            <a:ext cx="152400" cy="685800"/>
          </a:xfrm>
          <a:prstGeom prst="leftBrace">
            <a:avLst>
              <a:gd name="adj1" fmla="val 37500"/>
              <a:gd name="adj2" fmla="val 50000"/>
            </a:avLst>
          </a:prstGeom>
          <a:noFill/>
          <a:ln w="28575">
            <a:solidFill>
              <a:srgbClr val="009900"/>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659" name="AutoShape 5"/>
          <p:cNvSpPr/>
          <p:nvPr/>
        </p:nvSpPr>
        <p:spPr bwMode="auto">
          <a:xfrm rot="16200000">
            <a:off x="1945482" y="3913983"/>
            <a:ext cx="152400" cy="1112837"/>
          </a:xfrm>
          <a:prstGeom prst="leftBrace">
            <a:avLst>
              <a:gd name="adj1" fmla="val 60851"/>
              <a:gd name="adj2" fmla="val 50000"/>
            </a:avLst>
          </a:prstGeom>
          <a:noFill/>
          <a:ln w="28575">
            <a:solidFill>
              <a:srgbClr val="009900"/>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660" name="AutoShape 6"/>
          <p:cNvSpPr/>
          <p:nvPr/>
        </p:nvSpPr>
        <p:spPr bwMode="auto">
          <a:xfrm rot="16200000">
            <a:off x="3894138" y="3932239"/>
            <a:ext cx="139700" cy="1063625"/>
          </a:xfrm>
          <a:prstGeom prst="leftBrace">
            <a:avLst>
              <a:gd name="adj1" fmla="val 63447"/>
              <a:gd name="adj2" fmla="val 50000"/>
            </a:avLst>
          </a:prstGeom>
          <a:noFill/>
          <a:ln w="28575">
            <a:solidFill>
              <a:srgbClr val="009900"/>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661" name="AutoShape 7"/>
          <p:cNvSpPr/>
          <p:nvPr/>
        </p:nvSpPr>
        <p:spPr bwMode="auto">
          <a:xfrm rot="16200000">
            <a:off x="6200777" y="3984627"/>
            <a:ext cx="138113" cy="957263"/>
          </a:xfrm>
          <a:prstGeom prst="leftBrace">
            <a:avLst>
              <a:gd name="adj1" fmla="val 57758"/>
              <a:gd name="adj2" fmla="val 50000"/>
            </a:avLst>
          </a:prstGeom>
          <a:noFill/>
          <a:ln w="28575">
            <a:solidFill>
              <a:srgbClr val="009900"/>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662" name="AutoShape 8"/>
          <p:cNvSpPr/>
          <p:nvPr/>
        </p:nvSpPr>
        <p:spPr bwMode="auto">
          <a:xfrm rot="16200000">
            <a:off x="5865813" y="3900489"/>
            <a:ext cx="152400" cy="2130425"/>
          </a:xfrm>
          <a:prstGeom prst="leftBrace">
            <a:avLst>
              <a:gd name="adj1" fmla="val 116493"/>
              <a:gd name="adj2" fmla="val 50000"/>
            </a:avLst>
          </a:prstGeom>
          <a:noFill/>
          <a:ln w="28575">
            <a:solidFill>
              <a:srgbClr val="009900"/>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663" name="AutoShape 9"/>
          <p:cNvSpPr/>
          <p:nvPr/>
        </p:nvSpPr>
        <p:spPr bwMode="auto">
          <a:xfrm rot="16200000">
            <a:off x="5391150" y="2838450"/>
            <a:ext cx="166688" cy="5157788"/>
          </a:xfrm>
          <a:prstGeom prst="leftBrace">
            <a:avLst>
              <a:gd name="adj1" fmla="val 257856"/>
              <a:gd name="adj2" fmla="val 49940"/>
            </a:avLst>
          </a:prstGeom>
          <a:noFill/>
          <a:ln w="28575">
            <a:solidFill>
              <a:srgbClr val="009900"/>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664" name="AutoShape 10"/>
          <p:cNvSpPr/>
          <p:nvPr/>
        </p:nvSpPr>
        <p:spPr bwMode="auto">
          <a:xfrm rot="16200000">
            <a:off x="4557713" y="2274889"/>
            <a:ext cx="127000" cy="7210425"/>
          </a:xfrm>
          <a:prstGeom prst="leftBrace">
            <a:avLst>
              <a:gd name="adj1" fmla="val 473125"/>
              <a:gd name="adj2" fmla="val 49940"/>
            </a:avLst>
          </a:prstGeom>
          <a:noFill/>
          <a:ln w="28575">
            <a:solidFill>
              <a:srgbClr val="009900"/>
            </a:solidFill>
            <a:round/>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8665" name="Text Box 11"/>
          <p:cNvSpPr txBox="1">
            <a:spLocks noChangeArrowheads="1"/>
          </p:cNvSpPr>
          <p:nvPr/>
        </p:nvSpPr>
        <p:spPr bwMode="auto">
          <a:xfrm>
            <a:off x="1835150" y="4471988"/>
            <a:ext cx="361950" cy="51911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latin typeface="Times New Roman" panose="02020603050405020304" pitchFamily="18" charset="0"/>
              </a:rPr>
              <a:t>1</a:t>
            </a:r>
            <a:endParaRPr altLang="zh-CN" sz="2800" kumimoji="1" lang="en-US">
              <a:latin typeface="Times New Roman" panose="02020603050405020304" pitchFamily="18" charset="0"/>
            </a:endParaRPr>
          </a:p>
        </p:txBody>
      </p:sp>
      <p:sp>
        <p:nvSpPr>
          <p:cNvPr id="1048666" name="Text Box 12"/>
          <p:cNvSpPr txBox="1">
            <a:spLocks noChangeArrowheads="1"/>
          </p:cNvSpPr>
          <p:nvPr/>
        </p:nvSpPr>
        <p:spPr bwMode="auto">
          <a:xfrm>
            <a:off x="3778250" y="4471988"/>
            <a:ext cx="361950" cy="51911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latin typeface="Times New Roman" panose="02020603050405020304" pitchFamily="18" charset="0"/>
              </a:rPr>
              <a:t>1</a:t>
            </a:r>
            <a:endParaRPr altLang="zh-CN" sz="2800" kumimoji="1" lang="en-US">
              <a:latin typeface="Times New Roman" panose="02020603050405020304" pitchFamily="18" charset="0"/>
            </a:endParaRPr>
          </a:p>
        </p:txBody>
      </p:sp>
      <p:sp>
        <p:nvSpPr>
          <p:cNvPr id="1048667" name="Text Box 13"/>
          <p:cNvSpPr txBox="1">
            <a:spLocks noChangeArrowheads="1"/>
          </p:cNvSpPr>
          <p:nvPr/>
        </p:nvSpPr>
        <p:spPr bwMode="auto">
          <a:xfrm>
            <a:off x="6102350" y="4459288"/>
            <a:ext cx="361950" cy="51911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latin typeface="Times New Roman" panose="02020603050405020304" pitchFamily="18" charset="0"/>
              </a:rPr>
              <a:t>1</a:t>
            </a:r>
            <a:endParaRPr altLang="zh-CN" sz="2800" kumimoji="1" lang="en-US">
              <a:latin typeface="Times New Roman" panose="02020603050405020304" pitchFamily="18" charset="0"/>
            </a:endParaRPr>
          </a:p>
        </p:txBody>
      </p:sp>
      <p:sp>
        <p:nvSpPr>
          <p:cNvPr id="1048668" name="Text Box 14"/>
          <p:cNvSpPr txBox="1">
            <a:spLocks noChangeArrowheads="1"/>
          </p:cNvSpPr>
          <p:nvPr/>
        </p:nvSpPr>
        <p:spPr bwMode="auto">
          <a:xfrm>
            <a:off x="7321550" y="4459288"/>
            <a:ext cx="361950" cy="51911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latin typeface="Times New Roman" panose="02020603050405020304" pitchFamily="18" charset="0"/>
              </a:rPr>
              <a:t>1</a:t>
            </a:r>
            <a:endParaRPr altLang="zh-CN" sz="2800" kumimoji="1" lang="en-US">
              <a:latin typeface="Times New Roman" panose="02020603050405020304" pitchFamily="18" charset="0"/>
            </a:endParaRPr>
          </a:p>
        </p:txBody>
      </p:sp>
      <p:sp>
        <p:nvSpPr>
          <p:cNvPr id="1048669" name="Text Box 15"/>
          <p:cNvSpPr txBox="1">
            <a:spLocks noChangeArrowheads="1"/>
          </p:cNvSpPr>
          <p:nvPr/>
        </p:nvSpPr>
        <p:spPr bwMode="auto">
          <a:xfrm>
            <a:off x="5759450" y="4954588"/>
            <a:ext cx="361950" cy="51911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latin typeface="Times New Roman" panose="02020603050405020304" pitchFamily="18" charset="0"/>
              </a:rPr>
              <a:t>2</a:t>
            </a:r>
            <a:endParaRPr altLang="zh-CN" sz="2800" kumimoji="1" lang="en-US">
              <a:latin typeface="Times New Roman" panose="02020603050405020304" pitchFamily="18" charset="0"/>
            </a:endParaRPr>
          </a:p>
        </p:txBody>
      </p:sp>
      <p:sp>
        <p:nvSpPr>
          <p:cNvPr id="1048670" name="Text Box 16"/>
          <p:cNvSpPr txBox="1">
            <a:spLocks noChangeArrowheads="1"/>
          </p:cNvSpPr>
          <p:nvPr/>
        </p:nvSpPr>
        <p:spPr bwMode="auto">
          <a:xfrm>
            <a:off x="5321300" y="5411788"/>
            <a:ext cx="361950" cy="51911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latin typeface="Times New Roman" panose="02020603050405020304" pitchFamily="18" charset="0"/>
              </a:rPr>
              <a:t>3</a:t>
            </a:r>
            <a:endParaRPr altLang="zh-CN" sz="2800" kumimoji="1" lang="en-US">
              <a:latin typeface="Times New Roman" panose="02020603050405020304" pitchFamily="18" charset="0"/>
            </a:endParaRPr>
          </a:p>
        </p:txBody>
      </p:sp>
      <p:sp>
        <p:nvSpPr>
          <p:cNvPr id="1048671" name="Text Box 17"/>
          <p:cNvSpPr txBox="1">
            <a:spLocks noChangeArrowheads="1"/>
          </p:cNvSpPr>
          <p:nvPr/>
        </p:nvSpPr>
        <p:spPr bwMode="auto">
          <a:xfrm>
            <a:off x="4419600" y="5868988"/>
            <a:ext cx="361950" cy="51911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latin typeface="Times New Roman" panose="02020603050405020304" pitchFamily="18" charset="0"/>
              </a:rPr>
              <a:t>4</a:t>
            </a:r>
            <a:endParaRPr altLang="zh-CN" sz="2800" kumimoji="1" lang="en-US">
              <a:latin typeface="Times New Roman" panose="02020603050405020304" pitchFamily="18" charset="0"/>
            </a:endParaRPr>
          </a:p>
        </p:txBody>
      </p:sp>
      <p:sp>
        <p:nvSpPr>
          <p:cNvPr id="1048672" name="Rectangle 18"/>
          <p:cNvSpPr>
            <a:spLocks noGrp="1" noChangeArrowheads="1"/>
          </p:cNvSpPr>
          <p:nvPr>
            <p:ph type="title"/>
          </p:nvPr>
        </p:nvSpPr>
        <p:spPr>
          <a:xfrm>
            <a:off x="444500" y="428625"/>
            <a:ext cx="8229600" cy="947738"/>
          </a:xfrm>
        </p:spPr>
        <p:txBody>
          <a:bodyPr/>
          <a:p>
            <a:pPr eaLnBrk="1" hangingPunct="1"/>
            <a:r>
              <a:rPr altLang="en-US" b="1" sz="3600" kumimoji="1" lang="zh-CN">
                <a:ea typeface="华文新魏" panose="02010800040101010101" pitchFamily="2" charset="-122"/>
              </a:rPr>
              <a:t>求广义表深度的算法</a:t>
            </a:r>
          </a:p>
        </p:txBody>
      </p:sp>
      <p:sp>
        <p:nvSpPr>
          <p:cNvPr id="1048673" name="Rectangle 19"/>
          <p:cNvSpPr>
            <a:spLocks noGrp="1" noChangeArrowheads="1"/>
          </p:cNvSpPr>
          <p:nvPr>
            <p:ph idx="1"/>
          </p:nvPr>
        </p:nvSpPr>
        <p:spPr>
          <a:xfrm>
            <a:off x="536575" y="3216275"/>
            <a:ext cx="8229600" cy="1182688"/>
          </a:xfrm>
        </p:spPr>
        <p:txBody>
          <a:bodyPr/>
          <a:p>
            <a:pPr eaLnBrk="1" hangingPunct="1">
              <a:buClr>
                <a:srgbClr val="990099"/>
              </a:buClr>
              <a:buSzPct val="50000"/>
            </a:pPr>
            <a:r>
              <a:rPr altLang="en-US" b="1" sz="3000" kumimoji="1" lang="zh-CN">
                <a:latin typeface="Times New Roman" pitchFamily="18" charset="0"/>
                <a:ea typeface="仿宋_GB2312" pitchFamily="49" charset="-122"/>
              </a:rPr>
              <a:t>例如，对于广义表</a:t>
            </a:r>
          </a:p>
          <a:p>
            <a:pPr eaLnBrk="1" hangingPunct="1">
              <a:buClr>
                <a:srgbClr val="990099"/>
              </a:buClr>
              <a:buSzPct val="50000"/>
              <a:buFontTx/>
              <a:buNone/>
            </a:pPr>
            <a:r>
              <a:rPr altLang="en-US" b="1" sz="3000" i="1" kumimoji="1" lang="zh-CN">
                <a:effectLst>
                  <a:outerShdw algn="tl" blurRad="38100" dir="2700000" dist="38100">
                    <a:srgbClr val="C0C0C0"/>
                  </a:outerShdw>
                </a:effectLst>
                <a:latin typeface="Times New Roman" pitchFamily="18" charset="0"/>
                <a:ea typeface="仿宋_GB2312" pitchFamily="49" charset="-122"/>
              </a:rPr>
              <a:t>    </a:t>
            </a:r>
            <a:r>
              <a:rPr altLang="zh-CN" b="1" sz="3000" kumimoji="1" lang="en-US">
                <a:solidFill>
                  <a:schemeClr val="tx2"/>
                </a:solidFill>
                <a:effectLst>
                  <a:outerShdw algn="tl" blurRad="38100" dir="2700000" dist="38100">
                    <a:srgbClr val="C0C0C0"/>
                  </a:outerShdw>
                </a:effectLst>
                <a:latin typeface="Times New Roman" pitchFamily="18" charset="0"/>
                <a:ea typeface="仿宋_GB2312" pitchFamily="49" charset="-122"/>
              </a:rPr>
              <a:t>E (B (a, b), D (B (a, b), C (u, (x, y, z)), A ( ) ) )</a:t>
            </a:r>
            <a:endParaRPr altLang="zh-CN" sz="3000" lang="en-US">
              <a:latin typeface="Times New Roman" pitchFamily="18" charset="0"/>
              <a:ea typeface="仿宋_GB2312" pitchFamily="49" charset="-122"/>
            </a:endParaRPr>
          </a:p>
        </p:txBody>
      </p:sp>
      <p:sp>
        <p:nvSpPr>
          <p:cNvPr id="1048674" name="Rectangle 20"/>
          <p:cNvSpPr>
            <a:spLocks noChangeArrowheads="1"/>
          </p:cNvSpPr>
          <p:nvPr/>
        </p:nvSpPr>
        <p:spPr bwMode="auto">
          <a:xfrm>
            <a:off x="2" y="2896672"/>
            <a:ext cx="184731" cy="369332"/>
          </a:xfrm>
          <a:prstGeom prst="rect"/>
          <a:noFill/>
          <a:ln>
            <a:noFill/>
          </a:ln>
          <a:effectLst/>
        </p:spPr>
        <p:txBody>
          <a:bodyPr anchor="ct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graphicFrame>
        <p:nvGraphicFramePr>
          <p:cNvPr id="4194306" name="Object 21"/>
          <p:cNvGraphicFramePr>
            <a:graphicFrameLocks noChangeAspect="1"/>
          </p:cNvGraphicFramePr>
          <p:nvPr/>
        </p:nvGraphicFramePr>
        <p:xfrm>
          <a:off x="765175" y="1230313"/>
          <a:ext cx="7683500" cy="1954212"/>
        </p:xfrm>
        <a:graphic>
          <a:graphicData uri="http://schemas.openxmlformats.org/presentationml/2006/ole">
            <mc:AlternateContent xmlns:mc="http://schemas.openxmlformats.org/markup-compatibility/2006">
              <mc:Choice xmlns:v="urn:schemas-microsoft-com:vml" Requires="v">
                <p:oleObj name="公式" r:id="rId4" spid="_x0000_s17532" imgH="812800" imgW="3314700" progId="Equation.3">
                  <p:embed/>
                </p:oleObj>
              </mc:Choice>
              <mc:Fallback>
                <p:oleObj name="公式" r:id="rId4" spid="" imgH="812800" imgW="3314700" progId="Equation.3">
                  <p:embed/>
                  <p:pic>
                    <p:nvPicPr>
                      <p:cNvPr id="2097154" name="Object 21"/>
                      <p:cNvPicPr>
                        <a:picLocks noChangeAspect="1" noChangeArrowheads="1"/>
                      </p:cNvPicPr>
                      <p:nvPr/>
                    </p:nvPicPr>
                    <p:blipFill>
                      <a:blip xmlns:r="http://schemas.openxmlformats.org/officeDocument/2006/relationships" r:embed="rId5"/>
                      <a:srcRect/>
                      <a:stretch>
                        <a:fillRect/>
                      </a:stretch>
                    </p:blipFill>
                    <p:spPr bwMode="auto">
                      <a:xfrm>
                        <a:off x="765175" y="1230313"/>
                        <a:ext cx="7683500" cy="1954212"/>
                      </a:xfrm>
                      <a:prstGeom prst="rect"/>
                      <a:noFill/>
                      <a:ln>
                        <a:noFill/>
                      </a:ln>
                    </p:spPr>
                  </p:pic>
                </p:oleObj>
              </mc:Fallback>
            </mc:AlternateContent>
          </a:graphicData>
        </a:graphic>
      </p:graphicFrame>
      <mc:AlternateContent xmlns:mc="http://schemas.openxmlformats.org/markup-compatibility/2006">
        <mc:Choice xmlns:p14="http://schemas.microsoft.com/office/powerpoint/2010/main" Requires="p14">
          <p:contentPart p14:bwMode="auto" r:id="rId6">
            <p14:nvContentPartPr>
              <p14:cNvPr id="2097155" name="墨迹 1"/>
              <p14:cNvContentPartPr/>
              <p14:nvPr/>
            </p14:nvContentPartPr>
            <p14:xfrm>
              <a:off x="2904480" y="2638080"/>
              <a:ext cx="360" cy="360"/>
            </p14:xfrm>
          </p:contentPart>
        </mc:Choice>
        <mc:Fallback>
          <p:pic>
            <p:nvPicPr>
              <p:cNvPr id="2097155" name="墨迹 1"/>
              <p:cNvPicPr>
                <a:picLocks/>
              </p:cNvPicPr>
              <p:nvPr/>
            </p:nvPicPr>
            <p:blipFill>
              <a:blip xmlns:r="http://schemas.openxmlformats.org/officeDocument/2006/relationships" r:embed="rId7"/>
              <a:stretch>
                <a:fillRect/>
              </a:stretch>
            </p:blipFill>
            <p:spPr>
              <a:xfrm>
                <a:off x="2904480" y="2638080"/>
                <a:ext cx="360" cy="360"/>
              </a:xfrm>
              <a:prstGeom prst="rect"/>
            </p:spPr>
          </p:pic>
        </mc:Fallback>
      </mc:AlternateContent>
      <mc:AlternateContent xmlns:mc="http://schemas.openxmlformats.org/markup-compatibility/2006">
        <mc:Choice xmlns:p14="http://schemas.microsoft.com/office/powerpoint/2010/main" Requires="p14">
          <p:contentPart p14:bwMode="auto" r:id="rId8">
            <p14:nvContentPartPr>
              <p14:cNvPr id="1050098" name=""/>
              <p14:cNvContentPartPr/>
              <p14:nvPr/>
            </p14:nvContentPartPr>
            <p14:xfrm>
              <a:off x="3496023" y="1558479"/>
              <a:ext cx="188337" cy="11849"/>
            </p14:xfrm>
          </p:contentPart>
        </mc:Choice>
        <mc:Fallback>
          <p:sp>
            <p:nvSpPr>
              <p:cNvPr id="1050098" name=""/>
              <p:cNvSpPr/>
              <p:nvPr/>
            </p:nvSpPr>
            <p:spPr>
              <a:xfrm>
                <a:off x="3496023" y="1558479"/>
                <a:ext cx="188337" cy="11849"/>
              </a:xfrm>
            </p:spPr>
          </p:sp>
        </mc:Fallback>
      </mc:AlternateContent>
      <mc:AlternateContent xmlns:mc="http://schemas.openxmlformats.org/markup-compatibility/2006">
        <mc:Choice xmlns:p14="http://schemas.microsoft.com/office/powerpoint/2010/main" Requires="p14">
          <p:contentPart p14:bwMode="auto" r:id="rId9">
            <p14:nvContentPartPr>
              <p14:cNvPr id="1050099" name=""/>
              <p14:cNvContentPartPr/>
              <p14:nvPr/>
            </p14:nvContentPartPr>
            <p14:xfrm>
              <a:off x="3847137" y="1370233"/>
              <a:ext cx="232020" cy="262070"/>
            </p14:xfrm>
          </p:contentPart>
        </mc:Choice>
        <mc:Fallback>
          <p:sp>
            <p:nvSpPr>
              <p:cNvPr id="1050099" name=""/>
              <p:cNvSpPr/>
              <p:nvPr/>
            </p:nvSpPr>
            <p:spPr>
              <a:xfrm>
                <a:off x="3847137" y="1370233"/>
                <a:ext cx="232020" cy="262070"/>
              </a:xfrm>
            </p:spPr>
          </p:sp>
        </mc:Fallback>
      </mc:AlternateContent>
      <mc:AlternateContent xmlns:mc="http://schemas.openxmlformats.org/markup-compatibility/2006">
        <mc:Choice xmlns:p14="http://schemas.microsoft.com/office/powerpoint/2010/main" Requires="p14">
          <p:contentPart p14:bwMode="auto" r:id="rId10">
            <p14:nvContentPartPr>
              <p14:cNvPr id="1050100" name=""/>
              <p14:cNvContentPartPr/>
              <p14:nvPr/>
            </p14:nvContentPartPr>
            <p14:xfrm>
              <a:off x="3956848" y="1687825"/>
              <a:ext cx="14962" cy="272089"/>
            </p14:xfrm>
          </p:contentPart>
        </mc:Choice>
        <mc:Fallback>
          <p:sp>
            <p:nvSpPr>
              <p:cNvPr id="1050100" name=""/>
              <p:cNvSpPr/>
              <p:nvPr/>
            </p:nvSpPr>
            <p:spPr>
              <a:xfrm>
                <a:off x="3956848" y="1687825"/>
                <a:ext cx="14962" cy="272089"/>
              </a:xfrm>
            </p:spPr>
          </p:sp>
        </mc:Fallback>
      </mc:AlternateContent>
      <mc:AlternateContent xmlns:mc="http://schemas.openxmlformats.org/markup-compatibility/2006">
        <mc:Choice xmlns:p14="http://schemas.microsoft.com/office/powerpoint/2010/main" Requires="p14">
          <p:contentPart p14:bwMode="auto" r:id="rId11">
            <p14:nvContentPartPr>
              <p14:cNvPr id="1050101" name=""/>
              <p14:cNvContentPartPr/>
              <p14:nvPr/>
            </p14:nvContentPartPr>
            <p14:xfrm>
              <a:off x="3900014" y="2021134"/>
              <a:ext cx="180680" cy="288514"/>
            </p14:xfrm>
          </p:contentPart>
        </mc:Choice>
        <mc:Fallback>
          <p:sp>
            <p:nvSpPr>
              <p:cNvPr id="1050101" name=""/>
              <p:cNvSpPr/>
              <p:nvPr/>
            </p:nvSpPr>
            <p:spPr>
              <a:xfrm>
                <a:off x="3900014" y="2021134"/>
                <a:ext cx="180680" cy="288514"/>
              </a:xfrm>
            </p:spPr>
          </p:sp>
        </mc:Fallback>
      </mc:AlternateContent>
      <mc:AlternateContent xmlns:mc="http://schemas.openxmlformats.org/markup-compatibility/2006">
        <mc:Choice xmlns:p14="http://schemas.microsoft.com/office/powerpoint/2010/main" Requires="p14">
          <p:contentPart p14:bwMode="auto" r:id="rId12">
            <p14:nvContentPartPr>
              <p14:cNvPr id="1050102" name=""/>
              <p14:cNvContentPartPr/>
              <p14:nvPr/>
            </p14:nvContentPartPr>
            <p14:xfrm>
              <a:off x="4174604" y="1477121"/>
              <a:ext cx="233101" cy="26066"/>
            </p14:xfrm>
          </p:contentPart>
        </mc:Choice>
        <mc:Fallback>
          <p:sp>
            <p:nvSpPr>
              <p:cNvPr id="1050102" name=""/>
              <p:cNvSpPr/>
              <p:nvPr/>
            </p:nvSpPr>
            <p:spPr>
              <a:xfrm>
                <a:off x="4174604" y="1477121"/>
                <a:ext cx="233101" cy="26066"/>
              </a:xfrm>
            </p:spPr>
          </p:sp>
        </mc:Fallback>
      </mc:AlternateContent>
      <mc:AlternateContent xmlns:mc="http://schemas.openxmlformats.org/markup-compatibility/2006">
        <mc:Choice xmlns:p14="http://schemas.microsoft.com/office/powerpoint/2010/main" Requires="p14">
          <p:contentPart p14:bwMode="auto" r:id="rId13">
            <p14:nvContentPartPr>
              <p14:cNvPr id="1050103" name=""/>
              <p14:cNvContentPartPr/>
              <p14:nvPr/>
            </p14:nvContentPartPr>
            <p14:xfrm>
              <a:off x="4848984" y="1107316"/>
              <a:ext cx="266191" cy="22309"/>
            </p14:xfrm>
          </p:contentPart>
        </mc:Choice>
        <mc:Fallback>
          <p:sp>
            <p:nvSpPr>
              <p:cNvPr id="1050103" name=""/>
              <p:cNvSpPr/>
              <p:nvPr/>
            </p:nvSpPr>
            <p:spPr>
              <a:xfrm>
                <a:off x="4848984" y="1107316"/>
                <a:ext cx="266191" cy="22309"/>
              </a:xfrm>
            </p:spPr>
          </p:sp>
        </mc:Fallback>
      </mc:AlternateContent>
      <mc:AlternateContent xmlns:mc="http://schemas.openxmlformats.org/markup-compatibility/2006">
        <mc:Choice xmlns:p14="http://schemas.microsoft.com/office/powerpoint/2010/main" Requires="p14">
          <p:contentPart p14:bwMode="auto" r:id="rId14">
            <p14:nvContentPartPr>
              <p14:cNvPr id="1050104" name=""/>
              <p14:cNvContentPartPr/>
              <p14:nvPr/>
            </p14:nvContentPartPr>
            <p14:xfrm>
              <a:off x="5124976" y="991834"/>
              <a:ext cx="25068" cy="247394"/>
            </p14:xfrm>
          </p:contentPart>
        </mc:Choice>
        <mc:Fallback>
          <p:sp>
            <p:nvSpPr>
              <p:cNvPr id="1050104" name=""/>
              <p:cNvSpPr/>
              <p:nvPr/>
            </p:nvSpPr>
            <p:spPr>
              <a:xfrm>
                <a:off x="5124976" y="991834"/>
                <a:ext cx="25068" cy="247394"/>
              </a:xfrm>
            </p:spPr>
          </p:sp>
        </mc:Fallback>
      </mc:AlternateContent>
      <mc:AlternateContent xmlns:mc="http://schemas.openxmlformats.org/markup-compatibility/2006">
        <mc:Choice xmlns:p14="http://schemas.microsoft.com/office/powerpoint/2010/main" Requires="p14">
          <p:contentPart p14:bwMode="auto" r:id="rId15">
            <p14:nvContentPartPr>
              <p14:cNvPr id="1050105" name=""/>
              <p14:cNvContentPartPr/>
              <p14:nvPr/>
            </p14:nvContentPartPr>
            <p14:xfrm>
              <a:off x="5115976" y="925293"/>
              <a:ext cx="257263" cy="232230"/>
            </p14:xfrm>
          </p:contentPart>
        </mc:Choice>
        <mc:Fallback>
          <p:sp>
            <p:nvSpPr>
              <p:cNvPr id="1050105" name=""/>
              <p:cNvSpPr/>
              <p:nvPr/>
            </p:nvSpPr>
            <p:spPr>
              <a:xfrm>
                <a:off x="5115976" y="925293"/>
                <a:ext cx="257263" cy="232230"/>
              </a:xfrm>
            </p:spPr>
          </p:sp>
        </mc:Fallback>
      </mc:AlternateContent>
      <mc:AlternateContent xmlns:mc="http://schemas.openxmlformats.org/markup-compatibility/2006">
        <mc:Choice xmlns:p14="http://schemas.microsoft.com/office/powerpoint/2010/main" Requires="p14">
          <p:contentPart p14:bwMode="auto" r:id="rId16">
            <p14:nvContentPartPr>
              <p14:cNvPr id="1050106" name=""/>
              <p14:cNvContentPartPr/>
              <p14:nvPr/>
            </p14:nvContentPartPr>
            <p14:xfrm>
              <a:off x="5148375" y="1161596"/>
              <a:ext cx="207718" cy="69551"/>
            </p14:xfrm>
          </p:contentPart>
        </mc:Choice>
        <mc:Fallback>
          <p:sp>
            <p:nvSpPr>
              <p:cNvPr id="1050106" name=""/>
              <p:cNvSpPr/>
              <p:nvPr/>
            </p:nvSpPr>
            <p:spPr>
              <a:xfrm>
                <a:off x="5148375" y="1161596"/>
                <a:ext cx="207718" cy="69551"/>
              </a:xfrm>
            </p:spPr>
          </p:sp>
        </mc:Fallback>
      </mc:AlternateContent>
      <mc:AlternateContent xmlns:mc="http://schemas.openxmlformats.org/markup-compatibility/2006">
        <mc:Choice xmlns:p14="http://schemas.microsoft.com/office/powerpoint/2010/main" Requires="p14">
          <p:contentPart p14:bwMode="auto" r:id="rId17">
            <p14:nvContentPartPr>
              <p14:cNvPr id="1050107" name=""/>
              <p14:cNvContentPartPr/>
              <p14:nvPr/>
            </p14:nvContentPartPr>
            <p14:xfrm>
              <a:off x="5240310" y="1073363"/>
              <a:ext cx="14595" cy="333599"/>
            </p14:xfrm>
          </p:contentPart>
        </mc:Choice>
        <mc:Fallback>
          <p:sp>
            <p:nvSpPr>
              <p:cNvPr id="1050107" name=""/>
              <p:cNvSpPr/>
              <p:nvPr/>
            </p:nvSpPr>
            <p:spPr>
              <a:xfrm>
                <a:off x="5240310" y="1073363"/>
                <a:ext cx="14595" cy="333599"/>
              </a:xfrm>
            </p:spPr>
          </p:sp>
        </mc:Fallback>
      </mc:AlternateContent>
      <mc:AlternateContent xmlns:mc="http://schemas.openxmlformats.org/markup-compatibility/2006">
        <mc:Choice xmlns:p14="http://schemas.microsoft.com/office/powerpoint/2010/main" Requires="p14">
          <p:contentPart p14:bwMode="auto" r:id="rId18">
            <p14:nvContentPartPr>
              <p14:cNvPr id="1050108" name=""/>
              <p14:cNvContentPartPr/>
              <p14:nvPr/>
            </p14:nvContentPartPr>
            <p14:xfrm>
              <a:off x="5174175" y="1373700"/>
              <a:ext cx="132000" cy="130352"/>
            </p14:xfrm>
          </p:contentPart>
        </mc:Choice>
        <mc:Fallback>
          <p:sp>
            <p:nvSpPr>
              <p:cNvPr id="1050108" name=""/>
              <p:cNvSpPr/>
              <p:nvPr/>
            </p:nvSpPr>
            <p:spPr>
              <a:xfrm>
                <a:off x="5174175" y="1373700"/>
                <a:ext cx="132000" cy="130352"/>
              </a:xfrm>
            </p:spPr>
          </p:sp>
        </mc:Fallback>
      </mc:AlternateContent>
      <mc:AlternateContent xmlns:mc="http://schemas.openxmlformats.org/markup-compatibility/2006">
        <mc:Choice xmlns:p14="http://schemas.microsoft.com/office/powerpoint/2010/main" Requires="p14">
          <p:contentPart p14:bwMode="auto" r:id="rId19">
            <p14:nvContentPartPr>
              <p14:cNvPr id="1050109" name=""/>
              <p14:cNvContentPartPr/>
              <p14:nvPr/>
            </p14:nvContentPartPr>
            <p14:xfrm>
              <a:off x="5176575" y="1581718"/>
              <a:ext cx="28209" cy="240622"/>
            </p14:xfrm>
          </p:contentPart>
        </mc:Choice>
        <mc:Fallback>
          <p:sp>
            <p:nvSpPr>
              <p:cNvPr id="1050109" name=""/>
              <p:cNvSpPr/>
              <p:nvPr/>
            </p:nvSpPr>
            <p:spPr>
              <a:xfrm>
                <a:off x="5176575" y="1581718"/>
                <a:ext cx="28209" cy="240622"/>
              </a:xfrm>
            </p:spPr>
          </p:sp>
        </mc:Fallback>
      </mc:AlternateContent>
      <mc:AlternateContent xmlns:mc="http://schemas.openxmlformats.org/markup-compatibility/2006">
        <mc:Choice xmlns:p14="http://schemas.microsoft.com/office/powerpoint/2010/main" Requires="p14">
          <p:contentPart p14:bwMode="auto" r:id="rId20">
            <p14:nvContentPartPr>
              <p14:cNvPr id="1050110" name=""/>
              <p14:cNvContentPartPr/>
              <p14:nvPr/>
            </p14:nvContentPartPr>
            <p14:xfrm>
              <a:off x="5182574" y="1539755"/>
              <a:ext cx="204861" cy="245264"/>
            </p14:xfrm>
          </p:contentPart>
        </mc:Choice>
        <mc:Fallback>
          <p:sp>
            <p:nvSpPr>
              <p:cNvPr id="1050110" name=""/>
              <p:cNvSpPr/>
              <p:nvPr/>
            </p:nvSpPr>
            <p:spPr>
              <a:xfrm>
                <a:off x="5182574" y="1539755"/>
                <a:ext cx="204861" cy="245264"/>
              </a:xfrm>
            </p:spPr>
          </p:sp>
        </mc:Fallback>
      </mc:AlternateContent>
      <mc:AlternateContent xmlns:mc="http://schemas.openxmlformats.org/markup-compatibility/2006">
        <mc:Choice xmlns:p14="http://schemas.microsoft.com/office/powerpoint/2010/main" Requires="p14">
          <p:contentPart p14:bwMode="auto" r:id="rId21">
            <p14:nvContentPartPr>
              <p14:cNvPr id="1050111" name=""/>
              <p14:cNvContentPartPr/>
              <p14:nvPr/>
            </p14:nvContentPartPr>
            <p14:xfrm>
              <a:off x="5193974" y="1747637"/>
              <a:ext cx="133653" cy="60083"/>
            </p14:xfrm>
          </p:contentPart>
        </mc:Choice>
        <mc:Fallback>
          <p:sp>
            <p:nvSpPr>
              <p:cNvPr id="1050111" name=""/>
              <p:cNvSpPr/>
              <p:nvPr/>
            </p:nvSpPr>
            <p:spPr>
              <a:xfrm>
                <a:off x="5193974" y="1747637"/>
                <a:ext cx="133653" cy="60083"/>
              </a:xfrm>
            </p:spPr>
          </p:sp>
        </mc:Fallback>
      </mc:AlternateContent>
      <mc:AlternateContent xmlns:mc="http://schemas.openxmlformats.org/markup-compatibility/2006">
        <mc:Choice xmlns:p14="http://schemas.microsoft.com/office/powerpoint/2010/main" Requires="p14">
          <p:contentPart p14:bwMode="auto" r:id="rId22">
            <p14:nvContentPartPr>
              <p14:cNvPr id="1050112" name=""/>
              <p14:cNvContentPartPr/>
              <p14:nvPr/>
            </p14:nvContentPartPr>
            <p14:xfrm>
              <a:off x="5207702" y="1661449"/>
              <a:ext cx="136625" cy="79969"/>
            </p14:xfrm>
          </p:contentPart>
        </mc:Choice>
        <mc:Fallback>
          <p:sp>
            <p:nvSpPr>
              <p:cNvPr id="1050112" name=""/>
              <p:cNvSpPr/>
              <p:nvPr/>
            </p:nvSpPr>
            <p:spPr>
              <a:xfrm>
                <a:off x="5207702" y="1661449"/>
                <a:ext cx="136625" cy="79969"/>
              </a:xfrm>
            </p:spPr>
          </p:sp>
        </mc:Fallback>
      </mc:AlternateContent>
      <mc:AlternateContent xmlns:mc="http://schemas.openxmlformats.org/markup-compatibility/2006">
        <mc:Choice xmlns:p14="http://schemas.microsoft.com/office/powerpoint/2010/main" Requires="p14">
          <p:contentPart p14:bwMode="auto" r:id="rId23">
            <p14:nvContentPartPr>
              <p14:cNvPr id="1050113" name=""/>
              <p14:cNvContentPartPr/>
              <p14:nvPr/>
            </p14:nvContentPartPr>
            <p14:xfrm>
              <a:off x="5407568" y="1658815"/>
              <a:ext cx="214793" cy="6829"/>
            </p14:xfrm>
          </p:contentPart>
        </mc:Choice>
        <mc:Fallback>
          <p:sp>
            <p:nvSpPr>
              <p:cNvPr id="1050113" name=""/>
              <p:cNvSpPr/>
              <p:nvPr/>
            </p:nvSpPr>
            <p:spPr>
              <a:xfrm>
                <a:off x="5407568" y="1658815"/>
                <a:ext cx="214793" cy="6829"/>
              </a:xfrm>
            </p:spPr>
          </p:sp>
        </mc:Fallback>
      </mc:AlternateContent>
      <mc:AlternateContent xmlns:mc="http://schemas.openxmlformats.org/markup-compatibility/2006">
        <mc:Choice xmlns:p14="http://schemas.microsoft.com/office/powerpoint/2010/main" Requires="p14">
          <p:contentPart p14:bwMode="auto" r:id="rId24">
            <p14:nvContentPartPr>
              <p14:cNvPr id="1050114" name=""/>
              <p14:cNvContentPartPr/>
              <p14:nvPr/>
            </p14:nvContentPartPr>
            <p14:xfrm>
              <a:off x="5630761" y="1597305"/>
              <a:ext cx="23291" cy="106282"/>
            </p14:xfrm>
          </p:contentPart>
        </mc:Choice>
        <mc:Fallback>
          <p:sp>
            <p:nvSpPr>
              <p:cNvPr id="1050114" name=""/>
              <p:cNvSpPr/>
              <p:nvPr/>
            </p:nvSpPr>
            <p:spPr>
              <a:xfrm>
                <a:off x="5630761" y="1597305"/>
                <a:ext cx="23291" cy="106282"/>
              </a:xfrm>
            </p:spPr>
          </p:sp>
        </mc:Fallback>
      </mc:AlternateContent>
      <mc:AlternateContent xmlns:mc="http://schemas.openxmlformats.org/markup-compatibility/2006">
        <mc:Choice xmlns:p14="http://schemas.microsoft.com/office/powerpoint/2010/main" Requires="p14">
          <p:contentPart p14:bwMode="auto" r:id="rId25">
            <p14:nvContentPartPr>
              <p14:cNvPr id="1050115" name=""/>
              <p14:cNvContentPartPr/>
              <p14:nvPr/>
            </p14:nvContentPartPr>
            <p14:xfrm>
              <a:off x="5639161" y="1532561"/>
              <a:ext cx="190574" cy="225454"/>
            </p14:xfrm>
          </p:contentPart>
        </mc:Choice>
        <mc:Fallback>
          <p:sp>
            <p:nvSpPr>
              <p:cNvPr id="1050115" name=""/>
              <p:cNvSpPr/>
              <p:nvPr/>
            </p:nvSpPr>
            <p:spPr>
              <a:xfrm>
                <a:off x="5639161" y="1532561"/>
                <a:ext cx="190574" cy="225454"/>
              </a:xfrm>
            </p:spPr>
          </p:sp>
        </mc:Fallback>
      </mc:AlternateContent>
      <mc:AlternateContent xmlns:mc="http://schemas.openxmlformats.org/markup-compatibility/2006">
        <mc:Choice xmlns:p14="http://schemas.microsoft.com/office/powerpoint/2010/main" Requires="p14">
          <p:contentPart p14:bwMode="auto" r:id="rId26">
            <p14:nvContentPartPr>
              <p14:cNvPr id="1050116" name=""/>
              <p14:cNvContentPartPr/>
              <p14:nvPr/>
            </p14:nvContentPartPr>
            <p14:xfrm>
              <a:off x="5688359" y="1611692"/>
              <a:ext cx="61133" cy="75114"/>
            </p14:xfrm>
          </p:contentPart>
        </mc:Choice>
        <mc:Fallback>
          <p:sp>
            <p:nvSpPr>
              <p:cNvPr id="1050116" name=""/>
              <p:cNvSpPr/>
              <p:nvPr/>
            </p:nvSpPr>
            <p:spPr>
              <a:xfrm>
                <a:off x="5688359" y="1611692"/>
                <a:ext cx="61133" cy="75114"/>
              </a:xfrm>
            </p:spPr>
          </p:sp>
        </mc:Fallback>
      </mc:AlternateContent>
      <mc:AlternateContent xmlns:mc="http://schemas.openxmlformats.org/markup-compatibility/2006">
        <mc:Choice xmlns:p14="http://schemas.microsoft.com/office/powerpoint/2010/main" Requires="p14">
          <p:contentPart p14:bwMode="auto" r:id="rId27">
            <p14:nvContentPartPr>
              <p14:cNvPr id="1050117" name=""/>
              <p14:cNvContentPartPr/>
              <p14:nvPr/>
            </p14:nvContentPartPr>
            <p14:xfrm>
              <a:off x="5368569" y="1020052"/>
              <a:ext cx="409431" cy="48515"/>
            </p14:xfrm>
          </p:contentPart>
        </mc:Choice>
        <mc:Fallback>
          <p:sp>
            <p:nvSpPr>
              <p:cNvPr id="1050117" name=""/>
              <p:cNvSpPr/>
              <p:nvPr/>
            </p:nvSpPr>
            <p:spPr>
              <a:xfrm>
                <a:off x="5368569" y="1020052"/>
                <a:ext cx="409431" cy="48515"/>
              </a:xfrm>
            </p:spPr>
          </p:sp>
        </mc:Fallback>
      </mc:AlternateContent>
      <mc:AlternateContent xmlns:mc="http://schemas.openxmlformats.org/markup-compatibility/2006">
        <mc:Choice xmlns:p14="http://schemas.microsoft.com/office/powerpoint/2010/main" Requires="p14">
          <p:contentPart p14:bwMode="auto" r:id="rId28">
            <p14:nvContentPartPr>
              <p14:cNvPr id="1050118" name=""/>
              <p14:cNvContentPartPr/>
              <p14:nvPr/>
            </p14:nvContentPartPr>
            <p14:xfrm>
              <a:off x="5882154" y="919298"/>
              <a:ext cx="7825" cy="217269"/>
            </p14:xfrm>
          </p:contentPart>
        </mc:Choice>
        <mc:Fallback>
          <p:sp>
            <p:nvSpPr>
              <p:cNvPr id="1050118" name=""/>
              <p:cNvSpPr/>
              <p:nvPr/>
            </p:nvSpPr>
            <p:spPr>
              <a:xfrm>
                <a:off x="5882154" y="919298"/>
                <a:ext cx="7825" cy="217269"/>
              </a:xfrm>
            </p:spPr>
          </p:sp>
        </mc:Fallback>
      </mc:AlternateContent>
      <mc:AlternateContent xmlns:mc="http://schemas.openxmlformats.org/markup-compatibility/2006">
        <mc:Choice xmlns:p14="http://schemas.microsoft.com/office/powerpoint/2010/main" Requires="p14">
          <p:contentPart p14:bwMode="auto" r:id="rId29">
            <p14:nvContentPartPr>
              <p14:cNvPr id="1050119" name=""/>
              <p14:cNvContentPartPr/>
              <p14:nvPr/>
            </p14:nvContentPartPr>
            <p14:xfrm>
              <a:off x="5898354" y="849712"/>
              <a:ext cx="302218" cy="285935"/>
            </p14:xfrm>
          </p:contentPart>
        </mc:Choice>
        <mc:Fallback>
          <p:sp>
            <p:nvSpPr>
              <p:cNvPr id="1050119" name=""/>
              <p:cNvSpPr/>
              <p:nvPr/>
            </p:nvSpPr>
            <p:spPr>
              <a:xfrm>
                <a:off x="5898354" y="849712"/>
                <a:ext cx="302218" cy="285935"/>
              </a:xfrm>
            </p:spPr>
          </p:sp>
        </mc:Fallback>
      </mc:AlternateContent>
      <mc:AlternateContent xmlns:mc="http://schemas.openxmlformats.org/markup-compatibility/2006">
        <mc:Choice xmlns:p14="http://schemas.microsoft.com/office/powerpoint/2010/main" Requires="p14">
          <p:contentPart p14:bwMode="auto" r:id="rId30">
            <p14:nvContentPartPr>
              <p14:cNvPr id="1050120" name=""/>
              <p14:cNvContentPartPr/>
              <p14:nvPr/>
            </p14:nvContentPartPr>
            <p14:xfrm>
              <a:off x="5940352" y="1141362"/>
              <a:ext cx="204595" cy="20723"/>
            </p14:xfrm>
          </p:contentPart>
        </mc:Choice>
        <mc:Fallback>
          <p:sp>
            <p:nvSpPr>
              <p:cNvPr id="1050120" name=""/>
              <p:cNvSpPr/>
              <p:nvPr/>
            </p:nvSpPr>
            <p:spPr>
              <a:xfrm>
                <a:off x="5940352" y="1141362"/>
                <a:ext cx="204595" cy="20723"/>
              </a:xfrm>
            </p:spPr>
          </p:sp>
        </mc:Fallback>
      </mc:AlternateContent>
      <mc:AlternateContent xmlns:mc="http://schemas.openxmlformats.org/markup-compatibility/2006">
        <mc:Choice xmlns:p14="http://schemas.microsoft.com/office/powerpoint/2010/main" Requires="p14">
          <p:contentPart p14:bwMode="auto" r:id="rId31">
            <p14:nvContentPartPr>
              <p14:cNvPr id="1050121" name=""/>
              <p14:cNvContentPartPr/>
              <p14:nvPr/>
            </p14:nvContentPartPr>
            <p14:xfrm>
              <a:off x="5720159" y="1010883"/>
              <a:ext cx="108211" cy="17519"/>
            </p14:xfrm>
          </p:contentPart>
        </mc:Choice>
        <mc:Fallback>
          <p:sp>
            <p:nvSpPr>
              <p:cNvPr id="1050121" name=""/>
              <p:cNvSpPr/>
              <p:nvPr/>
            </p:nvSpPr>
            <p:spPr>
              <a:xfrm>
                <a:off x="5720159" y="1010883"/>
                <a:ext cx="108211" cy="17519"/>
              </a:xfrm>
            </p:spPr>
          </p:sp>
        </mc:Fallback>
      </mc:AlternateContent>
      <mc:AlternateContent xmlns:mc="http://schemas.openxmlformats.org/markup-compatibility/2006">
        <mc:Choice xmlns:p14="http://schemas.microsoft.com/office/powerpoint/2010/main" Requires="p14">
          <p:contentPart p14:bwMode="auto" r:id="rId32">
            <p14:nvContentPartPr>
              <p14:cNvPr id="1050122" name=""/>
              <p14:cNvContentPartPr/>
              <p14:nvPr/>
            </p14:nvContentPartPr>
            <p14:xfrm>
              <a:off x="6068418" y="1029002"/>
              <a:ext cx="13530" cy="360533"/>
            </p14:xfrm>
          </p:contentPart>
        </mc:Choice>
        <mc:Fallback>
          <p:sp>
            <p:nvSpPr>
              <p:cNvPr id="1050122" name=""/>
              <p:cNvSpPr/>
              <p:nvPr/>
            </p:nvSpPr>
            <p:spPr>
              <a:xfrm>
                <a:off x="6068418" y="1029002"/>
                <a:ext cx="13530" cy="360533"/>
              </a:xfrm>
            </p:spPr>
          </p:sp>
        </mc:Fallback>
      </mc:AlternateContent>
      <mc:AlternateContent xmlns:mc="http://schemas.openxmlformats.org/markup-compatibility/2006">
        <mc:Choice xmlns:p14="http://schemas.microsoft.com/office/powerpoint/2010/main" Requires="p14">
          <p:contentPart p14:bwMode="auto" r:id="rId33">
            <p14:nvContentPartPr>
              <p14:cNvPr id="1050123" name=""/>
              <p14:cNvContentPartPr/>
              <p14:nvPr/>
            </p14:nvContentPartPr>
            <p14:xfrm>
              <a:off x="5976951" y="1339956"/>
              <a:ext cx="106673" cy="103263"/>
            </p14:xfrm>
          </p:contentPart>
        </mc:Choice>
        <mc:Fallback>
          <p:sp>
            <p:nvSpPr>
              <p:cNvPr id="1050123" name=""/>
              <p:cNvSpPr/>
              <p:nvPr/>
            </p:nvSpPr>
            <p:spPr>
              <a:xfrm>
                <a:off x="5976951" y="1339956"/>
                <a:ext cx="106673" cy="103263"/>
              </a:xfrm>
            </p:spPr>
          </p:sp>
        </mc:Fallback>
      </mc:AlternateContent>
      <mc:AlternateContent xmlns:mc="http://schemas.openxmlformats.org/markup-compatibility/2006">
        <mc:Choice xmlns:p14="http://schemas.microsoft.com/office/powerpoint/2010/main" Requires="p14">
          <p:contentPart p14:bwMode="auto" r:id="rId34">
            <p14:nvContentPartPr>
              <p14:cNvPr id="1050124" name=""/>
              <p14:cNvContentPartPr/>
              <p14:nvPr/>
            </p14:nvContentPartPr>
            <p14:xfrm>
              <a:off x="5975751" y="1489999"/>
              <a:ext cx="29375" cy="119133"/>
            </p14:xfrm>
          </p:contentPart>
        </mc:Choice>
        <mc:Fallback>
          <p:sp>
            <p:nvSpPr>
              <p:cNvPr id="1050124" name=""/>
              <p:cNvSpPr/>
              <p:nvPr/>
            </p:nvSpPr>
            <p:spPr>
              <a:xfrm>
                <a:off x="5975751" y="1489999"/>
                <a:ext cx="29375" cy="119133"/>
              </a:xfrm>
            </p:spPr>
          </p:sp>
        </mc:Fallback>
      </mc:AlternateContent>
      <mc:AlternateContent xmlns:mc="http://schemas.openxmlformats.org/markup-compatibility/2006">
        <mc:Choice xmlns:p14="http://schemas.microsoft.com/office/powerpoint/2010/main" Requires="p14">
          <p:contentPart p14:bwMode="auto" r:id="rId35">
            <p14:nvContentPartPr>
              <p14:cNvPr id="1050125" name=""/>
              <p14:cNvContentPartPr/>
              <p14:nvPr/>
            </p14:nvContentPartPr>
            <p14:xfrm>
              <a:off x="6000350" y="1436772"/>
              <a:ext cx="232937" cy="212900"/>
            </p14:xfrm>
          </p:contentPart>
        </mc:Choice>
        <mc:Fallback>
          <p:sp>
            <p:nvSpPr>
              <p:cNvPr id="1050125" name=""/>
              <p:cNvSpPr/>
              <p:nvPr/>
            </p:nvSpPr>
            <p:spPr>
              <a:xfrm>
                <a:off x="6000350" y="1436772"/>
                <a:ext cx="232937" cy="212900"/>
              </a:xfrm>
            </p:spPr>
          </p:sp>
        </mc:Fallback>
      </mc:AlternateContent>
      <mc:AlternateContent xmlns:mc="http://schemas.openxmlformats.org/markup-compatibility/2006">
        <mc:Choice xmlns:p14="http://schemas.microsoft.com/office/powerpoint/2010/main" Requires="p14">
          <p:contentPart p14:bwMode="auto" r:id="rId36">
            <p14:nvContentPartPr>
              <p14:cNvPr id="1050126" name=""/>
              <p14:cNvContentPartPr/>
              <p14:nvPr/>
            </p14:nvContentPartPr>
            <p14:xfrm>
              <a:off x="5948752" y="1611327"/>
              <a:ext cx="190220" cy="81893"/>
            </p14:xfrm>
          </p:contentPart>
        </mc:Choice>
        <mc:Fallback>
          <p:sp>
            <p:nvSpPr>
              <p:cNvPr id="1050126" name=""/>
              <p:cNvSpPr/>
              <p:nvPr/>
            </p:nvSpPr>
            <p:spPr>
              <a:xfrm>
                <a:off x="5948752" y="1611327"/>
                <a:ext cx="190220" cy="81893"/>
              </a:xfrm>
            </p:spPr>
          </p:sp>
        </mc:Fallback>
      </mc:AlternateContent>
      <mc:AlternateContent xmlns:mc="http://schemas.openxmlformats.org/markup-compatibility/2006">
        <mc:Choice xmlns:p14="http://schemas.microsoft.com/office/powerpoint/2010/main" Requires="p14">
          <p:contentPart p14:bwMode="auto" r:id="rId37">
            <p14:nvContentPartPr>
              <p14:cNvPr id="1050127" name=""/>
              <p14:cNvContentPartPr/>
              <p14:nvPr/>
            </p14:nvContentPartPr>
            <p14:xfrm>
              <a:off x="5990255" y="1592509"/>
              <a:ext cx="108205" cy="425936"/>
            </p14:xfrm>
          </p:contentPart>
        </mc:Choice>
        <mc:Fallback>
          <p:sp>
            <p:nvSpPr>
              <p:cNvPr id="1050127" name=""/>
              <p:cNvSpPr/>
              <p:nvPr/>
            </p:nvSpPr>
            <p:spPr>
              <a:xfrm>
                <a:off x="5990255" y="1592509"/>
                <a:ext cx="108205" cy="425936"/>
              </a:xfrm>
            </p:spPr>
          </p:sp>
        </mc:Fallback>
      </mc:AlternateContent>
      <mc:AlternateContent xmlns:mc="http://schemas.openxmlformats.org/markup-compatibility/2006">
        <mc:Choice xmlns:p14="http://schemas.microsoft.com/office/powerpoint/2010/main" Requires="p14">
          <p:contentPart p14:bwMode="auto" r:id="rId38">
            <p14:nvContentPartPr>
              <p14:cNvPr id="1050128" name=""/>
              <p14:cNvContentPartPr/>
              <p14:nvPr/>
            </p14:nvContentPartPr>
            <p14:xfrm>
              <a:off x="5856954" y="2030126"/>
              <a:ext cx="55682" cy="173075"/>
            </p14:xfrm>
          </p:contentPart>
        </mc:Choice>
        <mc:Fallback>
          <p:sp>
            <p:nvSpPr>
              <p:cNvPr id="1050128" name=""/>
              <p:cNvSpPr/>
              <p:nvPr/>
            </p:nvSpPr>
            <p:spPr>
              <a:xfrm>
                <a:off x="5856954" y="2030126"/>
                <a:ext cx="55682" cy="173075"/>
              </a:xfrm>
            </p:spPr>
          </p:sp>
        </mc:Fallback>
      </mc:AlternateContent>
      <mc:AlternateContent xmlns:mc="http://schemas.openxmlformats.org/markup-compatibility/2006">
        <mc:Choice xmlns:p14="http://schemas.microsoft.com/office/powerpoint/2010/main" Requires="p14">
          <p:contentPart p14:bwMode="auto" r:id="rId39">
            <p14:nvContentPartPr>
              <p14:cNvPr id="1050129" name=""/>
              <p14:cNvContentPartPr/>
              <p14:nvPr/>
            </p14:nvContentPartPr>
            <p14:xfrm>
              <a:off x="5949952" y="1966581"/>
              <a:ext cx="201862" cy="241233"/>
            </p14:xfrm>
          </p:contentPart>
        </mc:Choice>
        <mc:Fallback>
          <p:sp>
            <p:nvSpPr>
              <p:cNvPr id="1050129" name=""/>
              <p:cNvSpPr/>
              <p:nvPr/>
            </p:nvSpPr>
            <p:spPr>
              <a:xfrm>
                <a:off x="5949952" y="1966581"/>
                <a:ext cx="201862" cy="241233"/>
              </a:xfrm>
            </p:spPr>
          </p:sp>
        </mc:Fallback>
      </mc:AlternateContent>
      <mc:AlternateContent xmlns:mc="http://schemas.openxmlformats.org/markup-compatibility/2006">
        <mc:Choice xmlns:p14="http://schemas.microsoft.com/office/powerpoint/2010/main" Requires="p14">
          <p:contentPart p14:bwMode="auto" r:id="rId40">
            <p14:nvContentPartPr>
              <p14:cNvPr id="1050130" name=""/>
              <p14:cNvContentPartPr/>
              <p14:nvPr/>
            </p14:nvContentPartPr>
            <p14:xfrm>
              <a:off x="5964351" y="2123300"/>
              <a:ext cx="159129" cy="107050"/>
            </p14:xfrm>
          </p:contentPart>
        </mc:Choice>
        <mc:Fallback>
          <p:sp>
            <p:nvSpPr>
              <p:cNvPr id="1050130" name=""/>
              <p:cNvSpPr/>
              <p:nvPr/>
            </p:nvSpPr>
            <p:spPr>
              <a:xfrm>
                <a:off x="5964351" y="2123300"/>
                <a:ext cx="159129" cy="107050"/>
              </a:xfrm>
            </p:spPr>
          </p:sp>
        </mc:Fallback>
      </mc:AlternateContent>
      <mc:AlternateContent xmlns:mc="http://schemas.openxmlformats.org/markup-compatibility/2006">
        <mc:Choice xmlns:p14="http://schemas.microsoft.com/office/powerpoint/2010/main" Requires="p14">
          <p:contentPart p14:bwMode="auto" r:id="rId41">
            <p14:nvContentPartPr>
              <p14:cNvPr id="1050131" name=""/>
              <p14:cNvContentPartPr/>
              <p14:nvPr/>
            </p14:nvContentPartPr>
            <p14:xfrm>
              <a:off x="5946568" y="2051108"/>
              <a:ext cx="124802" cy="81166"/>
            </p14:xfrm>
          </p:contentPart>
        </mc:Choice>
        <mc:Fallback>
          <p:sp>
            <p:nvSpPr>
              <p:cNvPr id="1050131" name=""/>
              <p:cNvSpPr/>
              <p:nvPr/>
            </p:nvSpPr>
            <p:spPr>
              <a:xfrm>
                <a:off x="5946568" y="2051108"/>
                <a:ext cx="124802" cy="81166"/>
              </a:xfrm>
            </p:spPr>
          </p:sp>
        </mc:Fallback>
      </mc:AlternateContent>
      <mc:AlternateContent xmlns:mc="http://schemas.openxmlformats.org/markup-compatibility/2006">
        <mc:Choice xmlns:p14="http://schemas.microsoft.com/office/powerpoint/2010/main" Requires="p14">
          <p:contentPart p14:bwMode="auto" r:id="rId42">
            <p14:nvContentPartPr>
              <p14:cNvPr id="1050132" name=""/>
              <p14:cNvContentPartPr/>
              <p14:nvPr/>
            </p14:nvContentPartPr>
            <p14:xfrm>
              <a:off x="6130547" y="2034282"/>
              <a:ext cx="132427" cy="72576"/>
            </p14:xfrm>
          </p:contentPart>
        </mc:Choice>
        <mc:Fallback>
          <p:sp>
            <p:nvSpPr>
              <p:cNvPr id="1050132" name=""/>
              <p:cNvSpPr/>
              <p:nvPr/>
            </p:nvSpPr>
            <p:spPr>
              <a:xfrm>
                <a:off x="6130547" y="2034282"/>
                <a:ext cx="132427" cy="72576"/>
              </a:xfrm>
            </p:spPr>
          </p:sp>
        </mc:Fallback>
      </mc:AlternateContent>
      <mc:AlternateContent xmlns:mc="http://schemas.openxmlformats.org/markup-compatibility/2006">
        <mc:Choice xmlns:p14="http://schemas.microsoft.com/office/powerpoint/2010/main" Requires="p14">
          <p:contentPart p14:bwMode="auto" r:id="rId43">
            <p14:nvContentPartPr>
              <p14:cNvPr id="1050133" name=""/>
              <p14:cNvContentPartPr/>
              <p14:nvPr/>
            </p14:nvContentPartPr>
            <p14:xfrm>
              <a:off x="6285942" y="1942003"/>
              <a:ext cx="17191" cy="188783"/>
            </p14:xfrm>
          </p:contentPart>
        </mc:Choice>
        <mc:Fallback>
          <p:sp>
            <p:nvSpPr>
              <p:cNvPr id="1050133" name=""/>
              <p:cNvSpPr/>
              <p:nvPr/>
            </p:nvSpPr>
            <p:spPr>
              <a:xfrm>
                <a:off x="6285942" y="1942003"/>
                <a:ext cx="17191" cy="188783"/>
              </a:xfrm>
            </p:spPr>
          </p:sp>
        </mc:Fallback>
      </mc:AlternateContent>
      <mc:AlternateContent xmlns:mc="http://schemas.openxmlformats.org/markup-compatibility/2006">
        <mc:Choice xmlns:p14="http://schemas.microsoft.com/office/powerpoint/2010/main" Requires="p14">
          <p:contentPart p14:bwMode="auto" r:id="rId44">
            <p14:nvContentPartPr>
              <p14:cNvPr id="1050134" name=""/>
              <p14:cNvContentPartPr/>
              <p14:nvPr/>
            </p14:nvContentPartPr>
            <p14:xfrm>
              <a:off x="6302741" y="1889590"/>
              <a:ext cx="280566" cy="247446"/>
            </p14:xfrm>
          </p:contentPart>
        </mc:Choice>
        <mc:Fallback>
          <p:sp>
            <p:nvSpPr>
              <p:cNvPr id="1050134" name=""/>
              <p:cNvSpPr/>
              <p:nvPr/>
            </p:nvSpPr>
            <p:spPr>
              <a:xfrm>
                <a:off x="6302741" y="1889590"/>
                <a:ext cx="280566" cy="247446"/>
              </a:xfrm>
            </p:spPr>
          </p:sp>
        </mc:Fallback>
      </mc:AlternateContent>
      <mc:AlternateContent xmlns:mc="http://schemas.openxmlformats.org/markup-compatibility/2006">
        <mc:Choice xmlns:p14="http://schemas.microsoft.com/office/powerpoint/2010/main" Requires="p14">
          <p:contentPart p14:bwMode="auto" r:id="rId45">
            <p14:nvContentPartPr>
              <p14:cNvPr id="1050135" name=""/>
              <p14:cNvContentPartPr/>
              <p14:nvPr/>
            </p14:nvContentPartPr>
            <p14:xfrm>
              <a:off x="6378249" y="1983966"/>
              <a:ext cx="114179" cy="167286"/>
            </p14:xfrm>
          </p:contentPart>
        </mc:Choice>
        <mc:Fallback>
          <p:sp>
            <p:nvSpPr>
              <p:cNvPr id="1050135" name=""/>
              <p:cNvSpPr/>
              <p:nvPr/>
            </p:nvSpPr>
            <p:spPr>
              <a:xfrm>
                <a:off x="6378249" y="1983966"/>
                <a:ext cx="114179" cy="167286"/>
              </a:xfrm>
            </p:spPr>
          </p:sp>
        </mc:Fallback>
      </mc:AlternateContent>
      <mc:AlternateContent xmlns:mc="http://schemas.openxmlformats.org/markup-compatibility/2006">
        <mc:Choice xmlns:p14="http://schemas.microsoft.com/office/powerpoint/2010/main" Requires="p14">
          <p:contentPart p14:bwMode="auto" r:id="rId46">
            <p14:nvContentPartPr>
              <p14:cNvPr id="1050136" name=""/>
              <p14:cNvContentPartPr/>
              <p14:nvPr/>
            </p14:nvContentPartPr>
            <p14:xfrm>
              <a:off x="6279942" y="2080891"/>
              <a:ext cx="272555" cy="75724"/>
            </p14:xfrm>
          </p:contentPart>
        </mc:Choice>
        <mc:Fallback>
          <p:sp>
            <p:nvSpPr>
              <p:cNvPr id="1050136" name=""/>
              <p:cNvSpPr/>
              <p:nvPr/>
            </p:nvSpPr>
            <p:spPr>
              <a:xfrm>
                <a:off x="6279942" y="2080891"/>
                <a:ext cx="272555" cy="75724"/>
              </a:xfrm>
            </p:spPr>
          </p:sp>
        </mc:Fallback>
      </mc:AlternateContent>
      <mc:AlternateContent xmlns:mc="http://schemas.openxmlformats.org/markup-compatibility/2006">
        <mc:Choice xmlns:p14="http://schemas.microsoft.com/office/powerpoint/2010/main" Requires="p14">
          <p:contentPart p14:bwMode="auto" r:id="rId47">
            <p14:nvContentPartPr>
              <p14:cNvPr id="1050137" name=""/>
              <p14:cNvContentPartPr/>
              <p14:nvPr/>
            </p14:nvContentPartPr>
            <p14:xfrm>
              <a:off x="6141346" y="1502052"/>
              <a:ext cx="270554" cy="46095"/>
            </p14:xfrm>
          </p:contentPart>
        </mc:Choice>
        <mc:Fallback>
          <p:sp>
            <p:nvSpPr>
              <p:cNvPr id="1050137" name=""/>
              <p:cNvSpPr/>
              <p:nvPr/>
            </p:nvSpPr>
            <p:spPr>
              <a:xfrm>
                <a:off x="6141346" y="1502052"/>
                <a:ext cx="270554" cy="46095"/>
              </a:xfrm>
            </p:spPr>
          </p:sp>
        </mc:Fallback>
      </mc:AlternateContent>
      <mc:AlternateContent xmlns:mc="http://schemas.openxmlformats.org/markup-compatibility/2006">
        <mc:Choice xmlns:p14="http://schemas.microsoft.com/office/powerpoint/2010/main" Requires="p14">
          <p:contentPart p14:bwMode="auto" r:id="rId48">
            <p14:nvContentPartPr>
              <p14:cNvPr id="1050138" name=""/>
              <p14:cNvContentPartPr/>
              <p14:nvPr/>
            </p14:nvContentPartPr>
            <p14:xfrm>
              <a:off x="6376540" y="1461224"/>
              <a:ext cx="137136" cy="123654"/>
            </p14:xfrm>
          </p:contentPart>
        </mc:Choice>
        <mc:Fallback>
          <p:sp>
            <p:nvSpPr>
              <p:cNvPr id="1050138" name=""/>
              <p:cNvSpPr/>
              <p:nvPr/>
            </p:nvSpPr>
            <p:spPr>
              <a:xfrm>
                <a:off x="6376540" y="1461224"/>
                <a:ext cx="137136" cy="123654"/>
              </a:xfrm>
            </p:spPr>
          </p:sp>
        </mc:Fallback>
      </mc:AlternateContent>
      <mc:AlternateContent xmlns:mc="http://schemas.openxmlformats.org/markup-compatibility/2006">
        <mc:Choice xmlns:p14="http://schemas.microsoft.com/office/powerpoint/2010/main" Requires="p14">
          <p:contentPart p14:bwMode="auto" r:id="rId49">
            <p14:nvContentPartPr>
              <p14:cNvPr id="1050139" name=""/>
              <p14:cNvContentPartPr/>
              <p14:nvPr/>
            </p14:nvContentPartPr>
            <p14:xfrm>
              <a:off x="6206144" y="881210"/>
              <a:ext cx="413405" cy="95038"/>
            </p14:xfrm>
          </p:contentPart>
        </mc:Choice>
        <mc:Fallback>
          <p:sp>
            <p:nvSpPr>
              <p:cNvPr id="1050139" name=""/>
              <p:cNvSpPr/>
              <p:nvPr/>
            </p:nvSpPr>
            <p:spPr>
              <a:xfrm>
                <a:off x="6206144" y="881210"/>
                <a:ext cx="413405" cy="95038"/>
              </a:xfrm>
            </p:spPr>
          </p:sp>
        </mc:Fallback>
      </mc:AlternateContent>
      <mc:AlternateContent xmlns:mc="http://schemas.openxmlformats.org/markup-compatibility/2006">
        <mc:Choice xmlns:p14="http://schemas.microsoft.com/office/powerpoint/2010/main" Requires="p14">
          <p:contentPart p14:bwMode="auto" r:id="rId50">
            <p14:nvContentPartPr>
              <p14:cNvPr id="1050140" name=""/>
              <p14:cNvContentPartPr/>
              <p14:nvPr/>
            </p14:nvContentPartPr>
            <p14:xfrm>
              <a:off x="6537335" y="803599"/>
              <a:ext cx="121508" cy="138164"/>
            </p14:xfrm>
          </p:contentPart>
        </mc:Choice>
        <mc:Fallback>
          <p:sp>
            <p:nvSpPr>
              <p:cNvPr id="1050140" name=""/>
              <p:cNvSpPr/>
              <p:nvPr/>
            </p:nvSpPr>
            <p:spPr>
              <a:xfrm>
                <a:off x="6537335" y="803599"/>
                <a:ext cx="121508" cy="138164"/>
              </a:xfrm>
            </p:spPr>
          </p:sp>
        </mc:Fallback>
      </mc:AlternateContent>
      <mc:AlternateContent xmlns:mc="http://schemas.openxmlformats.org/markup-compatibility/2006">
        <mc:Choice xmlns:p14="http://schemas.microsoft.com/office/powerpoint/2010/main" Requires="p14">
          <p:contentPart p14:bwMode="auto" r:id="rId51">
            <p14:nvContentPartPr>
              <p14:cNvPr id="1050141" name=""/>
              <p14:cNvContentPartPr/>
              <p14:nvPr/>
            </p14:nvContentPartPr>
            <p14:xfrm>
              <a:off x="6712819" y="857552"/>
              <a:ext cx="5455" cy="122986"/>
            </p14:xfrm>
          </p:contentPart>
        </mc:Choice>
        <mc:Fallback>
          <p:sp>
            <p:nvSpPr>
              <p:cNvPr id="1050141" name=""/>
              <p:cNvSpPr/>
              <p:nvPr/>
            </p:nvSpPr>
            <p:spPr>
              <a:xfrm>
                <a:off x="6712819" y="857552"/>
                <a:ext cx="5455" cy="122986"/>
              </a:xfrm>
            </p:spPr>
          </p:sp>
        </mc:Fallback>
      </mc:AlternateContent>
      <mc:AlternateContent xmlns:mc="http://schemas.openxmlformats.org/markup-compatibility/2006">
        <mc:Choice xmlns:p14="http://schemas.microsoft.com/office/powerpoint/2010/main" Requires="p14">
          <p:contentPart p14:bwMode="auto" r:id="rId52">
            <p14:nvContentPartPr>
              <p14:cNvPr id="1050142" name=""/>
              <p14:cNvContentPartPr/>
              <p14:nvPr/>
            </p14:nvContentPartPr>
            <p14:xfrm>
              <a:off x="6642931" y="767031"/>
              <a:ext cx="40336" cy="350547"/>
            </p14:xfrm>
          </p:contentPart>
        </mc:Choice>
        <mc:Fallback>
          <p:sp>
            <p:nvSpPr>
              <p:cNvPr id="1050142" name=""/>
              <p:cNvSpPr/>
              <p:nvPr/>
            </p:nvSpPr>
            <p:spPr>
              <a:xfrm>
                <a:off x="6642931" y="767031"/>
                <a:ext cx="40336" cy="350547"/>
              </a:xfrm>
            </p:spPr>
          </p:sp>
        </mc:Fallback>
      </mc:AlternateContent>
      <mc:AlternateContent xmlns:mc="http://schemas.openxmlformats.org/markup-compatibility/2006">
        <mc:Choice xmlns:p14="http://schemas.microsoft.com/office/powerpoint/2010/main" Requires="p14">
          <p:contentPart p14:bwMode="auto" r:id="rId53">
            <p14:nvContentPartPr>
              <p14:cNvPr id="1050143" name=""/>
              <p14:cNvContentPartPr/>
              <p14:nvPr/>
            </p14:nvContentPartPr>
            <p14:xfrm>
              <a:off x="6680130" y="734060"/>
              <a:ext cx="357308" cy="372954"/>
            </p14:xfrm>
          </p:contentPart>
        </mc:Choice>
        <mc:Fallback>
          <p:sp>
            <p:nvSpPr>
              <p:cNvPr id="1050143" name=""/>
              <p:cNvSpPr/>
              <p:nvPr/>
            </p:nvSpPr>
            <p:spPr>
              <a:xfrm>
                <a:off x="6680130" y="734060"/>
                <a:ext cx="357308" cy="372954"/>
              </a:xfrm>
            </p:spPr>
          </p:sp>
        </mc:Fallback>
      </mc:AlternateContent>
      <mc:AlternateContent xmlns:mc="http://schemas.openxmlformats.org/markup-compatibility/2006">
        <mc:Choice xmlns:p14="http://schemas.microsoft.com/office/powerpoint/2010/main" Requires="p14">
          <p:contentPart p14:bwMode="auto" r:id="rId54">
            <p14:nvContentPartPr>
              <p14:cNvPr id="1050144" name=""/>
              <p14:cNvContentPartPr/>
              <p14:nvPr/>
            </p14:nvContentPartPr>
            <p14:xfrm>
              <a:off x="6758128" y="1054990"/>
              <a:ext cx="302812" cy="64532"/>
            </p14:xfrm>
          </p:contentPart>
        </mc:Choice>
        <mc:Fallback>
          <p:sp>
            <p:nvSpPr>
              <p:cNvPr id="1050144" name=""/>
              <p:cNvSpPr/>
              <p:nvPr/>
            </p:nvSpPr>
            <p:spPr>
              <a:xfrm>
                <a:off x="6758128" y="1054990"/>
                <a:ext cx="302812" cy="64532"/>
              </a:xfrm>
            </p:spPr>
          </p:sp>
        </mc:Fallback>
      </mc:AlternateContent>
      <mc:AlternateContent xmlns:mc="http://schemas.openxmlformats.org/markup-compatibility/2006">
        <mc:Choice xmlns:p14="http://schemas.microsoft.com/office/powerpoint/2010/main" Requires="p14">
          <p:contentPart p14:bwMode="auto" r:id="rId55">
            <p14:nvContentPartPr>
              <p14:cNvPr id="1050145" name=""/>
              <p14:cNvContentPartPr/>
              <p14:nvPr/>
            </p14:nvContentPartPr>
            <p14:xfrm>
              <a:off x="6584134" y="1430650"/>
              <a:ext cx="44067" cy="175263"/>
            </p14:xfrm>
          </p:contentPart>
        </mc:Choice>
        <mc:Fallback>
          <p:sp>
            <p:nvSpPr>
              <p:cNvPr id="1050145" name=""/>
              <p:cNvSpPr/>
              <p:nvPr/>
            </p:nvSpPr>
            <p:spPr>
              <a:xfrm>
                <a:off x="6584134" y="1430650"/>
                <a:ext cx="44067" cy="175263"/>
              </a:xfrm>
            </p:spPr>
          </p:sp>
        </mc:Fallback>
      </mc:AlternateContent>
      <mc:AlternateContent xmlns:mc="http://schemas.openxmlformats.org/markup-compatibility/2006">
        <mc:Choice xmlns:p14="http://schemas.microsoft.com/office/powerpoint/2010/main" Requires="p14">
          <p:contentPart p14:bwMode="auto" r:id="rId56">
            <p14:nvContentPartPr>
              <p14:cNvPr id="1050146" name=""/>
              <p14:cNvContentPartPr/>
              <p14:nvPr/>
            </p14:nvContentPartPr>
            <p14:xfrm>
              <a:off x="6623132" y="1353330"/>
              <a:ext cx="237742" cy="235744"/>
            </p14:xfrm>
          </p:contentPart>
        </mc:Choice>
        <mc:Fallback>
          <p:sp>
            <p:nvSpPr>
              <p:cNvPr id="1050146" name=""/>
              <p:cNvSpPr/>
              <p:nvPr/>
            </p:nvSpPr>
            <p:spPr>
              <a:xfrm>
                <a:off x="6623132" y="1353330"/>
                <a:ext cx="237742" cy="235744"/>
              </a:xfrm>
            </p:spPr>
          </p:sp>
        </mc:Fallback>
      </mc:AlternateContent>
      <mc:AlternateContent xmlns:mc="http://schemas.openxmlformats.org/markup-compatibility/2006">
        <mc:Choice xmlns:p14="http://schemas.microsoft.com/office/powerpoint/2010/main" Requires="p14">
          <p:contentPart p14:bwMode="auto" r:id="rId57">
            <p14:nvContentPartPr>
              <p14:cNvPr id="1050147" name=""/>
              <p14:cNvContentPartPr/>
              <p14:nvPr/>
            </p14:nvContentPartPr>
            <p14:xfrm>
              <a:off x="6640532" y="1581197"/>
              <a:ext cx="178388" cy="85047"/>
            </p14:xfrm>
          </p:contentPart>
        </mc:Choice>
        <mc:Fallback>
          <p:sp>
            <p:nvSpPr>
              <p:cNvPr id="1050147" name=""/>
              <p:cNvSpPr/>
              <p:nvPr/>
            </p:nvSpPr>
            <p:spPr>
              <a:xfrm>
                <a:off x="6640532" y="1581197"/>
                <a:ext cx="178388" cy="85047"/>
              </a:xfrm>
            </p:spPr>
          </p:sp>
        </mc:Fallback>
      </mc:AlternateContent>
      <mc:AlternateContent xmlns:mc="http://schemas.openxmlformats.org/markup-compatibility/2006">
        <mc:Choice xmlns:p14="http://schemas.microsoft.com/office/powerpoint/2010/main" Requires="p14">
          <p:contentPart p14:bwMode="auto" r:id="rId58">
            <p14:nvContentPartPr>
              <p14:cNvPr id="1050148" name=""/>
              <p14:cNvContentPartPr/>
              <p14:nvPr/>
            </p14:nvContentPartPr>
            <p14:xfrm>
              <a:off x="6753929" y="1521171"/>
              <a:ext cx="6988" cy="408099"/>
            </p14:xfrm>
          </p:contentPart>
        </mc:Choice>
        <mc:Fallback>
          <p:sp>
            <p:nvSpPr>
              <p:cNvPr id="1050148" name=""/>
              <p:cNvSpPr/>
              <p:nvPr/>
            </p:nvSpPr>
            <p:spPr>
              <a:xfrm>
                <a:off x="6753929" y="1521171"/>
                <a:ext cx="6988" cy="408099"/>
              </a:xfrm>
            </p:spPr>
          </p:sp>
        </mc:Fallback>
      </mc:AlternateContent>
      <mc:AlternateContent xmlns:mc="http://schemas.openxmlformats.org/markup-compatibility/2006">
        <mc:Choice xmlns:p14="http://schemas.microsoft.com/office/powerpoint/2010/main" Requires="p14">
          <p:contentPart p14:bwMode="auto" r:id="rId59">
            <p14:nvContentPartPr>
              <p14:cNvPr id="1050149" name=""/>
              <p14:cNvContentPartPr/>
              <p14:nvPr/>
            </p14:nvContentPartPr>
            <p14:xfrm>
              <a:off x="6696930" y="1962985"/>
              <a:ext cx="32399" cy="252920"/>
            </p14:xfrm>
          </p:contentPart>
        </mc:Choice>
        <mc:Fallback>
          <p:sp>
            <p:nvSpPr>
              <p:cNvPr id="1050149" name=""/>
              <p:cNvSpPr/>
              <p:nvPr/>
            </p:nvSpPr>
            <p:spPr>
              <a:xfrm>
                <a:off x="6696930" y="1962985"/>
                <a:ext cx="32399" cy="252920"/>
              </a:xfrm>
            </p:spPr>
          </p:sp>
        </mc:Fallback>
      </mc:AlternateContent>
      <mc:AlternateContent xmlns:mc="http://schemas.openxmlformats.org/markup-compatibility/2006">
        <mc:Choice xmlns:p14="http://schemas.microsoft.com/office/powerpoint/2010/main" Requires="p14">
          <p:contentPart p14:bwMode="auto" r:id="rId60">
            <p14:nvContentPartPr>
              <p14:cNvPr id="1050150" name=""/>
              <p14:cNvContentPartPr/>
              <p14:nvPr/>
            </p14:nvContentPartPr>
            <p14:xfrm>
              <a:off x="6716129" y="1917424"/>
              <a:ext cx="245119" cy="345897"/>
            </p14:xfrm>
          </p:contentPart>
        </mc:Choice>
        <mc:Fallback>
          <p:sp>
            <p:nvSpPr>
              <p:cNvPr id="1050150" name=""/>
              <p:cNvSpPr/>
              <p:nvPr/>
            </p:nvSpPr>
            <p:spPr>
              <a:xfrm>
                <a:off x="6716129" y="1917424"/>
                <a:ext cx="245119" cy="345897"/>
              </a:xfrm>
            </p:spPr>
          </p:sp>
        </mc:Fallback>
      </mc:AlternateContent>
      <mc:AlternateContent xmlns:mc="http://schemas.openxmlformats.org/markup-compatibility/2006">
        <mc:Choice xmlns:p14="http://schemas.microsoft.com/office/powerpoint/2010/main" Requires="p14">
          <p:contentPart p14:bwMode="auto" r:id="rId61">
            <p14:nvContentPartPr>
              <p14:cNvPr id="1050151" name=""/>
              <p14:cNvContentPartPr/>
              <p14:nvPr/>
            </p14:nvContentPartPr>
            <p14:xfrm>
              <a:off x="6747328" y="2103909"/>
              <a:ext cx="190933" cy="139630"/>
            </p14:xfrm>
          </p:contentPart>
        </mc:Choice>
        <mc:Fallback>
          <p:sp>
            <p:nvSpPr>
              <p:cNvPr id="1050151" name=""/>
              <p:cNvSpPr/>
              <p:nvPr/>
            </p:nvSpPr>
            <p:spPr>
              <a:xfrm>
                <a:off x="6747328" y="2103909"/>
                <a:ext cx="190933" cy="139630"/>
              </a:xfrm>
            </p:spPr>
          </p:sp>
        </mc:Fallback>
      </mc:AlternateContent>
      <mc:AlternateContent xmlns:mc="http://schemas.openxmlformats.org/markup-compatibility/2006">
        <mc:Choice xmlns:p14="http://schemas.microsoft.com/office/powerpoint/2010/main" Requires="p14">
          <p:contentPart p14:bwMode="auto" r:id="rId62">
            <p14:nvContentPartPr>
              <p14:cNvPr id="1050152" name=""/>
              <p14:cNvContentPartPr/>
              <p14:nvPr/>
            </p14:nvContentPartPr>
            <p14:xfrm>
              <a:off x="6775637" y="2037320"/>
              <a:ext cx="16690" cy="99375"/>
            </p14:xfrm>
          </p:contentPart>
        </mc:Choice>
        <mc:Fallback>
          <p:sp>
            <p:nvSpPr>
              <p:cNvPr id="1050152" name=""/>
              <p:cNvSpPr/>
              <p:nvPr/>
            </p:nvSpPr>
            <p:spPr>
              <a:xfrm>
                <a:off x="6775637" y="2037320"/>
                <a:ext cx="16690" cy="99375"/>
              </a:xfrm>
            </p:spPr>
          </p:sp>
        </mc:Fallback>
      </mc:AlternateContent>
      <mc:AlternateContent xmlns:mc="http://schemas.openxmlformats.org/markup-compatibility/2006">
        <mc:Choice xmlns:p14="http://schemas.microsoft.com/office/powerpoint/2010/main" Requires="p14">
          <p:contentPart p14:bwMode="auto" r:id="rId63">
            <p14:nvContentPartPr>
              <p14:cNvPr id="1050153" name=""/>
              <p14:cNvContentPartPr/>
              <p14:nvPr/>
            </p14:nvContentPartPr>
            <p14:xfrm>
              <a:off x="6812727" y="2022932"/>
              <a:ext cx="103805" cy="72876"/>
            </p14:xfrm>
          </p:contentPart>
        </mc:Choice>
        <mc:Fallback>
          <p:sp>
            <p:nvSpPr>
              <p:cNvPr id="1050153" name=""/>
              <p:cNvSpPr/>
              <p:nvPr/>
            </p:nvSpPr>
            <p:spPr>
              <a:xfrm>
                <a:off x="6812727" y="2022932"/>
                <a:ext cx="103805" cy="72876"/>
              </a:xfrm>
            </p:spPr>
          </p:sp>
        </mc:Fallback>
      </mc:AlternateContent>
      <mc:AlternateContent xmlns:mc="http://schemas.openxmlformats.org/markup-compatibility/2006">
        <mc:Choice xmlns:p14="http://schemas.microsoft.com/office/powerpoint/2010/main" Requires="p14">
          <p:contentPart p14:bwMode="auto" r:id="rId64">
            <p14:nvContentPartPr>
              <p14:cNvPr id="1050154" name=""/>
              <p14:cNvContentPartPr/>
              <p14:nvPr/>
            </p14:nvContentPartPr>
            <p14:xfrm>
              <a:off x="6947123" y="2000695"/>
              <a:ext cx="178084" cy="58205"/>
            </p14:xfrm>
          </p:contentPart>
        </mc:Choice>
        <mc:Fallback>
          <p:sp>
            <p:nvSpPr>
              <p:cNvPr id="1050154" name=""/>
              <p:cNvSpPr/>
              <p:nvPr/>
            </p:nvSpPr>
            <p:spPr>
              <a:xfrm>
                <a:off x="6947123" y="2000695"/>
                <a:ext cx="178084" cy="58205"/>
              </a:xfrm>
            </p:spPr>
          </p:sp>
        </mc:Fallback>
      </mc:AlternateContent>
      <mc:AlternateContent xmlns:mc="http://schemas.openxmlformats.org/markup-compatibility/2006">
        <mc:Choice xmlns:p14="http://schemas.microsoft.com/office/powerpoint/2010/main" Requires="p14">
          <p:contentPart p14:bwMode="auto" r:id="rId65">
            <p14:nvContentPartPr>
              <p14:cNvPr id="1050155" name=""/>
              <p14:cNvContentPartPr/>
              <p14:nvPr/>
            </p14:nvContentPartPr>
            <p14:xfrm>
              <a:off x="7110918" y="1916723"/>
              <a:ext cx="180296" cy="129284"/>
            </p14:xfrm>
          </p:contentPart>
        </mc:Choice>
        <mc:Fallback>
          <p:sp>
            <p:nvSpPr>
              <p:cNvPr id="1050155" name=""/>
              <p:cNvSpPr/>
              <p:nvPr/>
            </p:nvSpPr>
            <p:spPr>
              <a:xfrm>
                <a:off x="7110918" y="1916723"/>
                <a:ext cx="180296" cy="129284"/>
              </a:xfrm>
            </p:spPr>
          </p:sp>
        </mc:Fallback>
      </mc:AlternateContent>
      <mc:AlternateContent xmlns:mc="http://schemas.openxmlformats.org/markup-compatibility/2006">
        <mc:Choice xmlns:p14="http://schemas.microsoft.com/office/powerpoint/2010/main" Requires="p14">
          <p:contentPart p14:bwMode="auto" r:id="rId66">
            <p14:nvContentPartPr>
              <p14:cNvPr id="1050156" name=""/>
              <p14:cNvContentPartPr/>
              <p14:nvPr/>
            </p14:nvContentPartPr>
            <p14:xfrm>
              <a:off x="7312512" y="1895244"/>
              <a:ext cx="6308" cy="146659"/>
            </p14:xfrm>
          </p:contentPart>
        </mc:Choice>
        <mc:Fallback>
          <p:sp>
            <p:nvSpPr>
              <p:cNvPr id="1050156" name=""/>
              <p:cNvSpPr/>
              <p:nvPr/>
            </p:nvSpPr>
            <p:spPr>
              <a:xfrm>
                <a:off x="7312512" y="1895244"/>
                <a:ext cx="6308" cy="146659"/>
              </a:xfrm>
            </p:spPr>
          </p:sp>
        </mc:Fallback>
      </mc:AlternateContent>
      <mc:AlternateContent xmlns:mc="http://schemas.openxmlformats.org/markup-compatibility/2006">
        <mc:Choice xmlns:p14="http://schemas.microsoft.com/office/powerpoint/2010/main" Requires="p14">
          <p:contentPart p14:bwMode="auto" r:id="rId67">
            <p14:nvContentPartPr>
              <p14:cNvPr id="1050157" name=""/>
              <p14:cNvContentPartPr/>
              <p14:nvPr/>
            </p14:nvContentPartPr>
            <p14:xfrm>
              <a:off x="7309512" y="1749688"/>
              <a:ext cx="330909" cy="353574"/>
            </p14:xfrm>
          </p:contentPart>
        </mc:Choice>
        <mc:Fallback>
          <p:sp>
            <p:nvSpPr>
              <p:cNvPr id="1050157" name=""/>
              <p:cNvSpPr/>
              <p:nvPr/>
            </p:nvSpPr>
            <p:spPr>
              <a:xfrm>
                <a:off x="7309512" y="1749688"/>
                <a:ext cx="330909" cy="353574"/>
              </a:xfrm>
            </p:spPr>
          </p:sp>
        </mc:Fallback>
      </mc:AlternateContent>
      <mc:AlternateContent xmlns:mc="http://schemas.openxmlformats.org/markup-compatibility/2006">
        <mc:Choice xmlns:p14="http://schemas.microsoft.com/office/powerpoint/2010/main" Requires="p14">
          <p:contentPart p14:bwMode="auto" r:id="rId68">
            <p14:nvContentPartPr>
              <p14:cNvPr id="1050158" name=""/>
              <p14:cNvContentPartPr/>
              <p14:nvPr/>
            </p14:nvContentPartPr>
            <p14:xfrm>
              <a:off x="7313112" y="2039059"/>
              <a:ext cx="273654" cy="90230"/>
            </p14:xfrm>
          </p:contentPart>
        </mc:Choice>
        <mc:Fallback>
          <p:sp>
            <p:nvSpPr>
              <p:cNvPr id="1050158" name=""/>
              <p:cNvSpPr/>
              <p:nvPr/>
            </p:nvSpPr>
            <p:spPr>
              <a:xfrm>
                <a:off x="7313112" y="2039059"/>
                <a:ext cx="273654" cy="90230"/>
              </a:xfrm>
            </p:spPr>
          </p:sp>
        </mc:Fallback>
      </mc:AlternateContent>
      <mc:AlternateContent xmlns:mc="http://schemas.openxmlformats.org/markup-compatibility/2006">
        <mc:Choice xmlns:p14="http://schemas.microsoft.com/office/powerpoint/2010/main" Requires="p14">
          <p:contentPart p14:bwMode="auto" r:id="rId69">
            <p14:nvContentPartPr>
              <p14:cNvPr id="1050159" name=""/>
              <p14:cNvContentPartPr/>
              <p14:nvPr/>
            </p14:nvContentPartPr>
            <p14:xfrm>
              <a:off x="7476306" y="1981568"/>
              <a:ext cx="12140" cy="410483"/>
            </p14:xfrm>
          </p:contentPart>
        </mc:Choice>
        <mc:Fallback>
          <p:sp>
            <p:nvSpPr>
              <p:cNvPr id="1050159" name=""/>
              <p:cNvSpPr/>
              <p:nvPr/>
            </p:nvSpPr>
            <p:spPr>
              <a:xfrm>
                <a:off x="7476306" y="1981568"/>
                <a:ext cx="12140" cy="410483"/>
              </a:xfrm>
            </p:spPr>
          </p:sp>
        </mc:Fallback>
      </mc:AlternateContent>
      <mc:AlternateContent xmlns:mc="http://schemas.openxmlformats.org/markup-compatibility/2006">
        <mc:Choice xmlns:p14="http://schemas.microsoft.com/office/powerpoint/2010/main" Requires="p14">
          <p:contentPart p14:bwMode="auto" r:id="rId70">
            <p14:nvContentPartPr>
              <p14:cNvPr id="1050160" name=""/>
              <p14:cNvContentPartPr/>
              <p14:nvPr/>
            </p14:nvContentPartPr>
            <p14:xfrm>
              <a:off x="7413908" y="2339343"/>
              <a:ext cx="113403" cy="92159"/>
            </p14:xfrm>
          </p:contentPart>
        </mc:Choice>
        <mc:Fallback>
          <p:sp>
            <p:nvSpPr>
              <p:cNvPr id="1050160" name=""/>
              <p:cNvSpPr/>
              <p:nvPr/>
            </p:nvSpPr>
            <p:spPr>
              <a:xfrm>
                <a:off x="7413908" y="2339343"/>
                <a:ext cx="113403" cy="92159"/>
              </a:xfrm>
            </p:spPr>
          </p:sp>
        </mc:Fallback>
      </mc:AlternateContent>
      <mc:AlternateContent xmlns:mc="http://schemas.openxmlformats.org/markup-compatibility/2006">
        <mc:Choice xmlns:p14="http://schemas.microsoft.com/office/powerpoint/2010/main" Requires="p14">
          <p:contentPart p14:bwMode="auto" r:id="rId71">
            <p14:nvContentPartPr>
              <p14:cNvPr id="1050161" name=""/>
              <p14:cNvContentPartPr/>
              <p14:nvPr/>
            </p14:nvContentPartPr>
            <p14:xfrm>
              <a:off x="7364110" y="2516301"/>
              <a:ext cx="66778" cy="150431"/>
            </p14:xfrm>
          </p:contentPart>
        </mc:Choice>
        <mc:Fallback>
          <p:sp>
            <p:nvSpPr>
              <p:cNvPr id="1050161" name=""/>
              <p:cNvSpPr/>
              <p:nvPr/>
            </p:nvSpPr>
            <p:spPr>
              <a:xfrm>
                <a:off x="7364110" y="2516301"/>
                <a:ext cx="66778" cy="150431"/>
              </a:xfrm>
            </p:spPr>
          </p:sp>
        </mc:Fallback>
      </mc:AlternateContent>
      <mc:AlternateContent xmlns:mc="http://schemas.openxmlformats.org/markup-compatibility/2006">
        <mc:Choice xmlns:p14="http://schemas.microsoft.com/office/powerpoint/2010/main" Requires="p14">
          <p:contentPart p14:bwMode="auto" r:id="rId72">
            <p14:nvContentPartPr>
              <p14:cNvPr id="1050162" name=""/>
              <p14:cNvContentPartPr/>
              <p14:nvPr/>
            </p14:nvContentPartPr>
            <p14:xfrm>
              <a:off x="7403709" y="2424362"/>
              <a:ext cx="242470" cy="271485"/>
            </p14:xfrm>
          </p:contentPart>
        </mc:Choice>
        <mc:Fallback>
          <p:sp>
            <p:nvSpPr>
              <p:cNvPr id="1050162" name=""/>
              <p:cNvSpPr/>
              <p:nvPr/>
            </p:nvSpPr>
            <p:spPr>
              <a:xfrm>
                <a:off x="7403709" y="2424362"/>
                <a:ext cx="242470" cy="271485"/>
              </a:xfrm>
            </p:spPr>
          </p:sp>
        </mc:Fallback>
      </mc:AlternateContent>
      <mc:AlternateContent xmlns:mc="http://schemas.openxmlformats.org/markup-compatibility/2006">
        <mc:Choice xmlns:p14="http://schemas.microsoft.com/office/powerpoint/2010/main" Requires="p14">
          <p:contentPart p14:bwMode="auto" r:id="rId73">
            <p14:nvContentPartPr>
              <p14:cNvPr id="1050163" name=""/>
              <p14:cNvContentPartPr/>
              <p14:nvPr/>
            </p14:nvContentPartPr>
            <p14:xfrm>
              <a:off x="7380852" y="2471340"/>
              <a:ext cx="97854" cy="157919"/>
            </p14:xfrm>
          </p:contentPart>
        </mc:Choice>
        <mc:Fallback>
          <p:sp>
            <p:nvSpPr>
              <p:cNvPr id="1050163" name=""/>
              <p:cNvSpPr/>
              <p:nvPr/>
            </p:nvSpPr>
            <p:spPr>
              <a:xfrm>
                <a:off x="7380852" y="2471340"/>
                <a:ext cx="97854" cy="157919"/>
              </a:xfrm>
            </p:spPr>
          </p:sp>
        </mc:Fallback>
      </mc:AlternateContent>
      <mc:AlternateContent xmlns:mc="http://schemas.openxmlformats.org/markup-compatibility/2006">
        <mc:Choice xmlns:p14="http://schemas.microsoft.com/office/powerpoint/2010/main" Requires="p14">
          <p:contentPart p14:bwMode="auto" r:id="rId74">
            <p14:nvContentPartPr>
              <p14:cNvPr id="1050164" name=""/>
              <p14:cNvContentPartPr/>
              <p14:nvPr/>
            </p14:nvContentPartPr>
            <p14:xfrm>
              <a:off x="7408509" y="2537881"/>
              <a:ext cx="160807" cy="91212"/>
            </p14:xfrm>
          </p:contentPart>
        </mc:Choice>
        <mc:Fallback>
          <p:sp>
            <p:nvSpPr>
              <p:cNvPr id="1050164" name=""/>
              <p:cNvSpPr/>
              <p:nvPr/>
            </p:nvSpPr>
            <p:spPr>
              <a:xfrm>
                <a:off x="7408509" y="2537881"/>
                <a:ext cx="160807" cy="91212"/>
              </a:xfrm>
            </p:spPr>
          </p:sp>
        </mc:Fallback>
      </mc:AlternateContent>
      <mc:AlternateContent xmlns:mc="http://schemas.openxmlformats.org/markup-compatibility/2006">
        <mc:Choice xmlns:p14="http://schemas.microsoft.com/office/powerpoint/2010/main" Requires="p14">
          <p:contentPart p14:bwMode="auto" r:id="rId75">
            <p14:nvContentPartPr>
              <p14:cNvPr id="1050165" name=""/>
              <p14:cNvContentPartPr/>
              <p14:nvPr/>
            </p14:nvContentPartPr>
            <p14:xfrm>
              <a:off x="7634102" y="2488667"/>
              <a:ext cx="116624" cy="39623"/>
            </p14:xfrm>
          </p:contentPart>
        </mc:Choice>
        <mc:Fallback>
          <p:sp>
            <p:nvSpPr>
              <p:cNvPr id="1050165" name=""/>
              <p:cNvSpPr/>
              <p:nvPr/>
            </p:nvSpPr>
            <p:spPr>
              <a:xfrm>
                <a:off x="7634102" y="2488667"/>
                <a:ext cx="116624" cy="39623"/>
              </a:xfrm>
            </p:spPr>
          </p:sp>
        </mc:Fallback>
      </mc:AlternateContent>
      <mc:AlternateContent xmlns:mc="http://schemas.openxmlformats.org/markup-compatibility/2006">
        <mc:Choice xmlns:p14="http://schemas.microsoft.com/office/powerpoint/2010/main" Requires="p14">
          <p:contentPart p14:bwMode="auto" r:id="rId76">
            <p14:nvContentPartPr>
              <p14:cNvPr id="1050166" name=""/>
              <p14:cNvContentPartPr/>
              <p14:nvPr/>
            </p14:nvContentPartPr>
            <p14:xfrm>
              <a:off x="7727699" y="2438369"/>
              <a:ext cx="91786" cy="127693"/>
            </p14:xfrm>
          </p:contentPart>
        </mc:Choice>
        <mc:Fallback>
          <p:sp>
            <p:nvSpPr>
              <p:cNvPr id="1050166" name=""/>
              <p:cNvSpPr/>
              <p:nvPr/>
            </p:nvSpPr>
            <p:spPr>
              <a:xfrm>
                <a:off x="7727699" y="2438369"/>
                <a:ext cx="91786" cy="127693"/>
              </a:xfrm>
            </p:spPr>
          </p:sp>
        </mc:Fallback>
      </mc:AlternateContent>
      <mc:AlternateContent xmlns:mc="http://schemas.openxmlformats.org/markup-compatibility/2006">
        <mc:Choice xmlns:p14="http://schemas.microsoft.com/office/powerpoint/2010/main" Requires="p14">
          <p:contentPart p14:bwMode="auto" r:id="rId77">
            <p14:nvContentPartPr>
              <p14:cNvPr id="1050167" name=""/>
              <p14:cNvContentPartPr/>
              <p14:nvPr/>
            </p14:nvContentPartPr>
            <p14:xfrm>
              <a:off x="7882133" y="2425181"/>
              <a:ext cx="24360" cy="224630"/>
            </p14:xfrm>
          </p:contentPart>
        </mc:Choice>
        <mc:Fallback>
          <p:sp>
            <p:nvSpPr>
              <p:cNvPr id="1050167" name=""/>
              <p:cNvSpPr/>
              <p:nvPr/>
            </p:nvSpPr>
            <p:spPr>
              <a:xfrm>
                <a:off x="7882133" y="2425181"/>
                <a:ext cx="24360" cy="224630"/>
              </a:xfrm>
            </p:spPr>
          </p:sp>
        </mc:Fallback>
      </mc:AlternateContent>
      <mc:AlternateContent xmlns:mc="http://schemas.openxmlformats.org/markup-compatibility/2006">
        <mc:Choice xmlns:p14="http://schemas.microsoft.com/office/powerpoint/2010/main" Requires="p14">
          <p:contentPart p14:bwMode="auto" r:id="rId78">
            <p14:nvContentPartPr>
              <p14:cNvPr id="1050168" name=""/>
              <p14:cNvContentPartPr/>
              <p14:nvPr/>
            </p14:nvContentPartPr>
            <p14:xfrm>
              <a:off x="7894495" y="2390261"/>
              <a:ext cx="209840" cy="298006"/>
            </p14:xfrm>
          </p:contentPart>
        </mc:Choice>
        <mc:Fallback>
          <p:sp>
            <p:nvSpPr>
              <p:cNvPr id="1050168" name=""/>
              <p:cNvSpPr/>
              <p:nvPr/>
            </p:nvSpPr>
            <p:spPr>
              <a:xfrm>
                <a:off x="7894495" y="2390261"/>
                <a:ext cx="209840" cy="298006"/>
              </a:xfrm>
            </p:spPr>
          </p:sp>
        </mc:Fallback>
      </mc:AlternateContent>
      <mc:AlternateContent xmlns:mc="http://schemas.openxmlformats.org/markup-compatibility/2006">
        <mc:Choice xmlns:p14="http://schemas.microsoft.com/office/powerpoint/2010/main" Requires="p14">
          <p:contentPart p14:bwMode="auto" r:id="rId79">
            <p14:nvContentPartPr>
              <p14:cNvPr id="1050169" name=""/>
              <p14:cNvContentPartPr/>
              <p14:nvPr/>
            </p14:nvContentPartPr>
            <p14:xfrm>
              <a:off x="7895095" y="2664546"/>
              <a:ext cx="130527" cy="26201"/>
            </p14:xfrm>
          </p:contentPart>
        </mc:Choice>
        <mc:Fallback>
          <p:sp>
            <p:nvSpPr>
              <p:cNvPr id="1050169" name=""/>
              <p:cNvSpPr/>
              <p:nvPr/>
            </p:nvSpPr>
            <p:spPr>
              <a:xfrm>
                <a:off x="7895095" y="2664546"/>
                <a:ext cx="130527" cy="26201"/>
              </a:xfrm>
            </p:spPr>
          </p:sp>
        </mc:Fallback>
      </mc:AlternateContent>
      <mc:AlternateContent xmlns:mc="http://schemas.openxmlformats.org/markup-compatibility/2006">
        <mc:Choice xmlns:p14="http://schemas.microsoft.com/office/powerpoint/2010/main" Requires="p14">
          <p:contentPart p14:bwMode="auto" r:id="rId80">
            <p14:nvContentPartPr>
              <p14:cNvPr id="1050170" name=""/>
              <p14:cNvContentPartPr/>
              <p14:nvPr/>
            </p14:nvContentPartPr>
            <p14:xfrm>
              <a:off x="7875895" y="2497117"/>
              <a:ext cx="45587" cy="14536"/>
            </p14:xfrm>
          </p:contentPart>
        </mc:Choice>
        <mc:Fallback>
          <p:sp>
            <p:nvSpPr>
              <p:cNvPr id="1050170" name=""/>
              <p:cNvSpPr/>
              <p:nvPr/>
            </p:nvSpPr>
            <p:spPr>
              <a:xfrm>
                <a:off x="7875895" y="2497117"/>
                <a:ext cx="45587" cy="14536"/>
              </a:xfrm>
            </p:spPr>
          </p:sp>
        </mc:Fallback>
      </mc:AlternateContent>
      <mc:AlternateContent xmlns:mc="http://schemas.openxmlformats.org/markup-compatibility/2006">
        <mc:Choice xmlns:p14="http://schemas.microsoft.com/office/powerpoint/2010/main" Requires="p14">
          <p:contentPart p14:bwMode="auto" r:id="rId81">
            <p14:nvContentPartPr>
              <p14:cNvPr id="1050171" name=""/>
              <p14:cNvContentPartPr/>
              <p14:nvPr/>
            </p14:nvContentPartPr>
            <p14:xfrm>
              <a:off x="7931320" y="2509706"/>
              <a:ext cx="45001" cy="117509"/>
            </p14:xfrm>
          </p:contentPart>
        </mc:Choice>
        <mc:Fallback>
          <p:sp>
            <p:nvSpPr>
              <p:cNvPr id="1050171" name=""/>
              <p:cNvSpPr/>
              <p:nvPr/>
            </p:nvSpPr>
            <p:spPr>
              <a:xfrm>
                <a:off x="7931320" y="2509706"/>
                <a:ext cx="45001" cy="117509"/>
              </a:xfrm>
            </p:spPr>
          </p:sp>
        </mc:Fallback>
      </mc:AlternateContent>
      <mc:AlternateContent xmlns:mc="http://schemas.openxmlformats.org/markup-compatibility/2006">
        <mc:Choice xmlns:p14="http://schemas.microsoft.com/office/powerpoint/2010/main" Requires="p14">
          <p:contentPart p14:bwMode="auto" r:id="rId82">
            <p14:nvContentPartPr>
              <p14:cNvPr id="1050172" name=""/>
              <p14:cNvContentPartPr/>
              <p14:nvPr/>
            </p14:nvContentPartPr>
            <p14:xfrm>
              <a:off x="8152487" y="2502067"/>
              <a:ext cx="93149" cy="21272"/>
            </p14:xfrm>
          </p:contentPart>
        </mc:Choice>
        <mc:Fallback>
          <p:sp>
            <p:nvSpPr>
              <p:cNvPr id="1050172" name=""/>
              <p:cNvSpPr/>
              <p:nvPr/>
            </p:nvSpPr>
            <p:spPr>
              <a:xfrm>
                <a:off x="8152487" y="2502067"/>
                <a:ext cx="93149" cy="21272"/>
              </a:xfrm>
            </p:spPr>
          </p:sp>
        </mc:Fallback>
      </mc:AlternateContent>
      <mc:AlternateContent xmlns:mc="http://schemas.openxmlformats.org/markup-compatibility/2006">
        <mc:Choice xmlns:p14="http://schemas.microsoft.com/office/powerpoint/2010/main" Requires="p14">
          <p:contentPart p14:bwMode="auto" r:id="rId83">
            <p14:nvContentPartPr>
              <p14:cNvPr id="1050173" name=""/>
              <p14:cNvContentPartPr/>
              <p14:nvPr/>
            </p14:nvContentPartPr>
            <p14:xfrm>
              <a:off x="8246684" y="2408395"/>
              <a:ext cx="117573" cy="155063"/>
            </p14:xfrm>
          </p:contentPart>
        </mc:Choice>
        <mc:Fallback>
          <p:sp>
            <p:nvSpPr>
              <p:cNvPr id="1050173" name=""/>
              <p:cNvSpPr/>
              <p:nvPr/>
            </p:nvSpPr>
            <p:spPr>
              <a:xfrm>
                <a:off x="8246684" y="2408395"/>
                <a:ext cx="117573" cy="155063"/>
              </a:xfrm>
            </p:spPr>
          </p:sp>
        </mc:Fallback>
      </mc:AlternateContent>
      <mc:AlternateContent xmlns:mc="http://schemas.openxmlformats.org/markup-compatibility/2006">
        <mc:Choice xmlns:p14="http://schemas.microsoft.com/office/powerpoint/2010/main" Requires="p14">
          <p:contentPart p14:bwMode="auto" r:id="rId84">
            <p14:nvContentPartPr>
              <p14:cNvPr id="1050174" name=""/>
              <p14:cNvContentPartPr/>
              <p14:nvPr/>
            </p14:nvContentPartPr>
            <p14:xfrm>
              <a:off x="8382281" y="2408994"/>
              <a:ext cx="14245" cy="257717"/>
            </p14:xfrm>
          </p:contentPart>
        </mc:Choice>
        <mc:Fallback>
          <p:sp>
            <p:nvSpPr>
              <p:cNvPr id="1050174" name=""/>
              <p:cNvSpPr/>
              <p:nvPr/>
            </p:nvSpPr>
            <p:spPr>
              <a:xfrm>
                <a:off x="8382281" y="2408994"/>
                <a:ext cx="14245" cy="257717"/>
              </a:xfrm>
            </p:spPr>
          </p:sp>
        </mc:Fallback>
      </mc:AlternateContent>
      <mc:AlternateContent xmlns:mc="http://schemas.openxmlformats.org/markup-compatibility/2006">
        <mc:Choice xmlns:p14="http://schemas.microsoft.com/office/powerpoint/2010/main" Requires="p14">
          <p:contentPart p14:bwMode="auto" r:id="rId85">
            <p14:nvContentPartPr>
              <p14:cNvPr id="1050175" name=""/>
              <p14:cNvContentPartPr/>
              <p14:nvPr/>
            </p14:nvContentPartPr>
            <p14:xfrm>
              <a:off x="8377481" y="2344642"/>
              <a:ext cx="282679" cy="336258"/>
            </p14:xfrm>
          </p:contentPart>
        </mc:Choice>
        <mc:Fallback>
          <p:sp>
            <p:nvSpPr>
              <p:cNvPr id="1050175" name=""/>
              <p:cNvSpPr/>
              <p:nvPr/>
            </p:nvSpPr>
            <p:spPr>
              <a:xfrm>
                <a:off x="8377481" y="2344642"/>
                <a:ext cx="282679" cy="336258"/>
              </a:xfrm>
            </p:spPr>
          </p:sp>
        </mc:Fallback>
      </mc:AlternateContent>
      <mc:AlternateContent xmlns:mc="http://schemas.openxmlformats.org/markup-compatibility/2006">
        <mc:Choice xmlns:p14="http://schemas.microsoft.com/office/powerpoint/2010/main" Requires="p14">
          <p:contentPart p14:bwMode="auto" r:id="rId86">
            <p14:nvContentPartPr>
              <p14:cNvPr id="1050176" name=""/>
              <p14:cNvContentPartPr/>
              <p14:nvPr/>
            </p14:nvContentPartPr>
            <p14:xfrm>
              <a:off x="8445879" y="2603495"/>
              <a:ext cx="161910" cy="65671"/>
            </p14:xfrm>
          </p:contentPart>
        </mc:Choice>
        <mc:Fallback>
          <p:sp>
            <p:nvSpPr>
              <p:cNvPr id="1050176" name=""/>
              <p:cNvSpPr/>
              <p:nvPr/>
            </p:nvSpPr>
            <p:spPr>
              <a:xfrm>
                <a:off x="8445879" y="2603495"/>
                <a:ext cx="161910" cy="65671"/>
              </a:xfrm>
            </p:spPr>
          </p:sp>
        </mc:Fallback>
      </mc:AlternateContent>
      <mc:AlternateContent xmlns:mc="http://schemas.openxmlformats.org/markup-compatibility/2006">
        <mc:Choice xmlns:p14="http://schemas.microsoft.com/office/powerpoint/2010/main" Requires="p14">
          <p:contentPart p14:bwMode="auto" r:id="rId87">
            <p14:nvContentPartPr>
              <p14:cNvPr id="1050177" name=""/>
              <p14:cNvContentPartPr/>
              <p14:nvPr/>
            </p14:nvContentPartPr>
            <p14:xfrm>
              <a:off x="8449719" y="2429178"/>
              <a:ext cx="175587" cy="140233"/>
            </p14:xfrm>
          </p:contentPart>
        </mc:Choice>
        <mc:Fallback>
          <p:sp>
            <p:nvSpPr>
              <p:cNvPr id="1050177" name=""/>
              <p:cNvSpPr/>
              <p:nvPr/>
            </p:nvSpPr>
            <p:spPr>
              <a:xfrm>
                <a:off x="8449719" y="2429178"/>
                <a:ext cx="175587" cy="140233"/>
              </a:xfrm>
            </p:spPr>
          </p:sp>
        </mc:Fallback>
      </mc:AlternateContent>
      <mc:AlternateContent xmlns:mc="http://schemas.openxmlformats.org/markup-compatibility/2006">
        <mc:Choice xmlns:p14="http://schemas.microsoft.com/office/powerpoint/2010/main" Requires="p14">
          <p:contentPart p14:bwMode="auto" r:id="rId88">
            <p14:nvContentPartPr>
              <p14:cNvPr id="1050178" name=""/>
              <p14:cNvContentPartPr/>
              <p14:nvPr/>
            </p14:nvContentPartPr>
            <p14:xfrm>
              <a:off x="8436279" y="2513023"/>
              <a:ext cx="84408" cy="3818"/>
            </p14:xfrm>
          </p:contentPart>
        </mc:Choice>
        <mc:Fallback>
          <p:sp>
            <p:nvSpPr>
              <p:cNvPr id="1050178" name=""/>
              <p:cNvSpPr/>
              <p:nvPr/>
            </p:nvSpPr>
            <p:spPr>
              <a:xfrm>
                <a:off x="8436279" y="2513023"/>
                <a:ext cx="84408" cy="3818"/>
              </a:xfrm>
            </p:spPr>
          </p:sp>
        </mc:Fallback>
      </mc:AlternateContent>
      <mc:AlternateContent xmlns:mc="http://schemas.openxmlformats.org/markup-compatibility/2006">
        <mc:Choice xmlns:p14="http://schemas.microsoft.com/office/powerpoint/2010/main" Requires="p14">
          <p:contentPart p14:bwMode="auto" r:id="rId89">
            <p14:nvContentPartPr>
              <p14:cNvPr id="1050179" name=""/>
              <p14:cNvContentPartPr/>
              <p14:nvPr/>
            </p14:nvContentPartPr>
            <p14:xfrm>
              <a:off x="7389910" y="683104"/>
              <a:ext cx="3269" cy="216656"/>
            </p14:xfrm>
          </p:contentPart>
        </mc:Choice>
        <mc:Fallback>
          <p:sp>
            <p:nvSpPr>
              <p:cNvPr id="1050179" name=""/>
              <p:cNvSpPr/>
              <p:nvPr/>
            </p:nvSpPr>
            <p:spPr>
              <a:xfrm>
                <a:off x="7389910" y="683104"/>
                <a:ext cx="3269" cy="216656"/>
              </a:xfrm>
            </p:spPr>
          </p:sp>
        </mc:Fallback>
      </mc:AlternateContent>
      <mc:AlternateContent xmlns:mc="http://schemas.openxmlformats.org/markup-compatibility/2006">
        <mc:Choice xmlns:p14="http://schemas.microsoft.com/office/powerpoint/2010/main" Requires="p14">
          <p:contentPart p14:bwMode="auto" r:id="rId90">
            <p14:nvContentPartPr>
              <p14:cNvPr id="1050180" name=""/>
              <p14:cNvContentPartPr/>
              <p14:nvPr/>
            </p14:nvContentPartPr>
            <p14:xfrm>
              <a:off x="7193715" y="1284978"/>
              <a:ext cx="16800" cy="20382"/>
            </p14:xfrm>
          </p:contentPart>
        </mc:Choice>
        <mc:Fallback>
          <p:sp>
            <p:nvSpPr>
              <p:cNvPr id="1050180" name=""/>
              <p:cNvSpPr/>
              <p:nvPr/>
            </p:nvSpPr>
            <p:spPr>
              <a:xfrm>
                <a:off x="7193715" y="1284978"/>
                <a:ext cx="16800" cy="20382"/>
              </a:xfrm>
            </p:spPr>
          </p:sp>
        </mc:Fallback>
      </mc:AlternateContent>
      <mc:AlternateContent xmlns:mc="http://schemas.openxmlformats.org/markup-compatibility/2006">
        <mc:Choice xmlns:p14="http://schemas.microsoft.com/office/powerpoint/2010/main" Requires="p14">
          <p:contentPart p14:bwMode="auto" r:id="rId91">
            <p14:nvContentPartPr>
              <p14:cNvPr id="1050181" name=""/>
              <p14:cNvContentPartPr/>
              <p14:nvPr/>
            </p14:nvContentPartPr>
            <p14:xfrm>
              <a:off x="7167910" y="1260370"/>
              <a:ext cx="140674" cy="155216"/>
            </p14:xfrm>
          </p:contentPart>
        </mc:Choice>
        <mc:Fallback>
          <p:sp>
            <p:nvSpPr>
              <p:cNvPr id="1050181" name=""/>
              <p:cNvSpPr/>
              <p:nvPr/>
            </p:nvSpPr>
            <p:spPr>
              <a:xfrm>
                <a:off x="7167910" y="1260370"/>
                <a:ext cx="140674" cy="155216"/>
              </a:xfrm>
            </p:spPr>
          </p:sp>
        </mc:Fallback>
      </mc:AlternateContent>
      <mc:AlternateContent xmlns:mc="http://schemas.openxmlformats.org/markup-compatibility/2006">
        <mc:Choice xmlns:p14="http://schemas.microsoft.com/office/powerpoint/2010/main" Requires="p14">
          <p:contentPart p14:bwMode="auto" r:id="rId92">
            <p14:nvContentPartPr>
              <p14:cNvPr id="1050182" name=""/>
              <p14:cNvContentPartPr/>
              <p14:nvPr/>
            </p14:nvContentPartPr>
            <p14:xfrm>
              <a:off x="7930938" y="1725592"/>
              <a:ext cx="129680" cy="371666"/>
            </p14:xfrm>
          </p:contentPart>
        </mc:Choice>
        <mc:Fallback>
          <p:sp>
            <p:nvSpPr>
              <p:cNvPr id="1050182" name=""/>
              <p:cNvSpPr/>
              <p:nvPr/>
            </p:nvSpPr>
            <p:spPr>
              <a:xfrm>
                <a:off x="7930938" y="1725592"/>
                <a:ext cx="129680" cy="371666"/>
              </a:xfrm>
            </p:spPr>
          </p:sp>
        </mc:Fallback>
      </mc:AlternateContent>
      <mc:AlternateContent xmlns:mc="http://schemas.openxmlformats.org/markup-compatibility/2006">
        <mc:Choice xmlns:p14="http://schemas.microsoft.com/office/powerpoint/2010/main" Requires="p14">
          <p:contentPart p14:bwMode="auto" r:id="rId93">
            <p14:nvContentPartPr>
              <p14:cNvPr id="1050183" name=""/>
              <p14:cNvContentPartPr/>
              <p14:nvPr/>
            </p14:nvContentPartPr>
            <p14:xfrm>
              <a:off x="8733728" y="2257075"/>
              <a:ext cx="147493" cy="128613"/>
            </p14:xfrm>
          </p:contentPart>
        </mc:Choice>
        <mc:Fallback>
          <p:sp>
            <p:nvSpPr>
              <p:cNvPr id="1050183" name=""/>
              <p:cNvSpPr/>
              <p:nvPr/>
            </p:nvSpPr>
            <p:spPr>
              <a:xfrm>
                <a:off x="8733728" y="2257075"/>
                <a:ext cx="147493" cy="128613"/>
              </a:xfrm>
            </p:spPr>
          </p:sp>
        </mc:Fallback>
      </mc:AlternateContent>
      <mc:AlternateContent xmlns:mc="http://schemas.openxmlformats.org/markup-compatibility/2006">
        <mc:Choice xmlns:p14="http://schemas.microsoft.com/office/powerpoint/2010/main" Requires="p14">
          <p:contentPart p14:bwMode="auto" r:id="rId94">
            <p14:nvContentPartPr>
              <p14:cNvPr id="1050184" name=""/>
              <p14:cNvContentPartPr/>
              <p14:nvPr/>
            </p14:nvContentPartPr>
            <p14:xfrm>
              <a:off x="8757550" y="2284903"/>
              <a:ext cx="44118" cy="423214"/>
            </p14:xfrm>
          </p:contentPart>
        </mc:Choice>
        <mc:Fallback>
          <p:sp>
            <p:nvSpPr>
              <p:cNvPr id="1050184" name=""/>
              <p:cNvSpPr/>
              <p:nvPr/>
            </p:nvSpPr>
            <p:spPr>
              <a:xfrm>
                <a:off x="8757550" y="2284903"/>
                <a:ext cx="44118" cy="423214"/>
              </a:xfrm>
            </p:spPr>
          </p:sp>
        </mc:Fallback>
      </mc:AlternateContent>
      <mc:AlternateContent xmlns:mc="http://schemas.openxmlformats.org/markup-compatibility/2006">
        <mc:Choice xmlns:p14="http://schemas.microsoft.com/office/powerpoint/2010/main" Requires="p14">
          <p:contentPart p14:bwMode="auto" r:id="rId95">
            <p14:nvContentPartPr>
              <p14:cNvPr id="1050185" name=""/>
              <p14:cNvContentPartPr/>
              <p14:nvPr/>
            </p14:nvContentPartPr>
            <p14:xfrm>
              <a:off x="4774586" y="3211240"/>
              <a:ext cx="17529" cy="315906"/>
            </p14:xfrm>
          </p:contentPart>
        </mc:Choice>
        <mc:Fallback>
          <p:sp>
            <p:nvSpPr>
              <p:cNvPr id="1050185" name=""/>
              <p:cNvSpPr/>
              <p:nvPr/>
            </p:nvSpPr>
            <p:spPr>
              <a:xfrm>
                <a:off x="4774586" y="3211240"/>
                <a:ext cx="17529" cy="315906"/>
              </a:xfrm>
            </p:spPr>
          </p:sp>
        </mc:Fallback>
      </mc:AlternateContent>
      <mc:AlternateContent xmlns:mc="http://schemas.openxmlformats.org/markup-compatibility/2006">
        <mc:Choice xmlns:p14="http://schemas.microsoft.com/office/powerpoint/2010/main" Requires="p14">
          <p:contentPart p14:bwMode="auto" r:id="rId96">
            <p14:nvContentPartPr>
              <p14:cNvPr id="1050186" name=""/>
              <p14:cNvContentPartPr/>
              <p14:nvPr/>
            </p14:nvContentPartPr>
            <p14:xfrm>
              <a:off x="4828585" y="3223584"/>
              <a:ext cx="163659" cy="47003"/>
            </p14:xfrm>
          </p:contentPart>
        </mc:Choice>
        <mc:Fallback>
          <p:sp>
            <p:nvSpPr>
              <p:cNvPr id="1050186" name=""/>
              <p:cNvSpPr/>
              <p:nvPr/>
            </p:nvSpPr>
            <p:spPr>
              <a:xfrm>
                <a:off x="4828585" y="3223584"/>
                <a:ext cx="163659" cy="47003"/>
              </a:xfrm>
            </p:spPr>
          </p:sp>
        </mc:Fallback>
      </mc:AlternateContent>
      <mc:AlternateContent xmlns:mc="http://schemas.openxmlformats.org/markup-compatibility/2006">
        <mc:Choice xmlns:p14="http://schemas.microsoft.com/office/powerpoint/2010/main" Requires="p14">
          <p:contentPart p14:bwMode="auto" r:id="rId97">
            <p14:nvContentPartPr>
              <p14:cNvPr id="1050187" name=""/>
              <p14:cNvContentPartPr/>
              <p14:nvPr/>
            </p14:nvContentPartPr>
            <p14:xfrm>
              <a:off x="4929982" y="3103934"/>
              <a:ext cx="64864" cy="214481"/>
            </p14:xfrm>
          </p:contentPart>
        </mc:Choice>
        <mc:Fallback>
          <p:sp>
            <p:nvSpPr>
              <p:cNvPr id="1050187" name=""/>
              <p:cNvSpPr/>
              <p:nvPr/>
            </p:nvSpPr>
            <p:spPr>
              <a:xfrm>
                <a:off x="4929982" y="3103934"/>
                <a:ext cx="64864" cy="214481"/>
              </a:xfrm>
            </p:spPr>
          </p:sp>
        </mc:Fallback>
      </mc:AlternateContent>
      <mc:AlternateContent xmlns:mc="http://schemas.openxmlformats.org/markup-compatibility/2006">
        <mc:Choice xmlns:p14="http://schemas.microsoft.com/office/powerpoint/2010/main" Requires="p14">
          <p:contentPart p14:bwMode="auto" r:id="rId98">
            <p14:nvContentPartPr>
              <p14:cNvPr id="1050188" name=""/>
              <p14:cNvContentPartPr/>
              <p14:nvPr/>
            </p14:nvContentPartPr>
            <p14:xfrm>
              <a:off x="5138776" y="3050581"/>
              <a:ext cx="31579" cy="474184"/>
            </p14:xfrm>
          </p:contentPart>
        </mc:Choice>
        <mc:Fallback>
          <p:sp>
            <p:nvSpPr>
              <p:cNvPr id="1050188" name=""/>
              <p:cNvSpPr/>
              <p:nvPr/>
            </p:nvSpPr>
            <p:spPr>
              <a:xfrm>
                <a:off x="5138776" y="3050581"/>
                <a:ext cx="31579" cy="474184"/>
              </a:xfrm>
            </p:spPr>
          </p:sp>
        </mc:Fallback>
      </mc:AlternateContent>
      <mc:AlternateContent xmlns:mc="http://schemas.openxmlformats.org/markup-compatibility/2006">
        <mc:Choice xmlns:p14="http://schemas.microsoft.com/office/powerpoint/2010/main" Requires="p14">
          <p:contentPart p14:bwMode="auto" r:id="rId99">
            <p14:nvContentPartPr>
              <p14:cNvPr id="1050189" name=""/>
              <p14:cNvContentPartPr/>
              <p14:nvPr/>
            </p14:nvContentPartPr>
            <p14:xfrm>
              <a:off x="2869642" y="3723192"/>
              <a:ext cx="83425" cy="559099"/>
            </p14:xfrm>
          </p:contentPart>
        </mc:Choice>
        <mc:Fallback>
          <p:sp>
            <p:nvSpPr>
              <p:cNvPr id="1050189" name=""/>
              <p:cNvSpPr/>
              <p:nvPr/>
            </p:nvSpPr>
            <p:spPr>
              <a:xfrm>
                <a:off x="2869642" y="3723192"/>
                <a:ext cx="83425" cy="559099"/>
              </a:xfrm>
            </p:spPr>
          </p:sp>
        </mc:Fallback>
      </mc:AlternateContent>
      <mc:AlternateContent xmlns:mc="http://schemas.openxmlformats.org/markup-compatibility/2006">
        <mc:Choice xmlns:p14="http://schemas.microsoft.com/office/powerpoint/2010/main" Requires="p14">
          <p:contentPart p14:bwMode="auto" r:id="rId100">
            <p14:nvContentPartPr>
              <p14:cNvPr id="1050190" name=""/>
              <p14:cNvContentPartPr/>
              <p14:nvPr/>
            </p14:nvContentPartPr>
            <p14:xfrm>
              <a:off x="6905724" y="3546347"/>
              <a:ext cx="133372" cy="469625"/>
            </p14:xfrm>
          </p:contentPart>
        </mc:Choice>
        <mc:Fallback>
          <p:sp>
            <p:nvSpPr>
              <p:cNvPr id="1050190" name=""/>
              <p:cNvSpPr/>
              <p:nvPr/>
            </p:nvSpPr>
            <p:spPr>
              <a:xfrm>
                <a:off x="6905724" y="3546347"/>
                <a:ext cx="133372" cy="469625"/>
              </a:xfrm>
            </p:spPr>
          </p:sp>
        </mc:Fallback>
      </mc:AlternateContent>
      <mc:AlternateContent xmlns:mc="http://schemas.openxmlformats.org/markup-compatibility/2006">
        <mc:Choice xmlns:p14="http://schemas.microsoft.com/office/powerpoint/2010/main" Requires="p14">
          <p:contentPart p14:bwMode="auto" r:id="rId101">
            <p14:nvContentPartPr>
              <p14:cNvPr id="1050191" name=""/>
              <p14:cNvContentPartPr/>
              <p14:nvPr/>
            </p14:nvContentPartPr>
            <p14:xfrm>
              <a:off x="5331369" y="3232391"/>
              <a:ext cx="148467" cy="93349"/>
            </p14:xfrm>
          </p:contentPart>
        </mc:Choice>
        <mc:Fallback>
          <p:sp>
            <p:nvSpPr>
              <p:cNvPr id="1050191" name=""/>
              <p:cNvSpPr/>
              <p:nvPr/>
            </p:nvSpPr>
            <p:spPr>
              <a:xfrm>
                <a:off x="5331369" y="3232391"/>
                <a:ext cx="148467" cy="93349"/>
              </a:xfrm>
            </p:spPr>
          </p:sp>
        </mc:Fallback>
      </mc:AlternateContent>
      <mc:AlternateContent xmlns:mc="http://schemas.openxmlformats.org/markup-compatibility/2006">
        <mc:Choice xmlns:p14="http://schemas.microsoft.com/office/powerpoint/2010/main" Requires="p14">
          <p:contentPart p14:bwMode="auto" r:id="rId102">
            <p14:nvContentPartPr>
              <p14:cNvPr id="1050192" name=""/>
              <p14:cNvContentPartPr/>
              <p14:nvPr/>
            </p14:nvContentPartPr>
            <p14:xfrm>
              <a:off x="5424967" y="3148894"/>
              <a:ext cx="78862" cy="248544"/>
            </p14:xfrm>
          </p:contentPart>
        </mc:Choice>
        <mc:Fallback>
          <p:sp>
            <p:nvSpPr>
              <p:cNvPr id="1050192" name=""/>
              <p:cNvSpPr/>
              <p:nvPr/>
            </p:nvSpPr>
            <p:spPr>
              <a:xfrm>
                <a:off x="5424967" y="3148894"/>
                <a:ext cx="78862" cy="248544"/>
              </a:xfrm>
            </p:spPr>
          </p:sp>
        </mc:Fallback>
      </mc:AlternateContent>
      <mc:AlternateContent xmlns:mc="http://schemas.openxmlformats.org/markup-compatibility/2006">
        <mc:Choice xmlns:p14="http://schemas.microsoft.com/office/powerpoint/2010/main" Requires="p14">
          <p:contentPart p14:bwMode="auto" r:id="rId103">
            <p14:nvContentPartPr>
              <p14:cNvPr id="1050193" name=""/>
              <p14:cNvContentPartPr/>
              <p14:nvPr/>
            </p14:nvContentPartPr>
            <p14:xfrm>
              <a:off x="5645161" y="3005620"/>
              <a:ext cx="128629" cy="412759"/>
            </p14:xfrm>
          </p:contentPart>
        </mc:Choice>
        <mc:Fallback>
          <p:sp>
            <p:nvSpPr>
              <p:cNvPr id="1050193" name=""/>
              <p:cNvSpPr/>
              <p:nvPr/>
            </p:nvSpPr>
            <p:spPr>
              <a:xfrm>
                <a:off x="5645161" y="3005620"/>
                <a:ext cx="128629" cy="412759"/>
              </a:xfrm>
            </p:spPr>
          </p:sp>
        </mc:Fallback>
      </mc:AlternateContent>
      <mc:AlternateContent xmlns:mc="http://schemas.openxmlformats.org/markup-compatibility/2006">
        <mc:Choice xmlns:p14="http://schemas.microsoft.com/office/powerpoint/2010/main" Requires="p14">
          <p:contentPart p14:bwMode="auto" r:id="rId104">
            <p14:nvContentPartPr>
              <p14:cNvPr id="1050194" name=""/>
              <p14:cNvContentPartPr/>
              <p14:nvPr/>
            </p14:nvContentPartPr>
            <p14:xfrm>
              <a:off x="5928952" y="3156715"/>
              <a:ext cx="124944" cy="86297"/>
            </p14:xfrm>
          </p:contentPart>
        </mc:Choice>
        <mc:Fallback>
          <p:sp>
            <p:nvSpPr>
              <p:cNvPr id="1050194" name=""/>
              <p:cNvSpPr/>
              <p:nvPr/>
            </p:nvSpPr>
            <p:spPr>
              <a:xfrm>
                <a:off x="5928952" y="3156715"/>
                <a:ext cx="124944" cy="86297"/>
              </a:xfrm>
            </p:spPr>
          </p:sp>
        </mc:Fallback>
      </mc:AlternateContent>
      <mc:AlternateContent xmlns:mc="http://schemas.openxmlformats.org/markup-compatibility/2006">
        <mc:Choice xmlns:p14="http://schemas.microsoft.com/office/powerpoint/2010/main" Requires="p14">
          <p:contentPart p14:bwMode="auto" r:id="rId105">
            <p14:nvContentPartPr>
              <p14:cNvPr id="1050195" name=""/>
              <p14:cNvContentPartPr/>
              <p14:nvPr/>
            </p14:nvContentPartPr>
            <p14:xfrm>
              <a:off x="6026150" y="3076957"/>
              <a:ext cx="97603" cy="313300"/>
            </p14:xfrm>
          </p:contentPart>
        </mc:Choice>
        <mc:Fallback>
          <p:sp>
            <p:nvSpPr>
              <p:cNvPr id="1050195" name=""/>
              <p:cNvSpPr/>
              <p:nvPr/>
            </p:nvSpPr>
            <p:spPr>
              <a:xfrm>
                <a:off x="6026150" y="3076957"/>
                <a:ext cx="97603" cy="313300"/>
              </a:xfrm>
            </p:spPr>
          </p:sp>
        </mc:Fallback>
      </mc:AlternateContent>
      <mc:AlternateContent xmlns:mc="http://schemas.openxmlformats.org/markup-compatibility/2006">
        <mc:Choice xmlns:p14="http://schemas.microsoft.com/office/powerpoint/2010/main" Requires="p14">
          <p:contentPart p14:bwMode="auto" r:id="rId106">
            <p14:nvContentPartPr>
              <p14:cNvPr id="1050196" name=""/>
              <p14:cNvContentPartPr/>
              <p14:nvPr/>
            </p14:nvContentPartPr>
            <p14:xfrm>
              <a:off x="6260143" y="2934882"/>
              <a:ext cx="139477" cy="477390"/>
            </p14:xfrm>
          </p:contentPart>
        </mc:Choice>
        <mc:Fallback>
          <p:sp>
            <p:nvSpPr>
              <p:cNvPr id="1050196" name=""/>
              <p:cNvSpPr/>
              <p:nvPr/>
            </p:nvSpPr>
            <p:spPr>
              <a:xfrm>
                <a:off x="6260143" y="2934882"/>
                <a:ext cx="139477" cy="477390"/>
              </a:xfrm>
            </p:spPr>
          </p:sp>
        </mc:Fallback>
      </mc:AlternateContent>
    </p:spTree>
  </p:cSld>
  <p:clrMapOvr>
    <a:masterClrMapping/>
  </p:clrMapOvr>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42" presetSubtype="0">
                                  <p:stCondLst>
                                    <p:cond delay="0"/>
                                  </p:stCondLst>
                                  <p:childTnLst>
                                    <p:set>
                                      <p:cBhvr>
                                        <p:cTn dur="1" fill="hold" id="6">
                                          <p:stCondLst>
                                            <p:cond delay="0"/>
                                          </p:stCondLst>
                                        </p:cTn>
                                        <p:tgtEl>
                                          <p:spTgt spid="1048669"/>
                                        </p:tgtEl>
                                        <p:attrNameLst>
                                          <p:attrName>style.visibility</p:attrName>
                                        </p:attrNameLst>
                                      </p:cBhvr>
                                      <p:to>
                                        <p:strVal val="visible"/>
                                      </p:to>
                                    </p:set>
                                    <p:animEffect transition="in" filter="fade">
                                      <p:cBhvr>
                                        <p:cTn dur="1000" id="7"/>
                                        <p:tgtEl>
                                          <p:spTgt spid="1048669"/>
                                        </p:tgtEl>
                                      </p:cBhvr>
                                    </p:animEffect>
                                    <p:anim calcmode="lin" valueType="num">
                                      <p:cBhvr>
                                        <p:cTn dur="1000" fill="hold" id="8"/>
                                        <p:tgtEl>
                                          <p:spTgt spid="1048669"/>
                                        </p:tgtEl>
                                        <p:attrNameLst>
                                          <p:attrName>ppt_x</p:attrName>
                                        </p:attrNameLst>
                                      </p:cBhvr>
                                      <p:tavLst>
                                        <p:tav tm="0">
                                          <p:val>
                                            <p:strVal val="#ppt_x"/>
                                          </p:val>
                                        </p:tav>
                                        <p:tav tm="100000">
                                          <p:val>
                                            <p:strVal val="#ppt_x"/>
                                          </p:val>
                                        </p:tav>
                                      </p:tavLst>
                                    </p:anim>
                                    <p:anim calcmode="lin" valueType="num">
                                      <p:cBhvr>
                                        <p:cTn dur="1000" fill="hold" id="9"/>
                                        <p:tgtEl>
                                          <p:spTgt spid="1048669"/>
                                        </p:tgtEl>
                                        <p:attrNameLst>
                                          <p:attrName>ppt_y</p:attrName>
                                        </p:attrNameLst>
                                      </p:cBhvr>
                                      <p:tavLst>
                                        <p:tav tm="0">
                                          <p:val>
                                            <p:strVal val="#ppt_y+.1"/>
                                          </p:val>
                                        </p:tav>
                                        <p:tav tm="100000">
                                          <p:val>
                                            <p:strVal val="#ppt_y"/>
                                          </p:val>
                                        </p:tav>
                                      </p:tavLst>
                                    </p:anim>
                                  </p:childTnLst>
                                </p:cTn>
                              </p:par>
                              <p:par>
                                <p:cTn fill="hold" grpId="0" id="10" nodeType="withEffect" presetClass="entr" presetID="42" presetSubtype="0">
                                  <p:stCondLst>
                                    <p:cond delay="0"/>
                                  </p:stCondLst>
                                  <p:childTnLst>
                                    <p:set>
                                      <p:cBhvr>
                                        <p:cTn dur="1" fill="hold" id="11">
                                          <p:stCondLst>
                                            <p:cond delay="0"/>
                                          </p:stCondLst>
                                        </p:cTn>
                                        <p:tgtEl>
                                          <p:spTgt spid="1048662"/>
                                        </p:tgtEl>
                                        <p:attrNameLst>
                                          <p:attrName>style.visibility</p:attrName>
                                        </p:attrNameLst>
                                      </p:cBhvr>
                                      <p:to>
                                        <p:strVal val="visible"/>
                                      </p:to>
                                    </p:set>
                                    <p:animEffect transition="in" filter="fade">
                                      <p:cBhvr>
                                        <p:cTn dur="1000" id="12"/>
                                        <p:tgtEl>
                                          <p:spTgt spid="1048662"/>
                                        </p:tgtEl>
                                      </p:cBhvr>
                                    </p:animEffect>
                                    <p:anim calcmode="lin" valueType="num">
                                      <p:cBhvr>
                                        <p:cTn dur="1000" fill="hold" id="13"/>
                                        <p:tgtEl>
                                          <p:spTgt spid="1048662"/>
                                        </p:tgtEl>
                                        <p:attrNameLst>
                                          <p:attrName>ppt_x</p:attrName>
                                        </p:attrNameLst>
                                      </p:cBhvr>
                                      <p:tavLst>
                                        <p:tav tm="0">
                                          <p:val>
                                            <p:strVal val="#ppt_x"/>
                                          </p:val>
                                        </p:tav>
                                        <p:tav tm="100000">
                                          <p:val>
                                            <p:strVal val="#ppt_x"/>
                                          </p:val>
                                        </p:tav>
                                      </p:tavLst>
                                    </p:anim>
                                    <p:anim calcmode="lin" valueType="num">
                                      <p:cBhvr>
                                        <p:cTn dur="1000" fill="hold" id="14"/>
                                        <p:tgtEl>
                                          <p:spTgt spid="1048662"/>
                                        </p:tgtEl>
                                        <p:attrNameLst>
                                          <p:attrName>ppt_y</p:attrName>
                                        </p:attrNameLst>
                                      </p:cBhvr>
                                      <p:tavLst>
                                        <p:tav tm="0">
                                          <p:val>
                                            <p:strVal val="#ppt_y+.1"/>
                                          </p:val>
                                        </p:tav>
                                        <p:tav tm="100000">
                                          <p:val>
                                            <p:strVal val="#ppt_y"/>
                                          </p:val>
                                        </p:tav>
                                      </p:tavLst>
                                    </p:anim>
                                  </p:childTnLst>
                                </p:cTn>
                              </p:par>
                            </p:childTnLst>
                          </p:cTn>
                        </p:par>
                      </p:childTnLst>
                    </p:cTn>
                  </p:par>
                  <p:par>
                    <p:cTn fill="hold" id="15" nodeType="clickPar">
                      <p:stCondLst>
                        <p:cond delay="indefinite"/>
                      </p:stCondLst>
                      <p:childTnLst>
                        <p:par>
                          <p:cTn fill="hold" id="16" nodeType="withGroup">
                            <p:stCondLst>
                              <p:cond delay="0"/>
                            </p:stCondLst>
                            <p:childTnLst>
                              <p:par>
                                <p:cTn fill="hold" grpId="0" id="17" nodeType="clickEffect" presetClass="entr" presetID="42" presetSubtype="0">
                                  <p:stCondLst>
                                    <p:cond delay="0"/>
                                  </p:stCondLst>
                                  <p:childTnLst>
                                    <p:set>
                                      <p:cBhvr>
                                        <p:cTn dur="1" fill="hold" id="18">
                                          <p:stCondLst>
                                            <p:cond delay="0"/>
                                          </p:stCondLst>
                                        </p:cTn>
                                        <p:tgtEl>
                                          <p:spTgt spid="1048663"/>
                                        </p:tgtEl>
                                        <p:attrNameLst>
                                          <p:attrName>style.visibility</p:attrName>
                                        </p:attrNameLst>
                                      </p:cBhvr>
                                      <p:to>
                                        <p:strVal val="visible"/>
                                      </p:to>
                                    </p:set>
                                    <p:animEffect transition="in" filter="fade">
                                      <p:cBhvr>
                                        <p:cTn dur="1000" id="19"/>
                                        <p:tgtEl>
                                          <p:spTgt spid="1048663"/>
                                        </p:tgtEl>
                                      </p:cBhvr>
                                    </p:animEffect>
                                    <p:anim calcmode="lin" valueType="num">
                                      <p:cBhvr>
                                        <p:cTn dur="1000" fill="hold" id="20"/>
                                        <p:tgtEl>
                                          <p:spTgt spid="1048663"/>
                                        </p:tgtEl>
                                        <p:attrNameLst>
                                          <p:attrName>ppt_x</p:attrName>
                                        </p:attrNameLst>
                                      </p:cBhvr>
                                      <p:tavLst>
                                        <p:tav tm="0">
                                          <p:val>
                                            <p:strVal val="#ppt_x"/>
                                          </p:val>
                                        </p:tav>
                                        <p:tav tm="100000">
                                          <p:val>
                                            <p:strVal val="#ppt_x"/>
                                          </p:val>
                                        </p:tav>
                                      </p:tavLst>
                                    </p:anim>
                                    <p:anim calcmode="lin" valueType="num">
                                      <p:cBhvr>
                                        <p:cTn dur="1000" fill="hold" id="21"/>
                                        <p:tgtEl>
                                          <p:spTgt spid="1048663"/>
                                        </p:tgtEl>
                                        <p:attrNameLst>
                                          <p:attrName>ppt_y</p:attrName>
                                        </p:attrNameLst>
                                      </p:cBhvr>
                                      <p:tavLst>
                                        <p:tav tm="0">
                                          <p:val>
                                            <p:strVal val="#ppt_y+.1"/>
                                          </p:val>
                                        </p:tav>
                                        <p:tav tm="100000">
                                          <p:val>
                                            <p:strVal val="#ppt_y"/>
                                          </p:val>
                                        </p:tav>
                                      </p:tavLst>
                                    </p:anim>
                                  </p:childTnLst>
                                </p:cTn>
                              </p:par>
                              <p:par>
                                <p:cTn fill="hold" grpId="0" id="22" nodeType="withEffect" presetClass="entr" presetID="42" presetSubtype="0">
                                  <p:stCondLst>
                                    <p:cond delay="0"/>
                                  </p:stCondLst>
                                  <p:childTnLst>
                                    <p:set>
                                      <p:cBhvr>
                                        <p:cTn dur="1" fill="hold" id="23">
                                          <p:stCondLst>
                                            <p:cond delay="0"/>
                                          </p:stCondLst>
                                        </p:cTn>
                                        <p:tgtEl>
                                          <p:spTgt spid="1048670"/>
                                        </p:tgtEl>
                                        <p:attrNameLst>
                                          <p:attrName>style.visibility</p:attrName>
                                        </p:attrNameLst>
                                      </p:cBhvr>
                                      <p:to>
                                        <p:strVal val="visible"/>
                                      </p:to>
                                    </p:set>
                                    <p:animEffect transition="in" filter="fade">
                                      <p:cBhvr>
                                        <p:cTn dur="1000" id="24"/>
                                        <p:tgtEl>
                                          <p:spTgt spid="1048670"/>
                                        </p:tgtEl>
                                      </p:cBhvr>
                                    </p:animEffect>
                                    <p:anim calcmode="lin" valueType="num">
                                      <p:cBhvr>
                                        <p:cTn dur="1000" fill="hold" id="25"/>
                                        <p:tgtEl>
                                          <p:spTgt spid="1048670"/>
                                        </p:tgtEl>
                                        <p:attrNameLst>
                                          <p:attrName>ppt_x</p:attrName>
                                        </p:attrNameLst>
                                      </p:cBhvr>
                                      <p:tavLst>
                                        <p:tav tm="0">
                                          <p:val>
                                            <p:strVal val="#ppt_x"/>
                                          </p:val>
                                        </p:tav>
                                        <p:tav tm="100000">
                                          <p:val>
                                            <p:strVal val="#ppt_x"/>
                                          </p:val>
                                        </p:tav>
                                      </p:tavLst>
                                    </p:anim>
                                    <p:anim calcmode="lin" valueType="num">
                                      <p:cBhvr>
                                        <p:cTn dur="1000" fill="hold" id="26"/>
                                        <p:tgtEl>
                                          <p:spTgt spid="1048670"/>
                                        </p:tgtEl>
                                        <p:attrNameLst>
                                          <p:attrName>ppt_y</p:attrName>
                                        </p:attrNameLst>
                                      </p:cBhvr>
                                      <p:tavLst>
                                        <p:tav tm="0">
                                          <p:val>
                                            <p:strVal val="#ppt_y+.1"/>
                                          </p:val>
                                        </p:tav>
                                        <p:tav tm="100000">
                                          <p:val>
                                            <p:strVal val="#ppt_y"/>
                                          </p:val>
                                        </p:tav>
                                      </p:tavLst>
                                    </p:anim>
                                  </p:childTnLst>
                                </p:cTn>
                              </p:par>
                            </p:childTnLst>
                          </p:cTn>
                        </p:par>
                      </p:childTnLst>
                    </p:cTn>
                  </p:par>
                  <p:par>
                    <p:cTn fill="hold" id="27" nodeType="clickPar">
                      <p:stCondLst>
                        <p:cond delay="indefinite"/>
                      </p:stCondLst>
                      <p:childTnLst>
                        <p:par>
                          <p:cTn fill="hold" id="28" nodeType="withGroup">
                            <p:stCondLst>
                              <p:cond delay="0"/>
                            </p:stCondLst>
                            <p:childTnLst>
                              <p:par>
                                <p:cTn fill="hold" grpId="0" id="29" nodeType="clickEffect" presetClass="entr" presetID="42" presetSubtype="0">
                                  <p:stCondLst>
                                    <p:cond delay="0"/>
                                  </p:stCondLst>
                                  <p:childTnLst>
                                    <p:set>
                                      <p:cBhvr>
                                        <p:cTn dur="1" fill="hold" id="30">
                                          <p:stCondLst>
                                            <p:cond delay="0"/>
                                          </p:stCondLst>
                                        </p:cTn>
                                        <p:tgtEl>
                                          <p:spTgt spid="1048664"/>
                                        </p:tgtEl>
                                        <p:attrNameLst>
                                          <p:attrName>style.visibility</p:attrName>
                                        </p:attrNameLst>
                                      </p:cBhvr>
                                      <p:to>
                                        <p:strVal val="visible"/>
                                      </p:to>
                                    </p:set>
                                    <p:animEffect transition="in" filter="fade">
                                      <p:cBhvr>
                                        <p:cTn dur="1000" id="31"/>
                                        <p:tgtEl>
                                          <p:spTgt spid="1048664"/>
                                        </p:tgtEl>
                                      </p:cBhvr>
                                    </p:animEffect>
                                    <p:anim calcmode="lin" valueType="num">
                                      <p:cBhvr>
                                        <p:cTn dur="1000" fill="hold" id="32"/>
                                        <p:tgtEl>
                                          <p:spTgt spid="1048664"/>
                                        </p:tgtEl>
                                        <p:attrNameLst>
                                          <p:attrName>ppt_x</p:attrName>
                                        </p:attrNameLst>
                                      </p:cBhvr>
                                      <p:tavLst>
                                        <p:tav tm="0">
                                          <p:val>
                                            <p:strVal val="#ppt_x"/>
                                          </p:val>
                                        </p:tav>
                                        <p:tav tm="100000">
                                          <p:val>
                                            <p:strVal val="#ppt_x"/>
                                          </p:val>
                                        </p:tav>
                                      </p:tavLst>
                                    </p:anim>
                                    <p:anim calcmode="lin" valueType="num">
                                      <p:cBhvr>
                                        <p:cTn dur="1000" fill="hold" id="33"/>
                                        <p:tgtEl>
                                          <p:spTgt spid="1048664"/>
                                        </p:tgtEl>
                                        <p:attrNameLst>
                                          <p:attrName>ppt_y</p:attrName>
                                        </p:attrNameLst>
                                      </p:cBhvr>
                                      <p:tavLst>
                                        <p:tav tm="0">
                                          <p:val>
                                            <p:strVal val="#ppt_y+.1"/>
                                          </p:val>
                                        </p:tav>
                                        <p:tav tm="100000">
                                          <p:val>
                                            <p:strVal val="#ppt_y"/>
                                          </p:val>
                                        </p:tav>
                                      </p:tavLst>
                                    </p:anim>
                                  </p:childTnLst>
                                </p:cTn>
                              </p:par>
                              <p:par>
                                <p:cTn fill="hold" grpId="0" id="34" nodeType="withEffect" presetClass="entr" presetID="42" presetSubtype="0">
                                  <p:stCondLst>
                                    <p:cond delay="0"/>
                                  </p:stCondLst>
                                  <p:childTnLst>
                                    <p:set>
                                      <p:cBhvr>
                                        <p:cTn dur="1" fill="hold" id="35">
                                          <p:stCondLst>
                                            <p:cond delay="0"/>
                                          </p:stCondLst>
                                        </p:cTn>
                                        <p:tgtEl>
                                          <p:spTgt spid="1048671"/>
                                        </p:tgtEl>
                                        <p:attrNameLst>
                                          <p:attrName>style.visibility</p:attrName>
                                        </p:attrNameLst>
                                      </p:cBhvr>
                                      <p:to>
                                        <p:strVal val="visible"/>
                                      </p:to>
                                    </p:set>
                                    <p:animEffect transition="in" filter="fade">
                                      <p:cBhvr>
                                        <p:cTn dur="1000" id="36"/>
                                        <p:tgtEl>
                                          <p:spTgt spid="1048671"/>
                                        </p:tgtEl>
                                      </p:cBhvr>
                                    </p:animEffect>
                                    <p:anim calcmode="lin" valueType="num">
                                      <p:cBhvr>
                                        <p:cTn dur="1000" fill="hold" id="37"/>
                                        <p:tgtEl>
                                          <p:spTgt spid="1048671"/>
                                        </p:tgtEl>
                                        <p:attrNameLst>
                                          <p:attrName>ppt_x</p:attrName>
                                        </p:attrNameLst>
                                      </p:cBhvr>
                                      <p:tavLst>
                                        <p:tav tm="0">
                                          <p:val>
                                            <p:strVal val="#ppt_x"/>
                                          </p:val>
                                        </p:tav>
                                        <p:tav tm="100000">
                                          <p:val>
                                            <p:strVal val="#ppt_x"/>
                                          </p:val>
                                        </p:tav>
                                      </p:tavLst>
                                    </p:anim>
                                    <p:anim calcmode="lin" valueType="num">
                                      <p:cBhvr>
                                        <p:cTn dur="1000" fill="hold" id="38"/>
                                        <p:tgtEl>
                                          <p:spTgt spid="104867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62" grpId="0" animBg="1"/>
      <p:bldP spid="1048663" grpId="0" animBg="1"/>
      <p:bldP spid="1048664" grpId="0" animBg="1"/>
      <p:bldP spid="1048669" grpId="0"/>
      <p:bldP spid="1048670" grpId="0"/>
      <p:bldP spid="1048671"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76" name=""/>
        <p:cNvGrpSpPr/>
        <p:nvPr/>
      </p:nvGrpSpPr>
      <p:grpSpPr>
        <a:xfrm>
          <a:off x="0" y="0"/>
          <a:ext cx="0" cy="0"/>
          <a:chOff x="0" y="0"/>
          <a:chExt cx="0" cy="0"/>
        </a:xfrm>
      </p:grpSpPr>
      <p:sp>
        <p:nvSpPr>
          <p:cNvPr id="1048676" name="Rectangle 2"/>
          <p:cNvSpPr>
            <a:spLocks noGrp="1" noChangeArrowheads="1"/>
          </p:cNvSpPr>
          <p:nvPr>
            <p:ph idx="1"/>
          </p:nvPr>
        </p:nvSpPr>
        <p:spPr>
          <a:xfrm>
            <a:off x="558800" y="673100"/>
            <a:ext cx="8229600" cy="5754688"/>
          </a:xfrm>
        </p:spPr>
        <p:txBody>
          <a:bodyPr/>
          <a:p>
            <a:pPr eaLnBrk="1" hangingPunct="1">
              <a:lnSpc>
                <a:spcPct val="105000"/>
              </a:lnSpc>
              <a:spcBef>
                <a:spcPct val="5000"/>
              </a:spcBef>
              <a:buFontTx/>
              <a:buNone/>
            </a:pPr>
            <a:r>
              <a:rPr altLang="zh-CN" b="1" lang="en-US">
                <a:latin typeface="Times New Roman" panose="02020603050405020304" pitchFamily="18" charset="0"/>
                <a:ea typeface="隶书" panose="02010509060101010101" pitchFamily="49" charset="-122"/>
              </a:rPr>
              <a:t>template &lt;class</a:t>
            </a:r>
            <a:r>
              <a:rPr altLang="zh-CN" lang="en-US">
                <a:latin typeface="Times New Roman" panose="02020603050405020304" pitchFamily="18" charset="0"/>
                <a:ea typeface="隶书" panose="02010509060101010101" pitchFamily="49" charset="-122"/>
              </a:rPr>
              <a:t> T</a:t>
            </a:r>
            <a:r>
              <a:rPr altLang="zh-CN" b="1" lang="en-US">
                <a:latin typeface="Times New Roman" panose="02020603050405020304" pitchFamily="18" charset="0"/>
                <a:ea typeface="隶书" panose="02010509060101010101" pitchFamily="49" charset="-122"/>
              </a:rPr>
              <a:t>&gt;</a:t>
            </a:r>
          </a:p>
          <a:p>
            <a:pPr eaLnBrk="1" hangingPunct="1">
              <a:lnSpc>
                <a:spcPct val="105000"/>
              </a:lnSpc>
              <a:spcBef>
                <a:spcPct val="5000"/>
              </a:spcBef>
              <a:buFontTx/>
              <a:buNone/>
            </a:pPr>
            <a:r>
              <a:rPr altLang="zh-CN" b="1" lang="en-US">
                <a:latin typeface="Times New Roman" panose="02020603050405020304" pitchFamily="18" charset="0"/>
                <a:ea typeface="隶书" panose="02010509060101010101" pitchFamily="49" charset="-122"/>
              </a:rPr>
              <a:t>int</a:t>
            </a:r>
            <a:r>
              <a:rPr altLang="zh-CN" lang="en-US">
                <a:latin typeface="Times New Roman" panose="02020603050405020304" pitchFamily="18" charset="0"/>
                <a:ea typeface="隶书" panose="02010509060101010101" pitchFamily="49" charset="-122"/>
              </a:rPr>
              <a:t> GenList</a:t>
            </a:r>
            <a:r>
              <a:rPr altLang="zh-CN" b="1" lang="en-US">
                <a:latin typeface="Times New Roman" panose="02020603050405020304" pitchFamily="18" charset="0"/>
                <a:ea typeface="隶书" panose="02010509060101010101" pitchFamily="49" charset="-122"/>
              </a:rPr>
              <a:t>&lt;</a:t>
            </a:r>
            <a:r>
              <a:rPr altLang="zh-CN" lang="en-US">
                <a:latin typeface="Times New Roman" panose="02020603050405020304" pitchFamily="18" charset="0"/>
                <a:ea typeface="隶书" panose="02010509060101010101" pitchFamily="49" charset="-122"/>
              </a:rPr>
              <a:t>T</a:t>
            </a:r>
            <a:r>
              <a:rPr altLang="zh-CN" b="1" lang="en-US">
                <a:latin typeface="Times New Roman" panose="02020603050405020304" pitchFamily="18" charset="0"/>
                <a:ea typeface="隶书" panose="02010509060101010101" pitchFamily="49" charset="-122"/>
              </a:rPr>
              <a:t>&gt;::</a:t>
            </a:r>
            <a:r>
              <a:rPr altLang="zh-CN" lang="en-US">
                <a:latin typeface="Times New Roman" panose="02020603050405020304" pitchFamily="18" charset="0"/>
                <a:ea typeface="隶书" panose="02010509060101010101" pitchFamily="49" charset="-122"/>
              </a:rPr>
              <a:t>depth() </a:t>
            </a:r>
            <a:r>
              <a:rPr altLang="zh-CN" b="1"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公有函数</a:t>
            </a:r>
          </a:p>
          <a:p>
            <a:pPr eaLnBrk="1" hangingPunct="1">
              <a:lnSpc>
                <a:spcPct val="105000"/>
              </a:lnSpc>
              <a:spcBef>
                <a:spcPct val="5000"/>
              </a:spcBef>
              <a:buFontTx/>
              <a:buNone/>
            </a:pP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计算一个非递归表的深度</a:t>
            </a:r>
          </a:p>
          <a:p>
            <a:pPr eaLnBrk="1" hangingPunct="1">
              <a:lnSpc>
                <a:spcPct val="105000"/>
              </a:lnSpc>
              <a:spcBef>
                <a:spcPct val="5000"/>
              </a:spcBef>
              <a:buFontTx/>
              <a:buNone/>
            </a:pPr>
            <a:r>
              <a:rPr altLang="en-US" lang="zh-CN">
                <a:latin typeface="Times New Roman" panose="02020603050405020304" pitchFamily="18" charset="0"/>
                <a:ea typeface="隶书" panose="02010509060101010101" pitchFamily="49" charset="-122"/>
              </a:rPr>
              <a:t>    </a:t>
            </a:r>
            <a:r>
              <a:rPr altLang="en-US" b="1" lang="zh-CN">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return </a:t>
            </a:r>
            <a:r>
              <a:rPr altLang="zh-CN" lang="en-US">
                <a:latin typeface="Times New Roman" panose="02020603050405020304" pitchFamily="18" charset="0"/>
                <a:ea typeface="隶书" panose="02010509060101010101" pitchFamily="49" charset="-122"/>
              </a:rPr>
              <a:t>depth(first)</a:t>
            </a:r>
            <a:r>
              <a:rPr altLang="zh-CN" b="1"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b="1"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endParaRPr altLang="zh-CN" b="1" sz="1800" lang="en-US">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altLang="zh-CN" b="1" lang="en-US">
                <a:latin typeface="Times New Roman" panose="02020603050405020304" pitchFamily="18" charset="0"/>
                <a:ea typeface="隶书" panose="02010509060101010101" pitchFamily="49" charset="-122"/>
              </a:rPr>
              <a:t>template &lt;class </a:t>
            </a:r>
            <a:r>
              <a:rPr altLang="zh-CN" lang="en-US">
                <a:latin typeface="Times New Roman" panose="02020603050405020304" pitchFamily="18" charset="0"/>
                <a:ea typeface="隶书" panose="02010509060101010101" pitchFamily="49" charset="-122"/>
              </a:rPr>
              <a:t>T</a:t>
            </a:r>
            <a:r>
              <a:rPr altLang="zh-CN" b="1" lang="en-US">
                <a:latin typeface="Times New Roman" panose="02020603050405020304" pitchFamily="18" charset="0"/>
                <a:ea typeface="隶书" panose="02010509060101010101" pitchFamily="49" charset="-122"/>
              </a:rPr>
              <a:t>&gt;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私有函数</a:t>
            </a:r>
            <a:endParaRPr altLang="en-US" b="1" lang="zh-CN">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altLang="zh-CN" b="1" lang="en-US">
                <a:latin typeface="Times New Roman" panose="02020603050405020304" pitchFamily="18" charset="0"/>
                <a:ea typeface="隶书" panose="02010509060101010101" pitchFamily="49" charset="-122"/>
              </a:rPr>
              <a:t>int </a:t>
            </a:r>
            <a:r>
              <a:rPr altLang="zh-CN" lang="en-US">
                <a:latin typeface="Times New Roman" panose="02020603050405020304" pitchFamily="18" charset="0"/>
                <a:ea typeface="隶书" panose="02010509060101010101" pitchFamily="49" charset="-122"/>
              </a:rPr>
              <a:t>GenList</a:t>
            </a:r>
            <a:r>
              <a:rPr altLang="zh-CN" b="1" lang="en-US">
                <a:latin typeface="Times New Roman" panose="02020603050405020304" pitchFamily="18" charset="0"/>
                <a:ea typeface="隶书" panose="02010509060101010101" pitchFamily="49" charset="-122"/>
              </a:rPr>
              <a:t>&lt;</a:t>
            </a:r>
            <a:r>
              <a:rPr altLang="zh-CN" lang="en-US">
                <a:latin typeface="Times New Roman" panose="02020603050405020304" pitchFamily="18" charset="0"/>
                <a:ea typeface="隶书" panose="02010509060101010101" pitchFamily="49" charset="-122"/>
              </a:rPr>
              <a:t>T</a:t>
            </a:r>
            <a:r>
              <a:rPr altLang="zh-CN" b="1" lang="en-US">
                <a:latin typeface="Times New Roman" panose="02020603050405020304" pitchFamily="18" charset="0"/>
                <a:ea typeface="隶书" panose="02010509060101010101" pitchFamily="49" charset="-122"/>
              </a:rPr>
              <a:t>&gt;::</a:t>
            </a:r>
            <a:r>
              <a:rPr altLang="zh-CN" lang="en-US">
                <a:latin typeface="Times New Roman" panose="02020603050405020304" pitchFamily="18" charset="0"/>
                <a:ea typeface="隶书" panose="02010509060101010101" pitchFamily="49" charset="-122"/>
              </a:rPr>
              <a:t>depth(GenListNode</a:t>
            </a:r>
            <a:r>
              <a:rPr altLang="zh-CN" b="1" lang="en-US">
                <a:latin typeface="Times New Roman" panose="02020603050405020304" pitchFamily="18" charset="0"/>
                <a:ea typeface="隶书" panose="02010509060101010101" pitchFamily="49" charset="-122"/>
              </a:rPr>
              <a:t>&lt;</a:t>
            </a:r>
            <a:r>
              <a:rPr altLang="zh-CN" lang="en-US">
                <a:latin typeface="Times New Roman" panose="02020603050405020304" pitchFamily="18" charset="0"/>
                <a:ea typeface="隶书" panose="02010509060101010101" pitchFamily="49" charset="-122"/>
              </a:rPr>
              <a:t>T</a:t>
            </a:r>
            <a:r>
              <a:rPr altLang="zh-CN" b="1" lang="en-US">
                <a:latin typeface="Times New Roman" panose="02020603050405020304" pitchFamily="18" charset="0"/>
                <a:ea typeface="隶书" panose="02010509060101010101" pitchFamily="49" charset="-122"/>
              </a:rPr>
              <a:t>&gt; *</a:t>
            </a:r>
            <a:r>
              <a:rPr altLang="zh-CN" lang="en-US">
                <a:latin typeface="Times New Roman" panose="02020603050405020304" pitchFamily="18" charset="0"/>
                <a:ea typeface="隶书" panose="02010509060101010101" pitchFamily="49" charset="-122"/>
              </a:rPr>
              <a:t>ls)</a:t>
            </a:r>
            <a:r>
              <a:rPr altLang="zh-CN" b="1" lang="en-US">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altLang="zh-CN" b="1" lang="en-US">
                <a:latin typeface="Times New Roman" panose="02020603050405020304" pitchFamily="18" charset="0"/>
                <a:ea typeface="隶书" panose="02010509060101010101" pitchFamily="49" charset="-122"/>
              </a:rPr>
              <a:t>     if </a:t>
            </a:r>
            <a:r>
              <a:rPr altLang="zh-CN" lang="en-US">
                <a:latin typeface="Times New Roman" panose="02020603050405020304" pitchFamily="18" charset="0"/>
                <a:ea typeface="隶书" panose="02010509060101010101" pitchFamily="49" charset="-122"/>
              </a:rPr>
              <a:t>(ls</a:t>
            </a:r>
            <a:r>
              <a:rPr altLang="zh-CN" lang="en-US">
                <a:latin typeface="楷体_GB2312" pitchFamily="49" charset="-122"/>
                <a:ea typeface="楷体_GB2312" pitchFamily="49" charset="-122"/>
              </a:rPr>
              <a:t>-&gt;</a:t>
            </a:r>
            <a:r>
              <a:rPr altLang="zh-CN" lang="en-US">
                <a:latin typeface="Times New Roman" panose="02020603050405020304" pitchFamily="18" charset="0"/>
                <a:ea typeface="隶书" panose="02010509060101010101" pitchFamily="49" charset="-122"/>
              </a:rPr>
              <a:t>tlink ==</a:t>
            </a:r>
            <a:r>
              <a:rPr altLang="zh-CN" i="1" lang="en-US">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NULL)</a:t>
            </a:r>
            <a:r>
              <a:rPr altLang="zh-CN" b="1" lang="en-US">
                <a:latin typeface="Times New Roman" panose="02020603050405020304" pitchFamily="18" charset="0"/>
                <a:ea typeface="隶书" panose="02010509060101010101" pitchFamily="49" charset="-122"/>
              </a:rPr>
              <a:t> return </a:t>
            </a:r>
            <a:r>
              <a:rPr altLang="zh-CN" lang="en-US">
                <a:latin typeface="Times New Roman" panose="02020603050405020304" pitchFamily="18" charset="0"/>
                <a:ea typeface="隶书" panose="02010509060101010101" pitchFamily="49" charset="-122"/>
              </a:rPr>
              <a:t>1</a:t>
            </a:r>
            <a:r>
              <a:rPr altLang="zh-CN" b="1" lang="en-US">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altLang="zh-CN" b="1"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 </a:t>
            </a:r>
            <a:r>
              <a:rPr altLang="zh-CN" lang="en-US">
                <a:solidFill>
                  <a:schemeClr val="tx2"/>
                </a:solidFill>
                <a:latin typeface="Times New Roman" panose="02020603050405020304" pitchFamily="18" charset="0"/>
                <a:ea typeface="隶书" panose="02010509060101010101" pitchFamily="49" charset="-122"/>
              </a:rPr>
              <a:t>ls</a:t>
            </a:r>
            <a:r>
              <a:rPr altLang="zh-CN" lang="en-US">
                <a:solidFill>
                  <a:schemeClr val="tx2"/>
                </a:solidFill>
                <a:latin typeface="楷体_GB2312" pitchFamily="49" charset="-122"/>
                <a:ea typeface="楷体_GB2312" pitchFamily="49" charset="-122"/>
              </a:rPr>
              <a:t>-&gt;</a:t>
            </a:r>
            <a:r>
              <a:rPr altLang="zh-CN" lang="en-US">
                <a:solidFill>
                  <a:schemeClr val="tx2"/>
                </a:solidFill>
                <a:latin typeface="Times New Roman" panose="02020603050405020304" pitchFamily="18" charset="0"/>
                <a:ea typeface="隶书" panose="02010509060101010101" pitchFamily="49" charset="-122"/>
              </a:rPr>
              <a:t>tlink ==NULL, </a:t>
            </a:r>
            <a:r>
              <a:rPr altLang="en-US" lang="zh-CN">
                <a:solidFill>
                  <a:schemeClr val="tx2"/>
                </a:solidFill>
                <a:latin typeface="Times New Roman" panose="02020603050405020304" pitchFamily="18" charset="0"/>
                <a:ea typeface="隶书" panose="02010509060101010101" pitchFamily="49" charset="-122"/>
              </a:rPr>
              <a:t>空表，深度为</a:t>
            </a:r>
            <a:r>
              <a:rPr altLang="zh-CN" lang="en-US">
                <a:solidFill>
                  <a:schemeClr val="tx2"/>
                </a:solidFill>
                <a:latin typeface="Times New Roman" panose="02020603050405020304" pitchFamily="18" charset="0"/>
                <a:ea typeface="隶书" panose="02010509060101010101" pitchFamily="49" charset="-122"/>
              </a:rPr>
              <a:t>1</a:t>
            </a:r>
          </a:p>
          <a:p>
            <a:pPr eaLnBrk="1" hangingPunct="1">
              <a:lnSpc>
                <a:spcPct val="105000"/>
              </a:lnSpc>
              <a:spcBef>
                <a:spcPct val="5000"/>
              </a:spcBef>
              <a:buFontTx/>
              <a:buNone/>
            </a:pPr>
            <a:r>
              <a:rPr altLang="zh-CN" b="1" lang="en-US">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GenListNode</a:t>
            </a:r>
            <a:r>
              <a:rPr altLang="zh-CN" b="1" lang="en-US">
                <a:latin typeface="Times New Roman" panose="02020603050405020304" pitchFamily="18" charset="0"/>
                <a:ea typeface="隶书" panose="02010509060101010101" pitchFamily="49" charset="-122"/>
              </a:rPr>
              <a:t>&lt;</a:t>
            </a:r>
            <a:r>
              <a:rPr altLang="zh-CN" lang="en-US">
                <a:latin typeface="Times New Roman" panose="02020603050405020304" pitchFamily="18" charset="0"/>
                <a:ea typeface="隶书" panose="02010509060101010101" pitchFamily="49" charset="-122"/>
              </a:rPr>
              <a:t>T</a:t>
            </a:r>
            <a:r>
              <a:rPr altLang="zh-CN" b="1" lang="en-US">
                <a:latin typeface="Times New Roman" panose="02020603050405020304" pitchFamily="18" charset="0"/>
                <a:ea typeface="隶书" panose="02010509060101010101" pitchFamily="49" charset="-122"/>
              </a:rPr>
              <a:t>&gt; *</a:t>
            </a:r>
            <a:r>
              <a:rPr altLang="zh-CN" lang="en-US">
                <a:latin typeface="Times New Roman" panose="02020603050405020304" pitchFamily="18" charset="0"/>
                <a:ea typeface="隶书" panose="02010509060101010101" pitchFamily="49" charset="-122"/>
              </a:rPr>
              <a:t>temp = ls</a:t>
            </a:r>
            <a:r>
              <a:rPr altLang="zh-CN" lang="en-US">
                <a:latin typeface="楷体_GB2312" pitchFamily="49" charset="-122"/>
                <a:ea typeface="楷体_GB2312" pitchFamily="49" charset="-122"/>
              </a:rPr>
              <a:t>-&gt;</a:t>
            </a:r>
            <a:r>
              <a:rPr altLang="zh-CN" lang="en-US">
                <a:latin typeface="Times New Roman" panose="02020603050405020304" pitchFamily="18" charset="0"/>
                <a:ea typeface="隶书" panose="02010509060101010101" pitchFamily="49" charset="-122"/>
              </a:rPr>
              <a:t>tlink</a:t>
            </a:r>
            <a:r>
              <a:rPr altLang="zh-CN" b="1" lang="en-US">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altLang="zh-CN" b="1" lang="en-US">
                <a:latin typeface="Times New Roman" panose="02020603050405020304" pitchFamily="18" charset="0"/>
                <a:ea typeface="隶书" panose="02010509060101010101" pitchFamily="49" charset="-122"/>
              </a:rPr>
              <a:t>     int </a:t>
            </a:r>
            <a:r>
              <a:rPr altLang="zh-CN" lang="en-US">
                <a:latin typeface="Times New Roman" panose="02020603050405020304" pitchFamily="18" charset="0"/>
                <a:ea typeface="隶书" panose="02010509060101010101" pitchFamily="49" charset="-122"/>
              </a:rPr>
              <a:t>m = 0</a:t>
            </a:r>
            <a:r>
              <a:rPr altLang="zh-CN" b="1" lang="en-US">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n</a:t>
            </a:r>
            <a:r>
              <a:rPr altLang="zh-CN" b="1" lang="en-US">
                <a:latin typeface="Times New Roman" panose="02020603050405020304" pitchFamily="18" charset="0"/>
                <a:ea typeface="隶书" panose="02010509060101010101" pitchFamily="49" charset="-122"/>
              </a:rPr>
              <a:t>;</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320" name=""/>
        <p:cNvGrpSpPr/>
        <p:nvPr/>
      </p:nvGrpSpPr>
      <p:grpSpPr>
        <a:xfrm>
          <a:off x="0" y="0"/>
          <a:ext cx="0" cy="0"/>
          <a:chOff x="0" y="0"/>
          <a:chExt cx="0" cy="0"/>
        </a:xfrm>
      </p:grpSpPr>
      <p:sp>
        <p:nvSpPr>
          <p:cNvPr id="1049926" name="Rectangle 2"/>
          <p:cNvSpPr>
            <a:spLocks noGrp="1" noChangeArrowheads="1"/>
          </p:cNvSpPr>
          <p:nvPr>
            <p:ph idx="1"/>
          </p:nvPr>
        </p:nvSpPr>
        <p:spPr>
          <a:xfrm>
            <a:off x="558800" y="673100"/>
            <a:ext cx="8229600" cy="5754688"/>
          </a:xfrm>
        </p:spPr>
        <p:txBody>
          <a:bodyPr/>
          <a:p>
            <a:pPr eaLnBrk="1" hangingPunct="1">
              <a:spcBef>
                <a:spcPct val="5000"/>
              </a:spcBef>
              <a:buFontTx/>
              <a:buNone/>
            </a:pPr>
            <a:r>
              <a:rPr altLang="zh-CN" b="1" lang="en-US">
                <a:latin typeface="Times New Roman" panose="02020603050405020304" pitchFamily="18" charset="0"/>
                <a:ea typeface="隶书" panose="02010509060101010101" pitchFamily="49" charset="-122"/>
              </a:rPr>
              <a:t>     while </a:t>
            </a:r>
            <a:r>
              <a:rPr altLang="zh-CN" lang="en-US">
                <a:latin typeface="Times New Roman" panose="02020603050405020304" pitchFamily="18" charset="0"/>
                <a:ea typeface="隶书" panose="02010509060101010101" pitchFamily="49" charset="-122"/>
              </a:rPr>
              <a:t>(temp != NULL)</a:t>
            </a:r>
            <a:r>
              <a:rPr altLang="zh-CN" b="1" lang="en-US">
                <a:latin typeface="Times New Roman" panose="02020603050405020304" pitchFamily="18" charset="0"/>
                <a:ea typeface="隶书" panose="02010509060101010101" pitchFamily="49" charset="-122"/>
              </a:rPr>
              <a:t> {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在广义表顶层横扫</a:t>
            </a:r>
          </a:p>
          <a:p>
            <a:pPr eaLnBrk="1" hangingPunct="1">
              <a:spcBef>
                <a:spcPct val="5000"/>
              </a:spcBef>
              <a:buFontTx/>
              <a:buNone/>
            </a:pPr>
            <a:r>
              <a:rPr altLang="en-US" b="1" lang="zh-CN">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if </a:t>
            </a:r>
            <a:r>
              <a:rPr altLang="zh-CN" lang="en-US">
                <a:latin typeface="Times New Roman" panose="02020603050405020304" pitchFamily="18" charset="0"/>
                <a:ea typeface="隶书" panose="02010509060101010101" pitchFamily="49" charset="-122"/>
              </a:rPr>
              <a:t>(temp</a:t>
            </a:r>
            <a:r>
              <a:rPr altLang="zh-CN" lang="en-US">
                <a:latin typeface="楷体_GB2312" pitchFamily="49" charset="-122"/>
                <a:ea typeface="楷体_GB2312" pitchFamily="49" charset="-122"/>
              </a:rPr>
              <a:t>-&gt;</a:t>
            </a:r>
            <a:r>
              <a:rPr altLang="zh-CN" lang="en-US">
                <a:latin typeface="Times New Roman" panose="02020603050405020304" pitchFamily="18" charset="0"/>
                <a:ea typeface="隶书" panose="02010509060101010101" pitchFamily="49" charset="-122"/>
              </a:rPr>
              <a:t>utype == 2)</a:t>
            </a:r>
            <a:r>
              <a:rPr altLang="zh-CN" b="1" lang="en-US">
                <a:latin typeface="Times New Roman" panose="02020603050405020304" pitchFamily="18" charset="0"/>
                <a:ea typeface="隶书" panose="02010509060101010101" pitchFamily="49" charset="-122"/>
              </a:rPr>
              <a:t> {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扫描到表结点</a:t>
            </a:r>
            <a:r>
              <a:rPr altLang="en-US" b="1" lang="zh-CN">
                <a:latin typeface="Times New Roman" panose="02020603050405020304" pitchFamily="18" charset="0"/>
                <a:ea typeface="隶书" panose="02010509060101010101" pitchFamily="49" charset="-122"/>
              </a:rPr>
              <a:t> </a:t>
            </a:r>
          </a:p>
          <a:p>
            <a:pPr eaLnBrk="1" hangingPunct="1">
              <a:spcBef>
                <a:spcPct val="5000"/>
              </a:spcBef>
              <a:buFontTx/>
              <a:buNone/>
            </a:pPr>
            <a:r>
              <a:rPr altLang="en-US" b="1" lang="zh-CN">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n = depth(temp</a:t>
            </a:r>
            <a:r>
              <a:rPr altLang="zh-CN" lang="en-US">
                <a:latin typeface="楷体_GB2312" pitchFamily="49" charset="-122"/>
                <a:ea typeface="楷体_GB2312" pitchFamily="49" charset="-122"/>
              </a:rPr>
              <a:t>-&gt;</a:t>
            </a:r>
            <a:r>
              <a:rPr altLang="zh-CN" lang="en-US">
                <a:latin typeface="Times New Roman" panose="02020603050405020304" pitchFamily="18" charset="0"/>
                <a:ea typeface="隶书" panose="02010509060101010101" pitchFamily="49" charset="-122"/>
              </a:rPr>
              <a:t>info.hlink)</a:t>
            </a:r>
            <a:r>
              <a:rPr altLang="zh-CN" b="1" lang="en-US">
                <a:latin typeface="Times New Roman" panose="02020603050405020304" pitchFamily="18" charset="0"/>
                <a:ea typeface="隶书" panose="02010509060101010101" pitchFamily="49" charset="-122"/>
              </a:rPr>
              <a:t>;	</a:t>
            </a:r>
          </a:p>
          <a:p>
            <a:pPr eaLnBrk="1" hangingPunct="1">
              <a:spcBef>
                <a:spcPct val="5000"/>
              </a:spcBef>
              <a:buFontTx/>
              <a:buNone/>
            </a:pPr>
            <a:r>
              <a:rPr altLang="zh-CN" b="1"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递归计算子表深度</a:t>
            </a:r>
          </a:p>
          <a:p>
            <a:pPr eaLnBrk="1" hangingPunct="1">
              <a:spcBef>
                <a:spcPct val="5000"/>
              </a:spcBef>
              <a:buFontTx/>
              <a:buNone/>
            </a:pPr>
            <a:r>
              <a:rPr altLang="en-US" b="1" lang="zh-CN">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if </a:t>
            </a:r>
            <a:r>
              <a:rPr altLang="zh-CN" lang="en-US">
                <a:latin typeface="Times New Roman" panose="02020603050405020304" pitchFamily="18" charset="0"/>
                <a:ea typeface="隶书" panose="02010509060101010101" pitchFamily="49" charset="-122"/>
              </a:rPr>
              <a:t>(m &lt; n) m = n</a:t>
            </a:r>
            <a:r>
              <a:rPr altLang="zh-CN" b="1"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取最大深度</a:t>
            </a:r>
          </a:p>
          <a:p>
            <a:pPr eaLnBrk="1" hangingPunct="1">
              <a:spcBef>
                <a:spcPct val="5000"/>
              </a:spcBef>
              <a:buFontTx/>
              <a:buNone/>
            </a:pPr>
            <a:r>
              <a:rPr altLang="en-US" b="1" lang="zh-CN">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a:t>
            </a:r>
          </a:p>
          <a:p>
            <a:pPr eaLnBrk="1" hangingPunct="1">
              <a:spcBef>
                <a:spcPct val="5000"/>
              </a:spcBef>
              <a:buFontTx/>
              <a:buNone/>
            </a:pPr>
            <a:r>
              <a:rPr altLang="zh-CN" b="1" lang="en-US">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temp = temp</a:t>
            </a:r>
            <a:r>
              <a:rPr altLang="zh-CN" lang="en-US">
                <a:latin typeface="楷体_GB2312" pitchFamily="49" charset="-122"/>
                <a:ea typeface="楷体_GB2312" pitchFamily="49" charset="-122"/>
              </a:rPr>
              <a:t>-&gt;</a:t>
            </a:r>
            <a:r>
              <a:rPr altLang="zh-CN" lang="en-US">
                <a:latin typeface="Times New Roman" panose="02020603050405020304" pitchFamily="18" charset="0"/>
                <a:ea typeface="隶书" panose="02010509060101010101" pitchFamily="49" charset="-122"/>
              </a:rPr>
              <a:t>tlink</a:t>
            </a:r>
            <a:r>
              <a:rPr altLang="zh-CN" b="1" lang="en-US">
                <a:latin typeface="Times New Roman" panose="02020603050405020304" pitchFamily="18" charset="0"/>
                <a:ea typeface="隶书" panose="02010509060101010101" pitchFamily="49" charset="-122"/>
              </a:rPr>
              <a:t>;</a:t>
            </a:r>
          </a:p>
          <a:p>
            <a:pPr eaLnBrk="1" hangingPunct="1">
              <a:spcBef>
                <a:spcPct val="5000"/>
              </a:spcBef>
              <a:buFontTx/>
              <a:buNone/>
            </a:pPr>
            <a:r>
              <a:rPr altLang="zh-CN" b="1" lang="en-US">
                <a:latin typeface="Times New Roman" panose="02020603050405020304" pitchFamily="18" charset="0"/>
                <a:ea typeface="隶书" panose="02010509060101010101" pitchFamily="49" charset="-122"/>
              </a:rPr>
              <a:t>     }</a:t>
            </a:r>
          </a:p>
          <a:p>
            <a:pPr eaLnBrk="1" hangingPunct="1">
              <a:spcBef>
                <a:spcPct val="5000"/>
              </a:spcBef>
              <a:buFontTx/>
              <a:buNone/>
            </a:pPr>
            <a:r>
              <a:rPr altLang="zh-CN" b="1" lang="en-US">
                <a:latin typeface="Times New Roman" panose="02020603050405020304" pitchFamily="18" charset="0"/>
                <a:ea typeface="隶书" panose="02010509060101010101" pitchFamily="49" charset="-122"/>
              </a:rPr>
              <a:t>     return</a:t>
            </a:r>
            <a:r>
              <a:rPr altLang="zh-CN" lang="en-US">
                <a:latin typeface="Times New Roman" panose="02020603050405020304" pitchFamily="18" charset="0"/>
                <a:ea typeface="隶书" panose="02010509060101010101" pitchFamily="49" charset="-122"/>
              </a:rPr>
              <a:t> m+1</a:t>
            </a:r>
            <a:r>
              <a:rPr altLang="zh-CN" b="1"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返回深度</a:t>
            </a:r>
          </a:p>
          <a:p>
            <a:pPr eaLnBrk="1" hangingPunct="1">
              <a:spcBef>
                <a:spcPct val="5000"/>
              </a:spcBef>
              <a:buFontTx/>
              <a:buNone/>
            </a:pPr>
            <a:r>
              <a:rPr altLang="zh-CN" b="1" lang="en-US">
                <a:latin typeface="Times New Roman" panose="02020603050405020304" pitchFamily="18" charset="0"/>
                <a:ea typeface="隶书" panose="02010509060101010101" pitchFamily="49" charset="-122"/>
              </a:rPr>
              <a:t>};</a:t>
            </a:r>
          </a:p>
        </p:txBody>
      </p:sp>
      <mc:AlternateContent xmlns:mc="http://schemas.openxmlformats.org/markup-compatibility/2006">
        <mc:Choice xmlns:p14="http://schemas.microsoft.com/office/powerpoint/2010/main" Requires="p14">
          <p:contentPart p14:bwMode="auto" r:id="rId1">
            <p14:nvContentPartPr>
              <p14:cNvPr id="2097205" name="墨迹 1"/>
              <p14:cNvContentPartPr/>
              <p14:nvPr/>
            </p14:nvContentPartPr>
            <p14:xfrm>
              <a:off x="2341440" y="2241720"/>
              <a:ext cx="5157720" cy="1824120"/>
            </p14:xfrm>
          </p:contentPart>
        </mc:Choice>
        <mc:Fallback>
          <p:pic>
            <p:nvPicPr>
              <p:cNvPr id="2097205" name="墨迹 1"/>
              <p:cNvPicPr>
                <a:picLocks/>
              </p:cNvPicPr>
              <p:nvPr/>
            </p:nvPicPr>
            <p:blipFill>
              <a:blip xmlns:r="http://schemas.openxmlformats.org/officeDocument/2006/relationships" r:embed="rId2"/>
              <a:stretch>
                <a:fillRect/>
              </a:stretch>
            </p:blipFill>
            <p:spPr>
              <a:xfrm>
                <a:off x="2341440" y="2241720"/>
                <a:ext cx="5157720" cy="1824120"/>
              </a:xfrm>
              <a:prstGeom prst="rect"/>
            </p:spPr>
          </p:pic>
        </mc:Fallback>
      </mc:AlternateContent>
    </p:spTree>
  </p:cSld>
  <p:clrMapOvr>
    <a:masterClrMapping/>
  </p:clrMapOvr>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42" presetSubtype="0">
                                  <p:stCondLst>
                                    <p:cond delay="0"/>
                                  </p:stCondLst>
                                  <p:childTnLst>
                                    <p:set>
                                      <p:cBhvr>
                                        <p:cTn dur="1" fill="hold" id="6">
                                          <p:stCondLst>
                                            <p:cond delay="0"/>
                                          </p:stCondLst>
                                        </p:cTn>
                                        <p:tgtEl>
                                          <p:spTgt spid="1049926">
                                            <p:txEl>
                                              <p:pRg st="2" end="2"/>
                                            </p:txEl>
                                          </p:spTgt>
                                        </p:tgtEl>
                                        <p:attrNameLst>
                                          <p:attrName>style.visibility</p:attrName>
                                        </p:attrNameLst>
                                      </p:cBhvr>
                                      <p:to>
                                        <p:strVal val="visible"/>
                                      </p:to>
                                    </p:set>
                                    <p:animEffect transition="in" filter="fade">
                                      <p:cBhvr>
                                        <p:cTn dur="1000" id="7"/>
                                        <p:tgtEl>
                                          <p:spTgt spid="1049926">
                                            <p:txEl>
                                              <p:pRg st="2" end="2"/>
                                            </p:txEl>
                                          </p:spTgt>
                                        </p:tgtEl>
                                      </p:cBhvr>
                                    </p:animEffect>
                                    <p:anim calcmode="lin" valueType="num">
                                      <p:cBhvr>
                                        <p:cTn dur="1000" fill="hold" id="8"/>
                                        <p:tgtEl>
                                          <p:spTgt spid="1049926">
                                            <p:txEl>
                                              <p:pRg st="2" end="2"/>
                                            </p:txEl>
                                          </p:spTgt>
                                        </p:tgtEl>
                                        <p:attrNameLst>
                                          <p:attrName>ppt_x</p:attrName>
                                        </p:attrNameLst>
                                      </p:cBhvr>
                                      <p:tavLst>
                                        <p:tav tm="0">
                                          <p:val>
                                            <p:strVal val="#ppt_x"/>
                                          </p:val>
                                        </p:tav>
                                        <p:tav tm="100000">
                                          <p:val>
                                            <p:strVal val="#ppt_x"/>
                                          </p:val>
                                        </p:tav>
                                      </p:tavLst>
                                    </p:anim>
                                    <p:anim calcmode="lin" valueType="num">
                                      <p:cBhvr>
                                        <p:cTn dur="1000" fill="hold" id="9"/>
                                        <p:tgtEl>
                                          <p:spTgt spid="1049926">
                                            <p:txEl>
                                              <p:pRg st="2" end="2"/>
                                            </p:txEl>
                                          </p:spTgt>
                                        </p:tgtEl>
                                        <p:attrNameLst>
                                          <p:attrName>ppt_y</p:attrName>
                                        </p:attrNameLst>
                                      </p:cBhvr>
                                      <p:tavLst>
                                        <p:tav tm="0">
                                          <p:val>
                                            <p:strVal val="#ppt_y+.1"/>
                                          </p:val>
                                        </p:tav>
                                        <p:tav tm="100000">
                                          <p:val>
                                            <p:strVal val="#ppt_y"/>
                                          </p:val>
                                        </p:tav>
                                      </p:tavLst>
                                    </p:anim>
                                  </p:childTnLst>
                                </p:cTn>
                              </p:par>
                              <p:par>
                                <p:cTn fill="hold" id="10" nodeType="withEffect" presetClass="entr" presetID="42" presetSubtype="0">
                                  <p:stCondLst>
                                    <p:cond delay="0"/>
                                  </p:stCondLst>
                                  <p:childTnLst>
                                    <p:set>
                                      <p:cBhvr>
                                        <p:cTn dur="1" fill="hold" id="11">
                                          <p:stCondLst>
                                            <p:cond delay="0"/>
                                          </p:stCondLst>
                                        </p:cTn>
                                        <p:tgtEl>
                                          <p:spTgt spid="1049926">
                                            <p:txEl>
                                              <p:pRg st="3" end="3"/>
                                            </p:txEl>
                                          </p:spTgt>
                                        </p:tgtEl>
                                        <p:attrNameLst>
                                          <p:attrName>style.visibility</p:attrName>
                                        </p:attrNameLst>
                                      </p:cBhvr>
                                      <p:to>
                                        <p:strVal val="visible"/>
                                      </p:to>
                                    </p:set>
                                    <p:animEffect transition="in" filter="fade">
                                      <p:cBhvr>
                                        <p:cTn dur="1000" id="12"/>
                                        <p:tgtEl>
                                          <p:spTgt spid="1049926">
                                            <p:txEl>
                                              <p:pRg st="3" end="3"/>
                                            </p:txEl>
                                          </p:spTgt>
                                        </p:tgtEl>
                                      </p:cBhvr>
                                    </p:animEffect>
                                    <p:anim calcmode="lin" valueType="num">
                                      <p:cBhvr>
                                        <p:cTn dur="1000" fill="hold" id="13"/>
                                        <p:tgtEl>
                                          <p:spTgt spid="1049926">
                                            <p:txEl>
                                              <p:pRg st="3" end="3"/>
                                            </p:txEl>
                                          </p:spTgt>
                                        </p:tgtEl>
                                        <p:attrNameLst>
                                          <p:attrName>ppt_x</p:attrName>
                                        </p:attrNameLst>
                                      </p:cBhvr>
                                      <p:tavLst>
                                        <p:tav tm="0">
                                          <p:val>
                                            <p:strVal val="#ppt_x"/>
                                          </p:val>
                                        </p:tav>
                                        <p:tav tm="100000">
                                          <p:val>
                                            <p:strVal val="#ppt_x"/>
                                          </p:val>
                                        </p:tav>
                                      </p:tavLst>
                                    </p:anim>
                                    <p:anim calcmode="lin" valueType="num">
                                      <p:cBhvr>
                                        <p:cTn dur="1000" fill="hold" id="14"/>
                                        <p:tgtEl>
                                          <p:spTgt spid="104992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fill="hold" id="15" nodeType="clickPar">
                      <p:stCondLst>
                        <p:cond delay="indefinite"/>
                      </p:stCondLst>
                      <p:childTnLst>
                        <p:par>
                          <p:cTn fill="hold" id="16" nodeType="withGroup">
                            <p:stCondLst>
                              <p:cond delay="0"/>
                            </p:stCondLst>
                            <p:childTnLst>
                              <p:par>
                                <p:cTn fill="hold" id="17" nodeType="clickEffect" presetClass="entr" presetID="42" presetSubtype="0">
                                  <p:stCondLst>
                                    <p:cond delay="0"/>
                                  </p:stCondLst>
                                  <p:childTnLst>
                                    <p:set>
                                      <p:cBhvr>
                                        <p:cTn dur="1" fill="hold" id="18">
                                          <p:stCondLst>
                                            <p:cond delay="0"/>
                                          </p:stCondLst>
                                        </p:cTn>
                                        <p:tgtEl>
                                          <p:spTgt spid="1049926">
                                            <p:txEl>
                                              <p:pRg st="4" end="4"/>
                                            </p:txEl>
                                          </p:spTgt>
                                        </p:tgtEl>
                                        <p:attrNameLst>
                                          <p:attrName>style.visibility</p:attrName>
                                        </p:attrNameLst>
                                      </p:cBhvr>
                                      <p:to>
                                        <p:strVal val="visible"/>
                                      </p:to>
                                    </p:set>
                                    <p:animEffect transition="in" filter="fade">
                                      <p:cBhvr>
                                        <p:cTn dur="1000" id="19"/>
                                        <p:tgtEl>
                                          <p:spTgt spid="1049926">
                                            <p:txEl>
                                              <p:pRg st="4" end="4"/>
                                            </p:txEl>
                                          </p:spTgt>
                                        </p:tgtEl>
                                      </p:cBhvr>
                                    </p:animEffect>
                                    <p:anim calcmode="lin" valueType="num">
                                      <p:cBhvr>
                                        <p:cTn dur="1000" fill="hold" id="20"/>
                                        <p:tgtEl>
                                          <p:spTgt spid="1049926">
                                            <p:txEl>
                                              <p:pRg st="4" end="4"/>
                                            </p:txEl>
                                          </p:spTgt>
                                        </p:tgtEl>
                                        <p:attrNameLst>
                                          <p:attrName>ppt_x</p:attrName>
                                        </p:attrNameLst>
                                      </p:cBhvr>
                                      <p:tavLst>
                                        <p:tav tm="0">
                                          <p:val>
                                            <p:strVal val="#ppt_x"/>
                                          </p:val>
                                        </p:tav>
                                        <p:tav tm="100000">
                                          <p:val>
                                            <p:strVal val="#ppt_x"/>
                                          </p:val>
                                        </p:tav>
                                      </p:tavLst>
                                    </p:anim>
                                    <p:anim calcmode="lin" valueType="num">
                                      <p:cBhvr>
                                        <p:cTn dur="1000" fill="hold" id="21"/>
                                        <p:tgtEl>
                                          <p:spTgt spid="104992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fill="hold" id="22" nodeType="clickPar">
                      <p:stCondLst>
                        <p:cond delay="indefinite"/>
                      </p:stCondLst>
                      <p:childTnLst>
                        <p:par>
                          <p:cTn fill="hold" id="23" nodeType="withGroup">
                            <p:stCondLst>
                              <p:cond delay="0"/>
                            </p:stCondLst>
                            <p:childTnLst>
                              <p:par>
                                <p:cTn fill="hold" id="24" nodeType="clickEffect" presetClass="entr" presetID="42" presetSubtype="0">
                                  <p:stCondLst>
                                    <p:cond delay="0"/>
                                  </p:stCondLst>
                                  <p:childTnLst>
                                    <p:set>
                                      <p:cBhvr>
                                        <p:cTn dur="1" fill="hold" id="25">
                                          <p:stCondLst>
                                            <p:cond delay="0"/>
                                          </p:stCondLst>
                                        </p:cTn>
                                        <p:tgtEl>
                                          <p:spTgt spid="1049926">
                                            <p:txEl>
                                              <p:pRg st="6" end="6"/>
                                            </p:txEl>
                                          </p:spTgt>
                                        </p:tgtEl>
                                        <p:attrNameLst>
                                          <p:attrName>style.visibility</p:attrName>
                                        </p:attrNameLst>
                                      </p:cBhvr>
                                      <p:to>
                                        <p:strVal val="visible"/>
                                      </p:to>
                                    </p:set>
                                    <p:animEffect transition="in" filter="fade">
                                      <p:cBhvr>
                                        <p:cTn dur="1000" id="26"/>
                                        <p:tgtEl>
                                          <p:spTgt spid="1049926">
                                            <p:txEl>
                                              <p:pRg st="6" end="6"/>
                                            </p:txEl>
                                          </p:spTgt>
                                        </p:tgtEl>
                                      </p:cBhvr>
                                    </p:animEffect>
                                    <p:anim calcmode="lin" valueType="num">
                                      <p:cBhvr>
                                        <p:cTn dur="1000" fill="hold" id="27"/>
                                        <p:tgtEl>
                                          <p:spTgt spid="1049926">
                                            <p:txEl>
                                              <p:pRg st="6" end="6"/>
                                            </p:txEl>
                                          </p:spTgt>
                                        </p:tgtEl>
                                        <p:attrNameLst>
                                          <p:attrName>ppt_x</p:attrName>
                                        </p:attrNameLst>
                                      </p:cBhvr>
                                      <p:tavLst>
                                        <p:tav tm="0">
                                          <p:val>
                                            <p:strVal val="#ppt_x"/>
                                          </p:val>
                                        </p:tav>
                                        <p:tav tm="100000">
                                          <p:val>
                                            <p:strVal val="#ppt_x"/>
                                          </p:val>
                                        </p:tav>
                                      </p:tavLst>
                                    </p:anim>
                                    <p:anim calcmode="lin" valueType="num">
                                      <p:cBhvr>
                                        <p:cTn dur="1000" fill="hold" id="28"/>
                                        <p:tgtEl>
                                          <p:spTgt spid="104992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fill="hold" id="29" nodeType="clickPar">
                      <p:stCondLst>
                        <p:cond delay="indefinite"/>
                      </p:stCondLst>
                      <p:childTnLst>
                        <p:par>
                          <p:cTn fill="hold" id="30" nodeType="withGroup">
                            <p:stCondLst>
                              <p:cond delay="0"/>
                            </p:stCondLst>
                            <p:childTnLst>
                              <p:par>
                                <p:cTn fill="hold" id="31" nodeType="clickEffect" presetClass="entr" presetID="42" presetSubtype="0">
                                  <p:stCondLst>
                                    <p:cond delay="0"/>
                                  </p:stCondLst>
                                  <p:childTnLst>
                                    <p:set>
                                      <p:cBhvr>
                                        <p:cTn dur="1" fill="hold" id="32">
                                          <p:stCondLst>
                                            <p:cond delay="0"/>
                                          </p:stCondLst>
                                        </p:cTn>
                                        <p:tgtEl>
                                          <p:spTgt spid="1049926">
                                            <p:txEl>
                                              <p:pRg st="8" end="8"/>
                                            </p:txEl>
                                          </p:spTgt>
                                        </p:tgtEl>
                                        <p:attrNameLst>
                                          <p:attrName>style.visibility</p:attrName>
                                        </p:attrNameLst>
                                      </p:cBhvr>
                                      <p:to>
                                        <p:strVal val="visible"/>
                                      </p:to>
                                    </p:set>
                                    <p:animEffect transition="in" filter="fade">
                                      <p:cBhvr>
                                        <p:cTn dur="1000" id="33"/>
                                        <p:tgtEl>
                                          <p:spTgt spid="1049926">
                                            <p:txEl>
                                              <p:pRg st="8" end="8"/>
                                            </p:txEl>
                                          </p:spTgt>
                                        </p:tgtEl>
                                      </p:cBhvr>
                                    </p:animEffect>
                                    <p:anim calcmode="lin" valueType="num">
                                      <p:cBhvr>
                                        <p:cTn dur="1000" fill="hold" id="34"/>
                                        <p:tgtEl>
                                          <p:spTgt spid="1049926">
                                            <p:txEl>
                                              <p:pRg st="8" end="8"/>
                                            </p:txEl>
                                          </p:spTgt>
                                        </p:tgtEl>
                                        <p:attrNameLst>
                                          <p:attrName>ppt_x</p:attrName>
                                        </p:attrNameLst>
                                      </p:cBhvr>
                                      <p:tavLst>
                                        <p:tav tm="0">
                                          <p:val>
                                            <p:strVal val="#ppt_x"/>
                                          </p:val>
                                        </p:tav>
                                        <p:tav tm="100000">
                                          <p:val>
                                            <p:strVal val="#ppt_x"/>
                                          </p:val>
                                        </p:tav>
                                      </p:tavLst>
                                    </p:anim>
                                    <p:anim calcmode="lin" valueType="num">
                                      <p:cBhvr>
                                        <p:cTn dur="1000" fill="hold" id="35"/>
                                        <p:tgtEl>
                                          <p:spTgt spid="1049926">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321" name=""/>
        <p:cNvGrpSpPr/>
        <p:nvPr/>
      </p:nvGrpSpPr>
      <p:grpSpPr>
        <a:xfrm>
          <a:off x="0" y="0"/>
          <a:ext cx="0" cy="0"/>
          <a:chOff x="0" y="0"/>
          <a:chExt cx="0" cy="0"/>
        </a:xfrm>
      </p:grpSpPr>
      <p:grpSp>
        <p:nvGrpSpPr>
          <p:cNvPr id="322" name="Group 2"/>
          <p:cNvGrpSpPr/>
          <p:nvPr/>
        </p:nvGrpSpPr>
        <p:grpSpPr bwMode="auto">
          <a:xfrm>
            <a:off x="306388" y="1314450"/>
            <a:ext cx="8380412" cy="2343150"/>
            <a:chOff x="193" y="780"/>
            <a:chExt cx="5279" cy="1476"/>
          </a:xfrm>
        </p:grpSpPr>
        <p:sp>
          <p:nvSpPr>
            <p:cNvPr id="1049927" name="Rectangle 3"/>
            <p:cNvSpPr>
              <a:spLocks noChangeArrowheads="1"/>
            </p:cNvSpPr>
            <p:nvPr/>
          </p:nvSpPr>
          <p:spPr bwMode="auto">
            <a:xfrm>
              <a:off x="661" y="912"/>
              <a:ext cx="720" cy="24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928" name="Line 4"/>
            <p:cNvSpPr>
              <a:spLocks noChangeShapeType="1"/>
            </p:cNvSpPr>
            <p:nvPr/>
          </p:nvSpPr>
          <p:spPr bwMode="auto">
            <a:xfrm>
              <a:off x="469" y="1008"/>
              <a:ext cx="192" cy="0"/>
            </a:xfrm>
            <a:prstGeom prst="line"/>
            <a:noFill/>
            <a:ln w="28575">
              <a:solidFill>
                <a:srgbClr val="333399"/>
              </a:solidFill>
              <a:round/>
              <a:headEnd/>
              <a:tailEnd type="triangle" w="sm" len="med"/>
            </a:ln>
            <a:effectLst/>
          </p:spPr>
          <p:txBody>
            <a:bodyPr anchor="ctr" wrap="none"/>
            <a:p>
              <a:endParaRPr altLang="en-US" lang="zh-CN"/>
            </a:p>
          </p:txBody>
        </p:sp>
        <p:sp>
          <p:nvSpPr>
            <p:cNvPr id="1049929" name="Line 5"/>
            <p:cNvSpPr>
              <a:spLocks noChangeShapeType="1"/>
            </p:cNvSpPr>
            <p:nvPr/>
          </p:nvSpPr>
          <p:spPr bwMode="auto">
            <a:xfrm>
              <a:off x="912" y="912"/>
              <a:ext cx="0" cy="240"/>
            </a:xfrm>
            <a:prstGeom prst="line"/>
            <a:noFill/>
            <a:ln w="9525">
              <a:solidFill>
                <a:srgbClr val="333399"/>
              </a:solidFill>
              <a:round/>
              <a:headEnd/>
              <a:tailEnd/>
            </a:ln>
            <a:effectLst/>
          </p:spPr>
          <p:txBody>
            <a:bodyPr anchor="ctr" wrap="none"/>
            <a:p>
              <a:endParaRPr altLang="en-US" lang="zh-CN"/>
            </a:p>
          </p:txBody>
        </p:sp>
        <p:sp>
          <p:nvSpPr>
            <p:cNvPr id="1049930" name="Line 6"/>
            <p:cNvSpPr>
              <a:spLocks noChangeShapeType="1"/>
            </p:cNvSpPr>
            <p:nvPr/>
          </p:nvSpPr>
          <p:spPr bwMode="auto">
            <a:xfrm>
              <a:off x="1152" y="912"/>
              <a:ext cx="0" cy="240"/>
            </a:xfrm>
            <a:prstGeom prst="line"/>
            <a:noFill/>
            <a:ln w="9525">
              <a:solidFill>
                <a:srgbClr val="333399"/>
              </a:solidFill>
              <a:round/>
              <a:headEnd/>
              <a:tailEnd/>
            </a:ln>
            <a:effectLst/>
          </p:spPr>
          <p:txBody>
            <a:bodyPr anchor="ctr" wrap="none"/>
            <a:p>
              <a:endParaRPr altLang="en-US" lang="zh-CN"/>
            </a:p>
          </p:txBody>
        </p:sp>
        <p:sp>
          <p:nvSpPr>
            <p:cNvPr id="1049931" name="Rectangle 7"/>
            <p:cNvSpPr>
              <a:spLocks noChangeArrowheads="1"/>
            </p:cNvSpPr>
            <p:nvPr/>
          </p:nvSpPr>
          <p:spPr bwMode="auto">
            <a:xfrm>
              <a:off x="912" y="912"/>
              <a:ext cx="240" cy="240"/>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932" name="Text Box 8"/>
            <p:cNvSpPr txBox="1">
              <a:spLocks noChangeArrowheads="1"/>
            </p:cNvSpPr>
            <p:nvPr/>
          </p:nvSpPr>
          <p:spPr bwMode="auto">
            <a:xfrm>
              <a:off x="672" y="864"/>
              <a:ext cx="500" cy="32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0  1</a:t>
              </a:r>
              <a:endParaRPr altLang="zh-CN" sz="2400" kumimoji="1" lang="en-US">
                <a:solidFill>
                  <a:schemeClr val="hlink"/>
                </a:solidFill>
                <a:latin typeface="Times New Roman" panose="02020603050405020304" pitchFamily="18" charset="0"/>
              </a:endParaRPr>
            </a:p>
          </p:txBody>
        </p:sp>
        <p:sp>
          <p:nvSpPr>
            <p:cNvPr id="1049933" name="Rectangle 9"/>
            <p:cNvSpPr>
              <a:spLocks noChangeArrowheads="1"/>
            </p:cNvSpPr>
            <p:nvPr/>
          </p:nvSpPr>
          <p:spPr bwMode="auto">
            <a:xfrm>
              <a:off x="1536" y="912"/>
              <a:ext cx="720" cy="24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934" name="Line 10"/>
            <p:cNvSpPr>
              <a:spLocks noChangeShapeType="1"/>
            </p:cNvSpPr>
            <p:nvPr/>
          </p:nvSpPr>
          <p:spPr bwMode="auto">
            <a:xfrm>
              <a:off x="1296" y="1008"/>
              <a:ext cx="240" cy="0"/>
            </a:xfrm>
            <a:prstGeom prst="line"/>
            <a:noFill/>
            <a:ln w="28575">
              <a:solidFill>
                <a:srgbClr val="333399"/>
              </a:solidFill>
              <a:round/>
              <a:headEnd/>
              <a:tailEnd type="triangle" w="sm" len="med"/>
            </a:ln>
            <a:effectLst/>
          </p:spPr>
          <p:txBody>
            <a:bodyPr anchor="ctr" wrap="none"/>
            <a:p>
              <a:endParaRPr altLang="en-US" lang="zh-CN"/>
            </a:p>
          </p:txBody>
        </p:sp>
        <p:sp>
          <p:nvSpPr>
            <p:cNvPr id="1049935" name="Text Box 11"/>
            <p:cNvSpPr txBox="1">
              <a:spLocks noChangeArrowheads="1"/>
            </p:cNvSpPr>
            <p:nvPr/>
          </p:nvSpPr>
          <p:spPr bwMode="auto">
            <a:xfrm>
              <a:off x="1547" y="864"/>
              <a:ext cx="494" cy="32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1  </a:t>
              </a:r>
              <a:r>
                <a:rPr altLang="zh-CN" b="1" sz="2800" i="1" kumimoji="1" lang="en-US">
                  <a:solidFill>
                    <a:schemeClr val="hlink"/>
                  </a:solidFill>
                  <a:latin typeface="Times New Roman" panose="02020603050405020304" pitchFamily="18" charset="0"/>
                </a:rPr>
                <a:t>a</a:t>
              </a:r>
              <a:endParaRPr altLang="zh-CN" sz="2400" i="1" kumimoji="1" lang="en-US">
                <a:solidFill>
                  <a:schemeClr val="hlink"/>
                </a:solidFill>
                <a:latin typeface="Times New Roman" panose="02020603050405020304" pitchFamily="18" charset="0"/>
              </a:endParaRPr>
            </a:p>
          </p:txBody>
        </p:sp>
        <p:sp>
          <p:nvSpPr>
            <p:cNvPr id="1049936" name="Rectangle 12"/>
            <p:cNvSpPr>
              <a:spLocks noChangeArrowheads="1"/>
            </p:cNvSpPr>
            <p:nvPr/>
          </p:nvSpPr>
          <p:spPr bwMode="auto">
            <a:xfrm>
              <a:off x="2400" y="912"/>
              <a:ext cx="720" cy="24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937" name="Line 13"/>
            <p:cNvSpPr>
              <a:spLocks noChangeShapeType="1"/>
            </p:cNvSpPr>
            <p:nvPr/>
          </p:nvSpPr>
          <p:spPr bwMode="auto">
            <a:xfrm>
              <a:off x="2160" y="1008"/>
              <a:ext cx="240" cy="0"/>
            </a:xfrm>
            <a:prstGeom prst="line"/>
            <a:noFill/>
            <a:ln w="28575">
              <a:solidFill>
                <a:srgbClr val="333399"/>
              </a:solidFill>
              <a:round/>
              <a:headEnd/>
              <a:tailEnd type="triangle" w="sm" len="med"/>
            </a:ln>
            <a:effectLst/>
          </p:spPr>
          <p:txBody>
            <a:bodyPr anchor="ctr" wrap="none"/>
            <a:p>
              <a:endParaRPr altLang="en-US" lang="zh-CN"/>
            </a:p>
          </p:txBody>
        </p:sp>
        <p:sp>
          <p:nvSpPr>
            <p:cNvPr id="1049938" name="Text Box 14"/>
            <p:cNvSpPr txBox="1">
              <a:spLocks noChangeArrowheads="1"/>
            </p:cNvSpPr>
            <p:nvPr/>
          </p:nvSpPr>
          <p:spPr bwMode="auto">
            <a:xfrm>
              <a:off x="2411" y="864"/>
              <a:ext cx="228" cy="327"/>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2</a:t>
              </a:r>
              <a:endParaRPr altLang="zh-CN" sz="2400" kumimoji="1" lang="en-US">
                <a:solidFill>
                  <a:schemeClr val="hlink"/>
                </a:solidFill>
                <a:latin typeface="Times New Roman" panose="02020603050405020304" pitchFamily="18" charset="0"/>
              </a:endParaRPr>
            </a:p>
          </p:txBody>
        </p:sp>
        <p:sp>
          <p:nvSpPr>
            <p:cNvPr id="1049939" name="Rectangle 15"/>
            <p:cNvSpPr>
              <a:spLocks noChangeArrowheads="1"/>
            </p:cNvSpPr>
            <p:nvPr/>
          </p:nvSpPr>
          <p:spPr bwMode="auto">
            <a:xfrm>
              <a:off x="3264" y="912"/>
              <a:ext cx="720" cy="24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940" name="Line 16"/>
            <p:cNvSpPr>
              <a:spLocks noChangeShapeType="1"/>
            </p:cNvSpPr>
            <p:nvPr/>
          </p:nvSpPr>
          <p:spPr bwMode="auto">
            <a:xfrm>
              <a:off x="3024" y="1008"/>
              <a:ext cx="240" cy="0"/>
            </a:xfrm>
            <a:prstGeom prst="line"/>
            <a:noFill/>
            <a:ln w="28575">
              <a:solidFill>
                <a:srgbClr val="333399"/>
              </a:solidFill>
              <a:round/>
              <a:headEnd/>
              <a:tailEnd type="triangle" w="sm" len="med"/>
            </a:ln>
            <a:effectLst/>
          </p:spPr>
          <p:txBody>
            <a:bodyPr anchor="ctr" wrap="none"/>
            <a:p>
              <a:endParaRPr altLang="en-US" lang="zh-CN"/>
            </a:p>
          </p:txBody>
        </p:sp>
        <p:sp>
          <p:nvSpPr>
            <p:cNvPr id="1049941" name="Text Box 17"/>
            <p:cNvSpPr txBox="1">
              <a:spLocks noChangeArrowheads="1"/>
            </p:cNvSpPr>
            <p:nvPr/>
          </p:nvSpPr>
          <p:spPr bwMode="auto">
            <a:xfrm>
              <a:off x="3275" y="864"/>
              <a:ext cx="228" cy="327"/>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2</a:t>
              </a:r>
              <a:endParaRPr altLang="zh-CN" sz="2400" kumimoji="1" lang="en-US">
                <a:solidFill>
                  <a:schemeClr val="hlink"/>
                </a:solidFill>
                <a:latin typeface="Times New Roman" panose="02020603050405020304" pitchFamily="18" charset="0"/>
              </a:endParaRPr>
            </a:p>
          </p:txBody>
        </p:sp>
        <p:sp>
          <p:nvSpPr>
            <p:cNvPr id="1049942" name="Rectangle 18"/>
            <p:cNvSpPr>
              <a:spLocks noChangeArrowheads="1"/>
            </p:cNvSpPr>
            <p:nvPr/>
          </p:nvSpPr>
          <p:spPr bwMode="auto">
            <a:xfrm>
              <a:off x="4128" y="912"/>
              <a:ext cx="720" cy="24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943" name="Line 19"/>
            <p:cNvSpPr>
              <a:spLocks noChangeShapeType="1"/>
            </p:cNvSpPr>
            <p:nvPr/>
          </p:nvSpPr>
          <p:spPr bwMode="auto">
            <a:xfrm>
              <a:off x="3888" y="1008"/>
              <a:ext cx="240" cy="0"/>
            </a:xfrm>
            <a:prstGeom prst="line"/>
            <a:noFill/>
            <a:ln w="28575">
              <a:solidFill>
                <a:srgbClr val="333399"/>
              </a:solidFill>
              <a:round/>
              <a:headEnd/>
              <a:tailEnd type="triangle" w="sm" len="med"/>
            </a:ln>
            <a:effectLst/>
          </p:spPr>
          <p:txBody>
            <a:bodyPr anchor="ctr" wrap="none"/>
            <a:p>
              <a:endParaRPr altLang="en-US" lang="zh-CN"/>
            </a:p>
          </p:txBody>
        </p:sp>
        <p:sp>
          <p:nvSpPr>
            <p:cNvPr id="1049944" name="Text Box 20"/>
            <p:cNvSpPr txBox="1">
              <a:spLocks noChangeArrowheads="1"/>
            </p:cNvSpPr>
            <p:nvPr/>
          </p:nvSpPr>
          <p:spPr bwMode="auto">
            <a:xfrm>
              <a:off x="4139" y="864"/>
              <a:ext cx="508" cy="32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1  </a:t>
              </a:r>
              <a:r>
                <a:rPr altLang="zh-CN" b="1" sz="2800" i="1" kumimoji="1" lang="en-US">
                  <a:solidFill>
                    <a:schemeClr val="hlink"/>
                  </a:solidFill>
                  <a:latin typeface="Times New Roman" panose="02020603050405020304" pitchFamily="18" charset="0"/>
                </a:rPr>
                <a:t>b</a:t>
              </a:r>
              <a:endParaRPr altLang="zh-CN" sz="2400" i="1" kumimoji="1" lang="en-US">
                <a:solidFill>
                  <a:schemeClr val="hlink"/>
                </a:solidFill>
                <a:latin typeface="Times New Roman" panose="02020603050405020304" pitchFamily="18" charset="0"/>
              </a:endParaRPr>
            </a:p>
          </p:txBody>
        </p:sp>
        <p:sp>
          <p:nvSpPr>
            <p:cNvPr id="1049945" name="Text Box 21"/>
            <p:cNvSpPr txBox="1">
              <a:spLocks noChangeArrowheads="1"/>
            </p:cNvSpPr>
            <p:nvPr/>
          </p:nvSpPr>
          <p:spPr bwMode="auto">
            <a:xfrm>
              <a:off x="4608" y="825"/>
              <a:ext cx="251" cy="327"/>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rgbClr val="333399"/>
                  </a:solidFill>
                  <a:latin typeface="Times New Roman" panose="02020603050405020304" pitchFamily="18" charset="0"/>
                  <a:sym typeface="Symbol" panose="05050102010706020507" pitchFamily="18" charset="2"/>
                </a:rPr>
                <a:t></a:t>
              </a:r>
              <a:endParaRPr altLang="zh-CN" sz="2400" kumimoji="1" lang="en-US">
                <a:latin typeface="Times New Roman" panose="02020603050405020304" pitchFamily="18" charset="0"/>
              </a:endParaRPr>
            </a:p>
          </p:txBody>
        </p:sp>
        <p:sp>
          <p:nvSpPr>
            <p:cNvPr id="1049946" name="Line 22"/>
            <p:cNvSpPr>
              <a:spLocks noChangeShapeType="1"/>
            </p:cNvSpPr>
            <p:nvPr/>
          </p:nvSpPr>
          <p:spPr bwMode="auto">
            <a:xfrm>
              <a:off x="1776" y="912"/>
              <a:ext cx="0" cy="240"/>
            </a:xfrm>
            <a:prstGeom prst="line"/>
            <a:noFill/>
            <a:ln w="9525">
              <a:solidFill>
                <a:schemeClr val="tx1"/>
              </a:solidFill>
              <a:round/>
              <a:headEnd/>
              <a:tailEnd/>
            </a:ln>
            <a:effectLst/>
          </p:spPr>
          <p:txBody>
            <a:bodyPr anchor="ctr" wrap="none"/>
            <a:p>
              <a:endParaRPr altLang="en-US" lang="zh-CN"/>
            </a:p>
          </p:txBody>
        </p:sp>
        <p:sp>
          <p:nvSpPr>
            <p:cNvPr id="1049947" name="Line 23"/>
            <p:cNvSpPr>
              <a:spLocks noChangeShapeType="1"/>
            </p:cNvSpPr>
            <p:nvPr/>
          </p:nvSpPr>
          <p:spPr bwMode="auto">
            <a:xfrm>
              <a:off x="2016" y="912"/>
              <a:ext cx="0" cy="240"/>
            </a:xfrm>
            <a:prstGeom prst="line"/>
            <a:noFill/>
            <a:ln w="9525">
              <a:solidFill>
                <a:schemeClr val="tx1"/>
              </a:solidFill>
              <a:round/>
              <a:headEnd/>
              <a:tailEnd/>
            </a:ln>
            <a:effectLst/>
          </p:spPr>
          <p:txBody>
            <a:bodyPr anchor="ctr" wrap="none"/>
            <a:p>
              <a:endParaRPr altLang="en-US" lang="zh-CN"/>
            </a:p>
          </p:txBody>
        </p:sp>
        <p:sp>
          <p:nvSpPr>
            <p:cNvPr id="1049948" name="Line 24"/>
            <p:cNvSpPr>
              <a:spLocks noChangeShapeType="1"/>
            </p:cNvSpPr>
            <p:nvPr/>
          </p:nvSpPr>
          <p:spPr bwMode="auto">
            <a:xfrm>
              <a:off x="2640" y="912"/>
              <a:ext cx="0" cy="240"/>
            </a:xfrm>
            <a:prstGeom prst="line"/>
            <a:noFill/>
            <a:ln w="9525">
              <a:solidFill>
                <a:schemeClr val="tx1"/>
              </a:solidFill>
              <a:round/>
              <a:headEnd/>
              <a:tailEnd/>
            </a:ln>
            <a:effectLst/>
          </p:spPr>
          <p:txBody>
            <a:bodyPr anchor="ctr" wrap="none"/>
            <a:p>
              <a:endParaRPr altLang="en-US" lang="zh-CN"/>
            </a:p>
          </p:txBody>
        </p:sp>
        <p:sp>
          <p:nvSpPr>
            <p:cNvPr id="1049949" name="Line 25"/>
            <p:cNvSpPr>
              <a:spLocks noChangeShapeType="1"/>
            </p:cNvSpPr>
            <p:nvPr/>
          </p:nvSpPr>
          <p:spPr bwMode="auto">
            <a:xfrm>
              <a:off x="2880" y="912"/>
              <a:ext cx="0" cy="240"/>
            </a:xfrm>
            <a:prstGeom prst="line"/>
            <a:noFill/>
            <a:ln w="9525">
              <a:solidFill>
                <a:schemeClr val="tx1"/>
              </a:solidFill>
              <a:round/>
              <a:headEnd/>
              <a:tailEnd/>
            </a:ln>
            <a:effectLst/>
          </p:spPr>
          <p:txBody>
            <a:bodyPr anchor="ctr" wrap="none"/>
            <a:p>
              <a:endParaRPr altLang="en-US" lang="zh-CN"/>
            </a:p>
          </p:txBody>
        </p:sp>
        <p:sp>
          <p:nvSpPr>
            <p:cNvPr id="1049950" name="Line 26"/>
            <p:cNvSpPr>
              <a:spLocks noChangeShapeType="1"/>
            </p:cNvSpPr>
            <p:nvPr/>
          </p:nvSpPr>
          <p:spPr bwMode="auto">
            <a:xfrm>
              <a:off x="3504" y="912"/>
              <a:ext cx="0" cy="240"/>
            </a:xfrm>
            <a:prstGeom prst="line"/>
            <a:noFill/>
            <a:ln w="9525">
              <a:solidFill>
                <a:schemeClr val="tx1"/>
              </a:solidFill>
              <a:round/>
              <a:headEnd/>
              <a:tailEnd/>
            </a:ln>
            <a:effectLst/>
          </p:spPr>
          <p:txBody>
            <a:bodyPr anchor="ctr" wrap="none"/>
            <a:p>
              <a:endParaRPr altLang="en-US" lang="zh-CN"/>
            </a:p>
          </p:txBody>
        </p:sp>
        <p:sp>
          <p:nvSpPr>
            <p:cNvPr id="1049951" name="Line 27"/>
            <p:cNvSpPr>
              <a:spLocks noChangeShapeType="1"/>
            </p:cNvSpPr>
            <p:nvPr/>
          </p:nvSpPr>
          <p:spPr bwMode="auto">
            <a:xfrm>
              <a:off x="3744" y="912"/>
              <a:ext cx="0" cy="240"/>
            </a:xfrm>
            <a:prstGeom prst="line"/>
            <a:noFill/>
            <a:ln w="9525">
              <a:solidFill>
                <a:schemeClr val="tx1"/>
              </a:solidFill>
              <a:round/>
              <a:headEnd/>
              <a:tailEnd/>
            </a:ln>
            <a:effectLst/>
          </p:spPr>
          <p:txBody>
            <a:bodyPr anchor="ctr" wrap="none"/>
            <a:p>
              <a:endParaRPr altLang="en-US" lang="zh-CN"/>
            </a:p>
          </p:txBody>
        </p:sp>
        <p:sp>
          <p:nvSpPr>
            <p:cNvPr id="1049952" name="Line 28"/>
            <p:cNvSpPr>
              <a:spLocks noChangeShapeType="1"/>
            </p:cNvSpPr>
            <p:nvPr/>
          </p:nvSpPr>
          <p:spPr bwMode="auto">
            <a:xfrm>
              <a:off x="4368" y="912"/>
              <a:ext cx="0" cy="240"/>
            </a:xfrm>
            <a:prstGeom prst="line"/>
            <a:noFill/>
            <a:ln w="9525">
              <a:solidFill>
                <a:schemeClr val="tx1"/>
              </a:solidFill>
              <a:round/>
              <a:headEnd/>
              <a:tailEnd/>
            </a:ln>
            <a:effectLst/>
          </p:spPr>
          <p:txBody>
            <a:bodyPr anchor="ctr" wrap="none"/>
            <a:p>
              <a:endParaRPr altLang="en-US" lang="zh-CN"/>
            </a:p>
          </p:txBody>
        </p:sp>
        <p:sp>
          <p:nvSpPr>
            <p:cNvPr id="1049953" name="Line 29"/>
            <p:cNvSpPr>
              <a:spLocks noChangeShapeType="1"/>
            </p:cNvSpPr>
            <p:nvPr/>
          </p:nvSpPr>
          <p:spPr bwMode="auto">
            <a:xfrm>
              <a:off x="4608" y="912"/>
              <a:ext cx="0" cy="240"/>
            </a:xfrm>
            <a:prstGeom prst="line"/>
            <a:noFill/>
            <a:ln w="9525">
              <a:solidFill>
                <a:schemeClr val="tx1"/>
              </a:solidFill>
              <a:round/>
              <a:headEnd/>
              <a:tailEnd/>
            </a:ln>
            <a:effectLst/>
          </p:spPr>
          <p:txBody>
            <a:bodyPr anchor="ctr" wrap="none"/>
            <a:p>
              <a:endParaRPr altLang="en-US" lang="zh-CN"/>
            </a:p>
          </p:txBody>
        </p:sp>
        <p:sp>
          <p:nvSpPr>
            <p:cNvPr id="1049954" name="Rectangle 30"/>
            <p:cNvSpPr>
              <a:spLocks noChangeArrowheads="1"/>
            </p:cNvSpPr>
            <p:nvPr/>
          </p:nvSpPr>
          <p:spPr bwMode="auto">
            <a:xfrm>
              <a:off x="661" y="1449"/>
              <a:ext cx="720" cy="24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955" name="Line 31"/>
            <p:cNvSpPr>
              <a:spLocks noChangeShapeType="1"/>
            </p:cNvSpPr>
            <p:nvPr/>
          </p:nvSpPr>
          <p:spPr bwMode="auto">
            <a:xfrm>
              <a:off x="528" y="1536"/>
              <a:ext cx="133" cy="9"/>
            </a:xfrm>
            <a:prstGeom prst="line"/>
            <a:noFill/>
            <a:ln w="28575">
              <a:solidFill>
                <a:srgbClr val="333399"/>
              </a:solidFill>
              <a:round/>
              <a:headEnd/>
              <a:tailEnd type="triangle" w="sm" len="med"/>
            </a:ln>
            <a:effectLst/>
          </p:spPr>
          <p:txBody>
            <a:bodyPr anchor="ctr" wrap="none"/>
            <a:p>
              <a:endParaRPr altLang="en-US" lang="zh-CN"/>
            </a:p>
          </p:txBody>
        </p:sp>
        <p:sp>
          <p:nvSpPr>
            <p:cNvPr id="1049956" name="Rectangle 32"/>
            <p:cNvSpPr>
              <a:spLocks noChangeArrowheads="1"/>
            </p:cNvSpPr>
            <p:nvPr/>
          </p:nvSpPr>
          <p:spPr bwMode="auto">
            <a:xfrm>
              <a:off x="912" y="1449"/>
              <a:ext cx="240" cy="240"/>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957" name="Text Box 33"/>
            <p:cNvSpPr txBox="1">
              <a:spLocks noChangeArrowheads="1"/>
            </p:cNvSpPr>
            <p:nvPr/>
          </p:nvSpPr>
          <p:spPr bwMode="auto">
            <a:xfrm>
              <a:off x="672" y="1401"/>
              <a:ext cx="500" cy="32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0  1</a:t>
              </a:r>
              <a:endParaRPr altLang="zh-CN" sz="2400" kumimoji="1" lang="en-US">
                <a:solidFill>
                  <a:schemeClr val="hlink"/>
                </a:solidFill>
                <a:latin typeface="Times New Roman" panose="02020603050405020304" pitchFamily="18" charset="0"/>
              </a:endParaRPr>
            </a:p>
          </p:txBody>
        </p:sp>
        <p:sp>
          <p:nvSpPr>
            <p:cNvPr id="1049958" name="Rectangle 34"/>
            <p:cNvSpPr>
              <a:spLocks noChangeArrowheads="1"/>
            </p:cNvSpPr>
            <p:nvPr/>
          </p:nvSpPr>
          <p:spPr bwMode="auto">
            <a:xfrm>
              <a:off x="1536" y="1440"/>
              <a:ext cx="720" cy="24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959" name="Line 35"/>
            <p:cNvSpPr>
              <a:spLocks noChangeShapeType="1"/>
            </p:cNvSpPr>
            <p:nvPr/>
          </p:nvSpPr>
          <p:spPr bwMode="auto">
            <a:xfrm>
              <a:off x="1296" y="1545"/>
              <a:ext cx="240" cy="0"/>
            </a:xfrm>
            <a:prstGeom prst="line"/>
            <a:noFill/>
            <a:ln w="28575">
              <a:solidFill>
                <a:srgbClr val="333399"/>
              </a:solidFill>
              <a:round/>
              <a:headEnd/>
              <a:tailEnd type="triangle" w="sm" len="med"/>
            </a:ln>
            <a:effectLst/>
          </p:spPr>
          <p:txBody>
            <a:bodyPr anchor="ctr" wrap="none"/>
            <a:p>
              <a:endParaRPr altLang="en-US" lang="zh-CN"/>
            </a:p>
          </p:txBody>
        </p:sp>
        <p:sp>
          <p:nvSpPr>
            <p:cNvPr id="1049960" name="Text Box 36"/>
            <p:cNvSpPr txBox="1">
              <a:spLocks noChangeArrowheads="1"/>
            </p:cNvSpPr>
            <p:nvPr/>
          </p:nvSpPr>
          <p:spPr bwMode="auto">
            <a:xfrm>
              <a:off x="1547" y="1385"/>
              <a:ext cx="482" cy="32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1  </a:t>
              </a:r>
              <a:r>
                <a:rPr altLang="zh-CN" b="1" sz="2800" i="1" kumimoji="1" lang="en-US">
                  <a:solidFill>
                    <a:schemeClr val="hlink"/>
                  </a:solidFill>
                  <a:latin typeface="Times New Roman" panose="02020603050405020304" pitchFamily="18" charset="0"/>
                </a:rPr>
                <a:t>c</a:t>
              </a:r>
              <a:endParaRPr altLang="zh-CN" sz="2400" i="1" kumimoji="1" lang="en-US">
                <a:solidFill>
                  <a:schemeClr val="hlink"/>
                </a:solidFill>
                <a:latin typeface="Times New Roman" panose="02020603050405020304" pitchFamily="18" charset="0"/>
              </a:endParaRPr>
            </a:p>
          </p:txBody>
        </p:sp>
        <p:sp>
          <p:nvSpPr>
            <p:cNvPr id="1049961" name="Rectangle 37"/>
            <p:cNvSpPr>
              <a:spLocks noChangeArrowheads="1"/>
            </p:cNvSpPr>
            <p:nvPr/>
          </p:nvSpPr>
          <p:spPr bwMode="auto">
            <a:xfrm>
              <a:off x="2400" y="1440"/>
              <a:ext cx="720" cy="24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962" name="Line 38"/>
            <p:cNvSpPr>
              <a:spLocks noChangeShapeType="1"/>
            </p:cNvSpPr>
            <p:nvPr/>
          </p:nvSpPr>
          <p:spPr bwMode="auto">
            <a:xfrm>
              <a:off x="2160" y="1545"/>
              <a:ext cx="240" cy="0"/>
            </a:xfrm>
            <a:prstGeom prst="line"/>
            <a:noFill/>
            <a:ln w="28575">
              <a:solidFill>
                <a:srgbClr val="333399"/>
              </a:solidFill>
              <a:round/>
              <a:headEnd/>
              <a:tailEnd type="triangle" w="sm" len="med"/>
            </a:ln>
            <a:effectLst/>
          </p:spPr>
          <p:txBody>
            <a:bodyPr anchor="ctr" wrap="none"/>
            <a:p>
              <a:endParaRPr altLang="en-US" lang="zh-CN"/>
            </a:p>
          </p:txBody>
        </p:sp>
        <p:sp>
          <p:nvSpPr>
            <p:cNvPr id="1049963" name="Line 39"/>
            <p:cNvSpPr>
              <a:spLocks noChangeShapeType="1"/>
            </p:cNvSpPr>
            <p:nvPr/>
          </p:nvSpPr>
          <p:spPr bwMode="auto">
            <a:xfrm>
              <a:off x="2064" y="1449"/>
              <a:ext cx="0" cy="240"/>
            </a:xfrm>
            <a:prstGeom prst="line"/>
            <a:noFill/>
            <a:ln w="9525">
              <a:solidFill>
                <a:schemeClr val="tx1"/>
              </a:solidFill>
              <a:round/>
              <a:headEnd/>
              <a:tailEnd/>
            </a:ln>
            <a:effectLst/>
          </p:spPr>
          <p:txBody>
            <a:bodyPr anchor="ctr" wrap="none"/>
            <a:p>
              <a:endParaRPr altLang="en-US" lang="zh-CN"/>
            </a:p>
          </p:txBody>
        </p:sp>
        <p:sp>
          <p:nvSpPr>
            <p:cNvPr id="1049964" name="Line 40"/>
            <p:cNvSpPr>
              <a:spLocks noChangeShapeType="1"/>
            </p:cNvSpPr>
            <p:nvPr/>
          </p:nvSpPr>
          <p:spPr bwMode="auto">
            <a:xfrm>
              <a:off x="2880" y="1449"/>
              <a:ext cx="0" cy="240"/>
            </a:xfrm>
            <a:prstGeom prst="line"/>
            <a:noFill/>
            <a:ln w="9525">
              <a:solidFill>
                <a:schemeClr val="tx1"/>
              </a:solidFill>
              <a:round/>
              <a:headEnd/>
              <a:tailEnd/>
            </a:ln>
            <a:effectLst/>
          </p:spPr>
          <p:txBody>
            <a:bodyPr anchor="ctr" wrap="none"/>
            <a:p>
              <a:endParaRPr altLang="en-US" lang="zh-CN"/>
            </a:p>
          </p:txBody>
        </p:sp>
        <p:sp>
          <p:nvSpPr>
            <p:cNvPr id="1049965" name="Line 41"/>
            <p:cNvSpPr>
              <a:spLocks noChangeShapeType="1"/>
            </p:cNvSpPr>
            <p:nvPr/>
          </p:nvSpPr>
          <p:spPr bwMode="auto">
            <a:xfrm>
              <a:off x="1776" y="1440"/>
              <a:ext cx="0" cy="240"/>
            </a:xfrm>
            <a:prstGeom prst="line"/>
            <a:noFill/>
            <a:ln w="9525">
              <a:solidFill>
                <a:schemeClr val="tx1"/>
              </a:solidFill>
              <a:round/>
              <a:headEnd/>
              <a:tailEnd/>
            </a:ln>
            <a:effectLst/>
          </p:spPr>
          <p:txBody>
            <a:bodyPr anchor="ctr" wrap="none"/>
            <a:p>
              <a:endParaRPr altLang="en-US" lang="zh-CN"/>
            </a:p>
          </p:txBody>
        </p:sp>
        <p:sp>
          <p:nvSpPr>
            <p:cNvPr id="1049966" name="Line 42"/>
            <p:cNvSpPr>
              <a:spLocks noChangeShapeType="1"/>
            </p:cNvSpPr>
            <p:nvPr/>
          </p:nvSpPr>
          <p:spPr bwMode="auto">
            <a:xfrm>
              <a:off x="2640" y="1440"/>
              <a:ext cx="0" cy="240"/>
            </a:xfrm>
            <a:prstGeom prst="line"/>
            <a:noFill/>
            <a:ln w="9525">
              <a:solidFill>
                <a:schemeClr val="tx1"/>
              </a:solidFill>
              <a:round/>
              <a:headEnd/>
              <a:tailEnd/>
            </a:ln>
            <a:effectLst/>
          </p:spPr>
          <p:txBody>
            <a:bodyPr anchor="ctr" wrap="none"/>
            <a:p>
              <a:endParaRPr altLang="en-US" lang="zh-CN"/>
            </a:p>
          </p:txBody>
        </p:sp>
        <p:sp>
          <p:nvSpPr>
            <p:cNvPr id="1049967" name="Text Box 43"/>
            <p:cNvSpPr txBox="1">
              <a:spLocks noChangeArrowheads="1"/>
            </p:cNvSpPr>
            <p:nvPr/>
          </p:nvSpPr>
          <p:spPr bwMode="auto">
            <a:xfrm>
              <a:off x="2880" y="1353"/>
              <a:ext cx="251" cy="327"/>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rgbClr val="333399"/>
                  </a:solidFill>
                  <a:latin typeface="Times New Roman" panose="02020603050405020304" pitchFamily="18" charset="0"/>
                  <a:sym typeface="Symbol" panose="05050102010706020507" pitchFamily="18" charset="2"/>
                </a:rPr>
                <a:t></a:t>
              </a:r>
              <a:endParaRPr altLang="zh-CN" sz="2400" kumimoji="1" lang="en-US">
                <a:latin typeface="Times New Roman" panose="02020603050405020304" pitchFamily="18" charset="0"/>
              </a:endParaRPr>
            </a:p>
          </p:txBody>
        </p:sp>
        <p:sp>
          <p:nvSpPr>
            <p:cNvPr id="1049968" name="Rectangle 44"/>
            <p:cNvSpPr>
              <a:spLocks noChangeArrowheads="1"/>
            </p:cNvSpPr>
            <p:nvPr/>
          </p:nvSpPr>
          <p:spPr bwMode="auto">
            <a:xfrm>
              <a:off x="3264" y="1449"/>
              <a:ext cx="720" cy="24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969" name="Line 45"/>
            <p:cNvSpPr>
              <a:spLocks noChangeShapeType="1"/>
            </p:cNvSpPr>
            <p:nvPr/>
          </p:nvSpPr>
          <p:spPr bwMode="auto">
            <a:xfrm>
              <a:off x="3408" y="1296"/>
              <a:ext cx="0" cy="144"/>
            </a:xfrm>
            <a:prstGeom prst="line"/>
            <a:noFill/>
            <a:ln w="28575">
              <a:solidFill>
                <a:srgbClr val="333399"/>
              </a:solidFill>
              <a:round/>
              <a:headEnd/>
              <a:tailEnd type="triangle" w="sm" len="med"/>
            </a:ln>
            <a:effectLst/>
          </p:spPr>
          <p:txBody>
            <a:bodyPr anchor="ctr" wrap="none"/>
            <a:p>
              <a:endParaRPr altLang="en-US" lang="zh-CN"/>
            </a:p>
          </p:txBody>
        </p:sp>
        <p:sp>
          <p:nvSpPr>
            <p:cNvPr id="1049970" name="Rectangle 46"/>
            <p:cNvSpPr>
              <a:spLocks noChangeArrowheads="1"/>
            </p:cNvSpPr>
            <p:nvPr/>
          </p:nvSpPr>
          <p:spPr bwMode="auto">
            <a:xfrm>
              <a:off x="3515" y="1449"/>
              <a:ext cx="240" cy="240"/>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971" name="Rectangle 47"/>
            <p:cNvSpPr>
              <a:spLocks noChangeArrowheads="1"/>
            </p:cNvSpPr>
            <p:nvPr/>
          </p:nvSpPr>
          <p:spPr bwMode="auto">
            <a:xfrm>
              <a:off x="4139" y="1440"/>
              <a:ext cx="720" cy="24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972" name="Line 48"/>
            <p:cNvSpPr>
              <a:spLocks noChangeShapeType="1"/>
            </p:cNvSpPr>
            <p:nvPr/>
          </p:nvSpPr>
          <p:spPr bwMode="auto">
            <a:xfrm>
              <a:off x="3899" y="1545"/>
              <a:ext cx="240" cy="0"/>
            </a:xfrm>
            <a:prstGeom prst="line"/>
            <a:noFill/>
            <a:ln w="28575">
              <a:solidFill>
                <a:srgbClr val="333399"/>
              </a:solidFill>
              <a:round/>
              <a:headEnd/>
              <a:tailEnd type="triangle" w="sm" len="med"/>
            </a:ln>
            <a:effectLst/>
          </p:spPr>
          <p:txBody>
            <a:bodyPr anchor="ctr" wrap="none"/>
            <a:p>
              <a:endParaRPr altLang="en-US" lang="zh-CN"/>
            </a:p>
          </p:txBody>
        </p:sp>
        <p:sp>
          <p:nvSpPr>
            <p:cNvPr id="1049973" name="Line 49"/>
            <p:cNvSpPr>
              <a:spLocks noChangeShapeType="1"/>
            </p:cNvSpPr>
            <p:nvPr/>
          </p:nvSpPr>
          <p:spPr bwMode="auto">
            <a:xfrm>
              <a:off x="4619" y="1449"/>
              <a:ext cx="0" cy="240"/>
            </a:xfrm>
            <a:prstGeom prst="line"/>
            <a:noFill/>
            <a:ln w="9525">
              <a:solidFill>
                <a:schemeClr val="tx1"/>
              </a:solidFill>
              <a:round/>
              <a:headEnd/>
              <a:tailEnd/>
            </a:ln>
            <a:effectLst/>
          </p:spPr>
          <p:txBody>
            <a:bodyPr anchor="ctr" wrap="none"/>
            <a:p>
              <a:endParaRPr altLang="en-US" lang="zh-CN"/>
            </a:p>
          </p:txBody>
        </p:sp>
        <p:sp>
          <p:nvSpPr>
            <p:cNvPr id="1049974" name="Line 50"/>
            <p:cNvSpPr>
              <a:spLocks noChangeShapeType="1"/>
            </p:cNvSpPr>
            <p:nvPr/>
          </p:nvSpPr>
          <p:spPr bwMode="auto">
            <a:xfrm>
              <a:off x="4379" y="1440"/>
              <a:ext cx="0" cy="240"/>
            </a:xfrm>
            <a:prstGeom prst="line"/>
            <a:noFill/>
            <a:ln w="9525">
              <a:solidFill>
                <a:schemeClr val="tx1"/>
              </a:solidFill>
              <a:round/>
              <a:headEnd/>
              <a:tailEnd/>
            </a:ln>
            <a:effectLst/>
          </p:spPr>
          <p:txBody>
            <a:bodyPr anchor="ctr" wrap="none"/>
            <a:p>
              <a:endParaRPr altLang="en-US" lang="zh-CN"/>
            </a:p>
          </p:txBody>
        </p:sp>
        <p:sp>
          <p:nvSpPr>
            <p:cNvPr id="1049975" name="Rectangle 51"/>
            <p:cNvSpPr>
              <a:spLocks noChangeArrowheads="1"/>
            </p:cNvSpPr>
            <p:nvPr/>
          </p:nvSpPr>
          <p:spPr bwMode="auto">
            <a:xfrm>
              <a:off x="3829" y="1968"/>
              <a:ext cx="720" cy="24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976" name="Line 52"/>
            <p:cNvSpPr>
              <a:spLocks noChangeShapeType="1"/>
            </p:cNvSpPr>
            <p:nvPr/>
          </p:nvSpPr>
          <p:spPr bwMode="auto">
            <a:xfrm>
              <a:off x="3637" y="2064"/>
              <a:ext cx="192" cy="0"/>
            </a:xfrm>
            <a:prstGeom prst="line"/>
            <a:noFill/>
            <a:ln w="28575">
              <a:solidFill>
                <a:srgbClr val="333399"/>
              </a:solidFill>
              <a:round/>
              <a:headEnd/>
              <a:tailEnd type="triangle" w="sm" len="med"/>
            </a:ln>
            <a:effectLst/>
          </p:spPr>
          <p:txBody>
            <a:bodyPr anchor="ctr" wrap="none"/>
            <a:p>
              <a:endParaRPr altLang="en-US" lang="zh-CN"/>
            </a:p>
          </p:txBody>
        </p:sp>
        <p:sp>
          <p:nvSpPr>
            <p:cNvPr id="1049977" name="Rectangle 53"/>
            <p:cNvSpPr>
              <a:spLocks noChangeArrowheads="1"/>
            </p:cNvSpPr>
            <p:nvPr/>
          </p:nvSpPr>
          <p:spPr bwMode="auto">
            <a:xfrm>
              <a:off x="4080" y="1968"/>
              <a:ext cx="240" cy="240"/>
            </a:xfrm>
            <a:prstGeom prst="rect"/>
            <a:solidFill>
              <a:schemeClr val="accent1"/>
            </a:solidFill>
            <a:ln w="9525">
              <a:solidFill>
                <a:schemeClr val="tx1"/>
              </a:solidFill>
              <a:miter lim="800000"/>
              <a:headEnd/>
              <a:tailEnd/>
            </a:ln>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978" name="Rectangle 54"/>
            <p:cNvSpPr>
              <a:spLocks noChangeArrowheads="1"/>
            </p:cNvSpPr>
            <p:nvPr/>
          </p:nvSpPr>
          <p:spPr bwMode="auto">
            <a:xfrm>
              <a:off x="4704" y="1968"/>
              <a:ext cx="768" cy="240"/>
            </a:xfrm>
            <a:prstGeom prst="rect"/>
            <a:solidFill>
              <a:srgbClr val="FFFF99"/>
            </a:solidFill>
            <a:ln w="9525">
              <a:solidFill>
                <a:srgbClr val="333399"/>
              </a:solidFill>
              <a:miter lim="800000"/>
              <a:headEnd/>
              <a:tailEnd/>
            </a:ln>
            <a:effectLst>
              <a:outerShdw algn="ctr" dir="2700000" dist="35921" rotWithShape="0">
                <a:schemeClr val="bg2"/>
              </a:outerShdw>
            </a:effectLst>
          </p:spPr>
          <p:txBody>
            <a:bodyPr anchor="ct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altLang="en-US" sz="1800" lang="zh-CN"/>
            </a:p>
          </p:txBody>
        </p:sp>
        <p:sp>
          <p:nvSpPr>
            <p:cNvPr id="1049979" name="Line 55"/>
            <p:cNvSpPr>
              <a:spLocks noChangeShapeType="1"/>
            </p:cNvSpPr>
            <p:nvPr/>
          </p:nvSpPr>
          <p:spPr bwMode="auto">
            <a:xfrm>
              <a:off x="4464" y="2064"/>
              <a:ext cx="240" cy="0"/>
            </a:xfrm>
            <a:prstGeom prst="line"/>
            <a:noFill/>
            <a:ln w="28575">
              <a:solidFill>
                <a:srgbClr val="333399"/>
              </a:solidFill>
              <a:round/>
              <a:headEnd/>
              <a:tailEnd type="triangle" w="sm" len="med"/>
            </a:ln>
            <a:effectLst/>
          </p:spPr>
          <p:txBody>
            <a:bodyPr anchor="ctr" wrap="none"/>
            <a:p>
              <a:endParaRPr altLang="en-US" lang="zh-CN"/>
            </a:p>
          </p:txBody>
        </p:sp>
        <p:sp>
          <p:nvSpPr>
            <p:cNvPr id="1049980" name="Line 56"/>
            <p:cNvSpPr>
              <a:spLocks noChangeShapeType="1"/>
            </p:cNvSpPr>
            <p:nvPr/>
          </p:nvSpPr>
          <p:spPr bwMode="auto">
            <a:xfrm>
              <a:off x="5232" y="1968"/>
              <a:ext cx="0" cy="240"/>
            </a:xfrm>
            <a:prstGeom prst="line"/>
            <a:noFill/>
            <a:ln w="9525">
              <a:solidFill>
                <a:schemeClr val="tx1"/>
              </a:solidFill>
              <a:round/>
              <a:headEnd/>
              <a:tailEnd/>
            </a:ln>
            <a:effectLst/>
          </p:spPr>
          <p:txBody>
            <a:bodyPr anchor="ctr" wrap="none"/>
            <a:p>
              <a:endParaRPr altLang="en-US" lang="zh-CN"/>
            </a:p>
          </p:txBody>
        </p:sp>
        <p:sp>
          <p:nvSpPr>
            <p:cNvPr id="1049981" name="Line 57"/>
            <p:cNvSpPr>
              <a:spLocks noChangeShapeType="1"/>
            </p:cNvSpPr>
            <p:nvPr/>
          </p:nvSpPr>
          <p:spPr bwMode="auto">
            <a:xfrm>
              <a:off x="4944" y="1968"/>
              <a:ext cx="0" cy="240"/>
            </a:xfrm>
            <a:prstGeom prst="line"/>
            <a:noFill/>
            <a:ln w="9525">
              <a:solidFill>
                <a:schemeClr val="tx1"/>
              </a:solidFill>
              <a:round/>
              <a:headEnd/>
              <a:tailEnd/>
            </a:ln>
            <a:effectLst/>
          </p:spPr>
          <p:txBody>
            <a:bodyPr anchor="ctr" wrap="none"/>
            <a:p>
              <a:endParaRPr altLang="en-US" lang="zh-CN"/>
            </a:p>
          </p:txBody>
        </p:sp>
        <p:sp>
          <p:nvSpPr>
            <p:cNvPr id="1049982" name="Text Box 58"/>
            <p:cNvSpPr txBox="1">
              <a:spLocks noChangeArrowheads="1"/>
            </p:cNvSpPr>
            <p:nvPr/>
          </p:nvSpPr>
          <p:spPr bwMode="auto">
            <a:xfrm>
              <a:off x="3840" y="1913"/>
              <a:ext cx="500" cy="32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0  1</a:t>
              </a:r>
              <a:endParaRPr altLang="zh-CN" sz="2400" kumimoji="1" lang="en-US">
                <a:solidFill>
                  <a:schemeClr val="hlink"/>
                </a:solidFill>
                <a:latin typeface="Times New Roman" panose="02020603050405020304" pitchFamily="18" charset="0"/>
              </a:endParaRPr>
            </a:p>
          </p:txBody>
        </p:sp>
        <p:sp>
          <p:nvSpPr>
            <p:cNvPr id="1049983" name="Text Box 59"/>
            <p:cNvSpPr txBox="1">
              <a:spLocks noChangeArrowheads="1"/>
            </p:cNvSpPr>
            <p:nvPr/>
          </p:nvSpPr>
          <p:spPr bwMode="auto">
            <a:xfrm>
              <a:off x="3292" y="1401"/>
              <a:ext cx="500" cy="32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0  1</a:t>
              </a:r>
              <a:endParaRPr altLang="zh-CN" sz="2400" kumimoji="1" lang="en-US">
                <a:solidFill>
                  <a:schemeClr val="hlink"/>
                </a:solidFill>
                <a:latin typeface="Times New Roman" panose="02020603050405020304" pitchFamily="18" charset="0"/>
              </a:endParaRPr>
            </a:p>
          </p:txBody>
        </p:sp>
        <p:sp>
          <p:nvSpPr>
            <p:cNvPr id="1049984" name="Line 60"/>
            <p:cNvSpPr>
              <a:spLocks noChangeShapeType="1"/>
            </p:cNvSpPr>
            <p:nvPr/>
          </p:nvSpPr>
          <p:spPr bwMode="auto">
            <a:xfrm>
              <a:off x="1680" y="1392"/>
              <a:ext cx="288" cy="336"/>
            </a:xfrm>
            <a:prstGeom prst="line"/>
            <a:noFill/>
            <a:ln w="28575">
              <a:solidFill>
                <a:schemeClr val="tx2"/>
              </a:solidFill>
              <a:round/>
              <a:headEnd/>
              <a:tailEnd/>
            </a:ln>
            <a:effectLst/>
          </p:spPr>
          <p:txBody>
            <a:bodyPr anchor="ctr" wrap="none"/>
            <a:p>
              <a:endParaRPr altLang="en-US" lang="zh-CN"/>
            </a:p>
          </p:txBody>
        </p:sp>
        <p:sp>
          <p:nvSpPr>
            <p:cNvPr id="1049985" name="Line 61"/>
            <p:cNvSpPr>
              <a:spLocks noChangeShapeType="1"/>
            </p:cNvSpPr>
            <p:nvPr/>
          </p:nvSpPr>
          <p:spPr bwMode="auto">
            <a:xfrm flipH="1">
              <a:off x="1680" y="1392"/>
              <a:ext cx="288" cy="336"/>
            </a:xfrm>
            <a:prstGeom prst="line"/>
            <a:noFill/>
            <a:ln w="28575">
              <a:solidFill>
                <a:schemeClr val="tx2"/>
              </a:solidFill>
              <a:round/>
              <a:headEnd/>
              <a:tailEnd/>
            </a:ln>
            <a:effectLst/>
          </p:spPr>
          <p:txBody>
            <a:bodyPr anchor="ctr" wrap="none"/>
            <a:p>
              <a:endParaRPr altLang="en-US" lang="zh-CN"/>
            </a:p>
          </p:txBody>
        </p:sp>
        <p:sp>
          <p:nvSpPr>
            <p:cNvPr id="1049986" name="Text Box 62"/>
            <p:cNvSpPr txBox="1">
              <a:spLocks noChangeArrowheads="1"/>
            </p:cNvSpPr>
            <p:nvPr/>
          </p:nvSpPr>
          <p:spPr bwMode="auto">
            <a:xfrm>
              <a:off x="2416" y="1392"/>
              <a:ext cx="508" cy="32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1  </a:t>
              </a:r>
              <a:r>
                <a:rPr altLang="zh-CN" b="1" sz="2800" i="1" kumimoji="1" lang="en-US">
                  <a:solidFill>
                    <a:schemeClr val="hlink"/>
                  </a:solidFill>
                  <a:latin typeface="Times New Roman" panose="02020603050405020304" pitchFamily="18" charset="0"/>
                </a:rPr>
                <a:t>d</a:t>
              </a:r>
              <a:endParaRPr altLang="zh-CN" sz="2400" i="1" kumimoji="1" lang="en-US">
                <a:solidFill>
                  <a:schemeClr val="hlink"/>
                </a:solidFill>
                <a:latin typeface="Times New Roman" panose="02020603050405020304" pitchFamily="18" charset="0"/>
              </a:endParaRPr>
            </a:p>
          </p:txBody>
        </p:sp>
        <p:sp>
          <p:nvSpPr>
            <p:cNvPr id="1049987" name="Line 63"/>
            <p:cNvSpPr>
              <a:spLocks noChangeShapeType="1"/>
            </p:cNvSpPr>
            <p:nvPr/>
          </p:nvSpPr>
          <p:spPr bwMode="auto">
            <a:xfrm>
              <a:off x="528" y="1296"/>
              <a:ext cx="0" cy="240"/>
            </a:xfrm>
            <a:prstGeom prst="line"/>
            <a:noFill/>
            <a:ln w="28575">
              <a:solidFill>
                <a:srgbClr val="333399"/>
              </a:solidFill>
              <a:round/>
              <a:headEnd/>
              <a:tailEnd/>
            </a:ln>
            <a:effectLst/>
          </p:spPr>
          <p:txBody>
            <a:bodyPr anchor="ctr" wrap="none"/>
            <a:p>
              <a:endParaRPr altLang="en-US" lang="zh-CN"/>
            </a:p>
          </p:txBody>
        </p:sp>
        <p:sp>
          <p:nvSpPr>
            <p:cNvPr id="1049988" name="Line 64"/>
            <p:cNvSpPr>
              <a:spLocks noChangeShapeType="1"/>
            </p:cNvSpPr>
            <p:nvPr/>
          </p:nvSpPr>
          <p:spPr bwMode="auto">
            <a:xfrm>
              <a:off x="528" y="1296"/>
              <a:ext cx="2256" cy="0"/>
            </a:xfrm>
            <a:prstGeom prst="line"/>
            <a:noFill/>
            <a:ln w="28575">
              <a:solidFill>
                <a:srgbClr val="333399"/>
              </a:solidFill>
              <a:round/>
              <a:headEnd/>
              <a:tailEnd/>
            </a:ln>
            <a:effectLst/>
          </p:spPr>
          <p:txBody>
            <a:bodyPr anchor="ctr" wrap="none"/>
            <a:p>
              <a:endParaRPr altLang="en-US" lang="zh-CN"/>
            </a:p>
          </p:txBody>
        </p:sp>
        <p:sp>
          <p:nvSpPr>
            <p:cNvPr id="1049989" name="Line 65"/>
            <p:cNvSpPr>
              <a:spLocks noChangeShapeType="1"/>
            </p:cNvSpPr>
            <p:nvPr/>
          </p:nvSpPr>
          <p:spPr bwMode="auto">
            <a:xfrm>
              <a:off x="2784" y="1008"/>
              <a:ext cx="0" cy="288"/>
            </a:xfrm>
            <a:prstGeom prst="line"/>
            <a:noFill/>
            <a:ln w="28575">
              <a:solidFill>
                <a:srgbClr val="333399"/>
              </a:solidFill>
              <a:round/>
              <a:headEnd/>
              <a:tailEnd/>
            </a:ln>
            <a:effectLst/>
          </p:spPr>
          <p:txBody>
            <a:bodyPr anchor="ctr" wrap="none"/>
            <a:p>
              <a:endParaRPr altLang="en-US" lang="zh-CN"/>
            </a:p>
          </p:txBody>
        </p:sp>
        <p:sp>
          <p:nvSpPr>
            <p:cNvPr id="1049990" name="Text Box 66"/>
            <p:cNvSpPr txBox="1">
              <a:spLocks noChangeArrowheads="1"/>
            </p:cNvSpPr>
            <p:nvPr/>
          </p:nvSpPr>
          <p:spPr bwMode="auto">
            <a:xfrm>
              <a:off x="193" y="780"/>
              <a:ext cx="287" cy="365"/>
            </a:xfrm>
            <a:prstGeom prst="rect"/>
            <a:noFill/>
            <a:ln>
              <a:noFill/>
            </a:ln>
            <a:effectLst/>
          </p:spPr>
          <p:txBody>
            <a:bodyPr wrap="none">
              <a:spAutoFit/>
            </a:bodyPr>
            <a:p>
              <a:pPr eaLnBrk="1" hangingPunct="1"/>
              <a:r>
                <a:rPr altLang="zh-CN" b="1" sz="3200" i="1" kumimoji="1" lang="en-US">
                  <a:solidFill>
                    <a:schemeClr val="tx2"/>
                  </a:solidFill>
                  <a:effectLst>
                    <a:outerShdw algn="tl" blurRad="38100" dir="2700000" dist="38100">
                      <a:srgbClr val="C0C0C0"/>
                    </a:outerShdw>
                  </a:effectLst>
                  <a:latin typeface="Times New Roman" pitchFamily="18" charset="0"/>
                  <a:ea typeface="宋体" charset="-122"/>
                </a:rPr>
                <a:t>ls</a:t>
              </a:r>
              <a:endParaRPr altLang="zh-CN" sz="2400" kumimoji="1" lang="en-US">
                <a:latin typeface="Times New Roman" pitchFamily="18" charset="0"/>
                <a:ea typeface="宋体" charset="-122"/>
              </a:endParaRPr>
            </a:p>
          </p:txBody>
        </p:sp>
        <p:sp>
          <p:nvSpPr>
            <p:cNvPr id="1049991" name="Line 67"/>
            <p:cNvSpPr>
              <a:spLocks noChangeShapeType="1"/>
            </p:cNvSpPr>
            <p:nvPr/>
          </p:nvSpPr>
          <p:spPr bwMode="auto">
            <a:xfrm>
              <a:off x="3408" y="1296"/>
              <a:ext cx="240" cy="0"/>
            </a:xfrm>
            <a:prstGeom prst="line"/>
            <a:noFill/>
            <a:ln w="28575">
              <a:solidFill>
                <a:srgbClr val="333399"/>
              </a:solidFill>
              <a:round/>
              <a:headEnd/>
              <a:tailEnd/>
            </a:ln>
            <a:effectLst/>
          </p:spPr>
          <p:txBody>
            <a:bodyPr anchor="ctr" wrap="none"/>
            <a:p>
              <a:endParaRPr altLang="en-US" lang="zh-CN"/>
            </a:p>
          </p:txBody>
        </p:sp>
        <p:sp>
          <p:nvSpPr>
            <p:cNvPr id="1049992" name="Line 68"/>
            <p:cNvSpPr>
              <a:spLocks noChangeShapeType="1"/>
            </p:cNvSpPr>
            <p:nvPr/>
          </p:nvSpPr>
          <p:spPr bwMode="auto">
            <a:xfrm>
              <a:off x="3648" y="1008"/>
              <a:ext cx="0" cy="288"/>
            </a:xfrm>
            <a:prstGeom prst="line"/>
            <a:noFill/>
            <a:ln w="28575">
              <a:solidFill>
                <a:srgbClr val="333399"/>
              </a:solidFill>
              <a:round/>
              <a:headEnd/>
              <a:tailEnd/>
            </a:ln>
            <a:effectLst/>
          </p:spPr>
          <p:txBody>
            <a:bodyPr anchor="ctr" wrap="none"/>
            <a:p>
              <a:endParaRPr altLang="en-US" lang="zh-CN"/>
            </a:p>
          </p:txBody>
        </p:sp>
        <p:sp>
          <p:nvSpPr>
            <p:cNvPr id="1049993" name="Text Box 69"/>
            <p:cNvSpPr txBox="1">
              <a:spLocks noChangeArrowheads="1"/>
            </p:cNvSpPr>
            <p:nvPr/>
          </p:nvSpPr>
          <p:spPr bwMode="auto">
            <a:xfrm>
              <a:off x="4148" y="1385"/>
              <a:ext cx="228" cy="327"/>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2</a:t>
              </a:r>
              <a:endParaRPr altLang="zh-CN" sz="2400" kumimoji="1" lang="en-US">
                <a:solidFill>
                  <a:schemeClr val="hlink"/>
                </a:solidFill>
                <a:latin typeface="Times New Roman" panose="02020603050405020304" pitchFamily="18" charset="0"/>
              </a:endParaRPr>
            </a:p>
          </p:txBody>
        </p:sp>
        <p:sp>
          <p:nvSpPr>
            <p:cNvPr id="1049994" name="Line 70"/>
            <p:cNvSpPr>
              <a:spLocks noChangeShapeType="1"/>
            </p:cNvSpPr>
            <p:nvPr/>
          </p:nvSpPr>
          <p:spPr bwMode="auto">
            <a:xfrm>
              <a:off x="4512" y="1536"/>
              <a:ext cx="0" cy="288"/>
            </a:xfrm>
            <a:prstGeom prst="line"/>
            <a:noFill/>
            <a:ln w="28575">
              <a:solidFill>
                <a:srgbClr val="333399"/>
              </a:solidFill>
              <a:round/>
              <a:headEnd/>
              <a:tailEnd/>
            </a:ln>
            <a:effectLst/>
          </p:spPr>
          <p:txBody>
            <a:bodyPr anchor="ctr" wrap="none"/>
            <a:p>
              <a:endParaRPr altLang="en-US" lang="zh-CN"/>
            </a:p>
          </p:txBody>
        </p:sp>
        <p:sp>
          <p:nvSpPr>
            <p:cNvPr id="1049995" name="Line 71"/>
            <p:cNvSpPr>
              <a:spLocks noChangeShapeType="1"/>
            </p:cNvSpPr>
            <p:nvPr/>
          </p:nvSpPr>
          <p:spPr bwMode="auto">
            <a:xfrm flipH="1">
              <a:off x="3648" y="1824"/>
              <a:ext cx="864" cy="0"/>
            </a:xfrm>
            <a:prstGeom prst="line"/>
            <a:noFill/>
            <a:ln w="28575">
              <a:solidFill>
                <a:srgbClr val="333399"/>
              </a:solidFill>
              <a:round/>
              <a:headEnd/>
              <a:tailEnd/>
            </a:ln>
            <a:effectLst/>
          </p:spPr>
          <p:txBody>
            <a:bodyPr anchor="ctr" wrap="none"/>
            <a:p>
              <a:endParaRPr altLang="en-US" lang="zh-CN"/>
            </a:p>
          </p:txBody>
        </p:sp>
        <p:sp>
          <p:nvSpPr>
            <p:cNvPr id="1049996" name="Line 72"/>
            <p:cNvSpPr>
              <a:spLocks noChangeShapeType="1"/>
            </p:cNvSpPr>
            <p:nvPr/>
          </p:nvSpPr>
          <p:spPr bwMode="auto">
            <a:xfrm>
              <a:off x="3648" y="1824"/>
              <a:ext cx="0" cy="240"/>
            </a:xfrm>
            <a:prstGeom prst="line"/>
            <a:noFill/>
            <a:ln w="28575">
              <a:solidFill>
                <a:srgbClr val="333399"/>
              </a:solidFill>
              <a:round/>
              <a:headEnd/>
              <a:tailEnd/>
            </a:ln>
            <a:effectLst/>
          </p:spPr>
          <p:txBody>
            <a:bodyPr anchor="ctr" wrap="none"/>
            <a:p>
              <a:endParaRPr altLang="en-US" lang="zh-CN"/>
            </a:p>
          </p:txBody>
        </p:sp>
        <p:sp>
          <p:nvSpPr>
            <p:cNvPr id="1049997" name="Text Box 73"/>
            <p:cNvSpPr txBox="1">
              <a:spLocks noChangeArrowheads="1"/>
            </p:cNvSpPr>
            <p:nvPr/>
          </p:nvSpPr>
          <p:spPr bwMode="auto">
            <a:xfrm>
              <a:off x="4718" y="1912"/>
              <a:ext cx="482" cy="322"/>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chemeClr val="hlink"/>
                  </a:solidFill>
                  <a:latin typeface="Times New Roman" panose="02020603050405020304" pitchFamily="18" charset="0"/>
                </a:rPr>
                <a:t>1  </a:t>
              </a:r>
              <a:r>
                <a:rPr altLang="zh-CN" b="1" sz="2800" i="1" kumimoji="1" lang="en-US">
                  <a:solidFill>
                    <a:schemeClr val="hlink"/>
                  </a:solidFill>
                  <a:latin typeface="Times New Roman" panose="02020603050405020304" pitchFamily="18" charset="0"/>
                </a:rPr>
                <a:t>c</a:t>
              </a:r>
              <a:endParaRPr altLang="zh-CN" sz="2400" i="1" kumimoji="1" lang="en-US">
                <a:solidFill>
                  <a:schemeClr val="hlink"/>
                </a:solidFill>
                <a:latin typeface="Times New Roman" panose="02020603050405020304" pitchFamily="18" charset="0"/>
              </a:endParaRPr>
            </a:p>
          </p:txBody>
        </p:sp>
        <p:sp>
          <p:nvSpPr>
            <p:cNvPr id="1049998" name="Text Box 74"/>
            <p:cNvSpPr txBox="1">
              <a:spLocks noChangeArrowheads="1"/>
            </p:cNvSpPr>
            <p:nvPr/>
          </p:nvSpPr>
          <p:spPr bwMode="auto">
            <a:xfrm>
              <a:off x="4608" y="1353"/>
              <a:ext cx="251" cy="327"/>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rgbClr val="333399"/>
                  </a:solidFill>
                  <a:latin typeface="Times New Roman" panose="02020603050405020304" pitchFamily="18" charset="0"/>
                  <a:sym typeface="Symbol" panose="05050102010706020507" pitchFamily="18" charset="2"/>
                </a:rPr>
                <a:t></a:t>
              </a:r>
              <a:endParaRPr altLang="zh-CN" sz="2400" kumimoji="1" lang="en-US">
                <a:latin typeface="Times New Roman" panose="02020603050405020304" pitchFamily="18" charset="0"/>
              </a:endParaRPr>
            </a:p>
          </p:txBody>
        </p:sp>
        <p:sp>
          <p:nvSpPr>
            <p:cNvPr id="1049999" name="Text Box 75"/>
            <p:cNvSpPr txBox="1">
              <a:spLocks noChangeArrowheads="1"/>
            </p:cNvSpPr>
            <p:nvPr/>
          </p:nvSpPr>
          <p:spPr bwMode="auto">
            <a:xfrm>
              <a:off x="5221" y="1881"/>
              <a:ext cx="251" cy="327"/>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b="1" sz="2800" kumimoji="1" lang="en-US">
                  <a:solidFill>
                    <a:srgbClr val="333399"/>
                  </a:solidFill>
                  <a:latin typeface="Times New Roman" panose="02020603050405020304" pitchFamily="18" charset="0"/>
                  <a:sym typeface="Symbol" panose="05050102010706020507" pitchFamily="18" charset="2"/>
                </a:rPr>
                <a:t></a:t>
              </a:r>
              <a:endParaRPr altLang="zh-CN" sz="2400" kumimoji="1" lang="en-US">
                <a:latin typeface="Times New Roman" panose="02020603050405020304" pitchFamily="18" charset="0"/>
              </a:endParaRPr>
            </a:p>
          </p:txBody>
        </p:sp>
        <p:sp>
          <p:nvSpPr>
            <p:cNvPr id="1050000" name="Line 76"/>
            <p:cNvSpPr>
              <a:spLocks noChangeShapeType="1"/>
            </p:cNvSpPr>
            <p:nvPr/>
          </p:nvSpPr>
          <p:spPr bwMode="auto">
            <a:xfrm>
              <a:off x="4840" y="1920"/>
              <a:ext cx="288" cy="336"/>
            </a:xfrm>
            <a:prstGeom prst="line"/>
            <a:noFill/>
            <a:ln w="28575">
              <a:solidFill>
                <a:schemeClr val="tx2"/>
              </a:solidFill>
              <a:round/>
              <a:headEnd/>
              <a:tailEnd/>
            </a:ln>
            <a:effectLst/>
          </p:spPr>
          <p:txBody>
            <a:bodyPr anchor="ctr" wrap="none"/>
            <a:p>
              <a:endParaRPr altLang="en-US" lang="zh-CN"/>
            </a:p>
          </p:txBody>
        </p:sp>
        <p:sp>
          <p:nvSpPr>
            <p:cNvPr id="1050001" name="Line 77"/>
            <p:cNvSpPr>
              <a:spLocks noChangeShapeType="1"/>
            </p:cNvSpPr>
            <p:nvPr/>
          </p:nvSpPr>
          <p:spPr bwMode="auto">
            <a:xfrm flipH="1">
              <a:off x="4840" y="1920"/>
              <a:ext cx="288" cy="336"/>
            </a:xfrm>
            <a:prstGeom prst="line"/>
            <a:noFill/>
            <a:ln w="28575">
              <a:solidFill>
                <a:schemeClr val="tx2"/>
              </a:solidFill>
              <a:round/>
              <a:headEnd/>
              <a:tailEnd/>
            </a:ln>
            <a:effectLst/>
          </p:spPr>
          <p:txBody>
            <a:bodyPr anchor="ctr" wrap="none"/>
            <a:p>
              <a:endParaRPr altLang="en-US" lang="zh-CN"/>
            </a:p>
          </p:txBody>
        </p:sp>
      </p:grpSp>
      <p:sp>
        <p:nvSpPr>
          <p:cNvPr id="1050002" name="Rectangle 78"/>
          <p:cNvSpPr>
            <a:spLocks noGrp="1" noChangeArrowheads="1"/>
          </p:cNvSpPr>
          <p:nvPr>
            <p:ph type="title"/>
          </p:nvPr>
        </p:nvSpPr>
        <p:spPr>
          <a:xfrm>
            <a:off x="457200" y="315915"/>
            <a:ext cx="8229600" cy="758825"/>
          </a:xfrm>
        </p:spPr>
        <p:txBody>
          <a:bodyPr/>
          <a:p>
            <a:pPr eaLnBrk="1" hangingPunct="1"/>
            <a:r>
              <a:rPr altLang="en-US" b="1" dirty="0" sz="3600" kumimoji="1" lang="zh-CN">
                <a:ea typeface="华文新魏" panose="02010800040101010101" pitchFamily="2" charset="-122"/>
              </a:rPr>
              <a:t>广义表的删除算法（结点删除）</a:t>
            </a:r>
          </a:p>
        </p:txBody>
      </p:sp>
      <p:sp>
        <p:nvSpPr>
          <p:cNvPr id="1050003" name="Rectangle 79"/>
          <p:cNvSpPr>
            <a:spLocks noGrp="1" noChangeArrowheads="1"/>
          </p:cNvSpPr>
          <p:nvPr>
            <p:ph idx="1"/>
          </p:nvPr>
        </p:nvSpPr>
        <p:spPr>
          <a:xfrm>
            <a:off x="571500" y="3746500"/>
            <a:ext cx="8362950" cy="2501900"/>
          </a:xfrm>
        </p:spPr>
        <p:txBody>
          <a:bodyPr/>
          <a:p>
            <a:pPr indent="0" marL="0">
              <a:buClr>
                <a:srgbClr val="990099"/>
              </a:buClr>
              <a:buSzPct val="50000"/>
              <a:buNone/>
            </a:pPr>
            <a:r>
              <a:rPr altLang="en-US" b="1" sz="3000" kumimoji="1" lang="zh-CN">
                <a:latin typeface="Times New Roman" panose="02020603050405020304" pitchFamily="18" charset="0"/>
                <a:ea typeface="仿宋_GB2312" pitchFamily="49" charset="-122"/>
              </a:rPr>
              <a:t>删除过程：扫描子链表</a:t>
            </a:r>
          </a:p>
          <a:p>
            <a:pPr eaLnBrk="1" hangingPunct="1" lvl="1">
              <a:buClr>
                <a:srgbClr val="008000"/>
              </a:buClr>
              <a:buSzPct val="55000"/>
              <a:buFont typeface="Wingdings" panose="05000000000000000000" pitchFamily="2" charset="2"/>
              <a:buChar char="u"/>
            </a:pPr>
            <a:r>
              <a:rPr altLang="en-US" b="1" sz="2900" kumimoji="1" lang="zh-CN">
                <a:latin typeface="Times New Roman" panose="02020603050405020304" pitchFamily="18" charset="0"/>
                <a:ea typeface="仿宋_GB2312" pitchFamily="49" charset="-122"/>
              </a:rPr>
              <a:t> 若结点数据为</a:t>
            </a:r>
            <a:r>
              <a:rPr altLang="zh-CN" b="1" sz="2900" i="1" kumimoji="1" lang="en-US">
                <a:latin typeface="Times New Roman" panose="02020603050405020304" pitchFamily="18" charset="0"/>
                <a:ea typeface="仿宋_GB2312" pitchFamily="49" charset="-122"/>
              </a:rPr>
              <a:t>c</a:t>
            </a:r>
            <a:r>
              <a:rPr altLang="zh-CN" b="1" sz="2900" kumimoji="1" lang="en-US">
                <a:latin typeface="Times New Roman" panose="02020603050405020304" pitchFamily="18" charset="0"/>
                <a:ea typeface="仿宋_GB2312" pitchFamily="49" charset="-122"/>
              </a:rPr>
              <a:t>, </a:t>
            </a:r>
            <a:r>
              <a:rPr altLang="zh-CN" b="1" sz="2900" kumimoji="1" lang="zh-CN">
                <a:latin typeface="Times New Roman" panose="02020603050405020304" pitchFamily="18" charset="0"/>
                <a:ea typeface="仿宋_GB2312" pitchFamily="49" charset="-122"/>
              </a:rPr>
              <a:t>删除。可能做循环连续删。</a:t>
            </a:r>
          </a:p>
          <a:p>
            <a:pPr eaLnBrk="1" hangingPunct="1" lvl="1">
              <a:buClr>
                <a:srgbClr val="008000"/>
              </a:buClr>
              <a:buSzPct val="55000"/>
              <a:buFont typeface="Wingdings" panose="05000000000000000000" pitchFamily="2" charset="2"/>
              <a:buChar char="u"/>
            </a:pPr>
            <a:r>
              <a:rPr altLang="en-US" b="1" sz="2900" kumimoji="1" lang="zh-CN">
                <a:latin typeface="Times New Roman" panose="02020603050405020304" pitchFamily="18" charset="0"/>
                <a:ea typeface="仿宋_GB2312" pitchFamily="49" charset="-122"/>
              </a:rPr>
              <a:t> 若结点数据不为</a:t>
            </a:r>
            <a:r>
              <a:rPr altLang="zh-CN" b="1" sz="2900" i="1" kumimoji="1" lang="en-US">
                <a:latin typeface="Times New Roman" panose="02020603050405020304" pitchFamily="18" charset="0"/>
                <a:ea typeface="仿宋_GB2312" pitchFamily="49" charset="-122"/>
              </a:rPr>
              <a:t>c</a:t>
            </a:r>
            <a:r>
              <a:rPr altLang="en-US" b="1" sz="2900" kumimoji="1" lang="zh-CN">
                <a:latin typeface="Times New Roman" panose="02020603050405020304" pitchFamily="18" charset="0"/>
                <a:ea typeface="仿宋_GB2312" pitchFamily="49" charset="-122"/>
              </a:rPr>
              <a:t>，不执行删除。</a:t>
            </a:r>
          </a:p>
          <a:p>
            <a:pPr eaLnBrk="1" hangingPunct="1" lvl="1">
              <a:buClr>
                <a:srgbClr val="008000"/>
              </a:buClr>
              <a:buSzPct val="55000"/>
              <a:buFont typeface="Wingdings" panose="05000000000000000000" pitchFamily="2" charset="2"/>
              <a:buChar char="u"/>
            </a:pPr>
            <a:r>
              <a:rPr altLang="en-US" b="1" sz="2900" kumimoji="1" lang="zh-CN">
                <a:latin typeface="Times New Roman" panose="02020603050405020304" pitchFamily="18" charset="0"/>
                <a:ea typeface="仿宋_GB2312" pitchFamily="49" charset="-122"/>
              </a:rPr>
              <a:t> 若结点为子表，递归在子表执行删除。</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323" name=""/>
        <p:cNvGrpSpPr/>
        <p:nvPr/>
      </p:nvGrpSpPr>
      <p:grpSpPr>
        <a:xfrm>
          <a:off x="0" y="0"/>
          <a:ext cx="0" cy="0"/>
          <a:chOff x="0" y="0"/>
          <a:chExt cx="0" cy="0"/>
        </a:xfrm>
      </p:grpSpPr>
      <p:sp>
        <p:nvSpPr>
          <p:cNvPr id="1050004" name="Rectangle 2"/>
          <p:cNvSpPr>
            <a:spLocks noGrp="1" noChangeArrowheads="1"/>
          </p:cNvSpPr>
          <p:nvPr>
            <p:ph idx="1"/>
          </p:nvPr>
        </p:nvSpPr>
        <p:spPr>
          <a:xfrm>
            <a:off x="530225" y="709613"/>
            <a:ext cx="8229600" cy="5543550"/>
          </a:xfrm>
        </p:spPr>
        <p:txBody>
          <a:bodyPr>
            <a:normAutofit fontScale="96429"/>
          </a:bodyPr>
          <a:p>
            <a:pPr eaLnBrk="1" hangingPunct="1">
              <a:spcBef>
                <a:spcPct val="5000"/>
              </a:spcBef>
              <a:buFontTx/>
              <a:buNone/>
            </a:pPr>
            <a:r>
              <a:rPr altLang="zh-CN" b="1" dirty="0" lang="en-US">
                <a:latin typeface="Times New Roman" panose="02020603050405020304" pitchFamily="18" charset="0"/>
                <a:ea typeface="隶书" panose="02010509060101010101" pitchFamily="49" charset="-122"/>
              </a:rPr>
              <a:t>template &lt;class</a:t>
            </a:r>
            <a:r>
              <a:rPr altLang="zh-CN" dirty="0" lang="en-US">
                <a:latin typeface="Times New Roman" panose="02020603050405020304" pitchFamily="18" charset="0"/>
                <a:ea typeface="隶书" panose="02010509060101010101" pitchFamily="49" charset="-122"/>
              </a:rPr>
              <a:t> T</a:t>
            </a:r>
            <a:r>
              <a:rPr altLang="zh-CN" b="1" dirty="0" lang="en-US">
                <a:latin typeface="Times New Roman" panose="02020603050405020304" pitchFamily="18" charset="0"/>
                <a:ea typeface="隶书" panose="02010509060101010101" pitchFamily="49" charset="-122"/>
              </a:rPr>
              <a:t>&gt;</a:t>
            </a:r>
          </a:p>
          <a:p>
            <a:pPr eaLnBrk="1" hangingPunct="1">
              <a:spcBef>
                <a:spcPct val="5000"/>
              </a:spcBef>
              <a:buFontTx/>
              <a:buNone/>
            </a:pPr>
            <a:r>
              <a:rPr altLang="zh-CN" b="1" dirty="0" lang="en-US">
                <a:latin typeface="Times New Roman" panose="02020603050405020304" pitchFamily="18" charset="0"/>
                <a:ea typeface="隶书" panose="02010509060101010101" pitchFamily="49" charset="-122"/>
              </a:rPr>
              <a:t>void</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delvalue</a:t>
            </a:r>
            <a:r>
              <a:rPr altLang="zh-CN" dirty="0" lang="en-US">
                <a:latin typeface="Times New Roman" panose="02020603050405020304" pitchFamily="18" charset="0"/>
                <a:ea typeface="隶书" panose="02010509060101010101" pitchFamily="49" charset="-122"/>
              </a:rPr>
              <a:t>(</a:t>
            </a:r>
            <a:r>
              <a:rPr altLang="zh-CN" dirty="0" lang="en-US" err="1">
                <a:latin typeface="Times New Roman" panose="02020603050405020304" pitchFamily="18" charset="0"/>
                <a:ea typeface="隶书" panose="02010509060101010101" pitchFamily="49" charset="-122"/>
              </a:rPr>
              <a:t>GenListNode</a:t>
            </a:r>
            <a:r>
              <a:rPr altLang="zh-CN" b="1" dirty="0" lang="en-US">
                <a:latin typeface="Times New Roman" panose="02020603050405020304" pitchFamily="18" charset="0"/>
                <a:ea typeface="隶书" panose="02010509060101010101" pitchFamily="49" charset="-122"/>
              </a:rPr>
              <a:t>&lt;</a:t>
            </a:r>
            <a:r>
              <a:rPr altLang="zh-CN" dirty="0" lang="en-US">
                <a:latin typeface="Times New Roman" panose="02020603050405020304" pitchFamily="18" charset="0"/>
                <a:ea typeface="隶书" panose="02010509060101010101" pitchFamily="49" charset="-122"/>
              </a:rPr>
              <a:t>T</a:t>
            </a:r>
            <a:r>
              <a:rPr altLang="zh-CN" b="1" dirty="0" lang="en-US">
                <a:latin typeface="Times New Roman" panose="02020603050405020304" pitchFamily="18" charset="0"/>
                <a:ea typeface="隶书" panose="02010509060101010101" pitchFamily="49" charset="-122"/>
              </a:rPr>
              <a:t>&gt;</a:t>
            </a:r>
            <a:r>
              <a:rPr altLang="zh-CN" dirty="0" lang="en-US">
                <a:latin typeface="Times New Roman" panose="02020603050405020304" pitchFamily="18" charset="0"/>
                <a:ea typeface="隶书" panose="02010509060101010101" pitchFamily="49" charset="-122"/>
              </a:rPr>
              <a:t> *ls, T x) </a:t>
            </a:r>
            <a:r>
              <a:rPr altLang="zh-CN" b="1" dirty="0" lang="en-US">
                <a:latin typeface="Times New Roman" panose="02020603050405020304" pitchFamily="18" charset="0"/>
                <a:ea typeface="隶书" panose="02010509060101010101" pitchFamily="49" charset="-122"/>
              </a:rPr>
              <a:t>{</a:t>
            </a:r>
          </a:p>
          <a:p>
            <a:pPr eaLnBrk="1" hangingPunct="1">
              <a:spcBef>
                <a:spcPct val="5000"/>
              </a:spcBef>
              <a:buFontTx/>
              <a:buNone/>
            </a:pPr>
            <a:r>
              <a:rPr altLang="zh-CN" b="1" dirty="0" lang="en-US">
                <a:latin typeface="Times New Roman" panose="02020603050405020304" pitchFamily="18" charset="0"/>
                <a:ea typeface="隶书" panose="02010509060101010101" pitchFamily="49" charset="-122"/>
              </a:rPr>
              <a:t>     if</a:t>
            </a:r>
            <a:r>
              <a:rPr altLang="zh-CN" dirty="0" lang="en-US">
                <a:latin typeface="Times New Roman" panose="02020603050405020304" pitchFamily="18" charset="0"/>
                <a:ea typeface="隶书" panose="02010509060101010101" pitchFamily="49" charset="-122"/>
              </a:rPr>
              <a:t> (ls</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tlink</a:t>
            </a:r>
            <a:r>
              <a:rPr altLang="zh-CN" dirty="0" lang="en-US">
                <a:latin typeface="Times New Roman" panose="02020603050405020304" pitchFamily="18" charset="0"/>
                <a:ea typeface="隶书" panose="02010509060101010101" pitchFamily="49" charset="-122"/>
              </a:rPr>
              <a:t> != NULL) </a:t>
            </a:r>
            <a:r>
              <a:rPr altLang="zh-CN" b="1" dirty="0" lang="en-US">
                <a:latin typeface="Times New Roman" panose="02020603050405020304" pitchFamily="18"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非空表</a:t>
            </a:r>
            <a:r>
              <a:rPr altLang="en-US" dirty="0" lang="zh-CN">
                <a:latin typeface="Times New Roman" panose="02020603050405020304" pitchFamily="18" charset="0"/>
                <a:ea typeface="隶书" panose="02010509060101010101" pitchFamily="49" charset="-122"/>
              </a:rPr>
              <a:t> </a:t>
            </a:r>
          </a:p>
          <a:p>
            <a:pPr eaLnBrk="1" hangingPunct="1">
              <a:spcBef>
                <a:spcPct val="5000"/>
              </a:spcBef>
              <a:buFontTx/>
              <a:buNone/>
            </a:pPr>
            <a:r>
              <a:rPr altLang="en-US" dirty="0" lang="zh-CN">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GenListNode</a:t>
            </a:r>
            <a:r>
              <a:rPr altLang="zh-CN" dirty="0" lang="en-US">
                <a:latin typeface="Times New Roman" panose="02020603050405020304" pitchFamily="18" charset="0"/>
                <a:ea typeface="隶书" panose="02010509060101010101" pitchFamily="49" charset="-122"/>
              </a:rPr>
              <a:t>&lt;T&gt; * p = ls</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tlink</a:t>
            </a:r>
            <a:r>
              <a:rPr altLang="zh-CN" b="1"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第一个结点</a:t>
            </a:r>
          </a:p>
          <a:p>
            <a:pPr eaLnBrk="1" hangingPunct="1">
              <a:spcBef>
                <a:spcPct val="5000"/>
              </a:spcBef>
              <a:buFontTx/>
              <a:buNone/>
            </a:pPr>
            <a:r>
              <a:rPr altLang="en-US" dirty="0" lang="zh-CN">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while</a:t>
            </a:r>
            <a:r>
              <a:rPr altLang="zh-CN" dirty="0" lang="en-US">
                <a:latin typeface="Times New Roman" panose="02020603050405020304" pitchFamily="18" charset="0"/>
                <a:ea typeface="隶书" panose="02010509060101010101" pitchFamily="49" charset="-122"/>
              </a:rPr>
              <a:t> (p != NULL </a:t>
            </a:r>
            <a:r>
              <a:rPr altLang="zh-CN" b="1" dirty="0" lang="en-US">
                <a:latin typeface="Times New Roman" panose="02020603050405020304" pitchFamily="18" charset="0"/>
                <a:ea typeface="隶书" panose="02010509060101010101" pitchFamily="49" charset="-122"/>
              </a:rPr>
              <a:t>&amp;&amp;</a:t>
            </a:r>
            <a:r>
              <a:rPr altLang="zh-CN" dirty="0" lang="en-US">
                <a:latin typeface="Times New Roman" panose="02020603050405020304" pitchFamily="18" charset="0"/>
                <a:ea typeface="隶书" panose="02010509060101010101" pitchFamily="49" charset="-122"/>
              </a:rPr>
              <a:t> (p</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utype</a:t>
            </a:r>
            <a:r>
              <a:rPr altLang="zh-CN" dirty="0" lang="en-US">
                <a:latin typeface="Times New Roman" panose="02020603050405020304" pitchFamily="18" charset="0"/>
                <a:ea typeface="隶书" panose="02010509060101010101" pitchFamily="49" charset="-122"/>
              </a:rPr>
              <a:t> == 1 </a:t>
            </a:r>
            <a:r>
              <a:rPr altLang="zh-CN" b="1" dirty="0" lang="en-US">
                <a:latin typeface="Times New Roman" panose="02020603050405020304" pitchFamily="18" charset="0"/>
                <a:ea typeface="隶书" panose="02010509060101010101" pitchFamily="49" charset="-122"/>
              </a:rPr>
              <a:t>&amp;&amp;</a:t>
            </a:r>
          </a:p>
          <a:p>
            <a:pPr eaLnBrk="1" hangingPunct="1">
              <a:spcBef>
                <a:spcPct val="5000"/>
              </a:spcBef>
              <a:buFontTx/>
              <a:buNone/>
            </a:pPr>
            <a:r>
              <a:rPr altLang="zh-CN" b="1" dirty="0" lang="en-US">
                <a:latin typeface="Times New Roman" panose="02020603050405020304" pitchFamily="18" charset="0"/>
                <a:ea typeface="隶书" panose="02010509060101010101" pitchFamily="49" charset="-122"/>
              </a:rPr>
              <a:t>            </a:t>
            </a:r>
            <a:r>
              <a:rPr altLang="zh-CN" dirty="0" lang="en-US">
                <a:latin typeface="Times New Roman" panose="02020603050405020304" pitchFamily="18" charset="0"/>
                <a:ea typeface="隶书" panose="02010509060101010101" pitchFamily="49" charset="-122"/>
              </a:rPr>
              <a:t>   p</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info.value</a:t>
            </a:r>
            <a:r>
              <a:rPr altLang="zh-CN" dirty="0" lang="en-US">
                <a:latin typeface="Times New Roman" panose="02020603050405020304" pitchFamily="18" charset="0"/>
                <a:ea typeface="隶书" panose="02010509060101010101" pitchFamily="49" charset="-122"/>
              </a:rPr>
              <a:t> == x)) </a:t>
            </a:r>
            <a:r>
              <a:rPr altLang="zh-CN" b="1" dirty="0" lang="en-US">
                <a:latin typeface="Times New Roman" panose="02020603050405020304" pitchFamily="18" charset="0"/>
                <a:ea typeface="隶书" panose="02010509060101010101" pitchFamily="49" charset="-122"/>
              </a:rPr>
              <a:t>{</a:t>
            </a:r>
          </a:p>
          <a:p>
            <a:pPr eaLnBrk="1" hangingPunct="1">
              <a:spcBef>
                <a:spcPct val="5000"/>
              </a:spcBef>
              <a:buFontTx/>
              <a:buNone/>
            </a:pPr>
            <a:r>
              <a:rPr altLang="zh-CN" dirty="0" lang="en-US">
                <a:latin typeface="Times New Roman" panose="02020603050405020304" pitchFamily="18" charset="0"/>
                <a:ea typeface="隶书" panose="02010509060101010101" pitchFamily="49" charset="-122"/>
              </a:rPr>
              <a:t>               ls</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tlink</a:t>
            </a:r>
            <a:r>
              <a:rPr altLang="zh-CN" dirty="0" lang="en-US">
                <a:latin typeface="Times New Roman" panose="02020603050405020304" pitchFamily="18" charset="0"/>
                <a:ea typeface="隶书" panose="02010509060101010101" pitchFamily="49" charset="-122"/>
              </a:rPr>
              <a:t> = p</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tlink</a:t>
            </a:r>
            <a:r>
              <a:rPr altLang="zh-CN" b="1" dirty="0" lang="en-US">
                <a:latin typeface="Times New Roman" panose="02020603050405020304" pitchFamily="18" charset="0"/>
                <a:ea typeface="隶书" panose="02010509060101010101" pitchFamily="49" charset="-122"/>
              </a:rPr>
              <a:t>;  delete</a:t>
            </a:r>
            <a:r>
              <a:rPr altLang="zh-CN" dirty="0" lang="en-US">
                <a:latin typeface="Times New Roman" panose="02020603050405020304" pitchFamily="18" charset="0"/>
                <a:ea typeface="隶书" panose="02010509060101010101" pitchFamily="49" charset="-122"/>
              </a:rPr>
              <a:t> p</a:t>
            </a:r>
            <a:r>
              <a:rPr altLang="zh-CN" b="1" dirty="0" lang="en-US">
                <a:latin typeface="Times New Roman" panose="02020603050405020304" pitchFamily="18"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  </a:t>
            </a:r>
          </a:p>
          <a:p>
            <a:pPr eaLnBrk="1" hangingPunct="1">
              <a:spcBef>
                <a:spcPct val="5000"/>
              </a:spcBef>
              <a:buFontTx/>
              <a:buNone/>
            </a:pPr>
            <a:r>
              <a:rPr altLang="zh-CN" dirty="0" lang="en-US">
                <a:latin typeface="Times New Roman" panose="02020603050405020304" pitchFamily="18" charset="0"/>
                <a:ea typeface="隶书" panose="02010509060101010101" pitchFamily="49" charset="-122"/>
              </a:rPr>
              <a:t>               p = ls</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tlink</a:t>
            </a:r>
            <a:r>
              <a:rPr altLang="zh-CN" b="1"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zh-CN" dirty="0" lang="en-US">
                <a:solidFill>
                  <a:schemeClr val="tx2"/>
                </a:solidFill>
                <a:latin typeface="Times New Roman" panose="02020603050405020304" pitchFamily="18" charset="0"/>
                <a:ea typeface="隶书" panose="02010509060101010101" pitchFamily="49" charset="-122"/>
              </a:rPr>
              <a:t>p</a:t>
            </a:r>
            <a:r>
              <a:rPr altLang="en-US" dirty="0" lang="zh-CN">
                <a:solidFill>
                  <a:schemeClr val="tx2"/>
                </a:solidFill>
                <a:latin typeface="Times New Roman" panose="02020603050405020304" pitchFamily="18" charset="0"/>
                <a:ea typeface="隶书" panose="02010509060101010101" pitchFamily="49" charset="-122"/>
              </a:rPr>
              <a:t>指向同层下一结点</a:t>
            </a:r>
            <a:endParaRPr altLang="en-US" b="1" dirty="0" lang="zh-CN">
              <a:solidFill>
                <a:schemeClr val="tx2"/>
              </a:solidFill>
              <a:latin typeface="Times New Roman" panose="02020603050405020304" pitchFamily="18" charset="0"/>
              <a:ea typeface="隶书" panose="02010509060101010101" pitchFamily="49" charset="-122"/>
            </a:endParaRPr>
          </a:p>
          <a:p>
            <a:pPr eaLnBrk="1" hangingPunct="1">
              <a:spcBef>
                <a:spcPct val="5000"/>
              </a:spcBef>
              <a:buFontTx/>
              <a:buNone/>
            </a:pPr>
            <a:r>
              <a:rPr altLang="en-US" b="1" dirty="0" lang="zh-CN">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			</a:t>
            </a:r>
            <a:r>
              <a:rPr altLang="zh-CN" dirty="0" lang="en-US">
                <a:latin typeface="Times New Roman" panose="02020603050405020304" pitchFamily="18" charset="0"/>
                <a:ea typeface="隶书" panose="02010509060101010101" pitchFamily="49" charset="-122"/>
              </a:rPr>
              <a:t>		</a:t>
            </a:r>
          </a:p>
          <a:p>
            <a:pPr eaLnBrk="1" hangingPunct="1">
              <a:spcBef>
                <a:spcPct val="5000"/>
              </a:spcBef>
              <a:buFontTx/>
              <a:buNone/>
            </a:pPr>
            <a:r>
              <a:rPr altLang="zh-CN" dirty="0" lang="en-US">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if</a:t>
            </a:r>
            <a:r>
              <a:rPr altLang="zh-CN" dirty="0" lang="en-US">
                <a:latin typeface="Times New Roman" panose="02020603050405020304" pitchFamily="18" charset="0"/>
                <a:ea typeface="隶书" panose="02010509060101010101" pitchFamily="49" charset="-122"/>
              </a:rPr>
              <a:t> (p != NULL) </a:t>
            </a:r>
            <a:r>
              <a:rPr altLang="zh-CN" b="1" dirty="0" lang="en-US">
                <a:latin typeface="Times New Roman" panose="02020603050405020304" pitchFamily="18" charset="0"/>
                <a:ea typeface="隶书" panose="02010509060101010101" pitchFamily="49" charset="-122"/>
              </a:rPr>
              <a:t>{</a:t>
            </a:r>
          </a:p>
          <a:p>
            <a:pPr eaLnBrk="1" hangingPunct="1">
              <a:spcBef>
                <a:spcPct val="5000"/>
              </a:spcBef>
              <a:buFontTx/>
              <a:buNone/>
            </a:pPr>
            <a:r>
              <a:rPr altLang="zh-CN" b="1" dirty="0" lang="en-US">
                <a:latin typeface="Times New Roman" panose="02020603050405020304" pitchFamily="18" charset="0"/>
                <a:ea typeface="隶书" panose="02010509060101010101" pitchFamily="49" charset="-122"/>
              </a:rPr>
              <a:t>              if</a:t>
            </a:r>
            <a:r>
              <a:rPr altLang="zh-CN" dirty="0" lang="en-US">
                <a:latin typeface="Times New Roman" panose="02020603050405020304" pitchFamily="18" charset="0"/>
                <a:ea typeface="隶书" panose="02010509060101010101" pitchFamily="49" charset="-122"/>
              </a:rPr>
              <a:t> (p</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utype</a:t>
            </a:r>
            <a:r>
              <a:rPr altLang="zh-CN" dirty="0" lang="en-US">
                <a:latin typeface="Times New Roman" panose="02020603050405020304" pitchFamily="18" charset="0"/>
                <a:ea typeface="隶书" panose="02010509060101010101" pitchFamily="49" charset="-122"/>
              </a:rPr>
              <a:t> == 2)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递归在子表中删除</a:t>
            </a:r>
          </a:p>
          <a:p>
            <a:pPr eaLnBrk="1" hangingPunct="1">
              <a:spcBef>
                <a:spcPct val="5000"/>
              </a:spcBef>
              <a:buFontTx/>
              <a:buNone/>
            </a:pPr>
            <a:r>
              <a:rPr altLang="en-US" dirty="0" lang="zh-CN">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delvalue</a:t>
            </a:r>
            <a:r>
              <a:rPr altLang="zh-CN" dirty="0" lang="en-US">
                <a:latin typeface="Times New Roman" panose="02020603050405020304" pitchFamily="18" charset="0"/>
                <a:ea typeface="隶书" panose="02010509060101010101" pitchFamily="49" charset="-122"/>
              </a:rPr>
              <a:t>(p</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info.hlink</a:t>
            </a:r>
            <a:r>
              <a:rPr altLang="zh-CN" dirty="0" lang="en-US">
                <a:latin typeface="Times New Roman" panose="02020603050405020304" pitchFamily="18" charset="0"/>
                <a:ea typeface="隶书" panose="02010509060101010101" pitchFamily="49" charset="-122"/>
              </a:rPr>
              <a:t>, x)</a:t>
            </a:r>
            <a:r>
              <a:rPr altLang="zh-CN" b="1" dirty="0" lang="en-US">
                <a:latin typeface="Times New Roman" panose="02020603050405020304" pitchFamily="18"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	</a:t>
            </a:r>
          </a:p>
        </p:txBody>
      </p:sp>
    </p:spTree>
  </p:cSld>
  <p:clrMapOvr>
    <a:masterClrMapping/>
  </p:clrMapOvr>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42" presetSubtype="0">
                                  <p:stCondLst>
                                    <p:cond delay="0"/>
                                  </p:stCondLst>
                                  <p:childTnLst>
                                    <p:set>
                                      <p:cBhvr>
                                        <p:cTn dur="1" fill="hold" id="6">
                                          <p:stCondLst>
                                            <p:cond delay="0"/>
                                          </p:stCondLst>
                                        </p:cTn>
                                        <p:tgtEl>
                                          <p:spTgt spid="1050004">
                                            <p:txEl>
                                              <p:pRg st="4" end="4"/>
                                            </p:txEl>
                                          </p:spTgt>
                                        </p:tgtEl>
                                        <p:attrNameLst>
                                          <p:attrName>style.visibility</p:attrName>
                                        </p:attrNameLst>
                                      </p:cBhvr>
                                      <p:to>
                                        <p:strVal val="visible"/>
                                      </p:to>
                                    </p:set>
                                    <p:animEffect transition="in" filter="fade">
                                      <p:cBhvr>
                                        <p:cTn dur="1000" id="7"/>
                                        <p:tgtEl>
                                          <p:spTgt spid="1050004">
                                            <p:txEl>
                                              <p:pRg st="4" end="4"/>
                                            </p:txEl>
                                          </p:spTgt>
                                        </p:tgtEl>
                                      </p:cBhvr>
                                    </p:animEffect>
                                    <p:anim calcmode="lin" valueType="num">
                                      <p:cBhvr>
                                        <p:cTn dur="1000" fill="hold" id="8"/>
                                        <p:tgtEl>
                                          <p:spTgt spid="1050004">
                                            <p:txEl>
                                              <p:pRg st="4" end="4"/>
                                            </p:txEl>
                                          </p:spTgt>
                                        </p:tgtEl>
                                        <p:attrNameLst>
                                          <p:attrName>ppt_x</p:attrName>
                                        </p:attrNameLst>
                                      </p:cBhvr>
                                      <p:tavLst>
                                        <p:tav tm="0">
                                          <p:val>
                                            <p:strVal val="#ppt_x"/>
                                          </p:val>
                                        </p:tav>
                                        <p:tav tm="100000">
                                          <p:val>
                                            <p:strVal val="#ppt_x"/>
                                          </p:val>
                                        </p:tav>
                                      </p:tavLst>
                                    </p:anim>
                                    <p:anim calcmode="lin" valueType="num">
                                      <p:cBhvr>
                                        <p:cTn dur="1000" fill="hold" id="9"/>
                                        <p:tgtEl>
                                          <p:spTgt spid="1050004">
                                            <p:txEl>
                                              <p:pRg st="4" end="4"/>
                                            </p:txEl>
                                          </p:spTgt>
                                        </p:tgtEl>
                                        <p:attrNameLst>
                                          <p:attrName>ppt_y</p:attrName>
                                        </p:attrNameLst>
                                      </p:cBhvr>
                                      <p:tavLst>
                                        <p:tav tm="0">
                                          <p:val>
                                            <p:strVal val="#ppt_y+.1"/>
                                          </p:val>
                                        </p:tav>
                                        <p:tav tm="100000">
                                          <p:val>
                                            <p:strVal val="#ppt_y"/>
                                          </p:val>
                                        </p:tav>
                                      </p:tavLst>
                                    </p:anim>
                                  </p:childTnLst>
                                </p:cTn>
                              </p:par>
                              <p:par>
                                <p:cTn fill="hold" id="10" nodeType="withEffect" presetClass="entr" presetID="42" presetSubtype="0">
                                  <p:stCondLst>
                                    <p:cond delay="0"/>
                                  </p:stCondLst>
                                  <p:childTnLst>
                                    <p:set>
                                      <p:cBhvr>
                                        <p:cTn dur="1" fill="hold" id="11">
                                          <p:stCondLst>
                                            <p:cond delay="0"/>
                                          </p:stCondLst>
                                        </p:cTn>
                                        <p:tgtEl>
                                          <p:spTgt spid="1050004">
                                            <p:txEl>
                                              <p:pRg st="5" end="5"/>
                                            </p:txEl>
                                          </p:spTgt>
                                        </p:tgtEl>
                                        <p:attrNameLst>
                                          <p:attrName>style.visibility</p:attrName>
                                        </p:attrNameLst>
                                      </p:cBhvr>
                                      <p:to>
                                        <p:strVal val="visible"/>
                                      </p:to>
                                    </p:set>
                                    <p:animEffect transition="in" filter="fade">
                                      <p:cBhvr>
                                        <p:cTn dur="1000" id="12"/>
                                        <p:tgtEl>
                                          <p:spTgt spid="1050004">
                                            <p:txEl>
                                              <p:pRg st="5" end="5"/>
                                            </p:txEl>
                                          </p:spTgt>
                                        </p:tgtEl>
                                      </p:cBhvr>
                                    </p:animEffect>
                                    <p:anim calcmode="lin" valueType="num">
                                      <p:cBhvr>
                                        <p:cTn dur="1000" fill="hold" id="13"/>
                                        <p:tgtEl>
                                          <p:spTgt spid="1050004">
                                            <p:txEl>
                                              <p:pRg st="5" end="5"/>
                                            </p:txEl>
                                          </p:spTgt>
                                        </p:tgtEl>
                                        <p:attrNameLst>
                                          <p:attrName>ppt_x</p:attrName>
                                        </p:attrNameLst>
                                      </p:cBhvr>
                                      <p:tavLst>
                                        <p:tav tm="0">
                                          <p:val>
                                            <p:strVal val="#ppt_x"/>
                                          </p:val>
                                        </p:tav>
                                        <p:tav tm="100000">
                                          <p:val>
                                            <p:strVal val="#ppt_x"/>
                                          </p:val>
                                        </p:tav>
                                      </p:tavLst>
                                    </p:anim>
                                    <p:anim calcmode="lin" valueType="num">
                                      <p:cBhvr>
                                        <p:cTn dur="1000" fill="hold" id="14"/>
                                        <p:tgtEl>
                                          <p:spTgt spid="1050004">
                                            <p:txEl>
                                              <p:pRg st="5" end="5"/>
                                            </p:txEl>
                                          </p:spTgt>
                                        </p:tgtEl>
                                        <p:attrNameLst>
                                          <p:attrName>ppt_y</p:attrName>
                                        </p:attrNameLst>
                                      </p:cBhvr>
                                      <p:tavLst>
                                        <p:tav tm="0">
                                          <p:val>
                                            <p:strVal val="#ppt_y+.1"/>
                                          </p:val>
                                        </p:tav>
                                        <p:tav tm="100000">
                                          <p:val>
                                            <p:strVal val="#ppt_y"/>
                                          </p:val>
                                        </p:tav>
                                      </p:tavLst>
                                    </p:anim>
                                  </p:childTnLst>
                                </p:cTn>
                              </p:par>
                              <p:par>
                                <p:cTn fill="hold" id="15" nodeType="withEffect" presetClass="entr" presetID="42" presetSubtype="0">
                                  <p:stCondLst>
                                    <p:cond delay="0"/>
                                  </p:stCondLst>
                                  <p:childTnLst>
                                    <p:set>
                                      <p:cBhvr>
                                        <p:cTn dur="1" fill="hold" id="16">
                                          <p:stCondLst>
                                            <p:cond delay="0"/>
                                          </p:stCondLst>
                                        </p:cTn>
                                        <p:tgtEl>
                                          <p:spTgt spid="1050004">
                                            <p:txEl>
                                              <p:pRg st="8" end="8"/>
                                            </p:txEl>
                                          </p:spTgt>
                                        </p:tgtEl>
                                        <p:attrNameLst>
                                          <p:attrName>style.visibility</p:attrName>
                                        </p:attrNameLst>
                                      </p:cBhvr>
                                      <p:to>
                                        <p:strVal val="visible"/>
                                      </p:to>
                                    </p:set>
                                    <p:animEffect transition="in" filter="fade">
                                      <p:cBhvr>
                                        <p:cTn dur="1000" id="17"/>
                                        <p:tgtEl>
                                          <p:spTgt spid="1050004">
                                            <p:txEl>
                                              <p:pRg st="8" end="8"/>
                                            </p:txEl>
                                          </p:spTgt>
                                        </p:tgtEl>
                                      </p:cBhvr>
                                    </p:animEffect>
                                    <p:anim calcmode="lin" valueType="num">
                                      <p:cBhvr>
                                        <p:cTn dur="1000" fill="hold" id="18"/>
                                        <p:tgtEl>
                                          <p:spTgt spid="1050004">
                                            <p:txEl>
                                              <p:pRg st="8" end="8"/>
                                            </p:txEl>
                                          </p:spTgt>
                                        </p:tgtEl>
                                        <p:attrNameLst>
                                          <p:attrName>ppt_x</p:attrName>
                                        </p:attrNameLst>
                                      </p:cBhvr>
                                      <p:tavLst>
                                        <p:tav tm="0">
                                          <p:val>
                                            <p:strVal val="#ppt_x"/>
                                          </p:val>
                                        </p:tav>
                                        <p:tav tm="100000">
                                          <p:val>
                                            <p:strVal val="#ppt_x"/>
                                          </p:val>
                                        </p:tav>
                                      </p:tavLst>
                                    </p:anim>
                                    <p:anim calcmode="lin" valueType="num">
                                      <p:cBhvr>
                                        <p:cTn dur="1000" fill="hold" id="19"/>
                                        <p:tgtEl>
                                          <p:spTgt spid="105000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fill="hold" id="20" nodeType="clickPar">
                      <p:stCondLst>
                        <p:cond delay="indefinite"/>
                      </p:stCondLst>
                      <p:childTnLst>
                        <p:par>
                          <p:cTn fill="hold" id="21" nodeType="withGroup">
                            <p:stCondLst>
                              <p:cond delay="0"/>
                            </p:stCondLst>
                            <p:childTnLst>
                              <p:par>
                                <p:cTn fill="hold" id="22" nodeType="clickEffect" presetClass="entr" presetID="42" presetSubtype="0">
                                  <p:stCondLst>
                                    <p:cond delay="0"/>
                                  </p:stCondLst>
                                  <p:childTnLst>
                                    <p:set>
                                      <p:cBhvr>
                                        <p:cTn dur="1" fill="hold" id="23">
                                          <p:stCondLst>
                                            <p:cond delay="0"/>
                                          </p:stCondLst>
                                        </p:cTn>
                                        <p:tgtEl>
                                          <p:spTgt spid="1050004">
                                            <p:txEl>
                                              <p:pRg st="6" end="6"/>
                                            </p:txEl>
                                          </p:spTgt>
                                        </p:tgtEl>
                                        <p:attrNameLst>
                                          <p:attrName>style.visibility</p:attrName>
                                        </p:attrNameLst>
                                      </p:cBhvr>
                                      <p:to>
                                        <p:strVal val="visible"/>
                                      </p:to>
                                    </p:set>
                                    <p:animEffect transition="in" filter="fade">
                                      <p:cBhvr>
                                        <p:cTn dur="1000" id="24"/>
                                        <p:tgtEl>
                                          <p:spTgt spid="1050004">
                                            <p:txEl>
                                              <p:pRg st="6" end="6"/>
                                            </p:txEl>
                                          </p:spTgt>
                                        </p:tgtEl>
                                      </p:cBhvr>
                                    </p:animEffect>
                                    <p:anim calcmode="lin" valueType="num">
                                      <p:cBhvr>
                                        <p:cTn dur="1000" fill="hold" id="25"/>
                                        <p:tgtEl>
                                          <p:spTgt spid="1050004">
                                            <p:txEl>
                                              <p:pRg st="6" end="6"/>
                                            </p:txEl>
                                          </p:spTgt>
                                        </p:tgtEl>
                                        <p:attrNameLst>
                                          <p:attrName>ppt_x</p:attrName>
                                        </p:attrNameLst>
                                      </p:cBhvr>
                                      <p:tavLst>
                                        <p:tav tm="0">
                                          <p:val>
                                            <p:strVal val="#ppt_x"/>
                                          </p:val>
                                        </p:tav>
                                        <p:tav tm="100000">
                                          <p:val>
                                            <p:strVal val="#ppt_x"/>
                                          </p:val>
                                        </p:tav>
                                      </p:tavLst>
                                    </p:anim>
                                    <p:anim calcmode="lin" valueType="num">
                                      <p:cBhvr>
                                        <p:cTn dur="1000" fill="hold" id="26"/>
                                        <p:tgtEl>
                                          <p:spTgt spid="1050004">
                                            <p:txEl>
                                              <p:pRg st="6" end="6"/>
                                            </p:txEl>
                                          </p:spTgt>
                                        </p:tgtEl>
                                        <p:attrNameLst>
                                          <p:attrName>ppt_y</p:attrName>
                                        </p:attrNameLst>
                                      </p:cBhvr>
                                      <p:tavLst>
                                        <p:tav tm="0">
                                          <p:val>
                                            <p:strVal val="#ppt_y+.1"/>
                                          </p:val>
                                        </p:tav>
                                        <p:tav tm="100000">
                                          <p:val>
                                            <p:strVal val="#ppt_y"/>
                                          </p:val>
                                        </p:tav>
                                      </p:tavLst>
                                    </p:anim>
                                  </p:childTnLst>
                                </p:cTn>
                              </p:par>
                              <p:par>
                                <p:cTn fill="hold" id="27" nodeType="withEffect" presetClass="entr" presetID="42" presetSubtype="0">
                                  <p:stCondLst>
                                    <p:cond delay="0"/>
                                  </p:stCondLst>
                                  <p:childTnLst>
                                    <p:set>
                                      <p:cBhvr>
                                        <p:cTn dur="1" fill="hold" id="28">
                                          <p:stCondLst>
                                            <p:cond delay="0"/>
                                          </p:stCondLst>
                                        </p:cTn>
                                        <p:tgtEl>
                                          <p:spTgt spid="1050004">
                                            <p:txEl>
                                              <p:pRg st="7" end="7"/>
                                            </p:txEl>
                                          </p:spTgt>
                                        </p:tgtEl>
                                        <p:attrNameLst>
                                          <p:attrName>style.visibility</p:attrName>
                                        </p:attrNameLst>
                                      </p:cBhvr>
                                      <p:to>
                                        <p:strVal val="visible"/>
                                      </p:to>
                                    </p:set>
                                    <p:animEffect transition="in" filter="fade">
                                      <p:cBhvr>
                                        <p:cTn dur="1000" id="29"/>
                                        <p:tgtEl>
                                          <p:spTgt spid="1050004">
                                            <p:txEl>
                                              <p:pRg st="7" end="7"/>
                                            </p:txEl>
                                          </p:spTgt>
                                        </p:tgtEl>
                                      </p:cBhvr>
                                    </p:animEffect>
                                    <p:anim calcmode="lin" valueType="num">
                                      <p:cBhvr>
                                        <p:cTn dur="1000" fill="hold" id="30"/>
                                        <p:tgtEl>
                                          <p:spTgt spid="1050004">
                                            <p:txEl>
                                              <p:pRg st="7" end="7"/>
                                            </p:txEl>
                                          </p:spTgt>
                                        </p:tgtEl>
                                        <p:attrNameLst>
                                          <p:attrName>ppt_x</p:attrName>
                                        </p:attrNameLst>
                                      </p:cBhvr>
                                      <p:tavLst>
                                        <p:tav tm="0">
                                          <p:val>
                                            <p:strVal val="#ppt_x"/>
                                          </p:val>
                                        </p:tav>
                                        <p:tav tm="100000">
                                          <p:val>
                                            <p:strVal val="#ppt_x"/>
                                          </p:val>
                                        </p:tav>
                                      </p:tavLst>
                                    </p:anim>
                                    <p:anim calcmode="lin" valueType="num">
                                      <p:cBhvr>
                                        <p:cTn dur="1000" fill="hold" id="31"/>
                                        <p:tgtEl>
                                          <p:spTgt spid="105000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fill="hold" id="32" nodeType="clickPar">
                      <p:stCondLst>
                        <p:cond delay="indefinite"/>
                      </p:stCondLst>
                      <p:childTnLst>
                        <p:par>
                          <p:cTn fill="hold" id="33" nodeType="withGroup">
                            <p:stCondLst>
                              <p:cond delay="0"/>
                            </p:stCondLst>
                            <p:childTnLst>
                              <p:par>
                                <p:cTn fill="hold" id="34" nodeType="clickEffect" presetClass="entr" presetID="42" presetSubtype="0">
                                  <p:stCondLst>
                                    <p:cond delay="0"/>
                                  </p:stCondLst>
                                  <p:childTnLst>
                                    <p:set>
                                      <p:cBhvr>
                                        <p:cTn dur="1" fill="hold" id="35">
                                          <p:stCondLst>
                                            <p:cond delay="0"/>
                                          </p:stCondLst>
                                        </p:cTn>
                                        <p:tgtEl>
                                          <p:spTgt spid="1050004">
                                            <p:txEl>
                                              <p:pRg st="9" end="9"/>
                                            </p:txEl>
                                          </p:spTgt>
                                        </p:tgtEl>
                                        <p:attrNameLst>
                                          <p:attrName>style.visibility</p:attrName>
                                        </p:attrNameLst>
                                      </p:cBhvr>
                                      <p:to>
                                        <p:strVal val="visible"/>
                                      </p:to>
                                    </p:set>
                                    <p:animEffect transition="in" filter="fade">
                                      <p:cBhvr>
                                        <p:cTn dur="1000" id="36"/>
                                        <p:tgtEl>
                                          <p:spTgt spid="1050004">
                                            <p:txEl>
                                              <p:pRg st="9" end="9"/>
                                            </p:txEl>
                                          </p:spTgt>
                                        </p:tgtEl>
                                      </p:cBhvr>
                                    </p:animEffect>
                                    <p:anim calcmode="lin" valueType="num">
                                      <p:cBhvr>
                                        <p:cTn dur="1000" fill="hold" id="37"/>
                                        <p:tgtEl>
                                          <p:spTgt spid="1050004">
                                            <p:txEl>
                                              <p:pRg st="9" end="9"/>
                                            </p:txEl>
                                          </p:spTgt>
                                        </p:tgtEl>
                                        <p:attrNameLst>
                                          <p:attrName>ppt_x</p:attrName>
                                        </p:attrNameLst>
                                      </p:cBhvr>
                                      <p:tavLst>
                                        <p:tav tm="0">
                                          <p:val>
                                            <p:strVal val="#ppt_x"/>
                                          </p:val>
                                        </p:tav>
                                        <p:tav tm="100000">
                                          <p:val>
                                            <p:strVal val="#ppt_x"/>
                                          </p:val>
                                        </p:tav>
                                      </p:tavLst>
                                    </p:anim>
                                    <p:anim calcmode="lin" valueType="num">
                                      <p:cBhvr>
                                        <p:cTn dur="1000" fill="hold" id="38"/>
                                        <p:tgtEl>
                                          <p:spTgt spid="105000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fill="hold" id="39" nodeType="clickPar">
                      <p:stCondLst>
                        <p:cond delay="indefinite"/>
                      </p:stCondLst>
                      <p:childTnLst>
                        <p:par>
                          <p:cTn fill="hold" id="40" nodeType="withGroup">
                            <p:stCondLst>
                              <p:cond delay="0"/>
                            </p:stCondLst>
                            <p:childTnLst>
                              <p:par>
                                <p:cTn fill="hold" id="41" nodeType="clickEffect" presetClass="entr" presetID="42" presetSubtype="0">
                                  <p:stCondLst>
                                    <p:cond delay="0"/>
                                  </p:stCondLst>
                                  <p:childTnLst>
                                    <p:set>
                                      <p:cBhvr>
                                        <p:cTn dur="1" fill="hold" id="42">
                                          <p:stCondLst>
                                            <p:cond delay="0"/>
                                          </p:stCondLst>
                                        </p:cTn>
                                        <p:tgtEl>
                                          <p:spTgt spid="1050004">
                                            <p:txEl>
                                              <p:pRg st="10" end="10"/>
                                            </p:txEl>
                                          </p:spTgt>
                                        </p:tgtEl>
                                        <p:attrNameLst>
                                          <p:attrName>style.visibility</p:attrName>
                                        </p:attrNameLst>
                                      </p:cBhvr>
                                      <p:to>
                                        <p:strVal val="visible"/>
                                      </p:to>
                                    </p:set>
                                    <p:animEffect transition="in" filter="fade">
                                      <p:cBhvr>
                                        <p:cTn dur="1000" id="43"/>
                                        <p:tgtEl>
                                          <p:spTgt spid="1050004">
                                            <p:txEl>
                                              <p:pRg st="10" end="10"/>
                                            </p:txEl>
                                          </p:spTgt>
                                        </p:tgtEl>
                                      </p:cBhvr>
                                    </p:animEffect>
                                    <p:anim calcmode="lin" valueType="num">
                                      <p:cBhvr>
                                        <p:cTn dur="1000" fill="hold" id="44"/>
                                        <p:tgtEl>
                                          <p:spTgt spid="1050004">
                                            <p:txEl>
                                              <p:pRg st="10" end="10"/>
                                            </p:txEl>
                                          </p:spTgt>
                                        </p:tgtEl>
                                        <p:attrNameLst>
                                          <p:attrName>ppt_x</p:attrName>
                                        </p:attrNameLst>
                                      </p:cBhvr>
                                      <p:tavLst>
                                        <p:tav tm="0">
                                          <p:val>
                                            <p:strVal val="#ppt_x"/>
                                          </p:val>
                                        </p:tav>
                                        <p:tav tm="100000">
                                          <p:val>
                                            <p:strVal val="#ppt_x"/>
                                          </p:val>
                                        </p:tav>
                                      </p:tavLst>
                                    </p:anim>
                                    <p:anim calcmode="lin" valueType="num">
                                      <p:cBhvr>
                                        <p:cTn dur="1000" fill="hold" id="45"/>
                                        <p:tgtEl>
                                          <p:spTgt spid="1050004">
                                            <p:txEl>
                                              <p:pRg st="10" end="10"/>
                                            </p:txEl>
                                          </p:spTgt>
                                        </p:tgtEl>
                                        <p:attrNameLst>
                                          <p:attrName>ppt_y</p:attrName>
                                        </p:attrNameLst>
                                      </p:cBhvr>
                                      <p:tavLst>
                                        <p:tav tm="0">
                                          <p:val>
                                            <p:strVal val="#ppt_y+.1"/>
                                          </p:val>
                                        </p:tav>
                                        <p:tav tm="100000">
                                          <p:val>
                                            <p:strVal val="#ppt_y"/>
                                          </p:val>
                                        </p:tav>
                                      </p:tavLst>
                                    </p:anim>
                                  </p:childTnLst>
                                </p:cTn>
                              </p:par>
                              <p:par>
                                <p:cTn fill="hold" id="46" nodeType="withEffect" presetClass="entr" presetID="42" presetSubtype="0">
                                  <p:stCondLst>
                                    <p:cond delay="0"/>
                                  </p:stCondLst>
                                  <p:childTnLst>
                                    <p:set>
                                      <p:cBhvr>
                                        <p:cTn dur="1" fill="hold" id="47">
                                          <p:stCondLst>
                                            <p:cond delay="0"/>
                                          </p:stCondLst>
                                        </p:cTn>
                                        <p:tgtEl>
                                          <p:spTgt spid="1050004">
                                            <p:txEl>
                                              <p:pRg st="11" end="11"/>
                                            </p:txEl>
                                          </p:spTgt>
                                        </p:tgtEl>
                                        <p:attrNameLst>
                                          <p:attrName>style.visibility</p:attrName>
                                        </p:attrNameLst>
                                      </p:cBhvr>
                                      <p:to>
                                        <p:strVal val="visible"/>
                                      </p:to>
                                    </p:set>
                                    <p:animEffect transition="in" filter="fade">
                                      <p:cBhvr>
                                        <p:cTn dur="1000" id="48"/>
                                        <p:tgtEl>
                                          <p:spTgt spid="1050004">
                                            <p:txEl>
                                              <p:pRg st="11" end="11"/>
                                            </p:txEl>
                                          </p:spTgt>
                                        </p:tgtEl>
                                      </p:cBhvr>
                                    </p:animEffect>
                                    <p:anim calcmode="lin" valueType="num">
                                      <p:cBhvr>
                                        <p:cTn dur="1000" fill="hold" id="49"/>
                                        <p:tgtEl>
                                          <p:spTgt spid="1050004">
                                            <p:txEl>
                                              <p:pRg st="11" end="11"/>
                                            </p:txEl>
                                          </p:spTgt>
                                        </p:tgtEl>
                                        <p:attrNameLst>
                                          <p:attrName>ppt_x</p:attrName>
                                        </p:attrNameLst>
                                      </p:cBhvr>
                                      <p:tavLst>
                                        <p:tav tm="0">
                                          <p:val>
                                            <p:strVal val="#ppt_x"/>
                                          </p:val>
                                        </p:tav>
                                        <p:tav tm="100000">
                                          <p:val>
                                            <p:strVal val="#ppt_x"/>
                                          </p:val>
                                        </p:tav>
                                      </p:tavLst>
                                    </p:anim>
                                    <p:anim calcmode="lin" valueType="num">
                                      <p:cBhvr>
                                        <p:cTn dur="1000" fill="hold" id="50"/>
                                        <p:tgtEl>
                                          <p:spTgt spid="1050004">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324" name=""/>
        <p:cNvGrpSpPr/>
        <p:nvPr/>
      </p:nvGrpSpPr>
      <p:grpSpPr>
        <a:xfrm>
          <a:off x="0" y="0"/>
          <a:ext cx="0" cy="0"/>
          <a:chOff x="0" y="0"/>
          <a:chExt cx="0" cy="0"/>
        </a:xfrm>
      </p:grpSpPr>
      <p:sp>
        <p:nvSpPr>
          <p:cNvPr id="1050005" name="Rectangle 2"/>
          <p:cNvSpPr>
            <a:spLocks noGrp="1" noChangeArrowheads="1"/>
          </p:cNvSpPr>
          <p:nvPr>
            <p:ph idx="1"/>
          </p:nvPr>
        </p:nvSpPr>
        <p:spPr>
          <a:xfrm>
            <a:off x="390525" y="747715"/>
            <a:ext cx="8229600" cy="5661025"/>
          </a:xfrm>
        </p:spPr>
        <p:txBody>
          <a:bodyPr/>
          <a:p>
            <a:pPr eaLnBrk="1" hangingPunct="1">
              <a:lnSpc>
                <a:spcPct val="80000"/>
              </a:lnSpc>
              <a:buFontTx/>
              <a:buNone/>
            </a:pP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delvalue</a:t>
            </a:r>
            <a:r>
              <a:rPr altLang="zh-CN" dirty="0" lang="en-US">
                <a:latin typeface="Times New Roman" panose="02020603050405020304" pitchFamily="18" charset="0"/>
                <a:ea typeface="隶书" panose="02010509060101010101" pitchFamily="49" charset="-122"/>
              </a:rPr>
              <a:t>(p, x)</a:t>
            </a:r>
            <a:r>
              <a:rPr altLang="zh-CN" b="1" dirty="0" lang="en-US">
                <a:latin typeface="Times New Roman" panose="02020603050405020304" pitchFamily="18" charset="0"/>
                <a:ea typeface="隶书" panose="02010509060101010101" pitchFamily="49" charset="-122"/>
              </a:rPr>
              <a:t>;	</a:t>
            </a:r>
          </a:p>
          <a:p>
            <a:pPr eaLnBrk="1" hangingPunct="1">
              <a:lnSpc>
                <a:spcPct val="80000"/>
              </a:lnSpc>
              <a:buFontTx/>
              <a:buNone/>
            </a:pPr>
            <a:r>
              <a:rPr altLang="zh-CN" b="1"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在以</a:t>
            </a:r>
            <a:r>
              <a:rPr altLang="zh-CN" dirty="0" lang="en-US">
                <a:solidFill>
                  <a:schemeClr val="tx2"/>
                </a:solidFill>
                <a:latin typeface="Times New Roman" panose="02020603050405020304" pitchFamily="18" charset="0"/>
                <a:ea typeface="隶书" panose="02010509060101010101" pitchFamily="49" charset="-122"/>
              </a:rPr>
              <a:t>p</a:t>
            </a:r>
            <a:r>
              <a:rPr altLang="en-US" dirty="0" lang="zh-CN">
                <a:solidFill>
                  <a:schemeClr val="tx2"/>
                </a:solidFill>
                <a:latin typeface="Times New Roman" panose="02020603050405020304" pitchFamily="18" charset="0"/>
                <a:ea typeface="隶书" panose="02010509060101010101" pitchFamily="49" charset="-122"/>
              </a:rPr>
              <a:t>为表头的链表中递归删除</a:t>
            </a:r>
          </a:p>
          <a:p>
            <a:pPr eaLnBrk="1" hangingPunct="1">
              <a:lnSpc>
                <a:spcPct val="80000"/>
              </a:lnSpc>
              <a:buFontTx/>
              <a:buNone/>
            </a:pPr>
            <a:r>
              <a:rPr altLang="en-US" dirty="0" lang="zh-CN">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  </a:t>
            </a:r>
          </a:p>
          <a:p>
            <a:pPr eaLnBrk="1" hangingPunct="1">
              <a:lnSpc>
                <a:spcPct val="80000"/>
              </a:lnSpc>
              <a:buFontTx/>
              <a:buNone/>
            </a:pPr>
            <a:r>
              <a:rPr altLang="zh-CN" b="1" dirty="0" lang="en-US">
                <a:latin typeface="Times New Roman" panose="02020603050405020304" pitchFamily="18" charset="0"/>
                <a:ea typeface="隶书" panose="02010509060101010101" pitchFamily="49" charset="-122"/>
              </a:rPr>
              <a:t>     }  </a:t>
            </a:r>
          </a:p>
          <a:p>
            <a:pPr eaLnBrk="1" hangingPunct="1">
              <a:lnSpc>
                <a:spcPct val="80000"/>
              </a:lnSpc>
              <a:buFontTx/>
              <a:buNone/>
            </a:pPr>
            <a:r>
              <a:rPr altLang="zh-CN" b="1" dirty="0" lang="en-US">
                <a:latin typeface="Times New Roman" panose="02020603050405020304" pitchFamily="18" charset="0"/>
                <a:ea typeface="隶书" panose="02010509060101010101" pitchFamily="49" charset="-122"/>
              </a:rPr>
              <a:t>};</a:t>
            </a:r>
          </a:p>
          <a:p>
            <a:pPr eaLnBrk="1" hangingPunct="1">
              <a:lnSpc>
                <a:spcPct val="80000"/>
              </a:lnSpc>
              <a:buFontTx/>
              <a:buNone/>
            </a:pPr>
            <a:endParaRPr altLang="zh-CN" b="1" dirty="0" sz="2000" lang="en-US">
              <a:latin typeface="Times New Roman" panose="02020603050405020304" pitchFamily="18" charset="0"/>
              <a:ea typeface="隶书" panose="02010509060101010101" pitchFamily="49" charset="-122"/>
            </a:endParaRPr>
          </a:p>
        </p:txBody>
      </p:sp>
      <p:sp>
        <p:nvSpPr>
          <p:cNvPr id="1050006" name="矩形 2"/>
          <p:cNvSpPr/>
          <p:nvPr/>
        </p:nvSpPr>
        <p:spPr>
          <a:xfrm>
            <a:off x="304800" y="3276602"/>
            <a:ext cx="8153400" cy="1958340"/>
          </a:xfrm>
          <a:prstGeom prst="rect"/>
        </p:spPr>
        <p:txBody>
          <a:bodyPr wrap="square">
            <a:spAutoFit/>
          </a:bodyPr>
          <a:p>
            <a:pPr indent="-342900" marL="342900">
              <a:lnSpc>
                <a:spcPct val="105000"/>
              </a:lnSpc>
              <a:buClr>
                <a:srgbClr val="990099"/>
              </a:buClr>
              <a:buSzPct val="50000"/>
              <a:buFont typeface="Times New Roman" panose="02020603050405020304" pitchFamily="18" charset="0"/>
              <a:buChar char="※"/>
            </a:pPr>
            <a:r>
              <a:rPr altLang="en-US" b="1" dirty="0" sz="2400" lang="zh-CN">
                <a:solidFill>
                  <a:srgbClr val="0000FF"/>
                </a:solidFill>
                <a:latin typeface="+mn-ea"/>
              </a:rPr>
              <a:t>对于函数中的</a:t>
            </a:r>
            <a:r>
              <a:rPr altLang="zh-CN" b="1" dirty="0" sz="2400" lang="en-US">
                <a:solidFill>
                  <a:srgbClr val="0000FF"/>
                </a:solidFill>
                <a:latin typeface="+mn-ea"/>
              </a:rPr>
              <a:t>while</a:t>
            </a:r>
            <a:r>
              <a:rPr altLang="en-US" b="1" dirty="0" sz="2400" lang="zh-CN">
                <a:solidFill>
                  <a:srgbClr val="0000FF"/>
                </a:solidFill>
                <a:latin typeface="+mn-ea"/>
              </a:rPr>
              <a:t>，起到的作用是同层连续出现内容为</a:t>
            </a:r>
            <a:r>
              <a:rPr altLang="zh-CN" b="1" dirty="0" sz="2400" lang="en-US">
                <a:solidFill>
                  <a:srgbClr val="0000FF"/>
                </a:solidFill>
                <a:latin typeface="+mn-ea"/>
              </a:rPr>
              <a:t>x</a:t>
            </a:r>
            <a:r>
              <a:rPr altLang="en-US" b="1" dirty="0" sz="2400" lang="zh-CN">
                <a:solidFill>
                  <a:srgbClr val="0000FF"/>
                </a:solidFill>
                <a:latin typeface="+mn-ea"/>
              </a:rPr>
              <a:t>的结点时，可以连续删除。</a:t>
            </a:r>
            <a:endParaRPr altLang="zh-CN" b="1" dirty="0" sz="2400" lang="en-US">
              <a:solidFill>
                <a:srgbClr val="0000FF"/>
              </a:solidFill>
              <a:latin typeface="+mn-ea"/>
            </a:endParaRPr>
          </a:p>
          <a:p>
            <a:pPr indent="-342900" marL="342900">
              <a:lnSpc>
                <a:spcPct val="105000"/>
              </a:lnSpc>
              <a:buClr>
                <a:srgbClr val="990099"/>
              </a:buClr>
              <a:buSzPct val="50000"/>
              <a:buFont typeface="Times New Roman" panose="02020603050405020304" pitchFamily="18" charset="0"/>
              <a:buChar char="※"/>
            </a:pPr>
            <a:r>
              <a:rPr altLang="en-US" b="1" dirty="0" sz="2400" lang="zh-CN">
                <a:solidFill>
                  <a:srgbClr val="0000FF"/>
                </a:solidFill>
                <a:latin typeface="+mn-ea"/>
              </a:rPr>
              <a:t>第一个</a:t>
            </a:r>
            <a:r>
              <a:rPr altLang="zh-CN" b="1" dirty="0" sz="2400" lang="en-US" err="1">
                <a:solidFill>
                  <a:srgbClr val="0000FF"/>
                </a:solidFill>
                <a:latin typeface="+mn-ea"/>
              </a:rPr>
              <a:t>delvalue</a:t>
            </a:r>
            <a:r>
              <a:rPr altLang="en-US" b="1" dirty="0" sz="2400" lang="zh-CN">
                <a:solidFill>
                  <a:srgbClr val="0000FF"/>
                </a:solidFill>
                <a:latin typeface="+mn-ea"/>
              </a:rPr>
              <a:t>递归调用，起到对子表转入删除的作用。</a:t>
            </a:r>
            <a:endParaRPr altLang="zh-CN" b="1" dirty="0" sz="2400" lang="en-US">
              <a:solidFill>
                <a:srgbClr val="0000FF"/>
              </a:solidFill>
              <a:latin typeface="+mn-ea"/>
            </a:endParaRPr>
          </a:p>
          <a:p>
            <a:pPr indent="-342900" marL="342900">
              <a:lnSpc>
                <a:spcPct val="105000"/>
              </a:lnSpc>
              <a:buClr>
                <a:srgbClr val="990099"/>
              </a:buClr>
              <a:buSzPct val="50000"/>
              <a:buFont typeface="Times New Roman" panose="02020603050405020304" pitchFamily="18" charset="0"/>
              <a:buChar char="※"/>
            </a:pPr>
            <a:r>
              <a:rPr altLang="en-US" b="1" dirty="0" sz="2400" lang="zh-CN">
                <a:solidFill>
                  <a:srgbClr val="0000FF"/>
                </a:solidFill>
                <a:latin typeface="+mn-ea"/>
              </a:rPr>
              <a:t>第二个</a:t>
            </a:r>
            <a:r>
              <a:rPr altLang="zh-CN" b="1" dirty="0" sz="2400" lang="en-US" err="1">
                <a:solidFill>
                  <a:srgbClr val="0000FF"/>
                </a:solidFill>
                <a:latin typeface="+mn-ea"/>
              </a:rPr>
              <a:t>delvalue</a:t>
            </a:r>
            <a:r>
              <a:rPr altLang="en-US" b="1" dirty="0" sz="2400" lang="zh-CN">
                <a:solidFill>
                  <a:srgbClr val="0000FF"/>
                </a:solidFill>
                <a:latin typeface="+mn-ea"/>
              </a:rPr>
              <a:t>递归调用，起到将当前结点看做表头，开始一个新的广义表的删除。</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325" name=""/>
        <p:cNvGrpSpPr/>
        <p:nvPr/>
      </p:nvGrpSpPr>
      <p:grpSpPr>
        <a:xfrm>
          <a:off x="0" y="0"/>
          <a:ext cx="0" cy="0"/>
          <a:chOff x="0" y="0"/>
          <a:chExt cx="0" cy="0"/>
        </a:xfrm>
      </p:grpSpPr>
      <p:sp>
        <p:nvSpPr>
          <p:cNvPr id="1050007" name="Rectangle 2"/>
          <p:cNvSpPr>
            <a:spLocks noGrp="1" noChangeArrowheads="1"/>
          </p:cNvSpPr>
          <p:nvPr>
            <p:ph idx="1"/>
          </p:nvPr>
        </p:nvSpPr>
        <p:spPr>
          <a:xfrm>
            <a:off x="605040" y="2787650"/>
            <a:ext cx="8229600" cy="4070350"/>
          </a:xfrm>
        </p:spPr>
        <p:txBody>
          <a:bodyPr>
            <a:normAutofit lnSpcReduction="10000"/>
          </a:bodyPr>
          <a:p>
            <a:pPr eaLnBrk="1" hangingPunct="1">
              <a:lnSpc>
                <a:spcPct val="105000"/>
              </a:lnSpc>
              <a:spcBef>
                <a:spcPct val="5000"/>
              </a:spcBef>
              <a:buFontTx/>
              <a:buNone/>
            </a:pPr>
            <a:r>
              <a:rPr altLang="zh-CN" b="1" dirty="0" lang="en-US">
                <a:latin typeface="Times New Roman" panose="02020603050405020304" pitchFamily="18" charset="0"/>
                <a:ea typeface="隶书" panose="02010509060101010101" pitchFamily="49" charset="-122"/>
              </a:rPr>
              <a:t>template &lt;class</a:t>
            </a:r>
            <a:r>
              <a:rPr altLang="zh-CN" dirty="0" lang="en-US">
                <a:latin typeface="Times New Roman" panose="02020603050405020304" pitchFamily="18" charset="0"/>
                <a:ea typeface="隶书" panose="02010509060101010101" pitchFamily="49" charset="-122"/>
              </a:rPr>
              <a:t> T</a:t>
            </a:r>
            <a:r>
              <a:rPr altLang="zh-CN" b="1" dirty="0" lang="en-US">
                <a:latin typeface="Times New Roman" panose="02020603050405020304" pitchFamily="18" charset="0"/>
                <a:ea typeface="隶书" panose="02010509060101010101" pitchFamily="49" charset="-122"/>
              </a:rPr>
              <a:t>&gt;</a:t>
            </a:r>
          </a:p>
          <a:p>
            <a:pPr eaLnBrk="1" hangingPunct="1">
              <a:lnSpc>
                <a:spcPct val="105000"/>
              </a:lnSpc>
              <a:spcBef>
                <a:spcPct val="5000"/>
              </a:spcBef>
              <a:buFontTx/>
              <a:buNone/>
            </a:pPr>
            <a:r>
              <a:rPr altLang="zh-CN" dirty="0" lang="en-US" err="1">
                <a:latin typeface="Times New Roman" panose="02020603050405020304" pitchFamily="18" charset="0"/>
                <a:ea typeface="隶书" panose="02010509060101010101" pitchFamily="49" charset="-122"/>
              </a:rPr>
              <a:t>GenList</a:t>
            </a:r>
            <a:r>
              <a:rPr altLang="zh-CN" b="1" dirty="0" lang="en-US">
                <a:latin typeface="Times New Roman" panose="02020603050405020304" pitchFamily="18" charset="0"/>
                <a:ea typeface="隶书" panose="02010509060101010101" pitchFamily="49" charset="-122"/>
              </a:rPr>
              <a:t>&lt;</a:t>
            </a:r>
            <a:r>
              <a:rPr altLang="zh-CN" dirty="0" lang="en-US">
                <a:latin typeface="Times New Roman" panose="02020603050405020304" pitchFamily="18" charset="0"/>
                <a:ea typeface="隶书" panose="02010509060101010101" pitchFamily="49" charset="-122"/>
              </a:rPr>
              <a:t>T</a:t>
            </a:r>
            <a:r>
              <a:rPr altLang="zh-CN" b="1" dirty="0" lang="en-US">
                <a:latin typeface="Times New Roman" panose="02020603050405020304" pitchFamily="18" charset="0"/>
                <a:ea typeface="隶书" panose="02010509060101010101" pitchFamily="49" charset="-122"/>
              </a:rPr>
              <a:t>&gt;::</a:t>
            </a:r>
            <a:r>
              <a:rPr altLang="en-US" b="1" dirty="0" lang="zh-CN">
                <a:latin typeface="Times New Roman" panose="02020603050405020304" pitchFamily="18" charset="0"/>
              </a:rPr>
              <a:t>～</a:t>
            </a:r>
            <a:r>
              <a:rPr altLang="zh-CN" dirty="0" lang="en-US" err="1">
                <a:latin typeface="Times New Roman" panose="02020603050405020304" pitchFamily="18" charset="0"/>
                <a:ea typeface="隶书" panose="02010509060101010101" pitchFamily="49" charset="-122"/>
              </a:rPr>
              <a:t>GenList</a:t>
            </a:r>
            <a:r>
              <a:rPr altLang="zh-CN" dirty="0" lang="en-US">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广义表的析构函数</a:t>
            </a:r>
            <a:r>
              <a:rPr altLang="zh-CN" dirty="0" lang="en-US">
                <a:solidFill>
                  <a:schemeClr val="tx2"/>
                </a:solidFill>
                <a:latin typeface="Times New Roman" panose="02020603050405020304" pitchFamily="18" charset="0"/>
                <a:ea typeface="隶书" panose="02010509060101010101" pitchFamily="49" charset="-122"/>
              </a:rPr>
              <a:t>, </a:t>
            </a:r>
            <a:r>
              <a:rPr altLang="en-US" dirty="0" lang="zh-CN">
                <a:solidFill>
                  <a:schemeClr val="tx2"/>
                </a:solidFill>
                <a:latin typeface="Times New Roman" panose="02020603050405020304" pitchFamily="18" charset="0"/>
                <a:ea typeface="隶书" panose="02010509060101010101" pitchFamily="49" charset="-122"/>
              </a:rPr>
              <a:t>每个头结点都有引用计数</a:t>
            </a:r>
          </a:p>
          <a:p>
            <a:pPr eaLnBrk="1" hangingPunct="1">
              <a:lnSpc>
                <a:spcPct val="105000"/>
              </a:lnSpc>
              <a:spcBef>
                <a:spcPct val="5000"/>
              </a:spcBef>
              <a:buFontTx/>
              <a:buNone/>
            </a:pPr>
            <a:r>
              <a:rPr altLang="en-US" dirty="0" lang="zh-CN">
                <a:latin typeface="Times New Roman" panose="02020603050405020304" pitchFamily="18" charset="0"/>
                <a:ea typeface="隶书" panose="02010509060101010101" pitchFamily="49" charset="-122"/>
              </a:rPr>
              <a:t>     </a:t>
            </a:r>
            <a:r>
              <a:rPr altLang="zh-CN" dirty="0" lang="en-US">
                <a:latin typeface="Times New Roman" panose="02020603050405020304" pitchFamily="18" charset="0"/>
                <a:ea typeface="隶书" panose="02010509060101010101" pitchFamily="49" charset="-122"/>
              </a:rPr>
              <a:t>Remove(first)</a:t>
            </a:r>
            <a:r>
              <a:rPr altLang="zh-CN" b="1" dirty="0"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b="1" dirty="0"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endParaRPr altLang="zh-CN" b="1" dirty="0" sz="2000" lang="en-US">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altLang="zh-CN" b="1" dirty="0" lang="en-US">
                <a:latin typeface="Times New Roman" panose="02020603050405020304" pitchFamily="18" charset="0"/>
                <a:ea typeface="隶书" panose="02010509060101010101" pitchFamily="49" charset="-122"/>
              </a:rPr>
              <a:t>template &lt;class</a:t>
            </a:r>
            <a:r>
              <a:rPr altLang="zh-CN" dirty="0" lang="en-US">
                <a:latin typeface="Times New Roman" panose="02020603050405020304" pitchFamily="18" charset="0"/>
                <a:ea typeface="隶书" panose="02010509060101010101" pitchFamily="49" charset="-122"/>
              </a:rPr>
              <a:t> T</a:t>
            </a:r>
            <a:r>
              <a:rPr altLang="zh-CN" b="1" dirty="0" lang="en-US">
                <a:latin typeface="Times New Roman" panose="02020603050405020304" pitchFamily="18" charset="0"/>
                <a:ea typeface="隶书" panose="02010509060101010101" pitchFamily="49" charset="-122"/>
              </a:rPr>
              <a:t>&gt;</a:t>
            </a:r>
          </a:p>
          <a:p>
            <a:pPr eaLnBrk="1" hangingPunct="1">
              <a:lnSpc>
                <a:spcPct val="105000"/>
              </a:lnSpc>
              <a:spcBef>
                <a:spcPct val="5000"/>
              </a:spcBef>
              <a:buFontTx/>
              <a:buNone/>
            </a:pPr>
            <a:r>
              <a:rPr altLang="zh-CN" b="1" dirty="0" lang="en-US">
                <a:latin typeface="Times New Roman" panose="02020603050405020304" pitchFamily="18" charset="0"/>
                <a:ea typeface="隶书" panose="02010509060101010101" pitchFamily="49" charset="-122"/>
              </a:rPr>
              <a:t>void</a:t>
            </a: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GenList</a:t>
            </a:r>
            <a:r>
              <a:rPr altLang="zh-CN" b="1" dirty="0" lang="en-US">
                <a:latin typeface="Times New Roman" panose="02020603050405020304" pitchFamily="18" charset="0"/>
                <a:ea typeface="隶书" panose="02010509060101010101" pitchFamily="49" charset="-122"/>
              </a:rPr>
              <a:t>&lt;</a:t>
            </a:r>
            <a:r>
              <a:rPr altLang="zh-CN" dirty="0" lang="en-US">
                <a:latin typeface="Times New Roman" panose="02020603050405020304" pitchFamily="18" charset="0"/>
                <a:ea typeface="隶书" panose="02010509060101010101" pitchFamily="49" charset="-122"/>
              </a:rPr>
              <a:t>T</a:t>
            </a:r>
            <a:r>
              <a:rPr altLang="zh-CN" b="1" dirty="0" lang="en-US">
                <a:latin typeface="Times New Roman" panose="02020603050405020304" pitchFamily="18" charset="0"/>
                <a:ea typeface="隶书" panose="02010509060101010101" pitchFamily="49" charset="-122"/>
              </a:rPr>
              <a:t>&gt;::</a:t>
            </a:r>
            <a:r>
              <a:rPr altLang="zh-CN" dirty="0" lang="en-US">
                <a:latin typeface="Times New Roman" panose="02020603050405020304" pitchFamily="18" charset="0"/>
                <a:ea typeface="隶书" panose="02010509060101010101" pitchFamily="49" charset="-122"/>
              </a:rPr>
              <a:t>Remove(</a:t>
            </a:r>
            <a:r>
              <a:rPr altLang="zh-CN" dirty="0" lang="en-US" err="1">
                <a:latin typeface="Times New Roman" panose="02020603050405020304" pitchFamily="18" charset="0"/>
                <a:ea typeface="隶书" panose="02010509060101010101" pitchFamily="49" charset="-122"/>
              </a:rPr>
              <a:t>GenListNode</a:t>
            </a:r>
            <a:r>
              <a:rPr altLang="zh-CN" b="1" dirty="0" lang="en-US">
                <a:latin typeface="Times New Roman" panose="02020603050405020304" pitchFamily="18" charset="0"/>
                <a:ea typeface="隶书" panose="02010509060101010101" pitchFamily="49" charset="-122"/>
              </a:rPr>
              <a:t>&lt;</a:t>
            </a:r>
            <a:r>
              <a:rPr altLang="zh-CN" dirty="0" lang="en-US">
                <a:latin typeface="Times New Roman" panose="02020603050405020304" pitchFamily="18" charset="0"/>
                <a:ea typeface="隶书" panose="02010509060101010101" pitchFamily="49" charset="-122"/>
              </a:rPr>
              <a:t>T</a:t>
            </a:r>
            <a:r>
              <a:rPr altLang="zh-CN" b="1" dirty="0" lang="en-US">
                <a:latin typeface="Times New Roman" panose="02020603050405020304" pitchFamily="18" charset="0"/>
                <a:ea typeface="隶书" panose="02010509060101010101" pitchFamily="49" charset="-122"/>
              </a:rPr>
              <a:t>&gt;</a:t>
            </a:r>
            <a:r>
              <a:rPr altLang="zh-CN" dirty="0" lang="en-US">
                <a:latin typeface="Times New Roman" panose="02020603050405020304" pitchFamily="18" charset="0"/>
                <a:ea typeface="隶书" panose="02010509060101010101" pitchFamily="49" charset="-122"/>
              </a:rPr>
              <a:t> *ls) </a:t>
            </a:r>
            <a:r>
              <a:rPr altLang="zh-CN" b="1" dirty="0" lang="en-US">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私有函数：释放以</a:t>
            </a:r>
            <a:r>
              <a:rPr altLang="zh-CN" dirty="0" lang="en-US">
                <a:solidFill>
                  <a:schemeClr val="tx2"/>
                </a:solidFill>
                <a:latin typeface="Times New Roman" panose="02020603050405020304" pitchFamily="18" charset="0"/>
                <a:ea typeface="隶书" panose="02010509060101010101" pitchFamily="49" charset="-122"/>
              </a:rPr>
              <a:t>ls</a:t>
            </a:r>
            <a:r>
              <a:rPr altLang="en-US" dirty="0" lang="zh-CN">
                <a:solidFill>
                  <a:schemeClr val="tx2"/>
                </a:solidFill>
                <a:latin typeface="Times New Roman" panose="02020603050405020304" pitchFamily="18" charset="0"/>
                <a:ea typeface="隶书" panose="02010509060101010101" pitchFamily="49" charset="-122"/>
              </a:rPr>
              <a:t>为表头指针的广义表</a:t>
            </a:r>
            <a:r>
              <a:rPr altLang="en-US" dirty="0" lang="zh-CN">
                <a:latin typeface="Times New Roman" panose="02020603050405020304" pitchFamily="18" charset="0"/>
                <a:ea typeface="隶书" panose="02010509060101010101" pitchFamily="49" charset="-122"/>
              </a:rPr>
              <a:t>  </a:t>
            </a:r>
          </a:p>
        </p:txBody>
      </p:sp>
      <p:sp>
        <p:nvSpPr>
          <p:cNvPr id="1050008" name="矩形 1"/>
          <p:cNvSpPr/>
          <p:nvPr/>
        </p:nvSpPr>
        <p:spPr>
          <a:xfrm>
            <a:off x="315884" y="1106980"/>
            <a:ext cx="8153400" cy="1584960"/>
          </a:xfrm>
          <a:prstGeom prst="rect"/>
        </p:spPr>
        <p:txBody>
          <a:bodyPr wrap="square">
            <a:spAutoFit/>
          </a:bodyPr>
          <a:p>
            <a:pPr indent="-342900" marL="342900">
              <a:lnSpc>
                <a:spcPct val="105000"/>
              </a:lnSpc>
              <a:buClr>
                <a:srgbClr val="990099"/>
              </a:buClr>
              <a:buSzPct val="50000"/>
              <a:buFont typeface="Times New Roman" panose="02020603050405020304" pitchFamily="18" charset="0"/>
              <a:buChar char="※"/>
            </a:pPr>
            <a:r>
              <a:rPr altLang="en-US" b="1" dirty="0" sz="2400" lang="zh-CN">
                <a:solidFill>
                  <a:srgbClr val="0000FF"/>
                </a:solidFill>
                <a:latin typeface="Times New Roman" panose="02020603050405020304" pitchFamily="18" charset="0"/>
                <a:ea typeface="仿宋_GB2312" pitchFamily="49" charset="-122"/>
              </a:rPr>
              <a:t>对于共享表来说，如果一个表元素有多个地方使用它，贸然删去该表会造成其他地方使用出错。因此，当要做删除时，先把该表的头结点中的引用计数 </a:t>
            </a:r>
            <a:r>
              <a:rPr altLang="zh-CN" b="1" dirty="0" sz="2400" lang="en-US">
                <a:solidFill>
                  <a:srgbClr val="0000FF"/>
                </a:solidFill>
                <a:latin typeface="Times New Roman" panose="02020603050405020304" pitchFamily="18" charset="0"/>
                <a:ea typeface="仿宋_GB2312" pitchFamily="49" charset="-122"/>
              </a:rPr>
              <a:t>ref </a:t>
            </a:r>
            <a:r>
              <a:rPr altLang="en-US" b="1" dirty="0" sz="2400" lang="zh-CN">
                <a:solidFill>
                  <a:srgbClr val="0000FF"/>
                </a:solidFill>
                <a:latin typeface="Times New Roman" panose="02020603050405020304" pitchFamily="18" charset="0"/>
                <a:ea typeface="仿宋_GB2312" pitchFamily="49" charset="-122"/>
              </a:rPr>
              <a:t>减</a:t>
            </a:r>
            <a:r>
              <a:rPr altLang="zh-CN" b="1" dirty="0" sz="2400" lang="en-US">
                <a:solidFill>
                  <a:srgbClr val="0000FF"/>
                </a:solidFill>
                <a:latin typeface="Times New Roman" panose="02020603050405020304" pitchFamily="18" charset="0"/>
                <a:ea typeface="仿宋_GB2312" pitchFamily="49" charset="-122"/>
              </a:rPr>
              <a:t>1</a:t>
            </a:r>
            <a:r>
              <a:rPr altLang="en-US" b="1" dirty="0" sz="2400" lang="zh-CN">
                <a:solidFill>
                  <a:srgbClr val="0000FF"/>
                </a:solidFill>
                <a:latin typeface="Times New Roman" panose="02020603050405020304" pitchFamily="18" charset="0"/>
                <a:ea typeface="仿宋_GB2312" pitchFamily="49" charset="-122"/>
              </a:rPr>
              <a:t>，当引用计数减到 </a:t>
            </a:r>
            <a:r>
              <a:rPr altLang="zh-CN" b="1" dirty="0" sz="2400" lang="en-US">
                <a:solidFill>
                  <a:srgbClr val="0000FF"/>
                </a:solidFill>
                <a:latin typeface="Times New Roman" panose="02020603050405020304" pitchFamily="18" charset="0"/>
                <a:ea typeface="仿宋_GB2312" pitchFamily="49" charset="-122"/>
              </a:rPr>
              <a:t>0 </a:t>
            </a:r>
            <a:r>
              <a:rPr altLang="en-US" b="1" dirty="0" sz="2400" lang="zh-CN">
                <a:solidFill>
                  <a:srgbClr val="0000FF"/>
                </a:solidFill>
                <a:latin typeface="Times New Roman" panose="02020603050405020304" pitchFamily="18" charset="0"/>
                <a:ea typeface="仿宋_GB2312" pitchFamily="49" charset="-122"/>
              </a:rPr>
              <a:t>时才能执行结点的真正释放。（缺省认为</a:t>
            </a:r>
            <a:r>
              <a:rPr altLang="zh-CN" b="1" dirty="0" sz="2400" lang="en-US">
                <a:solidFill>
                  <a:srgbClr val="0000FF"/>
                </a:solidFill>
                <a:latin typeface="Times New Roman" panose="02020603050405020304" pitchFamily="18" charset="0"/>
                <a:ea typeface="仿宋_GB2312" pitchFamily="49" charset="-122"/>
              </a:rPr>
              <a:t>ref</a:t>
            </a:r>
            <a:r>
              <a:rPr altLang="en-US" b="1" dirty="0" sz="2400" lang="zh-CN">
                <a:solidFill>
                  <a:srgbClr val="0000FF"/>
                </a:solidFill>
                <a:latin typeface="Times New Roman" panose="02020603050405020304" pitchFamily="18" charset="0"/>
                <a:ea typeface="仿宋_GB2312" pitchFamily="49" charset="-122"/>
              </a:rPr>
              <a:t>为</a:t>
            </a:r>
            <a:r>
              <a:rPr altLang="zh-CN" b="1" dirty="0" sz="2400" lang="en-US">
                <a:solidFill>
                  <a:srgbClr val="0000FF"/>
                </a:solidFill>
                <a:latin typeface="Times New Roman" panose="02020603050405020304" pitchFamily="18" charset="0"/>
                <a:ea typeface="仿宋_GB2312" pitchFamily="49" charset="-122"/>
              </a:rPr>
              <a:t>1</a:t>
            </a:r>
            <a:r>
              <a:rPr altLang="en-US" b="1" dirty="0" sz="2400" lang="zh-CN">
                <a:solidFill>
                  <a:srgbClr val="0000FF"/>
                </a:solidFill>
                <a:latin typeface="Times New Roman" panose="02020603050405020304" pitchFamily="18" charset="0"/>
                <a:ea typeface="仿宋_GB2312" pitchFamily="49" charset="-122"/>
              </a:rPr>
              <a:t>）</a:t>
            </a:r>
          </a:p>
        </p:txBody>
      </p:sp>
      <p:sp>
        <p:nvSpPr>
          <p:cNvPr id="1050009" name="Rectangle 78"/>
          <p:cNvSpPr>
            <a:spLocks noGrp="1" noChangeArrowheads="1"/>
          </p:cNvSpPr>
          <p:nvPr>
            <p:ph type="title"/>
          </p:nvPr>
        </p:nvSpPr>
        <p:spPr>
          <a:xfrm>
            <a:off x="457200" y="315915"/>
            <a:ext cx="8229600" cy="758825"/>
          </a:xfrm>
        </p:spPr>
        <p:txBody>
          <a:bodyPr/>
          <a:p>
            <a:pPr eaLnBrk="1" hangingPunct="1"/>
            <a:r>
              <a:rPr altLang="en-US" b="1" dirty="0" sz="3600" kumimoji="1" lang="zh-CN">
                <a:ea typeface="华文新魏" panose="02010800040101010101" pitchFamily="2" charset="-122"/>
              </a:rPr>
              <a:t>广义表的删除算法（表的删除）</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326" name=""/>
        <p:cNvGrpSpPr/>
        <p:nvPr/>
      </p:nvGrpSpPr>
      <p:grpSpPr>
        <a:xfrm>
          <a:off x="0" y="0"/>
          <a:ext cx="0" cy="0"/>
          <a:chOff x="0" y="0"/>
          <a:chExt cx="0" cy="0"/>
        </a:xfrm>
      </p:grpSpPr>
      <p:sp>
        <p:nvSpPr>
          <p:cNvPr id="1050010" name="Rectangle 2"/>
          <p:cNvSpPr>
            <a:spLocks noGrp="1" noChangeArrowheads="1"/>
          </p:cNvSpPr>
          <p:nvPr>
            <p:ph idx="1"/>
          </p:nvPr>
        </p:nvSpPr>
        <p:spPr>
          <a:xfrm>
            <a:off x="685800" y="228600"/>
            <a:ext cx="8229600" cy="6248400"/>
          </a:xfrm>
        </p:spPr>
        <p:txBody>
          <a:bodyPr>
            <a:normAutofit fontScale="92500" lnSpcReduction="10000"/>
          </a:bodyPr>
          <a:p>
            <a:pPr eaLnBrk="1" hangingPunct="1">
              <a:lnSpc>
                <a:spcPct val="105000"/>
              </a:lnSpc>
              <a:spcBef>
                <a:spcPct val="5000"/>
              </a:spcBef>
              <a:buFontTx/>
              <a:buNone/>
            </a:pPr>
            <a:r>
              <a:rPr altLang="en-US" dirty="0" lang="zh-CN">
                <a:latin typeface="Times New Roman" panose="02020603050405020304" pitchFamily="18" charset="0"/>
                <a:ea typeface="隶书" panose="02010509060101010101" pitchFamily="49" charset="-122"/>
              </a:rPr>
              <a:t> </a:t>
            </a:r>
            <a:r>
              <a:rPr altLang="zh-CN" dirty="0" lang="en-US">
                <a:latin typeface="Times New Roman" panose="02020603050405020304" pitchFamily="18" charset="0"/>
                <a:ea typeface="隶书" panose="02010509060101010101" pitchFamily="49" charset="-122"/>
              </a:rPr>
              <a:t>ls</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info.ref</a:t>
            </a:r>
            <a:r>
              <a:rPr altLang="zh-CN" dirty="0" lang="en-US">
                <a:latin typeface="Courier New" panose="02070309020205020404" pitchFamily="49" charset="0"/>
                <a:ea typeface="隶书" panose="02010509060101010101" pitchFamily="49" charset="-122"/>
              </a:rPr>
              <a:t>--</a:t>
            </a:r>
            <a:r>
              <a:rPr altLang="zh-CN" b="1"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头结点的引用计数减</a:t>
            </a:r>
            <a:r>
              <a:rPr altLang="zh-CN" dirty="0" lang="en-US">
                <a:solidFill>
                  <a:schemeClr val="tx2"/>
                </a:solidFill>
                <a:latin typeface="Times New Roman" panose="02020603050405020304" pitchFamily="18" charset="0"/>
                <a:ea typeface="隶书" panose="02010509060101010101" pitchFamily="49" charset="-122"/>
              </a:rPr>
              <a:t>1</a:t>
            </a:r>
          </a:p>
          <a:p>
            <a:pPr eaLnBrk="1" hangingPunct="1">
              <a:lnSpc>
                <a:spcPct val="105000"/>
              </a:lnSpc>
              <a:spcBef>
                <a:spcPct val="5000"/>
              </a:spcBef>
              <a:buFontTx/>
              <a:buNone/>
            </a:pPr>
            <a:r>
              <a:rPr altLang="zh-CN" dirty="0" lang="en-US">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if </a:t>
            </a:r>
            <a:r>
              <a:rPr altLang="zh-CN" dirty="0" lang="en-US">
                <a:latin typeface="Times New Roman" panose="02020603050405020304" pitchFamily="18" charset="0"/>
                <a:ea typeface="隶书" panose="02010509060101010101" pitchFamily="49" charset="-122"/>
              </a:rPr>
              <a:t>(ls</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info.ref</a:t>
            </a:r>
            <a:r>
              <a:rPr altLang="zh-CN" dirty="0" lang="en-US">
                <a:latin typeface="Times New Roman" panose="02020603050405020304" pitchFamily="18" charset="0"/>
                <a:ea typeface="隶书" panose="02010509060101010101" pitchFamily="49" charset="-122"/>
              </a:rPr>
              <a:t> </a:t>
            </a:r>
            <a:r>
              <a:rPr altLang="zh-CN" dirty="0" i="1" lang="en-US">
                <a:latin typeface="Times New Roman" panose="02020603050405020304" pitchFamily="18" charset="0"/>
                <a:ea typeface="隶书" panose="02010509060101010101" pitchFamily="49" charset="-122"/>
              </a:rPr>
              <a:t>&lt;=</a:t>
            </a:r>
            <a:r>
              <a:rPr altLang="zh-CN" dirty="0" lang="en-US">
                <a:latin typeface="Times New Roman" panose="02020603050405020304" pitchFamily="18" charset="0"/>
                <a:ea typeface="隶书" panose="02010509060101010101" pitchFamily="49" charset="-122"/>
              </a:rPr>
              <a:t> 0) </a:t>
            </a:r>
            <a:r>
              <a:rPr altLang="zh-CN" b="1"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如果减到</a:t>
            </a:r>
            <a:r>
              <a:rPr altLang="zh-CN" dirty="0" lang="en-US">
                <a:solidFill>
                  <a:schemeClr val="tx2"/>
                </a:solidFill>
                <a:latin typeface="Times New Roman" panose="02020603050405020304" pitchFamily="18" charset="0"/>
                <a:ea typeface="隶书" panose="02010509060101010101" pitchFamily="49" charset="-122"/>
              </a:rPr>
              <a:t>0</a:t>
            </a:r>
          </a:p>
          <a:p>
            <a:pPr eaLnBrk="1" hangingPunct="1">
              <a:lnSpc>
                <a:spcPct val="105000"/>
              </a:lnSpc>
              <a:spcBef>
                <a:spcPct val="5000"/>
              </a:spcBef>
              <a:buFontTx/>
              <a:buNone/>
            </a:pPr>
            <a:r>
              <a:rPr altLang="zh-CN" dirty="0" lang="en-US">
                <a:latin typeface="Times New Roman" panose="02020603050405020304" pitchFamily="18" charset="0"/>
                <a:ea typeface="隶书" panose="02010509060101010101" pitchFamily="49" charset="-122"/>
              </a:rPr>
              <a:t>   	      </a:t>
            </a:r>
            <a:r>
              <a:rPr altLang="zh-CN" dirty="0" lang="en-US" err="1">
                <a:latin typeface="Times New Roman" panose="02020603050405020304" pitchFamily="18" charset="0"/>
                <a:ea typeface="隶书" panose="02010509060101010101" pitchFamily="49" charset="-122"/>
              </a:rPr>
              <a:t>GenListNode</a:t>
            </a:r>
            <a:r>
              <a:rPr altLang="zh-CN" b="1" dirty="0" lang="en-US">
                <a:latin typeface="Times New Roman" panose="02020603050405020304" pitchFamily="18" charset="0"/>
                <a:ea typeface="隶书" panose="02010509060101010101" pitchFamily="49" charset="-122"/>
              </a:rPr>
              <a:t>&lt;</a:t>
            </a:r>
            <a:r>
              <a:rPr altLang="zh-CN" dirty="0" lang="en-US">
                <a:latin typeface="Times New Roman" panose="02020603050405020304" pitchFamily="18" charset="0"/>
                <a:ea typeface="隶书" panose="02010509060101010101" pitchFamily="49" charset="-122"/>
              </a:rPr>
              <a:t>T</a:t>
            </a:r>
            <a:r>
              <a:rPr altLang="zh-CN" b="1" dirty="0" lang="en-US">
                <a:latin typeface="Times New Roman" panose="02020603050405020304" pitchFamily="18" charset="0"/>
                <a:ea typeface="隶书" panose="02010509060101010101" pitchFamily="49" charset="-122"/>
              </a:rPr>
              <a:t>&gt;</a:t>
            </a:r>
            <a:r>
              <a:rPr altLang="zh-CN" dirty="0" lang="en-US">
                <a:latin typeface="Times New Roman" panose="02020603050405020304" pitchFamily="18" charset="0"/>
                <a:ea typeface="隶书" panose="02010509060101010101" pitchFamily="49" charset="-122"/>
              </a:rPr>
              <a:t> *q</a:t>
            </a:r>
            <a:r>
              <a:rPr altLang="zh-CN" b="1" dirty="0" lang="en-US">
                <a:latin typeface="Times New Roman" panose="02020603050405020304" pitchFamily="18"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	</a:t>
            </a:r>
          </a:p>
          <a:p>
            <a:pPr eaLnBrk="1" hangingPunct="1">
              <a:spcBef>
                <a:spcPct val="5000"/>
              </a:spcBef>
              <a:buFontTx/>
              <a:buNone/>
            </a:pPr>
            <a:r>
              <a:rPr altLang="zh-CN" dirty="0" lang="en-US">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while</a:t>
            </a:r>
            <a:r>
              <a:rPr altLang="zh-CN" dirty="0" lang="en-US">
                <a:latin typeface="Times New Roman" panose="02020603050405020304" pitchFamily="18" charset="0"/>
                <a:ea typeface="隶书" panose="02010509060101010101" pitchFamily="49" charset="-122"/>
              </a:rPr>
              <a:t> (ls</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tlink</a:t>
            </a:r>
            <a:r>
              <a:rPr altLang="zh-CN" dirty="0" lang="en-US">
                <a:latin typeface="Times New Roman" panose="02020603050405020304" pitchFamily="18" charset="0"/>
                <a:ea typeface="隶书" panose="02010509060101010101" pitchFamily="49" charset="-122"/>
              </a:rPr>
              <a:t> != NULL) </a:t>
            </a:r>
            <a:r>
              <a:rPr altLang="zh-CN" b="1"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横扫表顶层</a:t>
            </a:r>
          </a:p>
          <a:p>
            <a:pPr eaLnBrk="1" hangingPunct="1">
              <a:spcBef>
                <a:spcPct val="5000"/>
              </a:spcBef>
              <a:buFontTx/>
              <a:buNone/>
            </a:pPr>
            <a:r>
              <a:rPr altLang="en-US" dirty="0" lang="zh-CN">
                <a:latin typeface="Times New Roman" panose="02020603050405020304" pitchFamily="18" charset="0"/>
                <a:ea typeface="隶书" panose="02010509060101010101" pitchFamily="49" charset="-122"/>
              </a:rPr>
              <a:t>               </a:t>
            </a:r>
            <a:r>
              <a:rPr altLang="zh-CN" dirty="0" lang="en-US">
                <a:latin typeface="Times New Roman" panose="02020603050405020304" pitchFamily="18" charset="0"/>
                <a:ea typeface="隶书" panose="02010509060101010101" pitchFamily="49" charset="-122"/>
              </a:rPr>
              <a:t>q = ls</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tlink</a:t>
            </a:r>
            <a:r>
              <a:rPr altLang="zh-CN" b="1" dirty="0" lang="en-US">
                <a:latin typeface="Times New Roman" panose="02020603050405020304" pitchFamily="18" charset="0"/>
                <a:ea typeface="隶书" panose="02010509060101010101" pitchFamily="49" charset="-122"/>
              </a:rPr>
              <a:t>;			</a:t>
            </a:r>
          </a:p>
          <a:p>
            <a:pPr eaLnBrk="1" hangingPunct="1">
              <a:spcBef>
                <a:spcPct val="5000"/>
              </a:spcBef>
              <a:buFontTx/>
              <a:buNone/>
            </a:pPr>
            <a:r>
              <a:rPr altLang="en-US" dirty="0" lang="zh-CN">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if</a:t>
            </a:r>
            <a:r>
              <a:rPr altLang="zh-CN" dirty="0" lang="en-US">
                <a:latin typeface="Times New Roman" panose="02020603050405020304" pitchFamily="18" charset="0"/>
                <a:ea typeface="隶书" panose="02010509060101010101" pitchFamily="49" charset="-122"/>
              </a:rPr>
              <a:t> (q</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utype</a:t>
            </a:r>
            <a:r>
              <a:rPr altLang="zh-CN" dirty="0" lang="en-US">
                <a:latin typeface="Times New Roman" panose="02020603050405020304" pitchFamily="18" charset="0"/>
                <a:ea typeface="隶书" panose="02010509060101010101" pitchFamily="49" charset="-122"/>
              </a:rPr>
              <a:t> </a:t>
            </a:r>
            <a:r>
              <a:rPr altLang="zh-CN" dirty="0" i="1" lang="en-US">
                <a:latin typeface="Times New Roman" panose="02020603050405020304" pitchFamily="18" charset="0"/>
                <a:ea typeface="隶书" panose="02010509060101010101" pitchFamily="49" charset="-122"/>
              </a:rPr>
              <a:t>==</a:t>
            </a:r>
            <a:r>
              <a:rPr altLang="zh-CN" dirty="0" lang="en-US">
                <a:latin typeface="Times New Roman" panose="02020603050405020304" pitchFamily="18" charset="0"/>
                <a:ea typeface="隶书" panose="02010509060101010101" pitchFamily="49" charset="-122"/>
              </a:rPr>
              <a:t> 2) </a:t>
            </a:r>
            <a:r>
              <a:rPr altLang="zh-CN" b="1"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递归删除子表</a:t>
            </a:r>
          </a:p>
          <a:p>
            <a:pPr eaLnBrk="1" hangingPunct="1">
              <a:lnSpc>
                <a:spcPct val="80000"/>
              </a:lnSpc>
              <a:buFontTx/>
              <a:buNone/>
            </a:pPr>
            <a:r>
              <a:rPr altLang="en-US" dirty="0" lang="zh-CN">
                <a:latin typeface="Times New Roman" panose="02020603050405020304" pitchFamily="18" charset="0"/>
                <a:ea typeface="隶书" panose="02010509060101010101" pitchFamily="49" charset="-122"/>
              </a:rPr>
              <a:t>                    </a:t>
            </a:r>
            <a:r>
              <a:rPr altLang="zh-CN" dirty="0" lang="en-US">
                <a:latin typeface="Times New Roman" panose="02020603050405020304" pitchFamily="18" charset="0"/>
                <a:ea typeface="隶书" panose="02010509060101010101" pitchFamily="49" charset="-122"/>
              </a:rPr>
              <a:t>Remove(q</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info.hlink</a:t>
            </a:r>
            <a:r>
              <a:rPr altLang="zh-CN" dirty="0" lang="en-US">
                <a:latin typeface="Times New Roman" panose="02020603050405020304" pitchFamily="18" charset="0"/>
                <a:ea typeface="隶书" panose="02010509060101010101" pitchFamily="49" charset="-122"/>
              </a:rPr>
              <a:t>)</a:t>
            </a:r>
            <a:r>
              <a:rPr altLang="zh-CN" b="1" dirty="0" lang="en-US">
                <a:latin typeface="Times New Roman" panose="02020603050405020304" pitchFamily="18" charset="0"/>
                <a:ea typeface="隶书" panose="02010509060101010101" pitchFamily="49" charset="-122"/>
              </a:rPr>
              <a:t>;</a:t>
            </a:r>
          </a:p>
          <a:p>
            <a:pPr>
              <a:lnSpc>
                <a:spcPct val="80000"/>
              </a:lnSpc>
              <a:buNone/>
            </a:pPr>
            <a:r>
              <a:rPr altLang="zh-CN" dirty="0" lang="en-US">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 if </a:t>
            </a:r>
            <a:r>
              <a:rPr altLang="zh-CN" dirty="0" lang="en-US">
                <a:latin typeface="Times New Roman" panose="02020603050405020304" pitchFamily="18" charset="0"/>
                <a:ea typeface="隶书" panose="02010509060101010101" pitchFamily="49" charset="-122"/>
              </a:rPr>
              <a:t>(q</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info.hlink</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info.ref</a:t>
            </a:r>
            <a:r>
              <a:rPr altLang="zh-CN" dirty="0" lang="en-US">
                <a:latin typeface="Times New Roman" panose="02020603050405020304" pitchFamily="18" charset="0"/>
                <a:ea typeface="隶书" panose="02010509060101010101" pitchFamily="49" charset="-122"/>
              </a:rPr>
              <a:t> </a:t>
            </a:r>
            <a:r>
              <a:rPr altLang="zh-CN" dirty="0" i="1" lang="en-US">
                <a:latin typeface="Times New Roman" panose="02020603050405020304" pitchFamily="18" charset="0"/>
                <a:ea typeface="隶书" panose="02010509060101010101" pitchFamily="49" charset="-122"/>
              </a:rPr>
              <a:t>&lt;=</a:t>
            </a:r>
            <a:r>
              <a:rPr altLang="zh-CN" dirty="0" lang="en-US">
                <a:latin typeface="Times New Roman" panose="02020603050405020304" pitchFamily="18" charset="0"/>
                <a:ea typeface="隶书" panose="02010509060101010101" pitchFamily="49" charset="-122"/>
              </a:rPr>
              <a:t> 0) </a:t>
            </a:r>
            <a:r>
              <a:rPr altLang="zh-CN"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计数为</a:t>
            </a:r>
            <a:r>
              <a:rPr altLang="zh-CN" dirty="0" lang="en-US">
                <a:solidFill>
                  <a:schemeClr val="tx2"/>
                </a:solidFill>
                <a:latin typeface="Times New Roman" panose="02020603050405020304" pitchFamily="18" charset="0"/>
                <a:ea typeface="隶书" panose="02010509060101010101" pitchFamily="49" charset="-122"/>
              </a:rPr>
              <a:t>0</a:t>
            </a:r>
            <a:r>
              <a:rPr altLang="en-US" dirty="0" lang="zh-CN">
                <a:solidFill>
                  <a:schemeClr val="tx2"/>
                </a:solidFill>
                <a:latin typeface="Times New Roman" panose="02020603050405020304" pitchFamily="18" charset="0"/>
                <a:ea typeface="隶书" panose="02010509060101010101" pitchFamily="49" charset="-122"/>
              </a:rPr>
              <a:t> </a:t>
            </a:r>
            <a:endParaRPr altLang="zh-CN" dirty="0" lang="en-US">
              <a:solidFill>
                <a:schemeClr val="tx2"/>
              </a:solidFill>
              <a:latin typeface="Times New Roman" panose="02020603050405020304" pitchFamily="18" charset="0"/>
              <a:ea typeface="隶书" panose="02010509060101010101" pitchFamily="49" charset="-122"/>
            </a:endParaRPr>
          </a:p>
          <a:p>
            <a:pPr eaLnBrk="1" hangingPunct="1">
              <a:lnSpc>
                <a:spcPct val="80000"/>
              </a:lnSpc>
              <a:buFontTx/>
              <a:buNone/>
            </a:pPr>
            <a:r>
              <a:rPr altLang="zh-CN" dirty="0" lang="en-US">
                <a:latin typeface="Times New Roman" panose="02020603050405020304" pitchFamily="18" charset="0"/>
                <a:ea typeface="隶书" panose="02010509060101010101" pitchFamily="49" charset="-122"/>
              </a:rPr>
              <a:t>                        delete q</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info.hlink</a:t>
            </a:r>
            <a:r>
              <a:rPr altLang="zh-CN" b="1" dirty="0" lang="en-US">
                <a:latin typeface="Times New Roman" panose="02020603050405020304" pitchFamily="18" charset="0"/>
                <a:ea typeface="隶书" panose="02010509060101010101" pitchFamily="49" charset="-122"/>
              </a:rPr>
              <a:t>;       </a:t>
            </a:r>
            <a:r>
              <a:rPr altLang="zh-CN" b="1" dirty="0" lang="en-US">
                <a:solidFill>
                  <a:schemeClr val="tx2"/>
                </a:solidFill>
                <a:latin typeface="Times New Roman" panose="02020603050405020304" pitchFamily="18" charset="0"/>
                <a:ea typeface="隶书" panose="02010509060101010101" pitchFamily="49" charset="-122"/>
              </a:rPr>
              <a:t>//</a:t>
            </a:r>
            <a:r>
              <a:rPr altLang="en-US" dirty="0" lang="zh-CN">
                <a:solidFill>
                  <a:schemeClr val="tx2"/>
                </a:solidFill>
                <a:latin typeface="Times New Roman" panose="02020603050405020304" pitchFamily="18" charset="0"/>
                <a:ea typeface="隶书" panose="02010509060101010101" pitchFamily="49" charset="-122"/>
              </a:rPr>
              <a:t>删子表头结点</a:t>
            </a:r>
          </a:p>
          <a:p>
            <a:pPr eaLnBrk="1" hangingPunct="1">
              <a:lnSpc>
                <a:spcPct val="80000"/>
              </a:lnSpc>
              <a:buFontTx/>
              <a:buNone/>
            </a:pPr>
            <a:r>
              <a:rPr altLang="en-US" dirty="0" lang="zh-CN">
                <a:latin typeface="Times New Roman" panose="02020603050405020304" pitchFamily="18" charset="0"/>
                <a:ea typeface="隶书" panose="02010509060101010101" pitchFamily="49" charset="-122"/>
              </a:rPr>
              <a:t> 		    </a:t>
            </a:r>
            <a:r>
              <a:rPr altLang="zh-CN" b="1" dirty="0" lang="en-US">
                <a:latin typeface="Times New Roman" panose="02020603050405020304" pitchFamily="18" charset="0"/>
                <a:ea typeface="隶书" panose="02010509060101010101" pitchFamily="49" charset="-122"/>
              </a:rPr>
              <a:t>}</a:t>
            </a:r>
            <a:endParaRPr altLang="zh-CN" dirty="0" lang="en-US">
              <a:latin typeface="Times New Roman" panose="02020603050405020304" pitchFamily="18" charset="0"/>
              <a:ea typeface="隶书" panose="02010509060101010101" pitchFamily="49" charset="-122"/>
            </a:endParaRPr>
          </a:p>
          <a:p>
            <a:pPr eaLnBrk="1" hangingPunct="1">
              <a:lnSpc>
                <a:spcPct val="80000"/>
              </a:lnSpc>
              <a:buFontTx/>
              <a:buNone/>
            </a:pPr>
            <a:r>
              <a:rPr altLang="zh-CN" dirty="0" lang="en-US">
                <a:latin typeface="Times New Roman" panose="02020603050405020304" pitchFamily="18" charset="0"/>
                <a:ea typeface="隶书" panose="02010509060101010101" pitchFamily="49" charset="-122"/>
              </a:rPr>
              <a:t> 		    ls</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tlink</a:t>
            </a:r>
            <a:r>
              <a:rPr altLang="zh-CN" dirty="0" lang="en-US">
                <a:latin typeface="Times New Roman" panose="02020603050405020304" pitchFamily="18" charset="0"/>
                <a:ea typeface="隶书" panose="02010509060101010101" pitchFamily="49" charset="-122"/>
              </a:rPr>
              <a:t> = q</a:t>
            </a:r>
            <a:r>
              <a:rPr altLang="zh-CN" dirty="0" lang="en-US">
                <a:latin typeface="楷体_GB2312" pitchFamily="49" charset="-122"/>
                <a:ea typeface="楷体_GB2312" pitchFamily="49" charset="-122"/>
              </a:rPr>
              <a:t>-&gt;</a:t>
            </a:r>
            <a:r>
              <a:rPr altLang="zh-CN" dirty="0" lang="en-US" err="1">
                <a:latin typeface="Times New Roman" panose="02020603050405020304" pitchFamily="18" charset="0"/>
                <a:ea typeface="隶书" panose="02010509060101010101" pitchFamily="49" charset="-122"/>
              </a:rPr>
              <a:t>tlink</a:t>
            </a:r>
            <a:r>
              <a:rPr altLang="zh-CN" b="1" dirty="0" lang="en-US">
                <a:latin typeface="Times New Roman" panose="02020603050405020304" pitchFamily="18" charset="0"/>
                <a:ea typeface="隶书" panose="02010509060101010101" pitchFamily="49" charset="-122"/>
              </a:rPr>
              <a:t>;  delete</a:t>
            </a:r>
            <a:r>
              <a:rPr altLang="zh-CN" dirty="0" lang="en-US">
                <a:latin typeface="Times New Roman" panose="02020603050405020304" pitchFamily="18" charset="0"/>
                <a:ea typeface="隶书" panose="02010509060101010101" pitchFamily="49" charset="-122"/>
              </a:rPr>
              <a:t> q</a:t>
            </a:r>
            <a:r>
              <a:rPr altLang="zh-CN" b="1" dirty="0" lang="en-US">
                <a:latin typeface="Times New Roman" panose="02020603050405020304" pitchFamily="18" charset="0"/>
                <a:ea typeface="隶书" panose="02010509060101010101" pitchFamily="49" charset="-122"/>
              </a:rPr>
              <a:t>;</a:t>
            </a:r>
          </a:p>
          <a:p>
            <a:pPr eaLnBrk="1" hangingPunct="1">
              <a:lnSpc>
                <a:spcPct val="80000"/>
              </a:lnSpc>
              <a:buFontTx/>
              <a:buNone/>
            </a:pPr>
            <a:r>
              <a:rPr altLang="zh-CN" b="1" dirty="0" lang="en-US">
                <a:latin typeface="Times New Roman" panose="02020603050405020304" pitchFamily="18" charset="0"/>
                <a:ea typeface="隶书" panose="02010509060101010101" pitchFamily="49" charset="-122"/>
              </a:rPr>
              <a:t>          }</a:t>
            </a:r>
          </a:p>
          <a:p>
            <a:pPr eaLnBrk="1" hangingPunct="1">
              <a:lnSpc>
                <a:spcPct val="80000"/>
              </a:lnSpc>
              <a:buFontTx/>
              <a:buNone/>
            </a:pPr>
            <a:r>
              <a:rPr altLang="zh-CN" b="1" dirty="0" lang="en-US">
                <a:latin typeface="Times New Roman" panose="02020603050405020304" pitchFamily="18" charset="0"/>
                <a:ea typeface="隶书" panose="02010509060101010101" pitchFamily="49" charset="-122"/>
              </a:rPr>
              <a:t>     }</a:t>
            </a:r>
          </a:p>
          <a:p>
            <a:pPr eaLnBrk="1" hangingPunct="1">
              <a:lnSpc>
                <a:spcPct val="80000"/>
              </a:lnSpc>
              <a:buFontTx/>
              <a:buNone/>
            </a:pPr>
            <a:r>
              <a:rPr altLang="zh-CN" b="1" dirty="0" lang="en-US">
                <a:latin typeface="Times New Roman" panose="02020603050405020304" pitchFamily="18" charset="0"/>
                <a:ea typeface="隶书" panose="02010509060101010101" pitchFamily="49" charset="-122"/>
              </a:rPr>
              <a:t>};</a:t>
            </a:r>
          </a:p>
          <a:p>
            <a:pPr eaLnBrk="1" hangingPunct="1">
              <a:spcBef>
                <a:spcPct val="5000"/>
              </a:spcBef>
              <a:buFontTx/>
              <a:buNone/>
            </a:pPr>
            <a:endParaRPr altLang="zh-CN" b="1" dirty="0" lang="en-US">
              <a:solidFill>
                <a:schemeClr val="tx2"/>
              </a:solidFill>
              <a:latin typeface="Times New Roman" panose="02020603050405020304" pitchFamily="18" charset="0"/>
              <a:ea typeface="隶书" panose="02010509060101010101" pitchFamily="49" charset="-122"/>
            </a:endParaRPr>
          </a:p>
          <a:p>
            <a:pPr algn="just" eaLnBrk="1" hangingPunct="1">
              <a:spcBef>
                <a:spcPct val="5000"/>
              </a:spcBef>
              <a:buFontTx/>
              <a:buNone/>
            </a:pPr>
            <a:r>
              <a:rPr altLang="zh-CN" dirty="0" lang="en-US">
                <a:latin typeface="Times New Roman" panose="02020603050405020304" pitchFamily="18" charset="0"/>
                <a:ea typeface="隶书" panose="02010509060101010101" pitchFamily="49" charset="-122"/>
              </a:rPr>
              <a:t> </a:t>
            </a:r>
          </a:p>
        </p:txBody>
      </p:sp>
    </p:spTree>
  </p:cSld>
  <p:clrMapOvr>
    <a:masterClrMapping/>
  </p:clrMapOvr>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42" presetSubtype="0">
                                  <p:stCondLst>
                                    <p:cond delay="0"/>
                                  </p:stCondLst>
                                  <p:childTnLst>
                                    <p:set>
                                      <p:cBhvr>
                                        <p:cTn dur="1" fill="hold" id="6">
                                          <p:stCondLst>
                                            <p:cond delay="0"/>
                                          </p:stCondLst>
                                        </p:cTn>
                                        <p:tgtEl>
                                          <p:spTgt spid="1050010">
                                            <p:txEl>
                                              <p:pRg st="3" end="3"/>
                                            </p:txEl>
                                          </p:spTgt>
                                        </p:tgtEl>
                                        <p:attrNameLst>
                                          <p:attrName>style.visibility</p:attrName>
                                        </p:attrNameLst>
                                      </p:cBhvr>
                                      <p:to>
                                        <p:strVal val="visible"/>
                                      </p:to>
                                    </p:set>
                                    <p:animEffect transition="in" filter="fade">
                                      <p:cBhvr>
                                        <p:cTn dur="1000" id="7"/>
                                        <p:tgtEl>
                                          <p:spTgt spid="1050010">
                                            <p:txEl>
                                              <p:pRg st="3" end="3"/>
                                            </p:txEl>
                                          </p:spTgt>
                                        </p:tgtEl>
                                      </p:cBhvr>
                                    </p:animEffect>
                                    <p:anim calcmode="lin" valueType="num">
                                      <p:cBhvr>
                                        <p:cTn dur="1000" fill="hold" id="8"/>
                                        <p:tgtEl>
                                          <p:spTgt spid="1050010">
                                            <p:txEl>
                                              <p:pRg st="3" end="3"/>
                                            </p:txEl>
                                          </p:spTgt>
                                        </p:tgtEl>
                                        <p:attrNameLst>
                                          <p:attrName>ppt_x</p:attrName>
                                        </p:attrNameLst>
                                      </p:cBhvr>
                                      <p:tavLst>
                                        <p:tav tm="0">
                                          <p:val>
                                            <p:strVal val="#ppt_x"/>
                                          </p:val>
                                        </p:tav>
                                        <p:tav tm="100000">
                                          <p:val>
                                            <p:strVal val="#ppt_x"/>
                                          </p:val>
                                        </p:tav>
                                      </p:tavLst>
                                    </p:anim>
                                    <p:anim calcmode="lin" valueType="num">
                                      <p:cBhvr>
                                        <p:cTn dur="1000" fill="hold" id="9"/>
                                        <p:tgtEl>
                                          <p:spTgt spid="1050010">
                                            <p:txEl>
                                              <p:pRg st="3" end="3"/>
                                            </p:txEl>
                                          </p:spTgt>
                                        </p:tgtEl>
                                        <p:attrNameLst>
                                          <p:attrName>ppt_y</p:attrName>
                                        </p:attrNameLst>
                                      </p:cBhvr>
                                      <p:tavLst>
                                        <p:tav tm="0">
                                          <p:val>
                                            <p:strVal val="#ppt_y+.1"/>
                                          </p:val>
                                        </p:tav>
                                        <p:tav tm="100000">
                                          <p:val>
                                            <p:strVal val="#ppt_y"/>
                                          </p:val>
                                        </p:tav>
                                      </p:tavLst>
                                    </p:anim>
                                  </p:childTnLst>
                                </p:cTn>
                              </p:par>
                              <p:par>
                                <p:cTn fill="hold" id="10" nodeType="withEffect" presetClass="entr" presetID="42" presetSubtype="0">
                                  <p:stCondLst>
                                    <p:cond delay="0"/>
                                  </p:stCondLst>
                                  <p:childTnLst>
                                    <p:set>
                                      <p:cBhvr>
                                        <p:cTn dur="1" fill="hold" id="11">
                                          <p:stCondLst>
                                            <p:cond delay="0"/>
                                          </p:stCondLst>
                                        </p:cTn>
                                        <p:tgtEl>
                                          <p:spTgt spid="1050010">
                                            <p:txEl>
                                              <p:pRg st="11" end="11"/>
                                            </p:txEl>
                                          </p:spTgt>
                                        </p:tgtEl>
                                        <p:attrNameLst>
                                          <p:attrName>style.visibility</p:attrName>
                                        </p:attrNameLst>
                                      </p:cBhvr>
                                      <p:to>
                                        <p:strVal val="visible"/>
                                      </p:to>
                                    </p:set>
                                    <p:animEffect transition="in" filter="fade">
                                      <p:cBhvr>
                                        <p:cTn dur="1000" id="12"/>
                                        <p:tgtEl>
                                          <p:spTgt spid="1050010">
                                            <p:txEl>
                                              <p:pRg st="11" end="11"/>
                                            </p:txEl>
                                          </p:spTgt>
                                        </p:tgtEl>
                                      </p:cBhvr>
                                    </p:animEffect>
                                    <p:anim calcmode="lin" valueType="num">
                                      <p:cBhvr>
                                        <p:cTn dur="1000" fill="hold" id="13"/>
                                        <p:tgtEl>
                                          <p:spTgt spid="1050010">
                                            <p:txEl>
                                              <p:pRg st="11" end="11"/>
                                            </p:txEl>
                                          </p:spTgt>
                                        </p:tgtEl>
                                        <p:attrNameLst>
                                          <p:attrName>ppt_x</p:attrName>
                                        </p:attrNameLst>
                                      </p:cBhvr>
                                      <p:tavLst>
                                        <p:tav tm="0">
                                          <p:val>
                                            <p:strVal val="#ppt_x"/>
                                          </p:val>
                                        </p:tav>
                                        <p:tav tm="100000">
                                          <p:val>
                                            <p:strVal val="#ppt_x"/>
                                          </p:val>
                                        </p:tav>
                                      </p:tavLst>
                                    </p:anim>
                                    <p:anim calcmode="lin" valueType="num">
                                      <p:cBhvr>
                                        <p:cTn dur="1000" fill="hold" id="14"/>
                                        <p:tgtEl>
                                          <p:spTgt spid="1050010">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fill="hold" id="15" nodeType="clickPar">
                      <p:stCondLst>
                        <p:cond delay="indefinite"/>
                      </p:stCondLst>
                      <p:childTnLst>
                        <p:par>
                          <p:cTn fill="hold" id="16" nodeType="withGroup">
                            <p:stCondLst>
                              <p:cond delay="0"/>
                            </p:stCondLst>
                            <p:childTnLst>
                              <p:par>
                                <p:cTn fill="hold" id="17" nodeType="clickEffect" presetClass="entr" presetID="42" presetSubtype="0">
                                  <p:stCondLst>
                                    <p:cond delay="0"/>
                                  </p:stCondLst>
                                  <p:childTnLst>
                                    <p:set>
                                      <p:cBhvr>
                                        <p:cTn dur="1" fill="hold" id="18">
                                          <p:stCondLst>
                                            <p:cond delay="0"/>
                                          </p:stCondLst>
                                        </p:cTn>
                                        <p:tgtEl>
                                          <p:spTgt spid="1050010">
                                            <p:txEl>
                                              <p:pRg st="4" end="4"/>
                                            </p:txEl>
                                          </p:spTgt>
                                        </p:tgtEl>
                                        <p:attrNameLst>
                                          <p:attrName>style.visibility</p:attrName>
                                        </p:attrNameLst>
                                      </p:cBhvr>
                                      <p:to>
                                        <p:strVal val="visible"/>
                                      </p:to>
                                    </p:set>
                                    <p:animEffect transition="in" filter="fade">
                                      <p:cBhvr>
                                        <p:cTn dur="1000" id="19"/>
                                        <p:tgtEl>
                                          <p:spTgt spid="1050010">
                                            <p:txEl>
                                              <p:pRg st="4" end="4"/>
                                            </p:txEl>
                                          </p:spTgt>
                                        </p:tgtEl>
                                      </p:cBhvr>
                                    </p:animEffect>
                                    <p:anim calcmode="lin" valueType="num">
                                      <p:cBhvr>
                                        <p:cTn dur="1000" fill="hold" id="20"/>
                                        <p:tgtEl>
                                          <p:spTgt spid="1050010">
                                            <p:txEl>
                                              <p:pRg st="4" end="4"/>
                                            </p:txEl>
                                          </p:spTgt>
                                        </p:tgtEl>
                                        <p:attrNameLst>
                                          <p:attrName>ppt_x</p:attrName>
                                        </p:attrNameLst>
                                      </p:cBhvr>
                                      <p:tavLst>
                                        <p:tav tm="0">
                                          <p:val>
                                            <p:strVal val="#ppt_x"/>
                                          </p:val>
                                        </p:tav>
                                        <p:tav tm="100000">
                                          <p:val>
                                            <p:strVal val="#ppt_x"/>
                                          </p:val>
                                        </p:tav>
                                      </p:tavLst>
                                    </p:anim>
                                    <p:anim calcmode="lin" valueType="num">
                                      <p:cBhvr>
                                        <p:cTn dur="1000" fill="hold" id="21"/>
                                        <p:tgtEl>
                                          <p:spTgt spid="10500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fill="hold" id="22">
                      <p:stCondLst>
                        <p:cond delay="indefinite"/>
                      </p:stCondLst>
                      <p:childTnLst>
                        <p:par>
                          <p:cTn fill="hold" id="23">
                            <p:stCondLst>
                              <p:cond delay="0"/>
                            </p:stCondLst>
                            <p:childTnLst>
                              <p:par>
                                <p:cTn fill="hold" id="24" nodeType="clickEffect" presetClass="entr" presetID="42" presetSubtype="0">
                                  <p:stCondLst>
                                    <p:cond delay="0"/>
                                  </p:stCondLst>
                                  <p:childTnLst>
                                    <p:set>
                                      <p:cBhvr>
                                        <p:cTn dur="1" fill="hold" id="25">
                                          <p:stCondLst>
                                            <p:cond delay="0"/>
                                          </p:stCondLst>
                                        </p:cTn>
                                        <p:tgtEl>
                                          <p:spTgt spid="1050010">
                                            <p:txEl>
                                              <p:pRg st="5" end="5"/>
                                            </p:txEl>
                                          </p:spTgt>
                                        </p:tgtEl>
                                        <p:attrNameLst>
                                          <p:attrName>style.visibility</p:attrName>
                                        </p:attrNameLst>
                                      </p:cBhvr>
                                      <p:to>
                                        <p:strVal val="visible"/>
                                      </p:to>
                                    </p:set>
                                    <p:animEffect transition="in" filter="fade">
                                      <p:cBhvr>
                                        <p:cTn dur="1000" id="26"/>
                                        <p:tgtEl>
                                          <p:spTgt spid="1050010">
                                            <p:txEl>
                                              <p:pRg st="5" end="5"/>
                                            </p:txEl>
                                          </p:spTgt>
                                        </p:tgtEl>
                                      </p:cBhvr>
                                    </p:animEffect>
                                    <p:anim calcmode="lin" valueType="num">
                                      <p:cBhvr>
                                        <p:cTn dur="1000" fill="hold" id="27"/>
                                        <p:tgtEl>
                                          <p:spTgt spid="1050010">
                                            <p:txEl>
                                              <p:pRg st="5" end="5"/>
                                            </p:txEl>
                                          </p:spTgt>
                                        </p:tgtEl>
                                        <p:attrNameLst>
                                          <p:attrName>ppt_x</p:attrName>
                                        </p:attrNameLst>
                                      </p:cBhvr>
                                      <p:tavLst>
                                        <p:tav tm="0">
                                          <p:val>
                                            <p:strVal val="#ppt_x"/>
                                          </p:val>
                                        </p:tav>
                                        <p:tav tm="100000">
                                          <p:val>
                                            <p:strVal val="#ppt_x"/>
                                          </p:val>
                                        </p:tav>
                                      </p:tavLst>
                                    </p:anim>
                                    <p:anim calcmode="lin" valueType="num">
                                      <p:cBhvr>
                                        <p:cTn dur="1000" fill="hold" id="28"/>
                                        <p:tgtEl>
                                          <p:spTgt spid="1050010">
                                            <p:txEl>
                                              <p:pRg st="5" end="5"/>
                                            </p:txEl>
                                          </p:spTgt>
                                        </p:tgtEl>
                                        <p:attrNameLst>
                                          <p:attrName>ppt_y</p:attrName>
                                        </p:attrNameLst>
                                      </p:cBhvr>
                                      <p:tavLst>
                                        <p:tav tm="0">
                                          <p:val>
                                            <p:strVal val="#ppt_y+.1"/>
                                          </p:val>
                                        </p:tav>
                                        <p:tav tm="100000">
                                          <p:val>
                                            <p:strVal val="#ppt_y"/>
                                          </p:val>
                                        </p:tav>
                                      </p:tavLst>
                                    </p:anim>
                                  </p:childTnLst>
                                </p:cTn>
                              </p:par>
                              <p:par>
                                <p:cTn fill="hold" id="29" nodeType="withEffect" presetClass="entr" presetID="42" presetSubtype="0">
                                  <p:stCondLst>
                                    <p:cond delay="0"/>
                                  </p:stCondLst>
                                  <p:childTnLst>
                                    <p:set>
                                      <p:cBhvr>
                                        <p:cTn dur="1" fill="hold" id="30">
                                          <p:stCondLst>
                                            <p:cond delay="0"/>
                                          </p:stCondLst>
                                        </p:cTn>
                                        <p:tgtEl>
                                          <p:spTgt spid="1050010">
                                            <p:txEl>
                                              <p:pRg st="9" end="9"/>
                                            </p:txEl>
                                          </p:spTgt>
                                        </p:tgtEl>
                                        <p:attrNameLst>
                                          <p:attrName>style.visibility</p:attrName>
                                        </p:attrNameLst>
                                      </p:cBhvr>
                                      <p:to>
                                        <p:strVal val="visible"/>
                                      </p:to>
                                    </p:set>
                                    <p:animEffect transition="in" filter="fade">
                                      <p:cBhvr>
                                        <p:cTn dur="1000" id="31"/>
                                        <p:tgtEl>
                                          <p:spTgt spid="1050010">
                                            <p:txEl>
                                              <p:pRg st="9" end="9"/>
                                            </p:txEl>
                                          </p:spTgt>
                                        </p:tgtEl>
                                      </p:cBhvr>
                                    </p:animEffect>
                                    <p:anim calcmode="lin" valueType="num">
                                      <p:cBhvr>
                                        <p:cTn dur="1000" fill="hold" id="32"/>
                                        <p:tgtEl>
                                          <p:spTgt spid="1050010">
                                            <p:txEl>
                                              <p:pRg st="9" end="9"/>
                                            </p:txEl>
                                          </p:spTgt>
                                        </p:tgtEl>
                                        <p:attrNameLst>
                                          <p:attrName>ppt_x</p:attrName>
                                        </p:attrNameLst>
                                      </p:cBhvr>
                                      <p:tavLst>
                                        <p:tav tm="0">
                                          <p:val>
                                            <p:strVal val="#ppt_x"/>
                                          </p:val>
                                        </p:tav>
                                        <p:tav tm="100000">
                                          <p:val>
                                            <p:strVal val="#ppt_x"/>
                                          </p:val>
                                        </p:tav>
                                      </p:tavLst>
                                    </p:anim>
                                    <p:anim calcmode="lin" valueType="num">
                                      <p:cBhvr>
                                        <p:cTn dur="1000" fill="hold" id="33"/>
                                        <p:tgtEl>
                                          <p:spTgt spid="1050010">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fill="hold" id="34" nodeType="clickPar">
                      <p:stCondLst>
                        <p:cond delay="indefinite"/>
                      </p:stCondLst>
                      <p:childTnLst>
                        <p:par>
                          <p:cTn fill="hold" id="35" nodeType="withGroup">
                            <p:stCondLst>
                              <p:cond delay="0"/>
                            </p:stCondLst>
                            <p:childTnLst>
                              <p:par>
                                <p:cTn fill="hold" id="36" nodeType="clickEffect" presetClass="entr" presetID="42" presetSubtype="0">
                                  <p:stCondLst>
                                    <p:cond delay="0"/>
                                  </p:stCondLst>
                                  <p:childTnLst>
                                    <p:set>
                                      <p:cBhvr>
                                        <p:cTn dur="1" fill="hold" id="37">
                                          <p:stCondLst>
                                            <p:cond delay="0"/>
                                          </p:stCondLst>
                                        </p:cTn>
                                        <p:tgtEl>
                                          <p:spTgt spid="1050010">
                                            <p:txEl>
                                              <p:pRg st="6" end="6"/>
                                            </p:txEl>
                                          </p:spTgt>
                                        </p:tgtEl>
                                        <p:attrNameLst>
                                          <p:attrName>style.visibility</p:attrName>
                                        </p:attrNameLst>
                                      </p:cBhvr>
                                      <p:to>
                                        <p:strVal val="visible"/>
                                      </p:to>
                                    </p:set>
                                    <p:animEffect transition="in" filter="fade">
                                      <p:cBhvr>
                                        <p:cTn dur="1000" id="38"/>
                                        <p:tgtEl>
                                          <p:spTgt spid="1050010">
                                            <p:txEl>
                                              <p:pRg st="6" end="6"/>
                                            </p:txEl>
                                          </p:spTgt>
                                        </p:tgtEl>
                                      </p:cBhvr>
                                    </p:animEffect>
                                    <p:anim calcmode="lin" valueType="num">
                                      <p:cBhvr>
                                        <p:cTn dur="1000" fill="hold" id="39"/>
                                        <p:tgtEl>
                                          <p:spTgt spid="1050010">
                                            <p:txEl>
                                              <p:pRg st="6" end="6"/>
                                            </p:txEl>
                                          </p:spTgt>
                                        </p:tgtEl>
                                        <p:attrNameLst>
                                          <p:attrName>ppt_x</p:attrName>
                                        </p:attrNameLst>
                                      </p:cBhvr>
                                      <p:tavLst>
                                        <p:tav tm="0">
                                          <p:val>
                                            <p:strVal val="#ppt_x"/>
                                          </p:val>
                                        </p:tav>
                                        <p:tav tm="100000">
                                          <p:val>
                                            <p:strVal val="#ppt_x"/>
                                          </p:val>
                                        </p:tav>
                                      </p:tavLst>
                                    </p:anim>
                                    <p:anim calcmode="lin" valueType="num">
                                      <p:cBhvr>
                                        <p:cTn dur="1000" fill="hold" id="40"/>
                                        <p:tgtEl>
                                          <p:spTgt spid="1050010">
                                            <p:txEl>
                                              <p:pRg st="6" end="6"/>
                                            </p:txEl>
                                          </p:spTgt>
                                        </p:tgtEl>
                                        <p:attrNameLst>
                                          <p:attrName>ppt_y</p:attrName>
                                        </p:attrNameLst>
                                      </p:cBhvr>
                                      <p:tavLst>
                                        <p:tav tm="0">
                                          <p:val>
                                            <p:strVal val="#ppt_y+.1"/>
                                          </p:val>
                                        </p:tav>
                                        <p:tav tm="100000">
                                          <p:val>
                                            <p:strVal val="#ppt_y"/>
                                          </p:val>
                                        </p:tav>
                                      </p:tavLst>
                                    </p:anim>
                                  </p:childTnLst>
                                </p:cTn>
                              </p:par>
                              <p:par>
                                <p:cTn fill="hold" id="41" nodeType="withEffect" presetClass="entr" presetID="42" presetSubtype="0">
                                  <p:stCondLst>
                                    <p:cond delay="0"/>
                                  </p:stCondLst>
                                  <p:childTnLst>
                                    <p:set>
                                      <p:cBhvr>
                                        <p:cTn dur="1" fill="hold" id="42">
                                          <p:stCondLst>
                                            <p:cond delay="0"/>
                                          </p:stCondLst>
                                        </p:cTn>
                                        <p:tgtEl>
                                          <p:spTgt spid="1050010">
                                            <p:txEl>
                                              <p:pRg st="7" end="7"/>
                                            </p:txEl>
                                          </p:spTgt>
                                        </p:tgtEl>
                                        <p:attrNameLst>
                                          <p:attrName>style.visibility</p:attrName>
                                        </p:attrNameLst>
                                      </p:cBhvr>
                                      <p:to>
                                        <p:strVal val="visible"/>
                                      </p:to>
                                    </p:set>
                                    <p:animEffect transition="in" filter="fade">
                                      <p:cBhvr>
                                        <p:cTn dur="1000" id="43"/>
                                        <p:tgtEl>
                                          <p:spTgt spid="1050010">
                                            <p:txEl>
                                              <p:pRg st="7" end="7"/>
                                            </p:txEl>
                                          </p:spTgt>
                                        </p:tgtEl>
                                      </p:cBhvr>
                                    </p:animEffect>
                                    <p:anim calcmode="lin" valueType="num">
                                      <p:cBhvr>
                                        <p:cTn dur="1000" fill="hold" id="44"/>
                                        <p:tgtEl>
                                          <p:spTgt spid="1050010">
                                            <p:txEl>
                                              <p:pRg st="7" end="7"/>
                                            </p:txEl>
                                          </p:spTgt>
                                        </p:tgtEl>
                                        <p:attrNameLst>
                                          <p:attrName>ppt_x</p:attrName>
                                        </p:attrNameLst>
                                      </p:cBhvr>
                                      <p:tavLst>
                                        <p:tav tm="0">
                                          <p:val>
                                            <p:strVal val="#ppt_x"/>
                                          </p:val>
                                        </p:tav>
                                        <p:tav tm="100000">
                                          <p:val>
                                            <p:strVal val="#ppt_x"/>
                                          </p:val>
                                        </p:tav>
                                      </p:tavLst>
                                    </p:anim>
                                    <p:anim calcmode="lin" valueType="num">
                                      <p:cBhvr>
                                        <p:cTn dur="1000" fill="hold" id="45"/>
                                        <p:tgtEl>
                                          <p:spTgt spid="1050010">
                                            <p:txEl>
                                              <p:pRg st="7" end="7"/>
                                            </p:txEl>
                                          </p:spTgt>
                                        </p:tgtEl>
                                        <p:attrNameLst>
                                          <p:attrName>ppt_y</p:attrName>
                                        </p:attrNameLst>
                                      </p:cBhvr>
                                      <p:tavLst>
                                        <p:tav tm="0">
                                          <p:val>
                                            <p:strVal val="#ppt_y+.1"/>
                                          </p:val>
                                        </p:tav>
                                        <p:tav tm="100000">
                                          <p:val>
                                            <p:strVal val="#ppt_y"/>
                                          </p:val>
                                        </p:tav>
                                      </p:tavLst>
                                    </p:anim>
                                  </p:childTnLst>
                                </p:cTn>
                              </p:par>
                              <p:par>
                                <p:cTn fill="hold" id="46" nodeType="withEffect" presetClass="entr" presetID="42" presetSubtype="0">
                                  <p:stCondLst>
                                    <p:cond delay="0"/>
                                  </p:stCondLst>
                                  <p:childTnLst>
                                    <p:set>
                                      <p:cBhvr>
                                        <p:cTn dur="1" fill="hold" id="47">
                                          <p:stCondLst>
                                            <p:cond delay="0"/>
                                          </p:stCondLst>
                                        </p:cTn>
                                        <p:tgtEl>
                                          <p:spTgt spid="1050010">
                                            <p:txEl>
                                              <p:pRg st="8" end="8"/>
                                            </p:txEl>
                                          </p:spTgt>
                                        </p:tgtEl>
                                        <p:attrNameLst>
                                          <p:attrName>style.visibility</p:attrName>
                                        </p:attrNameLst>
                                      </p:cBhvr>
                                      <p:to>
                                        <p:strVal val="visible"/>
                                      </p:to>
                                    </p:set>
                                    <p:animEffect transition="in" filter="fade">
                                      <p:cBhvr>
                                        <p:cTn dur="1000" id="48"/>
                                        <p:tgtEl>
                                          <p:spTgt spid="1050010">
                                            <p:txEl>
                                              <p:pRg st="8" end="8"/>
                                            </p:txEl>
                                          </p:spTgt>
                                        </p:tgtEl>
                                      </p:cBhvr>
                                    </p:animEffect>
                                    <p:anim calcmode="lin" valueType="num">
                                      <p:cBhvr>
                                        <p:cTn dur="1000" fill="hold" id="49"/>
                                        <p:tgtEl>
                                          <p:spTgt spid="1050010">
                                            <p:txEl>
                                              <p:pRg st="8" end="8"/>
                                            </p:txEl>
                                          </p:spTgt>
                                        </p:tgtEl>
                                        <p:attrNameLst>
                                          <p:attrName>ppt_x</p:attrName>
                                        </p:attrNameLst>
                                      </p:cBhvr>
                                      <p:tavLst>
                                        <p:tav tm="0">
                                          <p:val>
                                            <p:strVal val="#ppt_x"/>
                                          </p:val>
                                        </p:tav>
                                        <p:tav tm="100000">
                                          <p:val>
                                            <p:strVal val="#ppt_x"/>
                                          </p:val>
                                        </p:tav>
                                      </p:tavLst>
                                    </p:anim>
                                    <p:anim calcmode="lin" valueType="num">
                                      <p:cBhvr>
                                        <p:cTn dur="1000" fill="hold" id="50"/>
                                        <p:tgtEl>
                                          <p:spTgt spid="1050010">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fill="hold" id="51" nodeType="clickPar">
                      <p:stCondLst>
                        <p:cond delay="indefinite"/>
                      </p:stCondLst>
                      <p:childTnLst>
                        <p:par>
                          <p:cTn fill="hold" id="52" nodeType="withGroup">
                            <p:stCondLst>
                              <p:cond delay="0"/>
                            </p:stCondLst>
                            <p:childTnLst>
                              <p:par>
                                <p:cTn fill="hold" id="53" nodeType="clickEffect" presetClass="entr" presetID="42" presetSubtype="0">
                                  <p:stCondLst>
                                    <p:cond delay="0"/>
                                  </p:stCondLst>
                                  <p:childTnLst>
                                    <p:set>
                                      <p:cBhvr>
                                        <p:cTn dur="1" fill="hold" id="54">
                                          <p:stCondLst>
                                            <p:cond delay="0"/>
                                          </p:stCondLst>
                                        </p:cTn>
                                        <p:tgtEl>
                                          <p:spTgt spid="1050010">
                                            <p:txEl>
                                              <p:pRg st="10" end="10"/>
                                            </p:txEl>
                                          </p:spTgt>
                                        </p:tgtEl>
                                        <p:attrNameLst>
                                          <p:attrName>style.visibility</p:attrName>
                                        </p:attrNameLst>
                                      </p:cBhvr>
                                      <p:to>
                                        <p:strVal val="visible"/>
                                      </p:to>
                                    </p:set>
                                    <p:animEffect transition="in" filter="fade">
                                      <p:cBhvr>
                                        <p:cTn dur="1000" id="55"/>
                                        <p:tgtEl>
                                          <p:spTgt spid="1050010">
                                            <p:txEl>
                                              <p:pRg st="10" end="10"/>
                                            </p:txEl>
                                          </p:spTgt>
                                        </p:tgtEl>
                                      </p:cBhvr>
                                    </p:animEffect>
                                    <p:anim calcmode="lin" valueType="num">
                                      <p:cBhvr>
                                        <p:cTn dur="1000" fill="hold" id="56"/>
                                        <p:tgtEl>
                                          <p:spTgt spid="1050010">
                                            <p:txEl>
                                              <p:pRg st="10" end="10"/>
                                            </p:txEl>
                                          </p:spTgt>
                                        </p:tgtEl>
                                        <p:attrNameLst>
                                          <p:attrName>ppt_x</p:attrName>
                                        </p:attrNameLst>
                                      </p:cBhvr>
                                      <p:tavLst>
                                        <p:tav tm="0">
                                          <p:val>
                                            <p:strVal val="#ppt_x"/>
                                          </p:val>
                                        </p:tav>
                                        <p:tav tm="100000">
                                          <p:val>
                                            <p:strVal val="#ppt_x"/>
                                          </p:val>
                                        </p:tav>
                                      </p:tavLst>
                                    </p:anim>
                                    <p:anim calcmode="lin" valueType="num">
                                      <p:cBhvr>
                                        <p:cTn dur="1000" fill="hold" id="57"/>
                                        <p:tgtEl>
                                          <p:spTgt spid="1050010">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327" name=""/>
        <p:cNvGrpSpPr/>
        <p:nvPr/>
      </p:nvGrpSpPr>
      <p:grpSpPr>
        <a:xfrm>
          <a:off x="0" y="0"/>
          <a:ext cx="0" cy="0"/>
          <a:chOff x="0" y="0"/>
          <a:chExt cx="0" cy="0"/>
        </a:xfrm>
      </p:grpSpPr>
      <p:sp>
        <p:nvSpPr>
          <p:cNvPr id="1050011" name="Rectangle 2"/>
          <p:cNvSpPr>
            <a:spLocks noGrp="1" noChangeArrowheads="1"/>
          </p:cNvSpPr>
          <p:nvPr>
            <p:ph type="title"/>
          </p:nvPr>
        </p:nvSpPr>
        <p:spPr>
          <a:xfrm>
            <a:off x="873919" y="5829993"/>
            <a:ext cx="7886700" cy="787373"/>
          </a:xfrm>
        </p:spPr>
        <p:txBody>
          <a:bodyPr/>
          <a:p>
            <a:r>
              <a:rPr altLang="zh-CN" dirty="0" lang="en-US">
                <a:solidFill>
                  <a:srgbClr val="FF0000"/>
                </a:solidFill>
              </a:rPr>
              <a:t>B G H F C L K J I D E</a:t>
            </a:r>
            <a:endParaRPr altLang="zh-CN" dirty="0" lang="zh-CN">
              <a:solidFill>
                <a:srgbClr val="FF0000"/>
              </a:solidFill>
            </a:endParaRPr>
          </a:p>
        </p:txBody>
      </p:sp>
      <p:sp>
        <p:nvSpPr>
          <p:cNvPr id="1050012" name="Rectangle 3"/>
          <p:cNvSpPr>
            <a:spLocks noGrp="1" noChangeArrowheads="1"/>
          </p:cNvSpPr>
          <p:nvPr>
            <p:ph idx="1"/>
          </p:nvPr>
        </p:nvSpPr>
        <p:spPr/>
        <p:txBody>
          <a:bodyPr/>
          <a:p>
            <a:pPr eaLnBrk="1" hangingPunct="1"/>
            <a:r>
              <a:rPr altLang="en-US" dirty="0" lang="zh-CN"/>
              <a:t>例：给出下面的广义表进行删除时的结点删除的顺序 </a:t>
            </a:r>
          </a:p>
        </p:txBody>
      </p:sp>
      <p:pic>
        <p:nvPicPr>
          <p:cNvPr id="2097206" name="Picture 5"/>
          <p:cNvPicPr>
            <a:picLocks noChangeAspect="1" noChangeArrowheads="1"/>
          </p:cNvPicPr>
          <p:nvPr/>
        </p:nvPicPr>
        <p:blipFill>
          <a:blip xmlns:r="http://schemas.openxmlformats.org/officeDocument/2006/relationships" r:embed="rId1"/>
          <a:srcRect/>
          <a:stretch>
            <a:fillRect/>
          </a:stretch>
        </p:blipFill>
        <p:spPr bwMode="auto">
          <a:xfrm>
            <a:off x="76200" y="2743200"/>
            <a:ext cx="8929688" cy="2895600"/>
          </a:xfrm>
          <a:prstGeom prst="rect"/>
          <a:noFill/>
          <a:ln>
            <a:noFill/>
          </a:ln>
          <a:effectLst/>
        </p:spPr>
      </p:pic>
      <p:cxnSp>
        <p:nvCxnSpPr>
          <p:cNvPr id="3145734" name="直接连接符 2"/>
          <p:cNvCxnSpPr>
            <a:cxnSpLocks/>
          </p:cNvCxnSpPr>
          <p:nvPr/>
        </p:nvCxnSpPr>
        <p:spPr>
          <a:xfrm>
            <a:off x="1379911" y="6572595"/>
            <a:ext cx="1252451" cy="0"/>
          </a:xfrm>
          <a:prstGeom prst="line"/>
        </p:spPr>
        <p:style>
          <a:lnRef idx="3">
            <a:schemeClr val="accent2"/>
          </a:lnRef>
          <a:fillRef idx="0">
            <a:schemeClr val="accent2"/>
          </a:fillRef>
          <a:effectRef idx="2">
            <a:schemeClr val="accent2"/>
          </a:effectRef>
          <a:fontRef idx="minor">
            <a:schemeClr val="tx1"/>
          </a:fontRef>
        </p:style>
      </p:cxnSp>
      <p:cxnSp>
        <p:nvCxnSpPr>
          <p:cNvPr id="3145735" name="直接连接符 6"/>
          <p:cNvCxnSpPr>
            <a:cxnSpLocks/>
          </p:cNvCxnSpPr>
          <p:nvPr/>
        </p:nvCxnSpPr>
        <p:spPr>
          <a:xfrm>
            <a:off x="3144980" y="6586885"/>
            <a:ext cx="1252451" cy="0"/>
          </a:xfrm>
          <a:prstGeom prst="line"/>
        </p:spPr>
        <p:style>
          <a:lnRef idx="3">
            <a:schemeClr val="accent2"/>
          </a:lnRef>
          <a:fillRef idx="0">
            <a:schemeClr val="accent2"/>
          </a:fillRef>
          <a:effectRef idx="2">
            <a:schemeClr val="accent2"/>
          </a:effectRef>
          <a:fontRef idx="minor">
            <a:schemeClr val="tx1"/>
          </a:fontRef>
        </p:style>
      </p:cxnSp>
      <p:cxnSp>
        <p:nvCxnSpPr>
          <p:cNvPr id="3145736" name="直接连接符 7"/>
          <p:cNvCxnSpPr>
            <a:cxnSpLocks/>
          </p:cNvCxnSpPr>
          <p:nvPr/>
        </p:nvCxnSpPr>
        <p:spPr>
          <a:xfrm>
            <a:off x="3192084" y="6486697"/>
            <a:ext cx="615144" cy="0"/>
          </a:xfrm>
          <a:prstGeom prst="line"/>
        </p:spPr>
        <p:style>
          <a:lnRef idx="3">
            <a:schemeClr val="accent2"/>
          </a:lnRef>
          <a:fillRef idx="0">
            <a:schemeClr val="accent2"/>
          </a:fillRef>
          <a:effectRef idx="2">
            <a:schemeClr val="accent2"/>
          </a:effectRef>
          <a:fontRef idx="minor">
            <a:schemeClr val="tx1"/>
          </a:fontRef>
        </p:style>
      </p:cxnSp>
      <p:sp>
        <p:nvSpPr>
          <p:cNvPr id="1050013" name="箭头: 上弧形 10"/>
          <p:cNvSpPr/>
          <p:nvPr/>
        </p:nvSpPr>
        <p:spPr>
          <a:xfrm>
            <a:off x="1923010" y="5719156"/>
            <a:ext cx="991985" cy="254921"/>
          </a:xfrm>
          <a:prstGeom prst="curvedDownArrow">
            <a:avLst>
              <a:gd name="adj1" fmla="val 25000"/>
              <a:gd name="adj2" fmla="val 50000"/>
              <a:gd name="adj3" fmla="val 2500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prstTxWarp prst="textNoShape"/>
            <a:noAutofit/>
          </a:bodyPr>
          <a:p>
            <a:pPr algn="ctr"/>
            <a:endParaRPr altLang="en-US" b="1" lang="zh-CN">
              <a:ln w="22225">
                <a:solidFill>
                  <a:schemeClr val="accent2"/>
                </a:solidFill>
                <a:prstDash val="solid"/>
              </a:ln>
              <a:solidFill>
                <a:schemeClr val="accent2">
                  <a:lumMod val="40000"/>
                  <a:lumOff val="60000"/>
                </a:schemeClr>
              </a:solidFill>
            </a:endParaRPr>
          </a:p>
        </p:txBody>
      </p:sp>
      <p:sp>
        <p:nvSpPr>
          <p:cNvPr id="1050014" name="箭头: 上弧形 14"/>
          <p:cNvSpPr/>
          <p:nvPr/>
        </p:nvSpPr>
        <p:spPr>
          <a:xfrm>
            <a:off x="3192085" y="5719156"/>
            <a:ext cx="772002" cy="214743"/>
          </a:xfrm>
          <a:prstGeom prst="curvedDownArrow">
            <a:avLst>
              <a:gd name="adj1" fmla="val 25000"/>
              <a:gd name="adj2" fmla="val 50000"/>
              <a:gd name="adj3" fmla="val 2500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prstTxWarp prst="textNoShape"/>
            <a:noAutofit/>
          </a:bodyPr>
          <a:p>
            <a:pPr algn="ctr"/>
            <a:endParaRPr altLang="en-US" b="1" lang="zh-CN">
              <a:ln w="22225">
                <a:solidFill>
                  <a:schemeClr val="accent2"/>
                </a:solidFill>
                <a:prstDash val="solid"/>
              </a:ln>
              <a:solidFill>
                <a:schemeClr val="accent2">
                  <a:lumMod val="40000"/>
                  <a:lumOff val="60000"/>
                </a:schemeClr>
              </a:solidFill>
            </a:endParaRPr>
          </a:p>
        </p:txBody>
      </p:sp>
      <p:sp>
        <p:nvSpPr>
          <p:cNvPr id="1050015" name="箭头: 上弧形 15"/>
          <p:cNvSpPr/>
          <p:nvPr/>
        </p:nvSpPr>
        <p:spPr>
          <a:xfrm>
            <a:off x="4064923" y="5749637"/>
            <a:ext cx="552450" cy="224440"/>
          </a:xfrm>
          <a:prstGeom prst="curvedDownArrow">
            <a:avLst>
              <a:gd name="adj1" fmla="val 25000"/>
              <a:gd name="adj2" fmla="val 50000"/>
              <a:gd name="adj3" fmla="val 2500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prstTxWarp prst="textNoShape"/>
            <a:noAutofit/>
          </a:bodyPr>
          <a:p>
            <a:pPr algn="ctr"/>
            <a:endParaRPr altLang="en-US" b="1" lang="zh-CN">
              <a:ln w="22225">
                <a:solidFill>
                  <a:schemeClr val="accent2"/>
                </a:solidFill>
                <a:prstDash val="solid"/>
              </a:ln>
              <a:solidFill>
                <a:schemeClr val="accent2">
                  <a:lumMod val="40000"/>
                  <a:lumOff val="60000"/>
                </a:schemeClr>
              </a:solidFill>
            </a:endParaRPr>
          </a:p>
        </p:txBody>
      </p:sp>
      <mc:AlternateContent xmlns:mc="http://schemas.openxmlformats.org/markup-compatibility/2006">
        <mc:Choice xmlns:p14="http://schemas.microsoft.com/office/powerpoint/2010/main" Requires="p14">
          <p:contentPart p14:bwMode="auto" r:id="rId2">
            <p14:nvContentPartPr>
              <p14:cNvPr id="1050197" name=""/>
              <p14:cNvContentPartPr/>
              <p14:nvPr/>
            </p14:nvContentPartPr>
            <p14:xfrm>
              <a:off x="0" y="0"/>
              <a:ext cx="0" cy="0"/>
            </p14:xfrm>
          </p:contentPart>
        </mc:Choice>
        <mc:Fallback>
          <p:sp>
            <p:nvSpPr>
              <p:cNvPr id="1050197"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3">
            <p14:nvContentPartPr>
              <p14:cNvPr id="1050198" name=""/>
              <p14:cNvContentPartPr/>
              <p14:nvPr/>
            </p14:nvContentPartPr>
            <p14:xfrm>
              <a:off x="0" y="0"/>
              <a:ext cx="0" cy="0"/>
            </p14:xfrm>
          </p:contentPart>
        </mc:Choice>
        <mc:Fallback>
          <p:sp>
            <p:nvSpPr>
              <p:cNvPr id="1050198"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
            <p14:nvContentPartPr>
              <p14:cNvPr id="1050199" name=""/>
              <p14:cNvContentPartPr/>
              <p14:nvPr/>
            </p14:nvContentPartPr>
            <p14:xfrm>
              <a:off x="0" y="0"/>
              <a:ext cx="0" cy="0"/>
            </p14:xfrm>
          </p:contentPart>
        </mc:Choice>
        <mc:Fallback>
          <p:sp>
            <p:nvSpPr>
              <p:cNvPr id="1050199"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5">
            <p14:nvContentPartPr>
              <p14:cNvPr id="1050200" name=""/>
              <p14:cNvContentPartPr/>
              <p14:nvPr/>
            </p14:nvContentPartPr>
            <p14:xfrm>
              <a:off x="2594458" y="2694118"/>
              <a:ext cx="9183" cy="154466"/>
            </p14:xfrm>
          </p:contentPart>
        </mc:Choice>
        <mc:Fallback>
          <p:sp>
            <p:nvSpPr>
              <p:cNvPr id="1050200" name=""/>
              <p:cNvSpPr/>
              <p:nvPr/>
            </p:nvSpPr>
            <p:spPr>
              <a:xfrm>
                <a:off x="2594458" y="2694118"/>
                <a:ext cx="9183" cy="154466"/>
              </a:xfrm>
            </p:spPr>
          </p:sp>
        </mc:Fallback>
      </mc:AlternateContent>
      <mc:AlternateContent xmlns:mc="http://schemas.openxmlformats.org/markup-compatibility/2006">
        <mc:Choice xmlns:p14="http://schemas.microsoft.com/office/powerpoint/2010/main" Requires="p14">
          <p:contentPart p14:bwMode="auto" r:id="rId6">
            <p14:nvContentPartPr>
              <p14:cNvPr id="1050201" name=""/>
              <p14:cNvContentPartPr/>
              <p14:nvPr/>
            </p14:nvContentPartPr>
            <p14:xfrm>
              <a:off x="3101443" y="3924241"/>
              <a:ext cx="176108" cy="95090"/>
            </p14:xfrm>
          </p:contentPart>
        </mc:Choice>
        <mc:Fallback>
          <p:sp>
            <p:nvSpPr>
              <p:cNvPr id="1050201" name=""/>
              <p:cNvSpPr/>
              <p:nvPr/>
            </p:nvSpPr>
            <p:spPr>
              <a:xfrm>
                <a:off x="3101443" y="3924241"/>
                <a:ext cx="176108" cy="95090"/>
              </a:xfrm>
            </p:spPr>
          </p:sp>
        </mc:Fallback>
      </mc:AlternateContent>
      <mc:AlternateContent xmlns:mc="http://schemas.openxmlformats.org/markup-compatibility/2006">
        <mc:Choice xmlns:p14="http://schemas.microsoft.com/office/powerpoint/2010/main" Requires="p14">
          <p:contentPart p14:bwMode="auto" r:id="rId7">
            <p14:nvContentPartPr>
              <p14:cNvPr id="1050202" name=""/>
              <p14:cNvContentPartPr/>
              <p14:nvPr/>
            </p14:nvContentPartPr>
            <p14:xfrm>
              <a:off x="4420204" y="3929037"/>
              <a:ext cx="133311" cy="240401"/>
            </p14:xfrm>
          </p:contentPart>
        </mc:Choice>
        <mc:Fallback>
          <p:sp>
            <p:nvSpPr>
              <p:cNvPr id="1050202" name=""/>
              <p:cNvSpPr/>
              <p:nvPr/>
            </p:nvSpPr>
            <p:spPr>
              <a:xfrm>
                <a:off x="4420204" y="3929037"/>
                <a:ext cx="133311" cy="240401"/>
              </a:xfrm>
            </p:spPr>
          </p:sp>
        </mc:Fallback>
      </mc:AlternateContent>
      <mc:AlternateContent xmlns:mc="http://schemas.openxmlformats.org/markup-compatibility/2006">
        <mc:Choice xmlns:p14="http://schemas.microsoft.com/office/powerpoint/2010/main" Requires="p14">
          <p:contentPart p14:bwMode="auto" r:id="rId8">
            <p14:nvContentPartPr>
              <p14:cNvPr id="1050203" name=""/>
              <p14:cNvContentPartPr/>
              <p14:nvPr/>
            </p14:nvContentPartPr>
            <p14:xfrm>
              <a:off x="1885279" y="3967388"/>
              <a:ext cx="149413" cy="464301"/>
            </p14:xfrm>
          </p:contentPart>
        </mc:Choice>
        <mc:Fallback>
          <p:sp>
            <p:nvSpPr>
              <p:cNvPr id="1050203" name=""/>
              <p:cNvSpPr/>
              <p:nvPr/>
            </p:nvSpPr>
            <p:spPr>
              <a:xfrm>
                <a:off x="1885279" y="3967388"/>
                <a:ext cx="149413" cy="464301"/>
              </a:xfrm>
            </p:spPr>
          </p:sp>
        </mc:Fallback>
      </mc:AlternateContent>
      <mc:AlternateContent xmlns:mc="http://schemas.openxmlformats.org/markup-compatibility/2006">
        <mc:Choice xmlns:p14="http://schemas.microsoft.com/office/powerpoint/2010/main" Requires="p14">
          <p:contentPart p14:bwMode="auto" r:id="rId9">
            <p14:nvContentPartPr>
              <p14:cNvPr id="1050204" name=""/>
              <p14:cNvContentPartPr/>
              <p14:nvPr/>
            </p14:nvContentPartPr>
            <p14:xfrm>
              <a:off x="4100785" y="2879355"/>
              <a:ext cx="172184" cy="220346"/>
            </p14:xfrm>
          </p:contentPart>
        </mc:Choice>
        <mc:Fallback>
          <p:sp>
            <p:nvSpPr>
              <p:cNvPr id="1050204" name=""/>
              <p:cNvSpPr/>
              <p:nvPr/>
            </p:nvSpPr>
            <p:spPr>
              <a:xfrm>
                <a:off x="4100785" y="2879355"/>
                <a:ext cx="172184" cy="220346"/>
              </a:xfrm>
            </p:spPr>
          </p:sp>
        </mc:Fallback>
      </mc:AlternateContent>
      <mc:AlternateContent xmlns:mc="http://schemas.openxmlformats.org/markup-compatibility/2006">
        <mc:Choice xmlns:p14="http://schemas.microsoft.com/office/powerpoint/2010/main" Requires="p14">
          <p:contentPart p14:bwMode="auto" r:id="rId10">
            <p14:nvContentPartPr>
              <p14:cNvPr id="1050205" name=""/>
              <p14:cNvContentPartPr/>
              <p14:nvPr/>
            </p14:nvContentPartPr>
            <p14:xfrm>
              <a:off x="4165212" y="2808313"/>
              <a:ext cx="56021" cy="35673"/>
            </p14:xfrm>
          </p:contentPart>
        </mc:Choice>
        <mc:Fallback>
          <p:sp>
            <p:nvSpPr>
              <p:cNvPr id="1050205" name=""/>
              <p:cNvSpPr/>
              <p:nvPr/>
            </p:nvSpPr>
            <p:spPr>
              <a:xfrm>
                <a:off x="4165212" y="2808313"/>
                <a:ext cx="56021" cy="35673"/>
              </a:xfrm>
            </p:spPr>
          </p:sp>
        </mc:Fallback>
      </mc:AlternateContent>
      <mc:AlternateContent xmlns:mc="http://schemas.openxmlformats.org/markup-compatibility/2006">
        <mc:Choice xmlns:p14="http://schemas.microsoft.com/office/powerpoint/2010/main" Requires="p14">
          <p:contentPart p14:bwMode="auto" r:id="rId11">
            <p14:nvContentPartPr>
              <p14:cNvPr id="1050206" name=""/>
              <p14:cNvContentPartPr/>
              <p14:nvPr/>
            </p14:nvContentPartPr>
            <p14:xfrm>
              <a:off x="8439336" y="4547096"/>
              <a:ext cx="200588" cy="392140"/>
            </p14:xfrm>
          </p:contentPart>
        </mc:Choice>
        <mc:Fallback>
          <p:sp>
            <p:nvSpPr>
              <p:cNvPr id="1050206" name=""/>
              <p:cNvSpPr/>
              <p:nvPr/>
            </p:nvSpPr>
            <p:spPr>
              <a:xfrm>
                <a:off x="8439336" y="4547096"/>
                <a:ext cx="200588" cy="392140"/>
              </a:xfrm>
            </p:spPr>
          </p:sp>
        </mc:Fallback>
      </mc:AlternateContent>
      <mc:AlternateContent xmlns:mc="http://schemas.openxmlformats.org/markup-compatibility/2006">
        <mc:Choice xmlns:p14="http://schemas.microsoft.com/office/powerpoint/2010/main" Requires="p14">
          <p:contentPart p14:bwMode="auto" r:id="rId12">
            <p14:nvContentPartPr>
              <p14:cNvPr id="1050207" name=""/>
              <p14:cNvContentPartPr/>
              <p14:nvPr/>
            </p14:nvContentPartPr>
            <p14:xfrm>
              <a:off x="7335519" y="4604383"/>
              <a:ext cx="191299" cy="368229"/>
            </p14:xfrm>
          </p:contentPart>
        </mc:Choice>
        <mc:Fallback>
          <p:sp>
            <p:nvSpPr>
              <p:cNvPr id="1050207" name=""/>
              <p:cNvSpPr/>
              <p:nvPr/>
            </p:nvSpPr>
            <p:spPr>
              <a:xfrm>
                <a:off x="7335519" y="4604383"/>
                <a:ext cx="191299" cy="368229"/>
              </a:xfrm>
            </p:spPr>
          </p:sp>
        </mc:Fallback>
      </mc:AlternateContent>
      <mc:AlternateContent xmlns:mc="http://schemas.openxmlformats.org/markup-compatibility/2006">
        <mc:Choice xmlns:p14="http://schemas.microsoft.com/office/powerpoint/2010/main" Requires="p14">
          <p:contentPart p14:bwMode="auto" r:id="rId13">
            <p14:nvContentPartPr>
              <p14:cNvPr id="1050208" name=""/>
              <p14:cNvContentPartPr/>
              <p14:nvPr/>
            </p14:nvContentPartPr>
            <p14:xfrm>
              <a:off x="7011538" y="3902682"/>
              <a:ext cx="200033" cy="305368"/>
            </p14:xfrm>
          </p:contentPart>
        </mc:Choice>
        <mc:Fallback>
          <p:sp>
            <p:nvSpPr>
              <p:cNvPr id="1050208" name=""/>
              <p:cNvSpPr/>
              <p:nvPr/>
            </p:nvSpPr>
            <p:spPr>
              <a:xfrm>
                <a:off x="7011538" y="3902682"/>
                <a:ext cx="200033" cy="305368"/>
              </a:xfrm>
            </p:spPr>
          </p:sp>
        </mc:Fallback>
      </mc:AlternateContent>
      <mc:AlternateContent xmlns:mc="http://schemas.openxmlformats.org/markup-compatibility/2006">
        <mc:Choice xmlns:p14="http://schemas.microsoft.com/office/powerpoint/2010/main" Requires="p14">
          <p:contentPart p14:bwMode="auto" r:id="rId14">
            <p14:nvContentPartPr>
              <p14:cNvPr id="1050209" name=""/>
              <p14:cNvContentPartPr/>
              <p14:nvPr/>
            </p14:nvContentPartPr>
            <p14:xfrm>
              <a:off x="5918883" y="3852075"/>
              <a:ext cx="169872" cy="398035"/>
            </p14:xfrm>
          </p:contentPart>
        </mc:Choice>
        <mc:Fallback>
          <p:sp>
            <p:nvSpPr>
              <p:cNvPr id="1050209" name=""/>
              <p:cNvSpPr/>
              <p:nvPr/>
            </p:nvSpPr>
            <p:spPr>
              <a:xfrm>
                <a:off x="5918883" y="3852075"/>
                <a:ext cx="169872" cy="398035"/>
              </a:xfrm>
            </p:spPr>
          </p:sp>
        </mc:Fallback>
      </mc:AlternateContent>
      <mc:AlternateContent xmlns:mc="http://schemas.openxmlformats.org/markup-compatibility/2006">
        <mc:Choice xmlns:p14="http://schemas.microsoft.com/office/powerpoint/2010/main" Requires="p14">
          <p:contentPart p14:bwMode="auto" r:id="rId15">
            <p14:nvContentPartPr>
              <p14:cNvPr id="1050210" name=""/>
              <p14:cNvContentPartPr/>
              <p14:nvPr/>
            </p14:nvContentPartPr>
            <p14:xfrm>
              <a:off x="5542093" y="2837392"/>
              <a:ext cx="45922" cy="326457"/>
            </p14:xfrm>
          </p:contentPart>
        </mc:Choice>
        <mc:Fallback>
          <p:sp>
            <p:nvSpPr>
              <p:cNvPr id="1050210" name=""/>
              <p:cNvSpPr/>
              <p:nvPr/>
            </p:nvSpPr>
            <p:spPr>
              <a:xfrm>
                <a:off x="5542093" y="2837392"/>
                <a:ext cx="45922" cy="326457"/>
              </a:xfrm>
            </p:spPr>
          </p:sp>
        </mc:Fallback>
      </mc:AlternateContent>
      <mc:AlternateContent xmlns:mc="http://schemas.openxmlformats.org/markup-compatibility/2006">
        <mc:Choice xmlns:p14="http://schemas.microsoft.com/office/powerpoint/2010/main" Requires="p14">
          <p:contentPart p14:bwMode="auto" r:id="rId16">
            <p14:nvContentPartPr>
              <p14:cNvPr id="1050211" name=""/>
              <p14:cNvContentPartPr/>
              <p14:nvPr/>
            </p14:nvContentPartPr>
            <p14:xfrm>
              <a:off x="5582659" y="2885226"/>
              <a:ext cx="166067" cy="217346"/>
            </p14:xfrm>
          </p:contentPart>
        </mc:Choice>
        <mc:Fallback>
          <p:sp>
            <p:nvSpPr>
              <p:cNvPr id="1050211" name=""/>
              <p:cNvSpPr/>
              <p:nvPr/>
            </p:nvSpPr>
            <p:spPr>
              <a:xfrm>
                <a:off x="5582659" y="2885226"/>
                <a:ext cx="166067" cy="217346"/>
              </a:xfrm>
            </p:spPr>
          </p:sp>
        </mc:Fallback>
      </mc:AlternateContent>
      <mc:AlternateContent xmlns:mc="http://schemas.openxmlformats.org/markup-compatibility/2006">
        <mc:Choice xmlns:p14="http://schemas.microsoft.com/office/powerpoint/2010/main" Requires="p14">
          <p:contentPart p14:bwMode="auto" r:id="rId17">
            <p14:nvContentPartPr>
              <p14:cNvPr id="1050212" name=""/>
              <p14:cNvContentPartPr/>
              <p14:nvPr/>
            </p14:nvContentPartPr>
            <p14:xfrm>
              <a:off x="6618884" y="2842188"/>
              <a:ext cx="23056" cy="372008"/>
            </p14:xfrm>
          </p:contentPart>
        </mc:Choice>
        <mc:Fallback>
          <p:sp>
            <p:nvSpPr>
              <p:cNvPr id="1050212" name=""/>
              <p:cNvSpPr/>
              <p:nvPr/>
            </p:nvSpPr>
            <p:spPr>
              <a:xfrm>
                <a:off x="6618884" y="2842188"/>
                <a:ext cx="23056" cy="372008"/>
              </a:xfrm>
            </p:spPr>
          </p:sp>
        </mc:Fallback>
      </mc:AlternateContent>
      <mc:AlternateContent xmlns:mc="http://schemas.openxmlformats.org/markup-compatibility/2006">
        <mc:Choice xmlns:p14="http://schemas.microsoft.com/office/powerpoint/2010/main" Requires="p14">
          <p:contentPart p14:bwMode="auto" r:id="rId18">
            <p14:nvContentPartPr>
              <p14:cNvPr id="1050213" name=""/>
              <p14:cNvContentPartPr/>
              <p14:nvPr/>
            </p14:nvContentPartPr>
            <p14:xfrm>
              <a:off x="6772136" y="2760060"/>
              <a:ext cx="69298" cy="577333"/>
            </p14:xfrm>
          </p:contentPart>
        </mc:Choice>
        <mc:Fallback>
          <p:sp>
            <p:nvSpPr>
              <p:cNvPr id="1050213" name=""/>
              <p:cNvSpPr/>
              <p:nvPr/>
            </p:nvSpPr>
            <p:spPr>
              <a:xfrm>
                <a:off x="6772136" y="2760060"/>
                <a:ext cx="69298" cy="577333"/>
              </a:xfrm>
            </p:spPr>
          </p:sp>
        </mc:Fallback>
      </mc:AlternateContent>
      <mc:AlternateContent xmlns:mc="http://schemas.openxmlformats.org/markup-compatibility/2006">
        <mc:Choice xmlns:p14="http://schemas.microsoft.com/office/powerpoint/2010/main" Requires="p14">
          <p:contentPart p14:bwMode="auto" r:id="rId19">
            <p14:nvContentPartPr>
              <p14:cNvPr id="1050214" name=""/>
              <p14:cNvContentPartPr/>
              <p14:nvPr/>
            </p14:nvContentPartPr>
            <p14:xfrm>
              <a:off x="4720756" y="4971000"/>
              <a:ext cx="42416" cy="312386"/>
            </p14:xfrm>
          </p:contentPart>
        </mc:Choice>
        <mc:Fallback>
          <p:sp>
            <p:nvSpPr>
              <p:cNvPr id="1050214" name=""/>
              <p:cNvSpPr/>
              <p:nvPr/>
            </p:nvSpPr>
            <p:spPr>
              <a:xfrm>
                <a:off x="4720756" y="4971000"/>
                <a:ext cx="42416" cy="312386"/>
              </a:xfrm>
            </p:spPr>
          </p:sp>
        </mc:Fallback>
      </mc:AlternateContent>
      <mc:AlternateContent xmlns:mc="http://schemas.openxmlformats.org/markup-compatibility/2006">
        <mc:Choice xmlns:p14="http://schemas.microsoft.com/office/powerpoint/2010/main" Requires="p14">
          <p:contentPart p14:bwMode="auto" r:id="rId20">
            <p14:nvContentPartPr>
              <p14:cNvPr id="1050215" name=""/>
              <p14:cNvContentPartPr/>
              <p14:nvPr/>
            </p14:nvContentPartPr>
            <p14:xfrm>
              <a:off x="4657797" y="5009367"/>
              <a:ext cx="286171" cy="171946"/>
            </p14:xfrm>
          </p:contentPart>
        </mc:Choice>
        <mc:Fallback>
          <p:sp>
            <p:nvSpPr>
              <p:cNvPr id="1050215" name=""/>
              <p:cNvSpPr/>
              <p:nvPr/>
            </p:nvSpPr>
            <p:spPr>
              <a:xfrm>
                <a:off x="4657797" y="5009367"/>
                <a:ext cx="286171" cy="171946"/>
              </a:xfrm>
            </p:spPr>
          </p:sp>
        </mc:Fallback>
      </mc:AlternateContent>
      <mc:AlternateContent xmlns:mc="http://schemas.openxmlformats.org/markup-compatibility/2006">
        <mc:Choice xmlns:p14="http://schemas.microsoft.com/office/powerpoint/2010/main" Requires="p14">
          <p:contentPart p14:bwMode="auto" r:id="rId21">
            <p14:nvContentPartPr>
              <p14:cNvPr id="1050216" name=""/>
              <p14:cNvContentPartPr/>
              <p14:nvPr/>
            </p14:nvContentPartPr>
            <p14:xfrm>
              <a:off x="3302911" y="915473"/>
              <a:ext cx="6064" cy="421342"/>
            </p14:xfrm>
          </p:contentPart>
        </mc:Choice>
        <mc:Fallback>
          <p:sp>
            <p:nvSpPr>
              <p:cNvPr id="1050216" name=""/>
              <p:cNvSpPr/>
              <p:nvPr/>
            </p:nvSpPr>
            <p:spPr>
              <a:xfrm>
                <a:off x="3302911" y="915473"/>
                <a:ext cx="6064" cy="421342"/>
              </a:xfrm>
            </p:spPr>
          </p:sp>
        </mc:Fallback>
      </mc:AlternateContent>
      <mc:AlternateContent xmlns:mc="http://schemas.openxmlformats.org/markup-compatibility/2006">
        <mc:Choice xmlns:p14="http://schemas.microsoft.com/office/powerpoint/2010/main" Requires="p14">
          <p:contentPart p14:bwMode="auto" r:id="rId22">
            <p14:nvContentPartPr>
              <p14:cNvPr id="1050217" name=""/>
              <p14:cNvContentPartPr/>
              <p14:nvPr/>
            </p14:nvContentPartPr>
            <p14:xfrm>
              <a:off x="3143778" y="852529"/>
              <a:ext cx="417558" cy="543344"/>
            </p14:xfrm>
          </p:contentPart>
        </mc:Choice>
        <mc:Fallback>
          <p:sp>
            <p:nvSpPr>
              <p:cNvPr id="1050217" name=""/>
              <p:cNvSpPr/>
              <p:nvPr/>
            </p:nvSpPr>
            <p:spPr>
              <a:xfrm>
                <a:off x="3143778" y="852529"/>
                <a:ext cx="417558" cy="543344"/>
              </a:xfrm>
            </p:spPr>
          </p:sp>
        </mc:Fallback>
      </mc:AlternateContent>
      <mc:AlternateContent xmlns:mc="http://schemas.openxmlformats.org/markup-compatibility/2006">
        <mc:Choice xmlns:p14="http://schemas.microsoft.com/office/powerpoint/2010/main" Requires="p14">
          <p:contentPart p14:bwMode="auto" r:id="rId23">
            <p14:nvContentPartPr>
              <p14:cNvPr id="1050218" name=""/>
              <p14:cNvContentPartPr/>
              <p14:nvPr/>
            </p14:nvContentPartPr>
            <p14:xfrm>
              <a:off x="3681026" y="1026708"/>
              <a:ext cx="179311" cy="24996"/>
            </p14:xfrm>
          </p:contentPart>
        </mc:Choice>
        <mc:Fallback>
          <p:sp>
            <p:nvSpPr>
              <p:cNvPr id="1050218" name=""/>
              <p:cNvSpPr/>
              <p:nvPr/>
            </p:nvSpPr>
            <p:spPr>
              <a:xfrm>
                <a:off x="3681026" y="1026708"/>
                <a:ext cx="179311" cy="24996"/>
              </a:xfrm>
            </p:spPr>
          </p:sp>
        </mc:Fallback>
      </mc:AlternateContent>
      <mc:AlternateContent xmlns:mc="http://schemas.openxmlformats.org/markup-compatibility/2006">
        <mc:Choice xmlns:p14="http://schemas.microsoft.com/office/powerpoint/2010/main" Requires="p14">
          <p:contentPart p14:bwMode="auto" r:id="rId24">
            <p14:nvContentPartPr>
              <p14:cNvPr id="1050219" name=""/>
              <p14:cNvContentPartPr/>
              <p14:nvPr/>
            </p14:nvContentPartPr>
            <p14:xfrm>
              <a:off x="0" y="0"/>
              <a:ext cx="0" cy="0"/>
            </p14:xfrm>
          </p:contentPart>
        </mc:Choice>
        <mc:Fallback>
          <p:sp>
            <p:nvSpPr>
              <p:cNvPr id="1050219"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5">
            <p14:nvContentPartPr>
              <p14:cNvPr id="1050220" name=""/>
              <p14:cNvContentPartPr/>
              <p14:nvPr/>
            </p14:nvContentPartPr>
            <p14:xfrm>
              <a:off x="3598228" y="1013779"/>
              <a:ext cx="269814" cy="45023"/>
            </p14:xfrm>
          </p:contentPart>
        </mc:Choice>
        <mc:Fallback>
          <p:sp>
            <p:nvSpPr>
              <p:cNvPr id="1050220" name=""/>
              <p:cNvSpPr/>
              <p:nvPr/>
            </p:nvSpPr>
            <p:spPr>
              <a:xfrm>
                <a:off x="3598228" y="1013779"/>
                <a:ext cx="269814" cy="45023"/>
              </a:xfrm>
            </p:spPr>
          </p:sp>
        </mc:Fallback>
      </mc:AlternateContent>
      <mc:AlternateContent xmlns:mc="http://schemas.openxmlformats.org/markup-compatibility/2006">
        <mc:Choice xmlns:p14="http://schemas.microsoft.com/office/powerpoint/2010/main" Requires="p14">
          <p:contentPart p14:bwMode="auto" r:id="rId26">
            <p14:nvContentPartPr>
              <p14:cNvPr id="1050221" name=""/>
              <p14:cNvContentPartPr/>
              <p14:nvPr/>
            </p14:nvContentPartPr>
            <p14:xfrm>
              <a:off x="3751824" y="928212"/>
              <a:ext cx="208738" cy="217032"/>
            </p14:xfrm>
          </p:contentPart>
        </mc:Choice>
        <mc:Fallback>
          <p:sp>
            <p:nvSpPr>
              <p:cNvPr id="1050221" name=""/>
              <p:cNvSpPr/>
              <p:nvPr/>
            </p:nvSpPr>
            <p:spPr>
              <a:xfrm>
                <a:off x="3751824" y="928212"/>
                <a:ext cx="208738" cy="217032"/>
              </a:xfrm>
            </p:spPr>
          </p:sp>
        </mc:Fallback>
      </mc:AlternateContent>
      <mc:AlternateContent xmlns:mc="http://schemas.openxmlformats.org/markup-compatibility/2006">
        <mc:Choice xmlns:p14="http://schemas.microsoft.com/office/powerpoint/2010/main" Requires="p14">
          <p:contentPart p14:bwMode="auto" r:id="rId27">
            <p14:nvContentPartPr>
              <p14:cNvPr id="1050222" name=""/>
              <p14:cNvContentPartPr/>
              <p14:nvPr/>
            </p14:nvContentPartPr>
            <p14:xfrm>
              <a:off x="4060017" y="846375"/>
              <a:ext cx="363836" cy="472461"/>
            </p14:xfrm>
          </p:contentPart>
        </mc:Choice>
        <mc:Fallback>
          <p:sp>
            <p:nvSpPr>
              <p:cNvPr id="1050222" name=""/>
              <p:cNvSpPr/>
              <p:nvPr/>
            </p:nvSpPr>
            <p:spPr>
              <a:xfrm>
                <a:off x="4060017" y="846375"/>
                <a:ext cx="363836" cy="472461"/>
              </a:xfrm>
            </p:spPr>
          </p:sp>
        </mc:Fallback>
      </mc:AlternateContent>
      <mc:AlternateContent xmlns:mc="http://schemas.openxmlformats.org/markup-compatibility/2006">
        <mc:Choice xmlns:p14="http://schemas.microsoft.com/office/powerpoint/2010/main" Requires="p14">
          <p:contentPart p14:bwMode="auto" r:id="rId28">
            <p14:nvContentPartPr>
              <p14:cNvPr id="1050223" name=""/>
              <p14:cNvContentPartPr/>
              <p14:nvPr/>
            </p14:nvContentPartPr>
            <p14:xfrm>
              <a:off x="4483803" y="995196"/>
              <a:ext cx="187330" cy="58906"/>
            </p14:xfrm>
          </p:contentPart>
        </mc:Choice>
        <mc:Fallback>
          <p:sp>
            <p:nvSpPr>
              <p:cNvPr id="1050223" name=""/>
              <p:cNvSpPr/>
              <p:nvPr/>
            </p:nvSpPr>
            <p:spPr>
              <a:xfrm>
                <a:off x="4483803" y="995196"/>
                <a:ext cx="187330" cy="58906"/>
              </a:xfrm>
            </p:spPr>
          </p:sp>
        </mc:Fallback>
      </mc:AlternateContent>
      <mc:AlternateContent xmlns:mc="http://schemas.openxmlformats.org/markup-compatibility/2006">
        <mc:Choice xmlns:p14="http://schemas.microsoft.com/office/powerpoint/2010/main" Requires="p14">
          <p:contentPart p14:bwMode="auto" r:id="rId29">
            <p14:nvContentPartPr>
              <p14:cNvPr id="1050224" name=""/>
              <p14:cNvContentPartPr/>
              <p14:nvPr/>
            </p14:nvContentPartPr>
            <p14:xfrm>
              <a:off x="4587600" y="944398"/>
              <a:ext cx="220787" cy="165803"/>
            </p14:xfrm>
          </p:contentPart>
        </mc:Choice>
        <mc:Fallback>
          <p:sp>
            <p:nvSpPr>
              <p:cNvPr id="1050224" name=""/>
              <p:cNvSpPr/>
              <p:nvPr/>
            </p:nvSpPr>
            <p:spPr>
              <a:xfrm>
                <a:off x="4587600" y="944398"/>
                <a:ext cx="220787" cy="165803"/>
              </a:xfrm>
            </p:spPr>
          </p:sp>
        </mc:Fallback>
      </mc:AlternateContent>
      <mc:AlternateContent xmlns:mc="http://schemas.openxmlformats.org/markup-compatibility/2006">
        <mc:Choice xmlns:p14="http://schemas.microsoft.com/office/powerpoint/2010/main" Requires="p14">
          <p:contentPart p14:bwMode="auto" r:id="rId30">
            <p14:nvContentPartPr>
              <p14:cNvPr id="1050225" name=""/>
              <p14:cNvContentPartPr/>
              <p14:nvPr/>
            </p14:nvContentPartPr>
            <p14:xfrm>
              <a:off x="4882407" y="783139"/>
              <a:ext cx="34583" cy="369468"/>
            </p14:xfrm>
          </p:contentPart>
        </mc:Choice>
        <mc:Fallback>
          <p:sp>
            <p:nvSpPr>
              <p:cNvPr id="1050225" name=""/>
              <p:cNvSpPr/>
              <p:nvPr/>
            </p:nvSpPr>
            <p:spPr>
              <a:xfrm>
                <a:off x="4882407" y="783139"/>
                <a:ext cx="34583" cy="369468"/>
              </a:xfrm>
            </p:spPr>
          </p:sp>
        </mc:Fallback>
      </mc:AlternateContent>
      <mc:AlternateContent xmlns:mc="http://schemas.openxmlformats.org/markup-compatibility/2006">
        <mc:Choice xmlns:p14="http://schemas.microsoft.com/office/powerpoint/2010/main" Requires="p14">
          <p:contentPart p14:bwMode="auto" r:id="rId31">
            <p14:nvContentPartPr>
              <p14:cNvPr id="1050226" name=""/>
              <p14:cNvContentPartPr/>
              <p14:nvPr/>
            </p14:nvContentPartPr>
            <p14:xfrm>
              <a:off x="4927190" y="901725"/>
              <a:ext cx="174227" cy="57060"/>
            </p14:xfrm>
          </p:contentPart>
        </mc:Choice>
        <mc:Fallback>
          <p:sp>
            <p:nvSpPr>
              <p:cNvPr id="1050226" name=""/>
              <p:cNvSpPr/>
              <p:nvPr/>
            </p:nvSpPr>
            <p:spPr>
              <a:xfrm>
                <a:off x="4927190" y="901725"/>
                <a:ext cx="174227" cy="57060"/>
              </a:xfrm>
            </p:spPr>
          </p:sp>
        </mc:Fallback>
      </mc:AlternateContent>
      <mc:AlternateContent xmlns:mc="http://schemas.openxmlformats.org/markup-compatibility/2006">
        <mc:Choice xmlns:p14="http://schemas.microsoft.com/office/powerpoint/2010/main" Requires="p14">
          <p:contentPart p14:bwMode="auto" r:id="rId32">
            <p14:nvContentPartPr>
              <p14:cNvPr id="1050227" name=""/>
              <p14:cNvContentPartPr/>
              <p14:nvPr/>
            </p14:nvContentPartPr>
            <p14:xfrm>
              <a:off x="5120984" y="695016"/>
              <a:ext cx="57659" cy="686805"/>
            </p14:xfrm>
          </p:contentPart>
        </mc:Choice>
        <mc:Fallback>
          <p:sp>
            <p:nvSpPr>
              <p:cNvPr id="1050227" name=""/>
              <p:cNvSpPr/>
              <p:nvPr/>
            </p:nvSpPr>
            <p:spPr>
              <a:xfrm>
                <a:off x="5120984" y="695016"/>
                <a:ext cx="57659" cy="686805"/>
              </a:xfrm>
            </p:spPr>
          </p:sp>
        </mc:Fallback>
      </mc:AlternateContent>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330" name=""/>
        <p:cNvGrpSpPr/>
        <p:nvPr/>
      </p:nvGrpSpPr>
      <p:grpSpPr>
        <a:xfrm>
          <a:off x="0" y="0"/>
          <a:ext cx="0" cy="0"/>
          <a:chOff x="0" y="0"/>
          <a:chExt cx="0" cy="0"/>
        </a:xfrm>
      </p:grpSpPr>
      <p:sp>
        <p:nvSpPr>
          <p:cNvPr id="1050019" name="Rectangle 2"/>
          <p:cNvSpPr>
            <a:spLocks noChangeArrowheads="1"/>
          </p:cNvSpPr>
          <p:nvPr/>
        </p:nvSpPr>
        <p:spPr bwMode="auto">
          <a:xfrm>
            <a:off x="0" y="-5556"/>
            <a:ext cx="8534400" cy="1219200"/>
          </a:xfrm>
          <a:prstGeom prst="rect"/>
          <a:noFill/>
          <a:ln>
            <a:noFill/>
          </a:ln>
          <a:effectLst/>
        </p:spPr>
        <p:txBody>
          <a:bodyPr anchor="ctr">
            <a:spAutoFit/>
          </a:bodyPr>
          <a:lstStyle>
            <a:lvl1pPr indent="-342900" marL="342900">
              <a:spcBef>
                <a:spcPct val="20000"/>
              </a:spcBef>
              <a:buChar char="•"/>
              <a:defRPr sz="3200">
                <a:solidFill>
                  <a:schemeClr val="tx1"/>
                </a:solidFill>
                <a:latin typeface="Arial" panose="020B0604020202020204" pitchFamily="34" charset="0"/>
                <a:ea typeface="宋体" panose="02010600030101010101" pitchFamily="2" charset="-122"/>
              </a:defRPr>
            </a:lvl1pPr>
            <a:lvl2pPr indent="-457200" marL="91440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lvl="1">
              <a:spcBef>
                <a:spcPct val="0"/>
              </a:spcBef>
              <a:buFont typeface="Wingdings" panose="05000000000000000000" pitchFamily="2" charset="2"/>
              <a:buChar char="Ø"/>
            </a:pPr>
            <a:r>
              <a:rPr altLang="en-US" dirty="0" sz="3200" lang="zh-CN">
                <a:solidFill>
                  <a:srgbClr val="0000CC"/>
                </a:solidFill>
                <a:latin typeface="黑体" panose="02010609060101010101" pitchFamily="49" charset="-122"/>
                <a:ea typeface="黑体" panose="02010609060101010101" pitchFamily="49" charset="-122"/>
                <a:cs typeface="Times New Roman" panose="02020603050405020304" pitchFamily="18" charset="0"/>
              </a:rPr>
              <a:t>用可利用空间表</a:t>
            </a:r>
            <a:r>
              <a:rPr altLang="zh-CN" dirty="0" sz="3200" lang="en-US">
                <a:solidFill>
                  <a:srgbClr val="0000CC"/>
                </a:solidFill>
                <a:latin typeface="黑体" panose="02010609060101010101" pitchFamily="49" charset="-122"/>
                <a:ea typeface="黑体" panose="02010609060101010101" pitchFamily="49" charset="-122"/>
                <a:cs typeface="Times New Roman" panose="02020603050405020304" pitchFamily="18" charset="0"/>
              </a:rPr>
              <a:t>al</a:t>
            </a:r>
            <a:r>
              <a:rPr altLang="en-US" dirty="0" sz="3200" lang="zh-CN">
                <a:solidFill>
                  <a:srgbClr val="0000CC"/>
                </a:solidFill>
                <a:latin typeface="黑体" panose="02010609060101010101" pitchFamily="49" charset="-122"/>
                <a:ea typeface="黑体" panose="02010609060101010101" pitchFamily="49" charset="-122"/>
                <a:cs typeface="Times New Roman" panose="02020603050405020304" pitchFamily="18" charset="0"/>
              </a:rPr>
              <a:t>回收广义表，给出新的</a:t>
            </a:r>
            <a:r>
              <a:rPr altLang="zh-CN" dirty="0" sz="3200" lang="en-US">
                <a:solidFill>
                  <a:srgbClr val="0000CC"/>
                </a:solidFill>
                <a:latin typeface="黑体" panose="02010609060101010101" pitchFamily="49" charset="-122"/>
                <a:ea typeface="黑体" panose="02010609060101010101" pitchFamily="49" charset="-122"/>
                <a:cs typeface="Times New Roman" panose="02020603050405020304" pitchFamily="18" charset="0"/>
              </a:rPr>
              <a:t>al</a:t>
            </a:r>
            <a:r>
              <a:rPr altLang="en-US" dirty="0" sz="3200" lang="zh-CN">
                <a:solidFill>
                  <a:srgbClr val="0000CC"/>
                </a:solidFill>
                <a:latin typeface="黑体" panose="02010609060101010101" pitchFamily="49" charset="-122"/>
                <a:ea typeface="黑体" panose="02010609060101010101" pitchFamily="49" charset="-122"/>
                <a:cs typeface="Times New Roman" panose="02020603050405020304" pitchFamily="18" charset="0"/>
              </a:rPr>
              <a:t>所指向的结点顺序）</a:t>
            </a:r>
            <a:endParaRPr altLang="en-US" dirty="0" sz="6000" lang="zh-CN">
              <a:solidFill>
                <a:srgbClr val="00B0F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050020" name="TextBox 6"/>
          <p:cNvSpPr txBox="1">
            <a:spLocks noChangeArrowheads="1"/>
          </p:cNvSpPr>
          <p:nvPr/>
        </p:nvSpPr>
        <p:spPr bwMode="auto">
          <a:xfrm>
            <a:off x="457200" y="1225550"/>
            <a:ext cx="8686800" cy="5603240"/>
          </a:xfrm>
          <a:prstGeom prst="rect"/>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dirty="0" sz="3000" lang="en-US">
                <a:latin typeface="Times New Roman" panose="02020603050405020304" pitchFamily="18" charset="0"/>
                <a:cs typeface="Times New Roman" panose="02020603050405020304" pitchFamily="18" charset="0"/>
              </a:rPr>
              <a:t>void </a:t>
            </a:r>
            <a:r>
              <a:rPr altLang="zh-CN" dirty="0" sz="3000" lang="en-US" err="1">
                <a:latin typeface="Times New Roman" panose="02020603050405020304" pitchFamily="18" charset="0"/>
                <a:cs typeface="Times New Roman" panose="02020603050405020304" pitchFamily="18" charset="0"/>
              </a:rPr>
              <a:t>GenList</a:t>
            </a:r>
            <a:r>
              <a:rPr altLang="zh-CN" dirty="0" sz="3000" lang="en-US">
                <a:latin typeface="Times New Roman" panose="02020603050405020304" pitchFamily="18" charset="0"/>
                <a:cs typeface="Times New Roman" panose="02020603050405020304" pitchFamily="18" charset="0"/>
              </a:rPr>
              <a:t> :: </a:t>
            </a:r>
            <a:r>
              <a:rPr altLang="zh-CN" dirty="0" sz="3000" lang="en-US" err="1">
                <a:latin typeface="Times New Roman" panose="02020603050405020304" pitchFamily="18" charset="0"/>
                <a:cs typeface="Times New Roman" panose="02020603050405020304" pitchFamily="18" charset="0"/>
              </a:rPr>
              <a:t>RemoveToAL</a:t>
            </a:r>
            <a:r>
              <a:rPr altLang="zh-CN" dirty="0" sz="3000" lang="en-US">
                <a:latin typeface="Times New Roman" panose="02020603050405020304" pitchFamily="18" charset="0"/>
                <a:cs typeface="Times New Roman" panose="02020603050405020304" pitchFamily="18" charset="0"/>
              </a:rPr>
              <a:t>(</a:t>
            </a:r>
            <a:r>
              <a:rPr altLang="zh-CN" dirty="0" sz="3000" lang="en-US" err="1">
                <a:latin typeface="Times New Roman" panose="02020603050405020304" pitchFamily="18" charset="0"/>
                <a:cs typeface="Times New Roman" panose="02020603050405020304" pitchFamily="18" charset="0"/>
              </a:rPr>
              <a:t>GenListNode</a:t>
            </a:r>
            <a:r>
              <a:rPr altLang="zh-CN" dirty="0" sz="3000" lang="en-US">
                <a:latin typeface="Times New Roman" panose="02020603050405020304" pitchFamily="18" charset="0"/>
                <a:cs typeface="Times New Roman" panose="02020603050405020304" pitchFamily="18" charset="0"/>
              </a:rPr>
              <a:t> * ls){</a:t>
            </a:r>
            <a:endParaRPr altLang="zh-CN" dirty="0" sz="3000" lang="zh-CN">
              <a:latin typeface="Times New Roman" panose="02020603050405020304" pitchFamily="18" charset="0"/>
              <a:cs typeface="Times New Roman" panose="02020603050405020304" pitchFamily="18" charset="0"/>
            </a:endParaRPr>
          </a:p>
          <a:p>
            <a:pPr eaLnBrk="1" hangingPunct="1">
              <a:spcBef>
                <a:spcPct val="0"/>
              </a:spcBef>
              <a:buFontTx/>
              <a:buNone/>
            </a:pPr>
            <a:r>
              <a:rPr altLang="zh-CN" dirty="0" sz="3000" lang="en-US">
                <a:latin typeface="Times New Roman" panose="02020603050405020304" pitchFamily="18" charset="0"/>
                <a:cs typeface="Times New Roman" panose="02020603050405020304" pitchFamily="18" charset="0"/>
              </a:rPr>
              <a:t>	</a:t>
            </a:r>
            <a:r>
              <a:rPr altLang="zh-CN" dirty="0" sz="3000" lang="en-US" err="1">
                <a:latin typeface="Times New Roman" panose="02020603050405020304" pitchFamily="18" charset="0"/>
                <a:cs typeface="Times New Roman" panose="02020603050405020304" pitchFamily="18" charset="0"/>
              </a:rPr>
              <a:t>ls</a:t>
            </a:r>
            <a:r>
              <a:rPr altLang="zh-CN" dirty="0" sz="3000" lang="en-US" err="1">
                <a:latin typeface="Times New Roman" panose="02020603050405020304" pitchFamily="18" charset="0"/>
                <a:cs typeface="Times New Roman" panose="02020603050405020304" pitchFamily="18" charset="0"/>
                <a:sym typeface="Symbol" panose="05050102010706020507" pitchFamily="18" charset="2"/>
              </a:rPr>
              <a:t>info</a:t>
            </a:r>
            <a:r>
              <a:rPr altLang="zh-CN" dirty="0" sz="3000" lang="en-US" err="1">
                <a:latin typeface="Times New Roman" panose="02020603050405020304" pitchFamily="18" charset="0"/>
                <a:cs typeface="Times New Roman" panose="02020603050405020304" pitchFamily="18" charset="0"/>
              </a:rPr>
              <a:t>.ref</a:t>
            </a:r>
            <a:r>
              <a:rPr altLang="zh-CN" dirty="0" sz="3000" lang="en-US">
                <a:latin typeface="Times New Roman" panose="02020603050405020304" pitchFamily="18" charset="0"/>
                <a:cs typeface="Times New Roman" panose="02020603050405020304" pitchFamily="18" charset="0"/>
              </a:rPr>
              <a:t>--;</a:t>
            </a:r>
            <a:endParaRPr altLang="zh-CN" dirty="0" sz="3000" lang="zh-CN">
              <a:latin typeface="Times New Roman" panose="02020603050405020304" pitchFamily="18" charset="0"/>
              <a:cs typeface="Times New Roman" panose="02020603050405020304" pitchFamily="18" charset="0"/>
            </a:endParaRPr>
          </a:p>
          <a:p>
            <a:pPr eaLnBrk="1" hangingPunct="1">
              <a:spcBef>
                <a:spcPct val="0"/>
              </a:spcBef>
              <a:buFontTx/>
              <a:buNone/>
            </a:pPr>
            <a:r>
              <a:rPr altLang="zh-CN" dirty="0" sz="3000" lang="en-US">
                <a:latin typeface="Times New Roman" panose="02020603050405020304" pitchFamily="18" charset="0"/>
                <a:cs typeface="Times New Roman" panose="02020603050405020304" pitchFamily="18" charset="0"/>
              </a:rPr>
              <a:t>	if (!</a:t>
            </a:r>
            <a:r>
              <a:rPr altLang="zh-CN" dirty="0" sz="3000" lang="en-US" err="1">
                <a:latin typeface="Times New Roman" panose="02020603050405020304" pitchFamily="18" charset="0"/>
                <a:cs typeface="Times New Roman" panose="02020603050405020304" pitchFamily="18" charset="0"/>
              </a:rPr>
              <a:t>ls</a:t>
            </a:r>
            <a:r>
              <a:rPr altLang="zh-CN" dirty="0" sz="3000" lang="en-US" err="1">
                <a:latin typeface="Times New Roman" panose="02020603050405020304" pitchFamily="18" charset="0"/>
                <a:cs typeface="Times New Roman" panose="02020603050405020304" pitchFamily="18" charset="0"/>
                <a:sym typeface="Symbol" panose="05050102010706020507" pitchFamily="18" charset="2"/>
              </a:rPr>
              <a:t></a:t>
            </a:r>
            <a:r>
              <a:rPr altLang="zh-CN" dirty="0" sz="3000" lang="en-US" err="1">
                <a:latin typeface="Times New Roman" panose="02020603050405020304" pitchFamily="18" charset="0"/>
                <a:cs typeface="Times New Roman" panose="02020603050405020304" pitchFamily="18" charset="0"/>
              </a:rPr>
              <a:t>info.ref</a:t>
            </a:r>
            <a:r>
              <a:rPr altLang="zh-CN" dirty="0" sz="3000" lang="en-US">
                <a:latin typeface="Times New Roman" panose="02020603050405020304" pitchFamily="18" charset="0"/>
                <a:cs typeface="Times New Roman" panose="02020603050405020304" pitchFamily="18" charset="0"/>
              </a:rPr>
              <a:t>){</a:t>
            </a:r>
            <a:endParaRPr altLang="zh-CN" dirty="0" sz="3000" lang="zh-CN">
              <a:latin typeface="Times New Roman" panose="02020603050405020304" pitchFamily="18" charset="0"/>
              <a:cs typeface="Times New Roman" panose="02020603050405020304" pitchFamily="18" charset="0"/>
            </a:endParaRPr>
          </a:p>
          <a:p>
            <a:pPr eaLnBrk="1" hangingPunct="1">
              <a:spcBef>
                <a:spcPct val="0"/>
              </a:spcBef>
              <a:buFontTx/>
              <a:buNone/>
            </a:pPr>
            <a:r>
              <a:rPr altLang="zh-CN" dirty="0" sz="3000" lang="en-US">
                <a:latin typeface="Times New Roman" panose="02020603050405020304" pitchFamily="18" charset="0"/>
                <a:cs typeface="Times New Roman" panose="02020603050405020304" pitchFamily="18" charset="0"/>
              </a:rPr>
              <a:t>		</a:t>
            </a:r>
            <a:r>
              <a:rPr altLang="zh-CN" dirty="0" sz="3000" lang="en-US" err="1">
                <a:latin typeface="Times New Roman" panose="02020603050405020304" pitchFamily="18" charset="0"/>
                <a:cs typeface="Times New Roman" panose="02020603050405020304" pitchFamily="18" charset="0"/>
              </a:rPr>
              <a:t>GenListNode</a:t>
            </a:r>
            <a:r>
              <a:rPr altLang="zh-CN" dirty="0" sz="3000" lang="en-US">
                <a:latin typeface="Times New Roman" panose="02020603050405020304" pitchFamily="18" charset="0"/>
                <a:cs typeface="Times New Roman" panose="02020603050405020304" pitchFamily="18" charset="0"/>
              </a:rPr>
              <a:t> * y = ls;</a:t>
            </a:r>
            <a:endParaRPr altLang="zh-CN" dirty="0" sz="3000" lang="zh-CN">
              <a:latin typeface="Times New Roman" panose="02020603050405020304" pitchFamily="18" charset="0"/>
              <a:cs typeface="Times New Roman" panose="02020603050405020304" pitchFamily="18" charset="0"/>
            </a:endParaRPr>
          </a:p>
          <a:p>
            <a:pPr eaLnBrk="1" hangingPunct="1">
              <a:spcBef>
                <a:spcPct val="0"/>
              </a:spcBef>
              <a:buFontTx/>
              <a:buNone/>
            </a:pPr>
            <a:r>
              <a:rPr altLang="zh-CN" dirty="0" sz="3000" lang="en-US">
                <a:latin typeface="Times New Roman" panose="02020603050405020304" pitchFamily="18" charset="0"/>
                <a:cs typeface="Times New Roman" panose="02020603050405020304" pitchFamily="18" charset="0"/>
              </a:rPr>
              <a:t>		While (</a:t>
            </a:r>
            <a:r>
              <a:rPr altLang="zh-CN" dirty="0" sz="3000" lang="en-US" err="1">
                <a:latin typeface="Times New Roman" panose="02020603050405020304" pitchFamily="18" charset="0"/>
                <a:cs typeface="Times New Roman" panose="02020603050405020304" pitchFamily="18" charset="0"/>
              </a:rPr>
              <a:t>y</a:t>
            </a:r>
            <a:r>
              <a:rPr altLang="zh-CN" dirty="0" sz="3000" lang="en-US" err="1">
                <a:latin typeface="Times New Roman" panose="02020603050405020304" pitchFamily="18" charset="0"/>
                <a:cs typeface="Times New Roman" panose="02020603050405020304" pitchFamily="18" charset="0"/>
                <a:sym typeface="Symbol" panose="05050102010706020507" pitchFamily="18" charset="2"/>
              </a:rPr>
              <a:t></a:t>
            </a:r>
            <a:r>
              <a:rPr altLang="zh-CN" dirty="0" sz="3000" lang="en-US" err="1">
                <a:latin typeface="Times New Roman" panose="02020603050405020304" pitchFamily="18" charset="0"/>
                <a:cs typeface="Times New Roman" panose="02020603050405020304" pitchFamily="18" charset="0"/>
              </a:rPr>
              <a:t>tlink</a:t>
            </a:r>
            <a:r>
              <a:rPr altLang="zh-CN" dirty="0" sz="3000" lang="en-US">
                <a:latin typeface="Times New Roman" panose="02020603050405020304" pitchFamily="18" charset="0"/>
                <a:cs typeface="Times New Roman" panose="02020603050405020304" pitchFamily="18" charset="0"/>
              </a:rPr>
              <a:t> != NULL){</a:t>
            </a:r>
            <a:endParaRPr altLang="zh-CN" dirty="0" sz="3000" lang="zh-CN">
              <a:latin typeface="Times New Roman" panose="02020603050405020304" pitchFamily="18" charset="0"/>
              <a:cs typeface="Times New Roman" panose="02020603050405020304" pitchFamily="18" charset="0"/>
            </a:endParaRPr>
          </a:p>
          <a:p>
            <a:pPr eaLnBrk="1" hangingPunct="1">
              <a:spcBef>
                <a:spcPct val="0"/>
              </a:spcBef>
              <a:buFontTx/>
              <a:buNone/>
            </a:pPr>
            <a:r>
              <a:rPr altLang="zh-CN" dirty="0" sz="3000" lang="en-US">
                <a:latin typeface="Times New Roman" panose="02020603050405020304" pitchFamily="18" charset="0"/>
                <a:cs typeface="Times New Roman" panose="02020603050405020304" pitchFamily="18" charset="0"/>
              </a:rPr>
              <a:t>			y = </a:t>
            </a:r>
            <a:r>
              <a:rPr altLang="zh-CN" dirty="0" sz="3000" lang="en-US" err="1">
                <a:latin typeface="Times New Roman" panose="02020603050405020304" pitchFamily="18" charset="0"/>
                <a:cs typeface="Times New Roman" panose="02020603050405020304" pitchFamily="18" charset="0"/>
              </a:rPr>
              <a:t>y</a:t>
            </a:r>
            <a:r>
              <a:rPr altLang="zh-CN" dirty="0" sz="3000" lang="en-US" err="1">
                <a:latin typeface="Times New Roman" panose="02020603050405020304" pitchFamily="18" charset="0"/>
                <a:cs typeface="Times New Roman" panose="02020603050405020304" pitchFamily="18" charset="0"/>
                <a:sym typeface="Symbol" panose="05050102010706020507" pitchFamily="18" charset="2"/>
              </a:rPr>
              <a:t></a:t>
            </a:r>
            <a:r>
              <a:rPr altLang="zh-CN" dirty="0" sz="3000" lang="en-US" err="1">
                <a:latin typeface="Times New Roman" panose="02020603050405020304" pitchFamily="18" charset="0"/>
                <a:cs typeface="Times New Roman" panose="02020603050405020304" pitchFamily="18" charset="0"/>
              </a:rPr>
              <a:t>tlink</a:t>
            </a:r>
            <a:r>
              <a:rPr altLang="zh-CN" dirty="0" sz="3000" lang="en-US">
                <a:latin typeface="Times New Roman" panose="02020603050405020304" pitchFamily="18" charset="0"/>
                <a:cs typeface="Times New Roman" panose="02020603050405020304" pitchFamily="18" charset="0"/>
              </a:rPr>
              <a:t>;	</a:t>
            </a:r>
          </a:p>
          <a:p>
            <a:pPr eaLnBrk="1" hangingPunct="1">
              <a:spcBef>
                <a:spcPct val="0"/>
              </a:spcBef>
              <a:buFontTx/>
              <a:buNone/>
            </a:pPr>
            <a:r>
              <a:rPr altLang="zh-CN" dirty="0" sz="3000" lang="en-US">
                <a:latin typeface="Times New Roman" panose="02020603050405020304" pitchFamily="18" charset="0"/>
                <a:cs typeface="Times New Roman" panose="02020603050405020304" pitchFamily="18" charset="0"/>
              </a:rPr>
              <a:t>			if (</a:t>
            </a:r>
            <a:r>
              <a:rPr altLang="zh-CN" dirty="0" sz="3000" lang="en-US" err="1">
                <a:latin typeface="Times New Roman" panose="02020603050405020304" pitchFamily="18" charset="0"/>
                <a:cs typeface="Times New Roman" panose="02020603050405020304" pitchFamily="18" charset="0"/>
              </a:rPr>
              <a:t>y</a:t>
            </a:r>
            <a:r>
              <a:rPr altLang="zh-CN" dirty="0" sz="3000" lang="en-US" err="1">
                <a:latin typeface="Times New Roman" panose="02020603050405020304" pitchFamily="18" charset="0"/>
                <a:cs typeface="Times New Roman" panose="02020603050405020304" pitchFamily="18" charset="0"/>
                <a:sym typeface="Symbol" panose="05050102010706020507" pitchFamily="18" charset="2"/>
              </a:rPr>
              <a:t></a:t>
            </a:r>
            <a:r>
              <a:rPr altLang="zh-CN" dirty="0" sz="3000" lang="en-US" err="1">
                <a:latin typeface="Times New Roman" panose="02020603050405020304" pitchFamily="18" charset="0"/>
                <a:cs typeface="Times New Roman" panose="02020603050405020304" pitchFamily="18" charset="0"/>
              </a:rPr>
              <a:t>utype</a:t>
            </a:r>
            <a:r>
              <a:rPr altLang="zh-CN" dirty="0" sz="3000" lang="en-US">
                <a:latin typeface="Times New Roman" panose="02020603050405020304" pitchFamily="18" charset="0"/>
                <a:cs typeface="Times New Roman" panose="02020603050405020304" pitchFamily="18" charset="0"/>
              </a:rPr>
              <a:t> == 2) 						     					Remove(</a:t>
            </a:r>
            <a:r>
              <a:rPr altLang="zh-CN" dirty="0" sz="3000" lang="en-US" err="1">
                <a:latin typeface="Times New Roman" panose="02020603050405020304" pitchFamily="18" charset="0"/>
                <a:cs typeface="Times New Roman" panose="02020603050405020304" pitchFamily="18" charset="0"/>
              </a:rPr>
              <a:t>y</a:t>
            </a:r>
            <a:r>
              <a:rPr altLang="zh-CN" dirty="0" sz="3000" lang="en-US" err="1">
                <a:latin typeface="Times New Roman" panose="02020603050405020304" pitchFamily="18" charset="0"/>
                <a:cs typeface="Times New Roman" panose="02020603050405020304" pitchFamily="18" charset="0"/>
                <a:sym typeface="Symbol" panose="05050102010706020507" pitchFamily="18" charset="2"/>
              </a:rPr>
              <a:t></a:t>
            </a:r>
            <a:r>
              <a:rPr altLang="zh-CN" dirty="0" sz="3000" lang="en-US" err="1">
                <a:latin typeface="Times New Roman" panose="02020603050405020304" pitchFamily="18" charset="0"/>
                <a:cs typeface="Times New Roman" panose="02020603050405020304" pitchFamily="18" charset="0"/>
              </a:rPr>
              <a:t>info.hlink</a:t>
            </a:r>
            <a:r>
              <a:rPr altLang="zh-CN" dirty="0" sz="3000" lang="en-US">
                <a:latin typeface="Times New Roman" panose="02020603050405020304" pitchFamily="18" charset="0"/>
                <a:cs typeface="Times New Roman" panose="02020603050405020304" pitchFamily="18" charset="0"/>
              </a:rPr>
              <a:t>);</a:t>
            </a:r>
            <a:endParaRPr altLang="zh-CN" dirty="0" sz="3000" lang="zh-CN">
              <a:latin typeface="Times New Roman" panose="02020603050405020304" pitchFamily="18" charset="0"/>
              <a:cs typeface="Times New Roman" panose="02020603050405020304" pitchFamily="18" charset="0"/>
            </a:endParaRPr>
          </a:p>
          <a:p>
            <a:pPr eaLnBrk="1" hangingPunct="1">
              <a:spcBef>
                <a:spcPct val="0"/>
              </a:spcBef>
              <a:buFontTx/>
              <a:buNone/>
            </a:pPr>
            <a:r>
              <a:rPr altLang="zh-CN" dirty="0" sz="3000" lang="en-US">
                <a:latin typeface="Times New Roman" panose="02020603050405020304" pitchFamily="18" charset="0"/>
                <a:cs typeface="Times New Roman" panose="02020603050405020304" pitchFamily="18" charset="0"/>
              </a:rPr>
              <a:t>		}</a:t>
            </a:r>
            <a:endParaRPr altLang="zh-CN" dirty="0" sz="3000" lang="zh-CN">
              <a:latin typeface="Times New Roman" panose="02020603050405020304" pitchFamily="18" charset="0"/>
              <a:cs typeface="Times New Roman" panose="02020603050405020304" pitchFamily="18" charset="0"/>
            </a:endParaRPr>
          </a:p>
          <a:p>
            <a:pPr eaLnBrk="1" hangingPunct="1">
              <a:spcBef>
                <a:spcPct val="0"/>
              </a:spcBef>
              <a:buFontTx/>
              <a:buNone/>
            </a:pPr>
            <a:r>
              <a:rPr altLang="zh-CN" dirty="0" sz="3000" lang="en-US">
                <a:latin typeface="Times New Roman" panose="02020603050405020304" pitchFamily="18" charset="0"/>
                <a:cs typeface="Times New Roman" panose="02020603050405020304" pitchFamily="18" charset="0"/>
              </a:rPr>
              <a:t>		</a:t>
            </a:r>
            <a:r>
              <a:rPr altLang="zh-CN" dirty="0" sz="3000" lang="en-US" err="1">
                <a:latin typeface="Times New Roman" panose="02020603050405020304" pitchFamily="18" charset="0"/>
                <a:cs typeface="Times New Roman" panose="02020603050405020304" pitchFamily="18" charset="0"/>
              </a:rPr>
              <a:t>y</a:t>
            </a:r>
            <a:r>
              <a:rPr altLang="zh-CN" dirty="0" sz="3000" lang="en-US" err="1">
                <a:latin typeface="Times New Roman" panose="02020603050405020304" pitchFamily="18" charset="0"/>
                <a:cs typeface="Times New Roman" panose="02020603050405020304" pitchFamily="18" charset="0"/>
                <a:sym typeface="Symbol" panose="05050102010706020507" pitchFamily="18" charset="2"/>
              </a:rPr>
              <a:t></a:t>
            </a:r>
            <a:r>
              <a:rPr altLang="zh-CN" dirty="0" sz="3000" lang="en-US" err="1">
                <a:latin typeface="Times New Roman" panose="02020603050405020304" pitchFamily="18" charset="0"/>
                <a:cs typeface="Times New Roman" panose="02020603050405020304" pitchFamily="18" charset="0"/>
              </a:rPr>
              <a:t>tlink</a:t>
            </a:r>
            <a:r>
              <a:rPr altLang="zh-CN" dirty="0" sz="3000" lang="en-US">
                <a:latin typeface="Times New Roman" panose="02020603050405020304" pitchFamily="18" charset="0"/>
                <a:cs typeface="Times New Roman" panose="02020603050405020304" pitchFamily="18" charset="0"/>
              </a:rPr>
              <a:t> = al;  al = ls;</a:t>
            </a:r>
            <a:endParaRPr altLang="zh-CN" dirty="0" sz="3000" lang="zh-CN">
              <a:latin typeface="Times New Roman" panose="02020603050405020304" pitchFamily="18" charset="0"/>
              <a:cs typeface="Times New Roman" panose="02020603050405020304" pitchFamily="18" charset="0"/>
            </a:endParaRPr>
          </a:p>
          <a:p>
            <a:pPr eaLnBrk="1" hangingPunct="1">
              <a:spcBef>
                <a:spcPct val="0"/>
              </a:spcBef>
              <a:buFontTx/>
              <a:buNone/>
            </a:pPr>
            <a:r>
              <a:rPr altLang="zh-CN" dirty="0" sz="3000" lang="en-US">
                <a:latin typeface="Times New Roman" panose="02020603050405020304" pitchFamily="18" charset="0"/>
                <a:cs typeface="Times New Roman" panose="02020603050405020304" pitchFamily="18" charset="0"/>
              </a:rPr>
              <a:t>        }</a:t>
            </a:r>
            <a:endParaRPr altLang="zh-CN" dirty="0" sz="3000" lang="zh-CN">
              <a:latin typeface="Times New Roman" panose="02020603050405020304" pitchFamily="18" charset="0"/>
              <a:cs typeface="Times New Roman" panose="02020603050405020304" pitchFamily="18" charset="0"/>
            </a:endParaRPr>
          </a:p>
          <a:p>
            <a:pPr eaLnBrk="1" hangingPunct="1">
              <a:spcBef>
                <a:spcPct val="0"/>
              </a:spcBef>
              <a:buFontTx/>
              <a:buNone/>
            </a:pPr>
            <a:r>
              <a:rPr altLang="zh-CN" dirty="0" sz="3000" lang="en-US">
                <a:latin typeface="Times New Roman" panose="02020603050405020304" pitchFamily="18" charset="0"/>
                <a:cs typeface="Times New Roman" panose="02020603050405020304" pitchFamily="18" charset="0"/>
              </a:rPr>
              <a:t>}</a:t>
            </a:r>
            <a:endParaRPr altLang="en-US" dirty="0" sz="3000" lang="zh-CN">
              <a:latin typeface="Times New Roman" panose="02020603050405020304" pitchFamily="18" charset="0"/>
              <a:cs typeface="Times New Roman" panose="02020603050405020304" pitchFamily="18" charset="0"/>
            </a:endParaRPr>
          </a:p>
        </p:txBody>
      </p:sp>
      <p:grpSp>
        <p:nvGrpSpPr>
          <p:cNvPr id="331" name="组合 3"/>
          <p:cNvGrpSpPr/>
          <p:nvPr/>
        </p:nvGrpSpPr>
        <p:grpSpPr>
          <a:xfrm>
            <a:off x="1435332" y="6163138"/>
            <a:ext cx="7758545" cy="584775"/>
            <a:chOff x="1080655" y="6248400"/>
            <a:chExt cx="7758545" cy="584775"/>
          </a:xfrm>
        </p:grpSpPr>
        <p:sp>
          <p:nvSpPr>
            <p:cNvPr id="1050021" name="TextBox 7"/>
            <p:cNvSpPr txBox="1">
              <a:spLocks noChangeArrowheads="1"/>
            </p:cNvSpPr>
            <p:nvPr/>
          </p:nvSpPr>
          <p:spPr bwMode="auto">
            <a:xfrm>
              <a:off x="1080655" y="6248400"/>
              <a:ext cx="7758545" cy="584775"/>
            </a:xfrm>
            <a:prstGeom prst="rect"/>
            <a:noFill/>
            <a:ln>
              <a:noFill/>
            </a:ln>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zh-CN" dirty="0" lang="en-US">
                  <a:solidFill>
                    <a:srgbClr val="FF0000"/>
                  </a:solidFill>
                </a:rPr>
                <a:t>al     A B C D E I J K L F G H      </a:t>
              </a:r>
              <a:r>
                <a:rPr altLang="en-US" dirty="0" lang="zh-CN">
                  <a:solidFill>
                    <a:srgbClr val="FF0000"/>
                  </a:solidFill>
                </a:rPr>
                <a:t>原空间表</a:t>
              </a:r>
            </a:p>
          </p:txBody>
        </p:sp>
        <p:cxnSp>
          <p:nvCxnSpPr>
            <p:cNvPr id="3145737" name="直接箭头连接符 2"/>
            <p:cNvCxnSpPr>
              <a:cxnSpLocks/>
            </p:cNvCxnSpPr>
            <p:nvPr/>
          </p:nvCxnSpPr>
          <p:spPr>
            <a:xfrm>
              <a:off x="1590501" y="6545811"/>
              <a:ext cx="381000" cy="0"/>
            </a:xfrm>
            <a:prstGeom prst="straightConnector1"/>
            <a:ln>
              <a:solidFill>
                <a:srgbClr val="FF0000"/>
              </a:solidFill>
              <a:tailEnd type="triangle"/>
            </a:ln>
          </p:spPr>
          <p:style>
            <a:lnRef idx="2">
              <a:schemeClr val="accent2"/>
            </a:lnRef>
            <a:fillRef idx="0">
              <a:schemeClr val="accent2"/>
            </a:fillRef>
            <a:effectRef idx="1">
              <a:schemeClr val="accent2"/>
            </a:effectRef>
            <a:fontRef idx="minor">
              <a:schemeClr val="tx1"/>
            </a:fontRef>
          </p:style>
        </p:cxnSp>
      </p:grpSp>
      <p:cxnSp>
        <p:nvCxnSpPr>
          <p:cNvPr id="3145738" name="直接箭头连接符 6"/>
          <p:cNvCxnSpPr>
            <a:cxnSpLocks/>
          </p:cNvCxnSpPr>
          <p:nvPr/>
        </p:nvCxnSpPr>
        <p:spPr>
          <a:xfrm>
            <a:off x="6852459" y="6455526"/>
            <a:ext cx="381000" cy="0"/>
          </a:xfrm>
          <a:prstGeom prst="straightConnector1"/>
          <a:ln>
            <a:solidFill>
              <a:srgbClr val="FF0000"/>
            </a:solidFill>
            <a:tailEnd type="triangle"/>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mc:Choice xmlns:p14="http://schemas.microsoft.com/office/powerpoint/2010/main" Requires="p14">
          <p:contentPart p14:bwMode="auto" r:id="rId1">
            <p14:nvContentPartPr>
              <p14:cNvPr id="1050228" name=""/>
              <p14:cNvContentPartPr/>
              <p14:nvPr/>
            </p14:nvContentPartPr>
            <p14:xfrm>
              <a:off x="1736204" y="2662935"/>
              <a:ext cx="1466202" cy="98785"/>
            </p14:xfrm>
          </p:contentPart>
        </mc:Choice>
        <mc:Fallback>
          <p:sp>
            <p:nvSpPr>
              <p:cNvPr id="1050228" name=""/>
              <p:cNvSpPr/>
              <p:nvPr/>
            </p:nvSpPr>
            <p:spPr>
              <a:xfrm>
                <a:off x="1736204" y="2662935"/>
                <a:ext cx="1466202" cy="98785"/>
              </a:xfrm>
            </p:spPr>
          </p:sp>
        </mc:Fallback>
      </mc:AlternateContent>
      <mc:AlternateContent xmlns:mc="http://schemas.openxmlformats.org/markup-compatibility/2006">
        <mc:Choice xmlns:p14="http://schemas.microsoft.com/office/powerpoint/2010/main" Requires="p14">
          <p:contentPart p14:bwMode="auto" r:id="rId2">
            <p14:nvContentPartPr>
              <p14:cNvPr id="1050229" name=""/>
              <p14:cNvContentPartPr/>
              <p14:nvPr/>
            </p14:nvContentPartPr>
            <p14:xfrm>
              <a:off x="3304525" y="2179392"/>
              <a:ext cx="323398" cy="89127"/>
            </p14:xfrm>
          </p:contentPart>
        </mc:Choice>
        <mc:Fallback>
          <p:sp>
            <p:nvSpPr>
              <p:cNvPr id="1050229" name=""/>
              <p:cNvSpPr/>
              <p:nvPr/>
            </p:nvSpPr>
            <p:spPr>
              <a:xfrm>
                <a:off x="3304525" y="2179392"/>
                <a:ext cx="323398" cy="89127"/>
              </a:xfrm>
            </p:spPr>
          </p:sp>
        </mc:Fallback>
      </mc:AlternateContent>
      <mc:AlternateContent xmlns:mc="http://schemas.openxmlformats.org/markup-compatibility/2006">
        <mc:Choice xmlns:p14="http://schemas.microsoft.com/office/powerpoint/2010/main" Requires="p14">
          <p:contentPart p14:bwMode="auto" r:id="rId3">
            <p14:nvContentPartPr>
              <p14:cNvPr id="1050230" name=""/>
              <p14:cNvContentPartPr/>
              <p14:nvPr/>
            </p14:nvContentPartPr>
            <p14:xfrm>
              <a:off x="3503871" y="2034114"/>
              <a:ext cx="271284" cy="167718"/>
            </p14:xfrm>
          </p:contentPart>
        </mc:Choice>
        <mc:Fallback>
          <p:sp>
            <p:nvSpPr>
              <p:cNvPr id="1050230" name=""/>
              <p:cNvSpPr/>
              <p:nvPr/>
            </p:nvSpPr>
            <p:spPr>
              <a:xfrm>
                <a:off x="3503871" y="2034114"/>
                <a:ext cx="271284" cy="167718"/>
              </a:xfrm>
            </p:spPr>
          </p:sp>
        </mc:Fallback>
      </mc:AlternateContent>
      <mc:AlternateContent xmlns:mc="http://schemas.openxmlformats.org/markup-compatibility/2006">
        <mc:Choice xmlns:p14="http://schemas.microsoft.com/office/powerpoint/2010/main" Requires="p14">
          <p:contentPart p14:bwMode="auto" r:id="rId4">
            <p14:nvContentPartPr>
              <p14:cNvPr id="1050231" name=""/>
              <p14:cNvContentPartPr/>
              <p14:nvPr/>
            </p14:nvContentPartPr>
            <p14:xfrm>
              <a:off x="3859167" y="1966366"/>
              <a:ext cx="80751" cy="0"/>
            </p14:xfrm>
          </p:contentPart>
        </mc:Choice>
        <mc:Fallback>
          <p:sp>
            <p:nvSpPr>
              <p:cNvPr id="1050231" name=""/>
              <p:cNvSpPr/>
              <p:nvPr/>
            </p:nvSpPr>
            <p:spPr>
              <a:xfrm>
                <a:off x="3859167" y="1966366"/>
                <a:ext cx="80751" cy="0"/>
              </a:xfrm>
            </p:spPr>
          </p:sp>
        </mc:Fallback>
      </mc:AlternateContent>
      <mc:AlternateContent xmlns:mc="http://schemas.openxmlformats.org/markup-compatibility/2006">
        <mc:Choice xmlns:p14="http://schemas.microsoft.com/office/powerpoint/2010/main" Requires="p14">
          <p:contentPart p14:bwMode="auto" r:id="rId5">
            <p14:nvContentPartPr>
              <p14:cNvPr id="1050232" name=""/>
              <p14:cNvContentPartPr/>
              <p14:nvPr/>
            </p14:nvContentPartPr>
            <p14:xfrm>
              <a:off x="3804245" y="2043922"/>
              <a:ext cx="228294" cy="104684"/>
            </p14:xfrm>
          </p:contentPart>
        </mc:Choice>
        <mc:Fallback>
          <p:sp>
            <p:nvSpPr>
              <p:cNvPr id="1050232" name=""/>
              <p:cNvSpPr/>
              <p:nvPr/>
            </p:nvSpPr>
            <p:spPr>
              <a:xfrm>
                <a:off x="3804245" y="2043922"/>
                <a:ext cx="228294" cy="104684"/>
              </a:xfrm>
            </p:spPr>
          </p:sp>
        </mc:Fallback>
      </mc:AlternateContent>
      <mc:AlternateContent xmlns:mc="http://schemas.openxmlformats.org/markup-compatibility/2006">
        <mc:Choice xmlns:p14="http://schemas.microsoft.com/office/powerpoint/2010/main" Requires="p14">
          <p:contentPart p14:bwMode="auto" r:id="rId6">
            <p14:nvContentPartPr>
              <p14:cNvPr id="1050233" name=""/>
              <p14:cNvContentPartPr/>
              <p14:nvPr/>
            </p14:nvContentPartPr>
            <p14:xfrm>
              <a:off x="4203614" y="1796441"/>
              <a:ext cx="182132" cy="391236"/>
            </p14:xfrm>
          </p:contentPart>
        </mc:Choice>
        <mc:Fallback>
          <p:sp>
            <p:nvSpPr>
              <p:cNvPr id="1050233" name=""/>
              <p:cNvSpPr/>
              <p:nvPr/>
            </p:nvSpPr>
            <p:spPr>
              <a:xfrm>
                <a:off x="4203614" y="1796441"/>
                <a:ext cx="182132" cy="391236"/>
              </a:xfrm>
            </p:spPr>
          </p:sp>
        </mc:Fallback>
      </mc:AlternateContent>
      <mc:AlternateContent xmlns:mc="http://schemas.openxmlformats.org/markup-compatibility/2006">
        <mc:Choice xmlns:p14="http://schemas.microsoft.com/office/powerpoint/2010/main" Requires="p14">
          <p:contentPart p14:bwMode="auto" r:id="rId7">
            <p14:nvContentPartPr>
              <p14:cNvPr id="1050234" name=""/>
              <p14:cNvContentPartPr/>
              <p14:nvPr/>
            </p14:nvContentPartPr>
            <p14:xfrm>
              <a:off x="4034103" y="1915030"/>
              <a:ext cx="69233" cy="24237"/>
            </p14:xfrm>
          </p:contentPart>
        </mc:Choice>
        <mc:Fallback>
          <p:sp>
            <p:nvSpPr>
              <p:cNvPr id="1050234" name=""/>
              <p:cNvSpPr/>
              <p:nvPr/>
            </p:nvSpPr>
            <p:spPr>
              <a:xfrm>
                <a:off x="4034103" y="1915030"/>
                <a:ext cx="69233" cy="24237"/>
              </a:xfrm>
            </p:spPr>
          </p:sp>
        </mc:Fallback>
      </mc:AlternateContent>
      <mc:AlternateContent xmlns:mc="http://schemas.openxmlformats.org/markup-compatibility/2006">
        <mc:Choice xmlns:p14="http://schemas.microsoft.com/office/powerpoint/2010/main" Requires="p14">
          <p:contentPart p14:bwMode="auto" r:id="rId8">
            <p14:nvContentPartPr>
              <p14:cNvPr id="1050235" name=""/>
              <p14:cNvContentPartPr/>
              <p14:nvPr/>
            </p14:nvContentPartPr>
            <p14:xfrm>
              <a:off x="4039527" y="1989966"/>
              <a:ext cx="172654" cy="51690"/>
            </p14:xfrm>
          </p:contentPart>
        </mc:Choice>
        <mc:Fallback>
          <p:sp>
            <p:nvSpPr>
              <p:cNvPr id="1050235" name=""/>
              <p:cNvSpPr/>
              <p:nvPr/>
            </p:nvSpPr>
            <p:spPr>
              <a:xfrm>
                <a:off x="4039527" y="1989966"/>
                <a:ext cx="172654" cy="51690"/>
              </a:xfrm>
            </p:spPr>
          </p:sp>
        </mc:Fallback>
      </mc:AlternateContent>
      <mc:AlternateContent xmlns:mc="http://schemas.openxmlformats.org/markup-compatibility/2006">
        <mc:Choice xmlns:p14="http://schemas.microsoft.com/office/powerpoint/2010/main" Requires="p14">
          <p:contentPart p14:bwMode="auto" r:id="rId9">
            <p14:nvContentPartPr>
              <p14:cNvPr id="1050236" name=""/>
              <p14:cNvContentPartPr/>
              <p14:nvPr/>
            </p14:nvContentPartPr>
            <p14:xfrm>
              <a:off x="4180561" y="1783584"/>
              <a:ext cx="166760" cy="70999"/>
            </p14:xfrm>
          </p:contentPart>
        </mc:Choice>
        <mc:Fallback>
          <p:sp>
            <p:nvSpPr>
              <p:cNvPr id="1050236" name=""/>
              <p:cNvSpPr/>
              <p:nvPr/>
            </p:nvSpPr>
            <p:spPr>
              <a:xfrm>
                <a:off x="4180561" y="1783584"/>
                <a:ext cx="166760" cy="70999"/>
              </a:xfrm>
            </p:spPr>
          </p:sp>
        </mc:Fallback>
      </mc:AlternateContent>
    </p:spTree>
  </p:cSld>
  <p:clrMapOvr>
    <a:masterClrMapping/>
  </p:clrMapOvr>
  <p:transition spd="slow"/>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42" presetSubtype="0">
                                  <p:stCondLst>
                                    <p:cond delay="0"/>
                                  </p:stCondLst>
                                  <p:childTnLst>
                                    <p:set>
                                      <p:cBhvr>
                                        <p:cTn dur="1" fill="hold" id="6">
                                          <p:stCondLst>
                                            <p:cond delay="0"/>
                                          </p:stCondLst>
                                        </p:cTn>
                                        <p:tgtEl>
                                          <p:spTgt spid="1050020">
                                            <p:txEl>
                                              <p:pRg st="3" end="3"/>
                                            </p:txEl>
                                          </p:spTgt>
                                        </p:tgtEl>
                                        <p:attrNameLst>
                                          <p:attrName>style.visibility</p:attrName>
                                        </p:attrNameLst>
                                      </p:cBhvr>
                                      <p:to>
                                        <p:strVal val="visible"/>
                                      </p:to>
                                    </p:set>
                                    <p:animEffect transition="in" filter="fade">
                                      <p:cBhvr>
                                        <p:cTn dur="1000" id="7"/>
                                        <p:tgtEl>
                                          <p:spTgt spid="1050020">
                                            <p:txEl>
                                              <p:pRg st="3" end="3"/>
                                            </p:txEl>
                                          </p:spTgt>
                                        </p:tgtEl>
                                      </p:cBhvr>
                                    </p:animEffect>
                                    <p:anim calcmode="lin" valueType="num">
                                      <p:cBhvr>
                                        <p:cTn dur="1000" fill="hold" id="8"/>
                                        <p:tgtEl>
                                          <p:spTgt spid="1050020">
                                            <p:txEl>
                                              <p:pRg st="3" end="3"/>
                                            </p:txEl>
                                          </p:spTgt>
                                        </p:tgtEl>
                                        <p:attrNameLst>
                                          <p:attrName>ppt_x</p:attrName>
                                        </p:attrNameLst>
                                      </p:cBhvr>
                                      <p:tavLst>
                                        <p:tav tm="0">
                                          <p:val>
                                            <p:strVal val="#ppt_x"/>
                                          </p:val>
                                        </p:tav>
                                        <p:tav tm="100000">
                                          <p:val>
                                            <p:strVal val="#ppt_x"/>
                                          </p:val>
                                        </p:tav>
                                      </p:tavLst>
                                    </p:anim>
                                    <p:anim calcmode="lin" valueType="num">
                                      <p:cBhvr>
                                        <p:cTn dur="1000" fill="hold" id="9"/>
                                        <p:tgtEl>
                                          <p:spTgt spid="105002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42" presetSubtype="0">
                                  <p:stCondLst>
                                    <p:cond delay="0"/>
                                  </p:stCondLst>
                                  <p:childTnLst>
                                    <p:set>
                                      <p:cBhvr>
                                        <p:cTn dur="1" fill="hold" id="13">
                                          <p:stCondLst>
                                            <p:cond delay="0"/>
                                          </p:stCondLst>
                                        </p:cTn>
                                        <p:tgtEl>
                                          <p:spTgt spid="1050020">
                                            <p:txEl>
                                              <p:pRg st="4" end="4"/>
                                            </p:txEl>
                                          </p:spTgt>
                                        </p:tgtEl>
                                        <p:attrNameLst>
                                          <p:attrName>style.visibility</p:attrName>
                                        </p:attrNameLst>
                                      </p:cBhvr>
                                      <p:to>
                                        <p:strVal val="visible"/>
                                      </p:to>
                                    </p:set>
                                    <p:animEffect transition="in" filter="fade">
                                      <p:cBhvr>
                                        <p:cTn dur="1000" id="14"/>
                                        <p:tgtEl>
                                          <p:spTgt spid="1050020">
                                            <p:txEl>
                                              <p:pRg st="4" end="4"/>
                                            </p:txEl>
                                          </p:spTgt>
                                        </p:tgtEl>
                                      </p:cBhvr>
                                    </p:animEffect>
                                    <p:anim calcmode="lin" valueType="num">
                                      <p:cBhvr>
                                        <p:cTn dur="1000" fill="hold" id="15"/>
                                        <p:tgtEl>
                                          <p:spTgt spid="1050020">
                                            <p:txEl>
                                              <p:pRg st="4" end="4"/>
                                            </p:txEl>
                                          </p:spTgt>
                                        </p:tgtEl>
                                        <p:attrNameLst>
                                          <p:attrName>ppt_x</p:attrName>
                                        </p:attrNameLst>
                                      </p:cBhvr>
                                      <p:tavLst>
                                        <p:tav tm="0">
                                          <p:val>
                                            <p:strVal val="#ppt_x"/>
                                          </p:val>
                                        </p:tav>
                                        <p:tav tm="100000">
                                          <p:val>
                                            <p:strVal val="#ppt_x"/>
                                          </p:val>
                                        </p:tav>
                                      </p:tavLst>
                                    </p:anim>
                                    <p:anim calcmode="lin" valueType="num">
                                      <p:cBhvr>
                                        <p:cTn dur="1000" fill="hold" id="16"/>
                                        <p:tgtEl>
                                          <p:spTgt spid="1050020">
                                            <p:txEl>
                                              <p:pRg st="4" end="4"/>
                                            </p:txEl>
                                          </p:spTgt>
                                        </p:tgtEl>
                                        <p:attrNameLst>
                                          <p:attrName>ppt_y</p:attrName>
                                        </p:attrNameLst>
                                      </p:cBhvr>
                                      <p:tavLst>
                                        <p:tav tm="0">
                                          <p:val>
                                            <p:strVal val="#ppt_y+.1"/>
                                          </p:val>
                                        </p:tav>
                                        <p:tav tm="100000">
                                          <p:val>
                                            <p:strVal val="#ppt_y"/>
                                          </p:val>
                                        </p:tav>
                                      </p:tavLst>
                                    </p:anim>
                                  </p:childTnLst>
                                </p:cTn>
                              </p:par>
                              <p:par>
                                <p:cTn fill="hold" id="17" nodeType="withEffect" presetClass="entr" presetID="42" presetSubtype="0">
                                  <p:stCondLst>
                                    <p:cond delay="0"/>
                                  </p:stCondLst>
                                  <p:childTnLst>
                                    <p:set>
                                      <p:cBhvr>
                                        <p:cTn dur="1" fill="hold" id="18">
                                          <p:stCondLst>
                                            <p:cond delay="0"/>
                                          </p:stCondLst>
                                        </p:cTn>
                                        <p:tgtEl>
                                          <p:spTgt spid="1050020">
                                            <p:txEl>
                                              <p:pRg st="7" end="7"/>
                                            </p:txEl>
                                          </p:spTgt>
                                        </p:tgtEl>
                                        <p:attrNameLst>
                                          <p:attrName>style.visibility</p:attrName>
                                        </p:attrNameLst>
                                      </p:cBhvr>
                                      <p:to>
                                        <p:strVal val="visible"/>
                                      </p:to>
                                    </p:set>
                                    <p:animEffect transition="in" filter="fade">
                                      <p:cBhvr>
                                        <p:cTn dur="1000" id="19"/>
                                        <p:tgtEl>
                                          <p:spTgt spid="1050020">
                                            <p:txEl>
                                              <p:pRg st="7" end="7"/>
                                            </p:txEl>
                                          </p:spTgt>
                                        </p:tgtEl>
                                      </p:cBhvr>
                                    </p:animEffect>
                                    <p:anim calcmode="lin" valueType="num">
                                      <p:cBhvr>
                                        <p:cTn dur="1000" fill="hold" id="20"/>
                                        <p:tgtEl>
                                          <p:spTgt spid="1050020">
                                            <p:txEl>
                                              <p:pRg st="7" end="7"/>
                                            </p:txEl>
                                          </p:spTgt>
                                        </p:tgtEl>
                                        <p:attrNameLst>
                                          <p:attrName>ppt_x</p:attrName>
                                        </p:attrNameLst>
                                      </p:cBhvr>
                                      <p:tavLst>
                                        <p:tav tm="0">
                                          <p:val>
                                            <p:strVal val="#ppt_x"/>
                                          </p:val>
                                        </p:tav>
                                        <p:tav tm="100000">
                                          <p:val>
                                            <p:strVal val="#ppt_x"/>
                                          </p:val>
                                        </p:tav>
                                      </p:tavLst>
                                    </p:anim>
                                    <p:anim calcmode="lin" valueType="num">
                                      <p:cBhvr>
                                        <p:cTn dur="1000" fill="hold" id="21"/>
                                        <p:tgtEl>
                                          <p:spTgt spid="1050020">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fill="hold" id="22" nodeType="clickPar">
                      <p:stCondLst>
                        <p:cond delay="indefinite"/>
                      </p:stCondLst>
                      <p:childTnLst>
                        <p:par>
                          <p:cTn fill="hold" id="23" nodeType="withGroup">
                            <p:stCondLst>
                              <p:cond delay="0"/>
                            </p:stCondLst>
                            <p:childTnLst>
                              <p:par>
                                <p:cTn fill="hold" id="24" nodeType="clickEffect" presetClass="entr" presetID="42" presetSubtype="0">
                                  <p:stCondLst>
                                    <p:cond delay="0"/>
                                  </p:stCondLst>
                                  <p:childTnLst>
                                    <p:set>
                                      <p:cBhvr>
                                        <p:cTn dur="1" fill="hold" id="25">
                                          <p:stCondLst>
                                            <p:cond delay="0"/>
                                          </p:stCondLst>
                                        </p:cTn>
                                        <p:tgtEl>
                                          <p:spTgt spid="1050020">
                                            <p:txEl>
                                              <p:pRg st="5" end="5"/>
                                            </p:txEl>
                                          </p:spTgt>
                                        </p:tgtEl>
                                        <p:attrNameLst>
                                          <p:attrName>style.visibility</p:attrName>
                                        </p:attrNameLst>
                                      </p:cBhvr>
                                      <p:to>
                                        <p:strVal val="visible"/>
                                      </p:to>
                                    </p:set>
                                    <p:animEffect transition="in" filter="fade">
                                      <p:cBhvr>
                                        <p:cTn dur="1000" id="26"/>
                                        <p:tgtEl>
                                          <p:spTgt spid="1050020">
                                            <p:txEl>
                                              <p:pRg st="5" end="5"/>
                                            </p:txEl>
                                          </p:spTgt>
                                        </p:tgtEl>
                                      </p:cBhvr>
                                    </p:animEffect>
                                    <p:anim calcmode="lin" valueType="num">
                                      <p:cBhvr>
                                        <p:cTn dur="1000" fill="hold" id="27"/>
                                        <p:tgtEl>
                                          <p:spTgt spid="1050020">
                                            <p:txEl>
                                              <p:pRg st="5" end="5"/>
                                            </p:txEl>
                                          </p:spTgt>
                                        </p:tgtEl>
                                        <p:attrNameLst>
                                          <p:attrName>ppt_x</p:attrName>
                                        </p:attrNameLst>
                                      </p:cBhvr>
                                      <p:tavLst>
                                        <p:tav tm="0">
                                          <p:val>
                                            <p:strVal val="#ppt_x"/>
                                          </p:val>
                                        </p:tav>
                                        <p:tav tm="100000">
                                          <p:val>
                                            <p:strVal val="#ppt_x"/>
                                          </p:val>
                                        </p:tav>
                                      </p:tavLst>
                                    </p:anim>
                                    <p:anim calcmode="lin" valueType="num">
                                      <p:cBhvr>
                                        <p:cTn dur="1000" fill="hold" id="28"/>
                                        <p:tgtEl>
                                          <p:spTgt spid="1050020">
                                            <p:txEl>
                                              <p:pRg st="5" end="5"/>
                                            </p:txEl>
                                          </p:spTgt>
                                        </p:tgtEl>
                                        <p:attrNameLst>
                                          <p:attrName>ppt_y</p:attrName>
                                        </p:attrNameLst>
                                      </p:cBhvr>
                                      <p:tavLst>
                                        <p:tav tm="0">
                                          <p:val>
                                            <p:strVal val="#ppt_y+.1"/>
                                          </p:val>
                                        </p:tav>
                                        <p:tav tm="100000">
                                          <p:val>
                                            <p:strVal val="#ppt_y"/>
                                          </p:val>
                                        </p:tav>
                                      </p:tavLst>
                                    </p:anim>
                                  </p:childTnLst>
                                </p:cTn>
                              </p:par>
                              <p:par>
                                <p:cTn fill="hold" id="29" nodeType="withEffect" presetClass="entr" presetID="42" presetSubtype="0">
                                  <p:stCondLst>
                                    <p:cond delay="0"/>
                                  </p:stCondLst>
                                  <p:childTnLst>
                                    <p:set>
                                      <p:cBhvr>
                                        <p:cTn dur="1" fill="hold" id="30">
                                          <p:stCondLst>
                                            <p:cond delay="0"/>
                                          </p:stCondLst>
                                        </p:cTn>
                                        <p:tgtEl>
                                          <p:spTgt spid="1050020">
                                            <p:txEl>
                                              <p:pRg st="6" end="6"/>
                                            </p:txEl>
                                          </p:spTgt>
                                        </p:tgtEl>
                                        <p:attrNameLst>
                                          <p:attrName>style.visibility</p:attrName>
                                        </p:attrNameLst>
                                      </p:cBhvr>
                                      <p:to>
                                        <p:strVal val="visible"/>
                                      </p:to>
                                    </p:set>
                                    <p:animEffect transition="in" filter="fade">
                                      <p:cBhvr>
                                        <p:cTn dur="1000" id="31"/>
                                        <p:tgtEl>
                                          <p:spTgt spid="1050020">
                                            <p:txEl>
                                              <p:pRg st="6" end="6"/>
                                            </p:txEl>
                                          </p:spTgt>
                                        </p:tgtEl>
                                      </p:cBhvr>
                                    </p:animEffect>
                                    <p:anim calcmode="lin" valueType="num">
                                      <p:cBhvr>
                                        <p:cTn dur="1000" fill="hold" id="32"/>
                                        <p:tgtEl>
                                          <p:spTgt spid="1050020">
                                            <p:txEl>
                                              <p:pRg st="6" end="6"/>
                                            </p:txEl>
                                          </p:spTgt>
                                        </p:tgtEl>
                                        <p:attrNameLst>
                                          <p:attrName>ppt_x</p:attrName>
                                        </p:attrNameLst>
                                      </p:cBhvr>
                                      <p:tavLst>
                                        <p:tav tm="0">
                                          <p:val>
                                            <p:strVal val="#ppt_x"/>
                                          </p:val>
                                        </p:tav>
                                        <p:tav tm="100000">
                                          <p:val>
                                            <p:strVal val="#ppt_x"/>
                                          </p:val>
                                        </p:tav>
                                      </p:tavLst>
                                    </p:anim>
                                    <p:anim calcmode="lin" valueType="num">
                                      <p:cBhvr>
                                        <p:cTn dur="1000" fill="hold" id="33"/>
                                        <p:tgtEl>
                                          <p:spTgt spid="105002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fill="hold" id="34" nodeType="clickPar">
                      <p:stCondLst>
                        <p:cond delay="indefinite"/>
                      </p:stCondLst>
                      <p:childTnLst>
                        <p:par>
                          <p:cTn fill="hold" id="35" nodeType="withGroup">
                            <p:stCondLst>
                              <p:cond delay="0"/>
                            </p:stCondLst>
                            <p:childTnLst>
                              <p:par>
                                <p:cTn fill="hold" id="36" nodeType="clickEffect" presetClass="entr" presetID="42" presetSubtype="0">
                                  <p:stCondLst>
                                    <p:cond delay="0"/>
                                  </p:stCondLst>
                                  <p:childTnLst>
                                    <p:set>
                                      <p:cBhvr>
                                        <p:cTn dur="1" fill="hold" id="37">
                                          <p:stCondLst>
                                            <p:cond delay="0"/>
                                          </p:stCondLst>
                                        </p:cTn>
                                        <p:tgtEl>
                                          <p:spTgt spid="1050020">
                                            <p:txEl>
                                              <p:pRg st="8" end="8"/>
                                            </p:txEl>
                                          </p:spTgt>
                                        </p:tgtEl>
                                        <p:attrNameLst>
                                          <p:attrName>style.visibility</p:attrName>
                                        </p:attrNameLst>
                                      </p:cBhvr>
                                      <p:to>
                                        <p:strVal val="visible"/>
                                      </p:to>
                                    </p:set>
                                    <p:animEffect transition="in" filter="fade">
                                      <p:cBhvr>
                                        <p:cTn dur="1000" id="38"/>
                                        <p:tgtEl>
                                          <p:spTgt spid="1050020">
                                            <p:txEl>
                                              <p:pRg st="8" end="8"/>
                                            </p:txEl>
                                          </p:spTgt>
                                        </p:tgtEl>
                                      </p:cBhvr>
                                    </p:animEffect>
                                    <p:anim calcmode="lin" valueType="num">
                                      <p:cBhvr>
                                        <p:cTn dur="1000" fill="hold" id="39"/>
                                        <p:tgtEl>
                                          <p:spTgt spid="1050020">
                                            <p:txEl>
                                              <p:pRg st="8" end="8"/>
                                            </p:txEl>
                                          </p:spTgt>
                                        </p:tgtEl>
                                        <p:attrNameLst>
                                          <p:attrName>ppt_x</p:attrName>
                                        </p:attrNameLst>
                                      </p:cBhvr>
                                      <p:tavLst>
                                        <p:tav tm="0">
                                          <p:val>
                                            <p:strVal val="#ppt_x"/>
                                          </p:val>
                                        </p:tav>
                                        <p:tav tm="100000">
                                          <p:val>
                                            <p:strVal val="#ppt_x"/>
                                          </p:val>
                                        </p:tav>
                                      </p:tavLst>
                                    </p:anim>
                                    <p:anim calcmode="lin" valueType="num">
                                      <p:cBhvr>
                                        <p:cTn dur="1000" fill="hold" id="40"/>
                                        <p:tgtEl>
                                          <p:spTgt spid="1050020">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fill="hold" id="41">
                      <p:stCondLst>
                        <p:cond delay="indefinite"/>
                      </p:stCondLst>
                      <p:childTnLst>
                        <p:par>
                          <p:cTn fill="hold" id="42">
                            <p:stCondLst>
                              <p:cond delay="0"/>
                            </p:stCondLst>
                            <p:childTnLst>
                              <p:par>
                                <p:cTn fill="hold" id="43" nodeType="clickEffect" presetClass="entr" presetID="10" presetSubtype="0">
                                  <p:stCondLst>
                                    <p:cond delay="0"/>
                                  </p:stCondLst>
                                  <p:childTnLst>
                                    <p:set>
                                      <p:cBhvr>
                                        <p:cTn dur="1" fill="hold" id="44">
                                          <p:stCondLst>
                                            <p:cond delay="0"/>
                                          </p:stCondLst>
                                        </p:cTn>
                                        <p:tgtEl>
                                          <p:spTgt spid="331"/>
                                        </p:tgtEl>
                                        <p:attrNameLst>
                                          <p:attrName>style.visibility</p:attrName>
                                        </p:attrNameLst>
                                      </p:cBhvr>
                                      <p:to>
                                        <p:strVal val="visible"/>
                                      </p:to>
                                    </p:set>
                                    <p:animEffect transition="in" filter="fade">
                                      <p:cBhvr>
                                        <p:cTn dur="500" id="45"/>
                                        <p:tgtEl>
                                          <p:spTgt spid="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332" name=""/>
        <p:cNvGrpSpPr/>
        <p:nvPr/>
      </p:nvGrpSpPr>
      <p:grpSpPr>
        <a:xfrm>
          <a:off x="0" y="0"/>
          <a:ext cx="0" cy="0"/>
          <a:chOff x="0" y="0"/>
          <a:chExt cx="0" cy="0"/>
        </a:xfrm>
      </p:grpSpPr>
      <p:sp>
        <p:nvSpPr>
          <p:cNvPr id="1050022" name="Rectangle 4"/>
          <p:cNvSpPr>
            <a:spLocks noChangeArrowheads="1"/>
          </p:cNvSpPr>
          <p:nvPr/>
        </p:nvSpPr>
        <p:spPr bwMode="auto">
          <a:xfrm>
            <a:off x="1025525" y="3397250"/>
            <a:ext cx="6764338" cy="585788"/>
          </a:xfrm>
          <a:prstGeom prst="rect"/>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en-US" b="1" kumimoji="1" lang="zh-CN">
                <a:latin typeface="仿宋_GB2312" pitchFamily="49" charset="-122"/>
                <a:ea typeface="仿宋_GB2312" pitchFamily="49" charset="-122"/>
              </a:rPr>
              <a:t>据字符串描述生成广义表链表结构</a:t>
            </a:r>
            <a:endParaRPr altLang="en-US" sz="1800" kumimoji="1" lang="zh-CN">
              <a:latin typeface="宋体" panose="02010600030101010101" pitchFamily="2" charset="-122"/>
            </a:endParaRPr>
          </a:p>
        </p:txBody>
      </p:sp>
      <p:sp>
        <p:nvSpPr>
          <p:cNvPr id="1050023" name="Rectangle 3"/>
          <p:cNvSpPr>
            <a:spLocks noChangeArrowheads="1"/>
          </p:cNvSpPr>
          <p:nvPr/>
        </p:nvSpPr>
        <p:spPr bwMode="auto">
          <a:xfrm>
            <a:off x="966788" y="1358900"/>
            <a:ext cx="6881812" cy="1691640"/>
          </a:xfrm>
          <a:prstGeom prst="rect"/>
          <a:noFill/>
          <a:ln>
            <a:noFill/>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en-US" b="1" sz="3600" kumimoji="1" lang="zh-CN">
                <a:latin typeface="Times New Roman" panose="02020603050405020304" pitchFamily="18" charset="0"/>
                <a:ea typeface="仿宋_GB2312" pitchFamily="49" charset="-122"/>
              </a:rPr>
              <a:t>设广义表的字符串描述如下</a:t>
            </a:r>
            <a:endParaRPr altLang="zh-CN" b="1" sz="3600" kumimoji="1" lang="en-US">
              <a:latin typeface="Times New Roman" panose="02020603050405020304" pitchFamily="18" charset="0"/>
              <a:ea typeface="仿宋_GB2312" pitchFamily="49" charset="-122"/>
            </a:endParaRPr>
          </a:p>
          <a:p>
            <a:pPr eaLnBrk="1" hangingPunct="1">
              <a:spcBef>
                <a:spcPct val="0"/>
              </a:spcBef>
              <a:buFontTx/>
              <a:buNone/>
            </a:pPr>
            <a:r>
              <a:rPr altLang="zh-CN" sz="3600" kumimoji="1" lang="en-US">
                <a:solidFill>
                  <a:schemeClr val="tx2"/>
                </a:solidFill>
                <a:latin typeface="Times New Roman" panose="02020603050405020304" pitchFamily="18" charset="0"/>
                <a:ea typeface="隶书" panose="02010509060101010101" pitchFamily="49" charset="-122"/>
              </a:rPr>
              <a:t>    </a:t>
            </a:r>
            <a:r>
              <a:rPr altLang="en-US" sz="3600" kumimoji="1" lang="zh-CN">
                <a:latin typeface="Times New Roman" panose="02020603050405020304" pitchFamily="18" charset="0"/>
                <a:ea typeface="仿宋_GB2312" pitchFamily="49" charset="-122"/>
              </a:rPr>
              <a:t>    </a:t>
            </a:r>
            <a:r>
              <a:rPr altLang="zh-CN" b="1" sz="3600" i="1" kumimoji="1" lang="en-US">
                <a:solidFill>
                  <a:srgbClr val="FF0000"/>
                </a:solidFill>
                <a:latin typeface="Times New Roman" panose="02020603050405020304" pitchFamily="18" charset="0"/>
                <a:ea typeface="仿宋_GB2312" pitchFamily="49" charset="-122"/>
              </a:rPr>
              <a:t>S</a:t>
            </a:r>
            <a:r>
              <a:rPr altLang="zh-CN" b="1" sz="3600" kumimoji="1" lang="en-US">
                <a:solidFill>
                  <a:srgbClr val="FF0000"/>
                </a:solidFill>
                <a:latin typeface="Times New Roman" panose="02020603050405020304" pitchFamily="18" charset="0"/>
                <a:ea typeface="仿宋_GB2312" pitchFamily="49" charset="-122"/>
              </a:rPr>
              <a:t>(A ( ‘</a:t>
            </a:r>
            <a:r>
              <a:rPr altLang="zh-CN" b="1" sz="3600" i="1" kumimoji="1" lang="en-US">
                <a:solidFill>
                  <a:srgbClr val="FF0000"/>
                </a:solidFill>
                <a:latin typeface="Times New Roman" panose="02020603050405020304" pitchFamily="18" charset="0"/>
                <a:ea typeface="仿宋_GB2312" pitchFamily="49" charset="-122"/>
              </a:rPr>
              <a:t>b</a:t>
            </a:r>
            <a:r>
              <a:rPr altLang="zh-CN" b="1" sz="3600" kumimoji="1" lang="en-US">
                <a:solidFill>
                  <a:srgbClr val="FF0000"/>
                </a:solidFill>
                <a:latin typeface="Times New Roman" panose="02020603050405020304" pitchFamily="18" charset="0"/>
                <a:ea typeface="仿宋_GB2312" pitchFamily="49" charset="-122"/>
              </a:rPr>
              <a:t>’, ‘c’ ), B(‘#’), ‘</a:t>
            </a:r>
            <a:r>
              <a:rPr altLang="zh-CN" b="1" sz="3600" i="1" kumimoji="1" lang="en-US">
                <a:solidFill>
                  <a:srgbClr val="FF0000"/>
                </a:solidFill>
                <a:latin typeface="Times New Roman" panose="02020603050405020304" pitchFamily="18" charset="0"/>
                <a:ea typeface="仿宋_GB2312" pitchFamily="49" charset="-122"/>
              </a:rPr>
              <a:t>d</a:t>
            </a:r>
            <a:r>
              <a:rPr altLang="zh-CN" b="1" sz="3600" kumimoji="1" lang="en-US">
                <a:solidFill>
                  <a:srgbClr val="FF0000"/>
                </a:solidFill>
                <a:latin typeface="Times New Roman" panose="02020603050405020304" pitchFamily="18" charset="0"/>
                <a:ea typeface="仿宋_GB2312" pitchFamily="49" charset="-122"/>
              </a:rPr>
              <a:t>’ )</a:t>
            </a:r>
            <a:r>
              <a:rPr altLang="en-US" b="1" sz="3600" kumimoji="1" lang="zh-CN">
                <a:solidFill>
                  <a:srgbClr val="FF0000"/>
                </a:solidFill>
                <a:latin typeface="Times New Roman" panose="02020603050405020304" pitchFamily="18" charset="0"/>
                <a:ea typeface="仿宋_GB2312" pitchFamily="49" charset="-122"/>
              </a:rPr>
              <a:t>； </a:t>
            </a:r>
            <a:endParaRPr altLang="en-US" sz="2400" kumimoji="1" lang="zh-CN">
              <a:latin typeface="Times New Roman" panose="02020603050405020304" pitchFamily="18" charset="0"/>
            </a:endParaRPr>
          </a:p>
        </p:txBody>
      </p:sp>
      <p:sp>
        <p:nvSpPr>
          <p:cNvPr id="1050024" name="Rectangle 5"/>
          <p:cNvSpPr>
            <a:spLocks noGrp="1" noChangeArrowheads="1"/>
          </p:cNvSpPr>
          <p:nvPr>
            <p:ph type="title"/>
          </p:nvPr>
        </p:nvSpPr>
        <p:spPr>
          <a:xfrm>
            <a:off x="228600" y="360363"/>
            <a:ext cx="8229600" cy="711200"/>
          </a:xfrm>
          <a:noFill/>
        </p:spPr>
        <p:txBody>
          <a:bodyPr/>
          <a:p>
            <a:pPr eaLnBrk="1" hangingPunct="1"/>
            <a:r>
              <a:rPr altLang="en-US" b="1" sz="3600" kumimoji="1" lang="zh-CN">
                <a:ea typeface="华文新魏" panose="02010800040101010101" pitchFamily="2" charset="-122"/>
              </a:rPr>
              <a:t>建立广义表的链表表示 </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333" name=""/>
        <p:cNvGrpSpPr/>
        <p:nvPr/>
      </p:nvGrpSpPr>
      <p:grpSpPr>
        <a:xfrm>
          <a:off x="0" y="0"/>
          <a:ext cx="0" cy="0"/>
          <a:chOff x="0" y="0"/>
          <a:chExt cx="0" cy="0"/>
        </a:xfrm>
      </p:grpSpPr>
      <p:sp>
        <p:nvSpPr>
          <p:cNvPr id="1050025" name="Rectangle 2"/>
          <p:cNvSpPr>
            <a:spLocks noGrp="1" noChangeArrowheads="1"/>
          </p:cNvSpPr>
          <p:nvPr>
            <p:ph idx="1"/>
          </p:nvPr>
        </p:nvSpPr>
        <p:spPr>
          <a:xfrm>
            <a:off x="644525" y="1385888"/>
            <a:ext cx="8058150" cy="4946650"/>
          </a:xfrm>
        </p:spPr>
        <p:txBody>
          <a:bodyPr/>
          <a:p>
            <a:pPr eaLnBrk="1" hangingPunct="1">
              <a:lnSpc>
                <a:spcPct val="105000"/>
              </a:lnSpc>
              <a:spcBef>
                <a:spcPct val="15000"/>
              </a:spcBef>
              <a:buClr>
                <a:srgbClr val="990099"/>
              </a:buClr>
              <a:buSzPct val="50000"/>
            </a:pPr>
            <a:r>
              <a:rPr altLang="en-US" b="1" sz="3000" lang="zh-CN">
                <a:latin typeface="Times New Roman" panose="02020603050405020304" pitchFamily="18" charset="0"/>
                <a:ea typeface="仿宋_GB2312" pitchFamily="49" charset="-122"/>
              </a:rPr>
              <a:t>假设一个广义表的元素类型 </a:t>
            </a:r>
            <a:r>
              <a:rPr altLang="zh-CN" b="1" sz="3000" lang="en-US">
                <a:latin typeface="Times New Roman" panose="02020603050405020304" pitchFamily="18" charset="0"/>
                <a:ea typeface="仿宋_GB2312" pitchFamily="49" charset="-122"/>
              </a:rPr>
              <a:t>T </a:t>
            </a:r>
            <a:r>
              <a:rPr altLang="en-US" b="1" sz="3000" lang="zh-CN">
                <a:latin typeface="Times New Roman" panose="02020603050405020304" pitchFamily="18" charset="0"/>
                <a:ea typeface="仿宋_GB2312" pitchFamily="49" charset="-122"/>
              </a:rPr>
              <a:t>是字符类型</a:t>
            </a:r>
            <a:r>
              <a:rPr altLang="zh-CN" b="1" sz="3000" lang="en-US">
                <a:latin typeface="Times New Roman" panose="02020603050405020304" pitchFamily="18" charset="0"/>
                <a:ea typeface="仿宋_GB2312" pitchFamily="49" charset="-122"/>
              </a:rPr>
              <a:t>char</a:t>
            </a:r>
            <a:r>
              <a:rPr altLang="en-US" b="1" sz="3000" lang="zh-CN">
                <a:latin typeface="Times New Roman" panose="02020603050405020304" pitchFamily="18" charset="0"/>
                <a:ea typeface="仿宋_GB2312" pitchFamily="49" charset="-122"/>
              </a:rPr>
              <a:t>，每一个原子元素的值为英文字母，并假定广义表从输入流对象 </a:t>
            </a:r>
            <a:r>
              <a:rPr altLang="zh-CN" b="1" sz="3000" lang="en-US">
                <a:latin typeface="Times New Roman" panose="02020603050405020304" pitchFamily="18" charset="0"/>
                <a:ea typeface="仿宋_GB2312" pitchFamily="49" charset="-122"/>
              </a:rPr>
              <a:t>istream </a:t>
            </a:r>
            <a:r>
              <a:rPr altLang="en-US" b="1" sz="3000" lang="zh-CN">
                <a:latin typeface="Times New Roman" panose="02020603050405020304" pitchFamily="18" charset="0"/>
                <a:ea typeface="仿宋_GB2312" pitchFamily="49" charset="-122"/>
              </a:rPr>
              <a:t>输入。</a:t>
            </a:r>
          </a:p>
          <a:p>
            <a:pPr eaLnBrk="1" hangingPunct="1">
              <a:lnSpc>
                <a:spcPct val="105000"/>
              </a:lnSpc>
              <a:spcBef>
                <a:spcPct val="15000"/>
              </a:spcBef>
              <a:buClr>
                <a:srgbClr val="990099"/>
              </a:buClr>
              <a:buSzPct val="50000"/>
            </a:pPr>
            <a:r>
              <a:rPr altLang="en-US" b="1" sz="3000" lang="zh-CN">
                <a:latin typeface="Times New Roman" panose="02020603050405020304" pitchFamily="18" charset="0"/>
                <a:ea typeface="仿宋_GB2312" pitchFamily="49" charset="-122"/>
              </a:rPr>
              <a:t>在算法的执行过程中，检测从输入流对象输入的一个字符，如果遇到表名（用大写字母表示），首先检查这个表名是否已经存在，如果是，说明该表是共享表，只要将相应头</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334" name=""/>
        <p:cNvGrpSpPr/>
        <p:nvPr/>
      </p:nvGrpSpPr>
      <p:grpSpPr>
        <a:xfrm>
          <a:off x="0" y="0"/>
          <a:ext cx="0" cy="0"/>
          <a:chOff x="0" y="0"/>
          <a:chExt cx="0" cy="0"/>
        </a:xfrm>
      </p:grpSpPr>
      <p:sp>
        <p:nvSpPr>
          <p:cNvPr id="1050026" name="Rectangle 2"/>
          <p:cNvSpPr>
            <a:spLocks noGrp="1" noChangeArrowheads="1"/>
          </p:cNvSpPr>
          <p:nvPr>
            <p:ph idx="1"/>
          </p:nvPr>
        </p:nvSpPr>
        <p:spPr>
          <a:xfrm>
            <a:off x="644525" y="776288"/>
            <a:ext cx="8058150" cy="4946650"/>
          </a:xfrm>
        </p:spPr>
        <p:txBody>
          <a:bodyPr>
            <a:normAutofit lnSpcReduction="10000"/>
          </a:bodyPr>
          <a:p>
            <a:pPr eaLnBrk="1" hangingPunct="1">
              <a:lnSpc>
                <a:spcPct val="105000"/>
              </a:lnSpc>
              <a:spcBef>
                <a:spcPct val="15000"/>
              </a:spcBef>
              <a:buClr>
                <a:srgbClr val="990099"/>
              </a:buClr>
              <a:buSzPct val="50000"/>
              <a:buFontTx/>
              <a:buNone/>
            </a:pPr>
            <a:r>
              <a:rPr altLang="zh-CN" b="1" sz="3000" lang="en-US">
                <a:latin typeface="Times New Roman" panose="02020603050405020304" pitchFamily="18" charset="0"/>
                <a:ea typeface="仿宋_GB2312" pitchFamily="49" charset="-122"/>
              </a:rPr>
              <a:t>	</a:t>
            </a:r>
            <a:r>
              <a:rPr altLang="en-US" b="1" sz="3000" lang="zh-CN">
                <a:latin typeface="Times New Roman" panose="02020603050405020304" pitchFamily="18" charset="0"/>
                <a:ea typeface="仿宋_GB2312" pitchFamily="49" charset="-122"/>
              </a:rPr>
              <a:t>结点的引用计数加一即可；如果不是，保存该表名并建立相应广义表。表名后面一定是左括号‘</a:t>
            </a:r>
            <a:r>
              <a:rPr altLang="zh-CN" b="1" sz="3000" lang="en-US">
                <a:latin typeface="Times New Roman" panose="02020603050405020304" pitchFamily="18" charset="0"/>
                <a:ea typeface="仿宋_GB2312" pitchFamily="49" charset="-122"/>
              </a:rPr>
              <a:t>(’</a:t>
            </a:r>
            <a:r>
              <a:rPr altLang="en-US" b="1" sz="3000" lang="zh-CN">
                <a:latin typeface="Times New Roman" panose="02020603050405020304" pitchFamily="18" charset="0"/>
                <a:ea typeface="仿宋_GB2312" pitchFamily="49" charset="-122"/>
              </a:rPr>
              <a:t>，不是则输入错，是则递归建立广义表结构。</a:t>
            </a:r>
          </a:p>
          <a:p>
            <a:pPr eaLnBrk="1" hangingPunct="1">
              <a:lnSpc>
                <a:spcPct val="105000"/>
              </a:lnSpc>
              <a:spcBef>
                <a:spcPct val="15000"/>
              </a:spcBef>
              <a:buClr>
                <a:srgbClr val="990099"/>
              </a:buClr>
              <a:buSzPct val="50000"/>
            </a:pPr>
            <a:r>
              <a:rPr altLang="en-US" b="1" sz="3000" lang="zh-CN">
                <a:latin typeface="Times New Roman" panose="02020603050405020304" pitchFamily="18" charset="0"/>
                <a:ea typeface="仿宋_GB2312" pitchFamily="49" charset="-122"/>
              </a:rPr>
              <a:t>如果遇到用小写字母表示的原子，则建立原子结点；如果遇到右括号‘</a:t>
            </a:r>
            <a:r>
              <a:rPr altLang="zh-CN" b="1" sz="3000" lang="en-US">
                <a:latin typeface="Times New Roman" panose="02020603050405020304" pitchFamily="18" charset="0"/>
                <a:ea typeface="仿宋_GB2312" pitchFamily="49" charset="-122"/>
              </a:rPr>
              <a:t>)’</a:t>
            </a:r>
            <a:r>
              <a:rPr altLang="en-US" b="1" sz="3000" lang="zh-CN">
                <a:latin typeface="Times New Roman" panose="02020603050405020304" pitchFamily="18" charset="0"/>
                <a:ea typeface="仿宋_GB2312" pitchFamily="49" charset="-122"/>
              </a:rPr>
              <a:t>，子表链收尾并退出递归。</a:t>
            </a:r>
          </a:p>
          <a:p>
            <a:pPr eaLnBrk="1" hangingPunct="1">
              <a:lnSpc>
                <a:spcPct val="105000"/>
              </a:lnSpc>
              <a:spcBef>
                <a:spcPct val="15000"/>
              </a:spcBef>
              <a:buClr>
                <a:srgbClr val="990099"/>
              </a:buClr>
              <a:buSzPct val="50000"/>
            </a:pPr>
            <a:r>
              <a:rPr altLang="en-US" b="1" sz="3000" lang="zh-CN">
                <a:latin typeface="Times New Roman" panose="02020603050405020304" pitchFamily="18" charset="0"/>
                <a:ea typeface="仿宋_GB2312" pitchFamily="49" charset="-122"/>
              </a:rPr>
              <a:t>注意在空表情形括号里应夹入一个非英文字母，如字符</a:t>
            </a:r>
            <a:r>
              <a:rPr altLang="zh-CN" b="1" sz="3000" lang="en-US">
                <a:latin typeface="Times New Roman" panose="02020603050405020304" pitchFamily="18" charset="0"/>
                <a:ea typeface="仿宋_GB2312" pitchFamily="49" charset="-122"/>
              </a:rPr>
              <a:t>'#'</a:t>
            </a:r>
            <a:r>
              <a:rPr altLang="en-US" b="1" sz="3000" lang="zh-CN">
                <a:latin typeface="Times New Roman" panose="02020603050405020304" pitchFamily="18" charset="0"/>
                <a:ea typeface="仿宋_GB2312" pitchFamily="49" charset="-122"/>
              </a:rPr>
              <a:t>，不能一个字符也没有。整个广义表描述字符串以</a:t>
            </a:r>
            <a:r>
              <a:rPr altLang="zh-CN" b="1" sz="3000" lang="en-US">
                <a:latin typeface="Times New Roman" panose="02020603050405020304" pitchFamily="18" charset="0"/>
                <a:ea typeface="仿宋_GB2312" pitchFamily="49" charset="-122"/>
              </a:rPr>
              <a:t>';'</a:t>
            </a:r>
            <a:r>
              <a:rPr altLang="en-US" b="1" sz="3000" lang="zh-CN">
                <a:latin typeface="Times New Roman" panose="02020603050405020304" pitchFamily="18" charset="0"/>
                <a:ea typeface="仿宋_GB2312" pitchFamily="49" charset="-122"/>
              </a:rPr>
              <a:t>结束。 </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335" name=""/>
        <p:cNvGrpSpPr/>
        <p:nvPr/>
      </p:nvGrpSpPr>
      <p:grpSpPr>
        <a:xfrm>
          <a:off x="0" y="0"/>
          <a:ext cx="0" cy="0"/>
          <a:chOff x="0" y="0"/>
          <a:chExt cx="0" cy="0"/>
        </a:xfrm>
      </p:grpSpPr>
      <p:sp>
        <p:nvSpPr>
          <p:cNvPr id="1050027" name="Rectangle 2"/>
          <p:cNvSpPr>
            <a:spLocks noGrp="1" noChangeArrowheads="1"/>
          </p:cNvSpPr>
          <p:nvPr>
            <p:ph type="title"/>
          </p:nvPr>
        </p:nvSpPr>
        <p:spPr>
          <a:xfrm>
            <a:off x="614363" y="374652"/>
            <a:ext cx="8075612" cy="854075"/>
          </a:xfrm>
        </p:spPr>
        <p:txBody>
          <a:bodyPr>
            <a:normAutofit fontScale="90000"/>
          </a:bodyPr>
          <a:p>
            <a:pPr algn="l" eaLnBrk="1" hangingPunct="1"/>
            <a:r>
              <a:rPr altLang="en-US" b="1" sz="3600" lang="zh-CN">
                <a:solidFill>
                  <a:srgbClr val="0000CC"/>
                </a:solidFill>
                <a:effectLst>
                  <a:outerShdw algn="tl" blurRad="38100" dir="2700000" dist="38100">
                    <a:srgbClr val="C0C0C0"/>
                  </a:outerShdw>
                </a:effectLst>
                <a:latin typeface="仿宋_GB2312" pitchFamily="49" charset="-122"/>
                <a:ea typeface="仿宋_GB2312" pitchFamily="49" charset="-122"/>
              </a:rPr>
              <a:t>由字符串建立广义表的链表表示算法（算法</a:t>
            </a:r>
            <a:r>
              <a:rPr altLang="zh-CN" b="1" sz="3600" lang="en-US">
                <a:solidFill>
                  <a:srgbClr val="0000CC"/>
                </a:solidFill>
                <a:effectLst>
                  <a:outerShdw algn="tl" blurRad="38100" dir="2700000" dist="38100">
                    <a:srgbClr val="C0C0C0"/>
                  </a:outerShdw>
                </a:effectLst>
                <a:latin typeface="仿宋_GB2312" pitchFamily="49" charset="-122"/>
                <a:ea typeface="仿宋_GB2312" pitchFamily="49" charset="-122"/>
              </a:rPr>
              <a:t>1</a:t>
            </a:r>
            <a:r>
              <a:rPr altLang="en-US" b="1" sz="3600" lang="zh-CN">
                <a:solidFill>
                  <a:srgbClr val="0000CC"/>
                </a:solidFill>
                <a:effectLst>
                  <a:outerShdw algn="tl" blurRad="38100" dir="2700000" dist="38100">
                    <a:srgbClr val="C0C0C0"/>
                  </a:outerShdw>
                </a:effectLst>
                <a:latin typeface="仿宋_GB2312" pitchFamily="49" charset="-122"/>
                <a:ea typeface="仿宋_GB2312" pitchFamily="49" charset="-122"/>
              </a:rPr>
              <a:t>）</a:t>
            </a:r>
          </a:p>
        </p:txBody>
      </p:sp>
      <p:sp>
        <p:nvSpPr>
          <p:cNvPr id="1050028" name="Rectangle 3"/>
          <p:cNvSpPr>
            <a:spLocks noGrp="1" noChangeArrowheads="1"/>
          </p:cNvSpPr>
          <p:nvPr>
            <p:ph idx="1"/>
          </p:nvPr>
        </p:nvSpPr>
        <p:spPr>
          <a:xfrm>
            <a:off x="558800" y="1295400"/>
            <a:ext cx="8229600" cy="4972050"/>
          </a:xfrm>
        </p:spPr>
        <p:txBody>
          <a:bodyPr/>
          <a:p>
            <a:pPr eaLnBrk="1" hangingPunct="1">
              <a:spcBef>
                <a:spcPct val="0"/>
              </a:spcBef>
              <a:buFontTx/>
              <a:buNone/>
            </a:pPr>
            <a:r>
              <a:rPr altLang="zh-CN" b="1" lang="en-US">
                <a:latin typeface="Times New Roman" panose="02020603050405020304" pitchFamily="18" charset="0"/>
                <a:ea typeface="隶书" panose="02010509060101010101" pitchFamily="49" charset="-122"/>
              </a:rPr>
              <a:t>#include &lt;string.h&gt;</a:t>
            </a:r>
          </a:p>
          <a:p>
            <a:pPr eaLnBrk="1" hangingPunct="1">
              <a:spcBef>
                <a:spcPct val="0"/>
              </a:spcBef>
              <a:buFontTx/>
              <a:buNone/>
            </a:pPr>
            <a:r>
              <a:rPr altLang="zh-CN" b="1" lang="en-US">
                <a:latin typeface="Times New Roman" panose="02020603050405020304" pitchFamily="18" charset="0"/>
                <a:ea typeface="隶书" panose="02010509060101010101" pitchFamily="49" charset="-122"/>
              </a:rPr>
              <a:t>template &lt;class</a:t>
            </a:r>
            <a:r>
              <a:rPr altLang="zh-CN" lang="en-US">
                <a:latin typeface="Times New Roman" panose="02020603050405020304" pitchFamily="18" charset="0"/>
                <a:ea typeface="隶书" panose="02010509060101010101" pitchFamily="49" charset="-122"/>
              </a:rPr>
              <a:t> T</a:t>
            </a:r>
            <a:r>
              <a:rPr altLang="zh-CN" b="1" lang="en-US">
                <a:latin typeface="Times New Roman" panose="02020603050405020304" pitchFamily="18" charset="0"/>
                <a:ea typeface="隶书" panose="02010509060101010101" pitchFamily="49" charset="-122"/>
              </a:rPr>
              <a:t>&gt;</a:t>
            </a:r>
          </a:p>
          <a:p>
            <a:pPr eaLnBrk="1" hangingPunct="1">
              <a:spcBef>
                <a:spcPct val="0"/>
              </a:spcBef>
              <a:buFontTx/>
              <a:buNone/>
            </a:pPr>
            <a:r>
              <a:rPr altLang="zh-CN" b="1" lang="en-US">
                <a:latin typeface="Times New Roman" panose="02020603050405020304" pitchFamily="18" charset="0"/>
                <a:ea typeface="隶书" panose="02010509060101010101" pitchFamily="49" charset="-122"/>
              </a:rPr>
              <a:t>void</a:t>
            </a:r>
            <a:r>
              <a:rPr altLang="zh-CN" lang="en-US">
                <a:latin typeface="Times New Roman" panose="02020603050405020304" pitchFamily="18" charset="0"/>
                <a:ea typeface="隶书" panose="02010509060101010101" pitchFamily="49" charset="-122"/>
              </a:rPr>
              <a:t> Genlist</a:t>
            </a:r>
            <a:r>
              <a:rPr altLang="zh-CN" b="1" lang="en-US">
                <a:latin typeface="Times New Roman" panose="02020603050405020304" pitchFamily="18" charset="0"/>
                <a:ea typeface="隶书" panose="02010509060101010101" pitchFamily="49" charset="-122"/>
              </a:rPr>
              <a:t>&lt;</a:t>
            </a:r>
            <a:r>
              <a:rPr altLang="zh-CN" lang="en-US">
                <a:latin typeface="Times New Roman" panose="02020603050405020304" pitchFamily="18" charset="0"/>
                <a:ea typeface="隶书" panose="02010509060101010101" pitchFamily="49" charset="-122"/>
              </a:rPr>
              <a:t>T</a:t>
            </a:r>
            <a:r>
              <a:rPr altLang="zh-CN" b="1" lang="en-US">
                <a:latin typeface="Times New Roman" panose="02020603050405020304" pitchFamily="18" charset="0"/>
                <a:ea typeface="隶书" panose="02010509060101010101" pitchFamily="49" charset="-122"/>
              </a:rPr>
              <a:t>&gt;::</a:t>
            </a:r>
            <a:r>
              <a:rPr altLang="zh-CN" lang="en-US">
                <a:latin typeface="Times New Roman" panose="02020603050405020304" pitchFamily="18" charset="0"/>
                <a:ea typeface="隶书" panose="02010509060101010101" pitchFamily="49" charset="-122"/>
              </a:rPr>
              <a:t>CreateList(</a:t>
            </a:r>
            <a:r>
              <a:rPr altLang="zh-CN" b="1" lang="en-US">
                <a:latin typeface="Times New Roman" panose="02020603050405020304" pitchFamily="18" charset="0"/>
                <a:ea typeface="隶书" panose="02010509060101010101" pitchFamily="49" charset="-122"/>
              </a:rPr>
              <a:t>istream</a:t>
            </a:r>
            <a:r>
              <a:rPr altLang="zh-CN" lang="en-US">
                <a:latin typeface="Times New Roman" panose="02020603050405020304" pitchFamily="18" charset="0"/>
                <a:ea typeface="隶书" panose="02010509060101010101" pitchFamily="49" charset="-122"/>
              </a:rPr>
              <a:t> in</a:t>
            </a:r>
            <a:r>
              <a:rPr altLang="zh-CN" b="1" lang="en-US">
                <a:latin typeface="Times New Roman" panose="02020603050405020304" pitchFamily="18" charset="0"/>
                <a:ea typeface="隶书" panose="02010509060101010101" pitchFamily="49" charset="-122"/>
              </a:rPr>
              <a:t>,</a:t>
            </a:r>
            <a:r>
              <a:rPr altLang="zh-CN" lang="en-US">
                <a:latin typeface="Times New Roman" panose="02020603050405020304" pitchFamily="18" charset="0"/>
                <a:ea typeface="隶书" panose="02010509060101010101" pitchFamily="49" charset="-122"/>
              </a:rPr>
              <a:t> GenListNode</a:t>
            </a:r>
            <a:r>
              <a:rPr altLang="zh-CN" b="1" lang="en-US">
                <a:latin typeface="Times New Roman" panose="02020603050405020304" pitchFamily="18" charset="0"/>
                <a:ea typeface="隶书" panose="02010509060101010101" pitchFamily="49" charset="-122"/>
              </a:rPr>
              <a:t>&lt;</a:t>
            </a:r>
            <a:r>
              <a:rPr altLang="zh-CN" lang="en-US">
                <a:latin typeface="Times New Roman" panose="02020603050405020304" pitchFamily="18" charset="0"/>
                <a:ea typeface="隶书" panose="02010509060101010101" pitchFamily="49" charset="-122"/>
              </a:rPr>
              <a:t>T</a:t>
            </a:r>
            <a:r>
              <a:rPr altLang="zh-CN" b="1" lang="en-US">
                <a:latin typeface="Times New Roman" panose="02020603050405020304" pitchFamily="18" charset="0"/>
                <a:ea typeface="隶书" panose="02010509060101010101" pitchFamily="49" charset="-122"/>
              </a:rPr>
              <a:t>&gt;</a:t>
            </a: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&amp; </a:t>
            </a:r>
            <a:r>
              <a:rPr altLang="zh-CN" lang="en-US">
                <a:latin typeface="Times New Roman" panose="02020603050405020304" pitchFamily="18" charset="0"/>
                <a:ea typeface="隶书" panose="02010509060101010101" pitchFamily="49" charset="-122"/>
              </a:rPr>
              <a:t>ls, SeqList</a:t>
            </a:r>
            <a:r>
              <a:rPr altLang="zh-CN" b="1" lang="en-US">
                <a:latin typeface="Times New Roman" panose="02020603050405020304" pitchFamily="18" charset="0"/>
                <a:ea typeface="隶书" panose="02010509060101010101" pitchFamily="49" charset="-122"/>
              </a:rPr>
              <a:t>&lt;</a:t>
            </a:r>
            <a:r>
              <a:rPr altLang="zh-CN" lang="en-US">
                <a:latin typeface="Times New Roman" panose="02020603050405020304" pitchFamily="18" charset="0"/>
                <a:ea typeface="隶书" panose="02010509060101010101" pitchFamily="49" charset="-122"/>
              </a:rPr>
              <a:t>T</a:t>
            </a:r>
            <a:r>
              <a:rPr altLang="zh-CN" b="1" lang="en-US">
                <a:latin typeface="Times New Roman" panose="02020603050405020304" pitchFamily="18" charset="0"/>
                <a:ea typeface="隶书" panose="02010509060101010101" pitchFamily="49" charset="-122"/>
              </a:rPr>
              <a:t>&gt;&amp;</a:t>
            </a:r>
            <a:r>
              <a:rPr altLang="zh-CN" lang="en-US">
                <a:latin typeface="Times New Roman" panose="02020603050405020304" pitchFamily="18" charset="0"/>
                <a:ea typeface="隶书" panose="02010509060101010101" pitchFamily="49" charset="-122"/>
              </a:rPr>
              <a:t> L1</a:t>
            </a:r>
            <a:r>
              <a:rPr altLang="zh-CN" b="1" lang="en-US">
                <a:latin typeface="Times New Roman" panose="02020603050405020304" pitchFamily="18" charset="0"/>
                <a:ea typeface="隶书" panose="02010509060101010101" pitchFamily="49" charset="-122"/>
              </a:rPr>
              <a:t>,</a:t>
            </a:r>
            <a:r>
              <a:rPr altLang="zh-CN"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lang="en-US">
                <a:latin typeface="Times New Roman" panose="02020603050405020304" pitchFamily="18" charset="0"/>
                <a:ea typeface="隶书" panose="02010509060101010101" pitchFamily="49" charset="-122"/>
              </a:rPr>
              <a:t>    SeqList </a:t>
            </a:r>
            <a:r>
              <a:rPr altLang="zh-CN" b="1" lang="en-US">
                <a:latin typeface="Times New Roman" panose="02020603050405020304" pitchFamily="18" charset="0"/>
                <a:ea typeface="隶书" panose="02010509060101010101" pitchFamily="49" charset="-122"/>
              </a:rPr>
              <a:t>&lt;</a:t>
            </a:r>
            <a:r>
              <a:rPr altLang="zh-CN" lang="en-US">
                <a:latin typeface="Times New Roman" panose="02020603050405020304" pitchFamily="18" charset="0"/>
                <a:ea typeface="隶书" panose="02010509060101010101" pitchFamily="49" charset="-122"/>
              </a:rPr>
              <a:t>GenListNode</a:t>
            </a:r>
            <a:r>
              <a:rPr altLang="zh-CN" b="1" lang="en-US">
                <a:latin typeface="Times New Roman" panose="02020603050405020304" pitchFamily="18" charset="0"/>
                <a:ea typeface="隶书" panose="02010509060101010101" pitchFamily="49" charset="-122"/>
              </a:rPr>
              <a:t>&lt;</a:t>
            </a:r>
            <a:r>
              <a:rPr altLang="zh-CN" lang="en-US">
                <a:latin typeface="Times New Roman" panose="02020603050405020304" pitchFamily="18" charset="0"/>
                <a:ea typeface="隶书" panose="02010509060101010101" pitchFamily="49" charset="-122"/>
              </a:rPr>
              <a:t>T</a:t>
            </a:r>
            <a:r>
              <a:rPr altLang="zh-CN" b="1" lang="en-US">
                <a:latin typeface="Times New Roman" panose="02020603050405020304" pitchFamily="18" charset="0"/>
                <a:ea typeface="隶书" panose="02010509060101010101" pitchFamily="49" charset="-122"/>
              </a:rPr>
              <a:t>&gt;</a:t>
            </a: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&gt;&amp;</a:t>
            </a:r>
            <a:r>
              <a:rPr altLang="zh-CN" lang="en-US">
                <a:latin typeface="Times New Roman" panose="02020603050405020304" pitchFamily="18" charset="0"/>
                <a:ea typeface="隶书" panose="02010509060101010101" pitchFamily="49" charset="-122"/>
              </a:rPr>
              <a:t> L2) </a:t>
            </a:r>
            <a:r>
              <a:rPr altLang="zh-CN" b="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从广义表的字符串描述 </a:t>
            </a:r>
            <a:r>
              <a:rPr altLang="zh-CN" lang="en-US">
                <a:solidFill>
                  <a:schemeClr val="tx2"/>
                </a:solidFill>
                <a:latin typeface="Times New Roman" panose="02020603050405020304" pitchFamily="18" charset="0"/>
                <a:ea typeface="隶书" panose="02010509060101010101" pitchFamily="49" charset="-122"/>
              </a:rPr>
              <a:t>s </a:t>
            </a:r>
            <a:r>
              <a:rPr altLang="en-US" lang="zh-CN">
                <a:solidFill>
                  <a:schemeClr val="tx2"/>
                </a:solidFill>
                <a:latin typeface="Times New Roman" panose="02020603050405020304" pitchFamily="18" charset="0"/>
                <a:ea typeface="隶书" panose="02010509060101010101" pitchFamily="49" charset="-122"/>
              </a:rPr>
              <a:t>出发</a:t>
            </a:r>
            <a:r>
              <a:rPr altLang="zh-CN" lang="en-US">
                <a:solidFill>
                  <a:schemeClr val="tx2"/>
                </a:solidFill>
                <a:latin typeface="Times New Roman" panose="02020603050405020304" pitchFamily="18" charset="0"/>
                <a:ea typeface="隶书" panose="02010509060101010101" pitchFamily="49" charset="-122"/>
              </a:rPr>
              <a:t>, </a:t>
            </a:r>
            <a:r>
              <a:rPr altLang="en-US" lang="zh-CN">
                <a:solidFill>
                  <a:schemeClr val="tx2"/>
                </a:solidFill>
                <a:latin typeface="Times New Roman" panose="02020603050405020304" pitchFamily="18" charset="0"/>
                <a:ea typeface="隶书" panose="02010509060101010101" pitchFamily="49" charset="-122"/>
              </a:rPr>
              <a:t>建立一个带头结</a:t>
            </a:r>
          </a:p>
          <a:p>
            <a:pPr eaLnBrk="1" hangingPunct="1">
              <a:spcBef>
                <a:spcPct val="0"/>
              </a:spcBef>
              <a:buFontTx/>
              <a:buNone/>
            </a:pP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点的广义表，要求</a:t>
            </a:r>
            <a:r>
              <a:rPr altLang="zh-CN" lang="en-US">
                <a:solidFill>
                  <a:schemeClr val="tx2"/>
                </a:solidFill>
                <a:latin typeface="Times New Roman" panose="02020603050405020304" pitchFamily="18" charset="0"/>
                <a:ea typeface="隶书" panose="02010509060101010101" pitchFamily="49" charset="-122"/>
              </a:rPr>
              <a:t>T</a:t>
            </a:r>
            <a:r>
              <a:rPr altLang="en-US" lang="zh-CN">
                <a:solidFill>
                  <a:schemeClr val="tx2"/>
                </a:solidFill>
                <a:latin typeface="Times New Roman" panose="02020603050405020304" pitchFamily="18" charset="0"/>
                <a:ea typeface="隶书" panose="02010509060101010101" pitchFamily="49" charset="-122"/>
              </a:rPr>
              <a:t>为</a:t>
            </a:r>
            <a:r>
              <a:rPr altLang="zh-CN" b="1" lang="en-US">
                <a:solidFill>
                  <a:schemeClr val="tx2"/>
                </a:solidFill>
                <a:latin typeface="Times New Roman" panose="02020603050405020304" pitchFamily="18" charset="0"/>
                <a:ea typeface="隶书" panose="02010509060101010101" pitchFamily="49" charset="-122"/>
              </a:rPr>
              <a:t>char</a:t>
            </a:r>
            <a:r>
              <a:rPr altLang="en-US" lang="zh-CN">
                <a:solidFill>
                  <a:schemeClr val="tx2"/>
                </a:solidFill>
                <a:latin typeface="Times New Roman" panose="02020603050405020304" pitchFamily="18" charset="0"/>
                <a:ea typeface="隶书" panose="02010509060101010101" pitchFamily="49" charset="-122"/>
              </a:rPr>
              <a:t>类型。在表</a:t>
            </a:r>
            <a:r>
              <a:rPr altLang="zh-CN" lang="en-US">
                <a:solidFill>
                  <a:schemeClr val="tx2"/>
                </a:solidFill>
                <a:latin typeface="Times New Roman" panose="02020603050405020304" pitchFamily="18" charset="0"/>
                <a:ea typeface="隶书" panose="02010509060101010101" pitchFamily="49" charset="-122"/>
              </a:rPr>
              <a:t>L1</a:t>
            </a:r>
            <a:r>
              <a:rPr altLang="en-US" lang="zh-CN">
                <a:solidFill>
                  <a:schemeClr val="tx2"/>
                </a:solidFill>
                <a:latin typeface="Times New Roman" panose="02020603050405020304" pitchFamily="18" charset="0"/>
                <a:ea typeface="隶书" panose="02010509060101010101" pitchFamily="49" charset="-122"/>
              </a:rPr>
              <a:t>存储大</a:t>
            </a:r>
          </a:p>
          <a:p>
            <a:pPr eaLnBrk="1" hangingPunct="1">
              <a:spcBef>
                <a:spcPct val="0"/>
              </a:spcBef>
              <a:buFontTx/>
              <a:buNone/>
            </a:pP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写字母的表名</a:t>
            </a:r>
            <a:r>
              <a:rPr altLang="zh-CN" lang="en-US">
                <a:solidFill>
                  <a:schemeClr val="tx2"/>
                </a:solidFill>
                <a:latin typeface="Times New Roman" panose="02020603050405020304" pitchFamily="18" charset="0"/>
                <a:ea typeface="隶书" panose="02010509060101010101" pitchFamily="49" charset="-122"/>
              </a:rPr>
              <a:t>, </a:t>
            </a:r>
            <a:r>
              <a:rPr altLang="en-US" lang="zh-CN">
                <a:solidFill>
                  <a:schemeClr val="tx2"/>
                </a:solidFill>
                <a:latin typeface="Times New Roman" panose="02020603050405020304" pitchFamily="18" charset="0"/>
                <a:ea typeface="隶书" panose="02010509060101010101" pitchFamily="49" charset="-122"/>
              </a:rPr>
              <a:t>在表</a:t>
            </a:r>
            <a:r>
              <a:rPr altLang="zh-CN" lang="en-US">
                <a:solidFill>
                  <a:schemeClr val="tx2"/>
                </a:solidFill>
                <a:latin typeface="Times New Roman" panose="02020603050405020304" pitchFamily="18" charset="0"/>
                <a:ea typeface="隶书" panose="02010509060101010101" pitchFamily="49" charset="-122"/>
              </a:rPr>
              <a:t>L2</a:t>
            </a:r>
            <a:r>
              <a:rPr altLang="en-US" lang="zh-CN">
                <a:solidFill>
                  <a:schemeClr val="tx2"/>
                </a:solidFill>
                <a:latin typeface="Times New Roman" panose="02020603050405020304" pitchFamily="18" charset="0"/>
                <a:ea typeface="隶书" panose="02010509060101010101" pitchFamily="49" charset="-122"/>
              </a:rPr>
              <a:t>存储表名对应子表结点的</a:t>
            </a:r>
          </a:p>
          <a:p>
            <a:pPr eaLnBrk="1" hangingPunct="1">
              <a:spcBef>
                <a:spcPct val="0"/>
              </a:spcBef>
              <a:buFontTx/>
              <a:buNone/>
            </a:pP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地址。</a:t>
            </a:r>
          </a:p>
          <a:p>
            <a:pPr eaLnBrk="1" hangingPunct="1">
              <a:spcBef>
                <a:spcPct val="0"/>
              </a:spcBef>
              <a:buFontTx/>
              <a:buNone/>
            </a:pPr>
            <a:r>
              <a:rPr altLang="en-US" lang="zh-CN">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T chr</a:t>
            </a:r>
            <a:r>
              <a:rPr altLang="zh-CN" b="1" lang="en-US">
                <a:latin typeface="Times New Roman" panose="02020603050405020304" pitchFamily="18" charset="0"/>
                <a:ea typeface="隶书" panose="02010509060101010101" pitchFamily="49" charset="-122"/>
              </a:rPr>
              <a:t>;</a:t>
            </a:r>
            <a:r>
              <a:rPr altLang="zh-CN"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lang="en-US">
                <a:latin typeface="Times New Roman" panose="02020603050405020304" pitchFamily="18" charset="0"/>
                <a:ea typeface="隶书" panose="02010509060101010101" pitchFamily="49" charset="-122"/>
              </a:rPr>
              <a:t>     in </a:t>
            </a:r>
            <a:r>
              <a:rPr altLang="zh-CN" b="1" lang="en-US">
                <a:latin typeface="Times New Roman" panose="02020603050405020304" pitchFamily="18" charset="0"/>
                <a:ea typeface="隶书" panose="02010509060101010101" pitchFamily="49" charset="-122"/>
              </a:rPr>
              <a:t>&gt;&gt;</a:t>
            </a:r>
            <a:r>
              <a:rPr altLang="zh-CN" lang="en-US">
                <a:latin typeface="Times New Roman" panose="02020603050405020304" pitchFamily="18" charset="0"/>
                <a:ea typeface="隶书" panose="02010509060101010101" pitchFamily="49" charset="-122"/>
              </a:rPr>
              <a:t> chr</a:t>
            </a:r>
            <a:r>
              <a:rPr altLang="zh-CN" b="1" lang="en-US">
                <a:latin typeface="Times New Roman" panose="02020603050405020304" pitchFamily="18" charset="0"/>
                <a:ea typeface="隶书" panose="02010509060101010101" pitchFamily="49" charset="-122"/>
              </a:rPr>
              <a:t>;</a:t>
            </a:r>
            <a:r>
              <a:rPr altLang="zh-CN" lang="en-US">
                <a:latin typeface="Times New Roman" panose="02020603050405020304" pitchFamily="18" charset="0"/>
                <a:ea typeface="隶书" panose="02010509060101010101" pitchFamily="49" charset="-122"/>
              </a:rPr>
              <a:t>   </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336" name=""/>
        <p:cNvGrpSpPr/>
        <p:nvPr/>
      </p:nvGrpSpPr>
      <p:grpSpPr>
        <a:xfrm>
          <a:off x="0" y="0"/>
          <a:ext cx="0" cy="0"/>
          <a:chOff x="0" y="0"/>
          <a:chExt cx="0" cy="0"/>
        </a:xfrm>
      </p:grpSpPr>
      <p:sp>
        <p:nvSpPr>
          <p:cNvPr id="1050029" name="Rectangle 2"/>
          <p:cNvSpPr>
            <a:spLocks noGrp="1" noChangeArrowheads="1"/>
          </p:cNvSpPr>
          <p:nvPr>
            <p:ph idx="1"/>
          </p:nvPr>
        </p:nvSpPr>
        <p:spPr>
          <a:xfrm>
            <a:off x="558800" y="622302"/>
            <a:ext cx="8229600" cy="5807075"/>
          </a:xfrm>
        </p:spPr>
        <p:txBody>
          <a:bodyPr>
            <a:normAutofit fontScale="96429"/>
          </a:bodyPr>
          <a:p>
            <a:pPr eaLnBrk="1" hangingPunct="1">
              <a:spcBef>
                <a:spcPct val="0"/>
              </a:spcBef>
              <a:buFontTx/>
              <a:buNone/>
            </a:pPr>
            <a:r>
              <a:rPr altLang="zh-CN" b="1" lang="en-US">
                <a:solidFill>
                  <a:schemeClr val="tx2"/>
                </a:solidFill>
                <a:latin typeface="Times New Roman" panose="02020603050405020304" pitchFamily="18" charset="0"/>
                <a:ea typeface="隶书" panose="02010509060101010101" pitchFamily="49" charset="-122"/>
              </a:rPr>
              <a:t>       //</a:t>
            </a:r>
            <a:r>
              <a:rPr altLang="en-US" lang="zh-CN">
                <a:solidFill>
                  <a:schemeClr val="tx2"/>
                </a:solidFill>
                <a:latin typeface="Times New Roman" panose="02020603050405020304" pitchFamily="18" charset="0"/>
                <a:ea typeface="隶书" panose="02010509060101010101" pitchFamily="49" charset="-122"/>
              </a:rPr>
              <a:t>读入一个字符，只可能读入</a:t>
            </a:r>
            <a:r>
              <a:rPr altLang="zh-CN"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、左括号和字母</a:t>
            </a:r>
          </a:p>
          <a:p>
            <a:pPr eaLnBrk="1" hangingPunct="1">
              <a:spcBef>
                <a:spcPct val="0"/>
              </a:spcBef>
              <a:buFontTx/>
              <a:buNone/>
            </a:pPr>
            <a:r>
              <a:rPr altLang="en-US" lang="zh-CN">
                <a:solidFill>
                  <a:schemeClr val="tx2"/>
                </a:solidFill>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if </a:t>
            </a:r>
            <a:r>
              <a:rPr altLang="zh-CN" lang="en-US">
                <a:latin typeface="Times New Roman" panose="02020603050405020304" pitchFamily="18" charset="0"/>
                <a:ea typeface="隶书" panose="02010509060101010101" pitchFamily="49" charset="-122"/>
              </a:rPr>
              <a:t>(isalpha(chr) </a:t>
            </a:r>
            <a:r>
              <a:rPr altLang="zh-CN" b="1" lang="en-US">
                <a:latin typeface="Times New Roman" panose="02020603050405020304" pitchFamily="18" charset="0"/>
                <a:ea typeface="隶书" panose="02010509060101010101" pitchFamily="49" charset="-122"/>
              </a:rPr>
              <a:t>&amp;&amp;</a:t>
            </a:r>
            <a:r>
              <a:rPr altLang="zh-CN" lang="en-US">
                <a:latin typeface="Times New Roman" panose="02020603050405020304" pitchFamily="18" charset="0"/>
                <a:ea typeface="隶书" panose="02010509060101010101" pitchFamily="49" charset="-122"/>
              </a:rPr>
              <a:t> isupper(chr) </a:t>
            </a:r>
            <a:r>
              <a:rPr altLang="zh-CN" b="1" lang="en-US">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chr == '(') </a:t>
            </a:r>
            <a:r>
              <a:rPr altLang="zh-CN" b="1" lang="en-US">
                <a:latin typeface="Times New Roman" panose="02020603050405020304" pitchFamily="18" charset="0"/>
                <a:ea typeface="隶书" panose="02010509060101010101" pitchFamily="49" charset="-122"/>
              </a:rPr>
              <a:t>{</a:t>
            </a:r>
            <a:r>
              <a:rPr altLang="zh-CN"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大写字母或</a:t>
            </a:r>
            <a:r>
              <a:rPr altLang="zh-CN" lang="en-US">
                <a:solidFill>
                  <a:schemeClr val="tx2"/>
                </a:solidFill>
                <a:latin typeface="Times New Roman" panose="02020603050405020304" pitchFamily="18" charset="0"/>
                <a:ea typeface="隶书" panose="02010509060101010101" pitchFamily="49" charset="-122"/>
              </a:rPr>
              <a:t>'('</a:t>
            </a:r>
          </a:p>
          <a:p>
            <a:pPr eaLnBrk="1" hangingPunct="1">
              <a:spcBef>
                <a:spcPct val="0"/>
              </a:spcBef>
              <a:buFontTx/>
              <a:buNone/>
            </a:pPr>
            <a:r>
              <a:rPr altLang="zh-CN" lang="en-US">
                <a:latin typeface="Times New Roman" panose="02020603050405020304" pitchFamily="18" charset="0"/>
                <a:ea typeface="隶书" panose="02010509060101010101" pitchFamily="49" charset="-122"/>
              </a:rPr>
              <a:t>          ls = </a:t>
            </a:r>
            <a:r>
              <a:rPr altLang="zh-CN" b="1" lang="en-US">
                <a:latin typeface="Times New Roman" panose="02020603050405020304" pitchFamily="18" charset="0"/>
                <a:ea typeface="隶书" panose="02010509060101010101" pitchFamily="49" charset="-122"/>
              </a:rPr>
              <a:t>new</a:t>
            </a:r>
            <a:r>
              <a:rPr altLang="zh-CN" lang="en-US">
                <a:latin typeface="Times New Roman" panose="02020603050405020304" pitchFamily="18" charset="0"/>
                <a:ea typeface="隶书" panose="02010509060101010101" pitchFamily="49" charset="-122"/>
              </a:rPr>
              <a:t> GenListNode</a:t>
            </a:r>
            <a:r>
              <a:rPr altLang="zh-CN" b="1" lang="en-US">
                <a:latin typeface="Times New Roman" panose="02020603050405020304" pitchFamily="18" charset="0"/>
                <a:ea typeface="隶书" panose="02010509060101010101" pitchFamily="49" charset="-122"/>
              </a:rPr>
              <a:t>&lt;</a:t>
            </a:r>
            <a:r>
              <a:rPr altLang="zh-CN" lang="en-US">
                <a:latin typeface="Times New Roman" panose="02020603050405020304" pitchFamily="18" charset="0"/>
                <a:ea typeface="隶书" panose="02010509060101010101" pitchFamily="49" charset="-122"/>
              </a:rPr>
              <a:t>T</a:t>
            </a:r>
            <a:r>
              <a:rPr altLang="zh-CN" b="1" lang="en-US">
                <a:latin typeface="Times New Roman" panose="02020603050405020304" pitchFamily="18" charset="0"/>
                <a:ea typeface="隶书" panose="02010509060101010101" pitchFamily="49" charset="-122"/>
              </a:rPr>
              <a:t>&gt;;</a:t>
            </a:r>
            <a:r>
              <a:rPr altLang="zh-CN"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建子表结点</a:t>
            </a:r>
            <a:endParaRPr altLang="en-US" lang="zh-CN">
              <a:latin typeface="Times New Roman" panose="02020603050405020304" pitchFamily="18" charset="0"/>
              <a:ea typeface="隶书" panose="02010509060101010101" pitchFamily="49" charset="-122"/>
            </a:endParaRPr>
          </a:p>
          <a:p>
            <a:pPr eaLnBrk="1" hangingPunct="1">
              <a:spcBef>
                <a:spcPct val="0"/>
              </a:spcBef>
              <a:buFontTx/>
              <a:buNone/>
            </a:pPr>
            <a:r>
              <a:rPr altLang="en-US" lang="zh-CN">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ls</a:t>
            </a:r>
            <a:r>
              <a:rPr altLang="zh-CN" lang="en-US">
                <a:latin typeface="楷体_GB2312" pitchFamily="49" charset="-122"/>
                <a:ea typeface="楷体_GB2312" pitchFamily="49" charset="-122"/>
              </a:rPr>
              <a:t>-&gt;</a:t>
            </a:r>
            <a:r>
              <a:rPr altLang="zh-CN" lang="en-US">
                <a:latin typeface="Times New Roman" panose="02020603050405020304" pitchFamily="18" charset="0"/>
                <a:ea typeface="隶书" panose="02010509060101010101" pitchFamily="49" charset="-122"/>
              </a:rPr>
              <a:t>utype = 2</a:t>
            </a:r>
            <a:r>
              <a:rPr altLang="zh-CN" b="1" lang="en-US">
                <a:latin typeface="Times New Roman" panose="02020603050405020304" pitchFamily="18" charset="0"/>
                <a:ea typeface="隶书" panose="02010509060101010101" pitchFamily="49" charset="-122"/>
              </a:rPr>
              <a:t>;		</a:t>
            </a:r>
            <a:endParaRPr altLang="zh-CN" lang="en-US">
              <a:solidFill>
                <a:schemeClr val="tx2"/>
              </a:solidFill>
              <a:latin typeface="Times New Roman" panose="02020603050405020304" pitchFamily="18" charset="0"/>
              <a:ea typeface="隶书" panose="02010509060101010101" pitchFamily="49" charset="-122"/>
            </a:endParaRPr>
          </a:p>
          <a:p>
            <a:pPr eaLnBrk="1" hangingPunct="1">
              <a:spcBef>
                <a:spcPct val="0"/>
              </a:spcBef>
              <a:buFontTx/>
              <a:buNone/>
            </a:pP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if </a:t>
            </a:r>
            <a:r>
              <a:rPr altLang="zh-CN" lang="en-US">
                <a:latin typeface="Times New Roman" panose="02020603050405020304" pitchFamily="18" charset="0"/>
                <a:ea typeface="隶书" panose="02010509060101010101" pitchFamily="49" charset="-122"/>
              </a:rPr>
              <a:t>(isalpha(chr) </a:t>
            </a:r>
            <a:r>
              <a:rPr altLang="zh-CN" b="1" lang="en-US">
                <a:latin typeface="Times New Roman" panose="02020603050405020304" pitchFamily="18" charset="0"/>
                <a:ea typeface="隶书" panose="02010509060101010101" pitchFamily="49" charset="-122"/>
              </a:rPr>
              <a:t>&amp;&amp;</a:t>
            </a:r>
            <a:r>
              <a:rPr altLang="zh-CN" lang="en-US">
                <a:latin typeface="Times New Roman" panose="02020603050405020304" pitchFamily="18" charset="0"/>
                <a:ea typeface="隶书" panose="02010509060101010101" pitchFamily="49" charset="-122"/>
              </a:rPr>
              <a:t> isupper(chr)) </a:t>
            </a:r>
            <a:r>
              <a:rPr altLang="zh-CN" b="1"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表名处理</a:t>
            </a:r>
          </a:p>
          <a:p>
            <a:pPr eaLnBrk="1" hangingPunct="1">
              <a:spcBef>
                <a:spcPct val="0"/>
              </a:spcBef>
              <a:buFontTx/>
              <a:buNone/>
            </a:pPr>
            <a:r>
              <a:rPr altLang="en-US" lang="zh-CN">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int</a:t>
            </a:r>
            <a:r>
              <a:rPr altLang="zh-CN" lang="en-US">
                <a:latin typeface="Times New Roman" panose="02020603050405020304" pitchFamily="18" charset="0"/>
                <a:ea typeface="隶书" panose="02010509060101010101" pitchFamily="49" charset="-122"/>
              </a:rPr>
              <a:t> n = L1.Length</a:t>
            </a:r>
            <a:r>
              <a:rPr altLang="zh-CN" b="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lang="en-US">
                <a:latin typeface="Times New Roman" panose="02020603050405020304" pitchFamily="18" charset="0"/>
                <a:ea typeface="隶书" panose="02010509060101010101" pitchFamily="49" charset="-122"/>
              </a:rPr>
              <a:t>               int</a:t>
            </a:r>
            <a:r>
              <a:rPr altLang="zh-CN" lang="en-US">
                <a:latin typeface="Times New Roman" panose="02020603050405020304" pitchFamily="18" charset="0"/>
                <a:ea typeface="隶书" panose="02010509060101010101" pitchFamily="49" charset="-122"/>
              </a:rPr>
              <a:t> m = L1.Search(chr)</a:t>
            </a:r>
            <a:r>
              <a:rPr altLang="zh-CN" b="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if </a:t>
            </a:r>
            <a:r>
              <a:rPr altLang="zh-CN" lang="en-US">
                <a:latin typeface="Times New Roman" panose="02020603050405020304" pitchFamily="18" charset="0"/>
                <a:ea typeface="隶书" panose="02010509060101010101" pitchFamily="49" charset="-122"/>
              </a:rPr>
              <a:t>(m != 0) </a:t>
            </a:r>
            <a:r>
              <a:rPr altLang="zh-CN" b="1"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该表已建立</a:t>
            </a:r>
          </a:p>
          <a:p>
            <a:pPr eaLnBrk="1" hangingPunct="1">
              <a:spcBef>
                <a:spcPct val="0"/>
              </a:spcBef>
              <a:buFontTx/>
              <a:buNone/>
            </a:pPr>
            <a:r>
              <a:rPr altLang="en-US" lang="zh-CN">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GenListNode&lt;T&gt; *p = L2.Locate(m)</a:t>
            </a:r>
            <a:r>
              <a:rPr altLang="zh-CN" b="1" lang="en-US">
                <a:latin typeface="Times New Roman" panose="02020603050405020304" pitchFamily="18" charset="0"/>
                <a:ea typeface="隶书" panose="02010509060101010101" pitchFamily="49" charset="-122"/>
              </a:rPr>
              <a:t>;</a:t>
            </a:r>
            <a:r>
              <a:rPr altLang="zh-CN"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查子表地址</a:t>
            </a:r>
          </a:p>
          <a:p>
            <a:pPr eaLnBrk="1" hangingPunct="1">
              <a:spcBef>
                <a:spcPct val="0"/>
              </a:spcBef>
              <a:buFontTx/>
              <a:buNone/>
            </a:pPr>
            <a:r>
              <a:rPr altLang="en-US" lang="zh-CN">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p</a:t>
            </a:r>
            <a:r>
              <a:rPr altLang="zh-CN" lang="en-US">
                <a:latin typeface="楷体_GB2312" pitchFamily="49" charset="-122"/>
                <a:ea typeface="楷体_GB2312" pitchFamily="49" charset="-122"/>
              </a:rPr>
              <a:t>-&gt;</a:t>
            </a:r>
            <a:r>
              <a:rPr altLang="zh-CN" lang="en-US">
                <a:latin typeface="Times New Roman" panose="02020603050405020304" pitchFamily="18" charset="0"/>
                <a:ea typeface="隶书" panose="02010509060101010101" pitchFamily="49" charset="-122"/>
              </a:rPr>
              <a:t>ref</a:t>
            </a:r>
            <a:r>
              <a:rPr altLang="zh-CN" b="1"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引用计数加一</a:t>
            </a:r>
          </a:p>
          <a:p>
            <a:pPr eaLnBrk="1" hangingPunct="1">
              <a:spcBef>
                <a:spcPct val="0"/>
              </a:spcBef>
              <a:buFontTx/>
              <a:buNone/>
            </a:pPr>
            <a:r>
              <a:rPr altLang="en-US" lang="zh-CN">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a:t>
            </a:r>
            <a:r>
              <a:rPr altLang="zh-CN" lang="en-US">
                <a:latin typeface="Times New Roman" panose="02020603050405020304" pitchFamily="18" charset="0"/>
                <a:ea typeface="隶书" panose="02010509060101010101" pitchFamily="49" charset="-122"/>
              </a:rPr>
              <a:t> 	</a:t>
            </a:r>
            <a:endParaRPr altLang="zh-CN" sz="800" lang="en-US">
              <a:latin typeface="Times New Roman" panose="02020603050405020304" pitchFamily="18" charset="0"/>
              <a:ea typeface="隶书" panose="02010509060101010101" pitchFamily="49" charset="-122"/>
            </a:endParaRPr>
          </a:p>
        </p:txBody>
      </p:sp>
      <mc:AlternateContent xmlns:mc="http://schemas.openxmlformats.org/markup-compatibility/2006">
        <mc:Choice xmlns:p14="http://schemas.microsoft.com/office/powerpoint/2010/main" Requires="p14">
          <p:contentPart p14:bwMode="auto" r:id="rId1">
            <p14:nvContentPartPr>
              <p14:cNvPr id="1050237" name=""/>
              <p14:cNvContentPartPr/>
              <p14:nvPr/>
            </p14:nvContentPartPr>
            <p14:xfrm>
              <a:off x="1787057" y="1186755"/>
              <a:ext cx="1435201" cy="227855"/>
            </p14:xfrm>
          </p:contentPart>
        </mc:Choice>
        <mc:Fallback>
          <p:sp>
            <p:nvSpPr>
              <p:cNvPr id="1050237" name=""/>
              <p:cNvSpPr/>
              <p:nvPr/>
            </p:nvSpPr>
            <p:spPr>
              <a:xfrm>
                <a:off x="1787057" y="1186755"/>
                <a:ext cx="1435201" cy="227855"/>
              </a:xfrm>
            </p:spPr>
          </p:sp>
        </mc:Fallback>
      </mc:AlternateContent>
      <mc:AlternateContent xmlns:mc="http://schemas.openxmlformats.org/markup-compatibility/2006">
        <mc:Choice xmlns:p14="http://schemas.microsoft.com/office/powerpoint/2010/main" Requires="p14">
          <p:contentPart p14:bwMode="auto" r:id="rId2">
            <p14:nvContentPartPr>
              <p14:cNvPr id="1050238" name=""/>
              <p14:cNvContentPartPr/>
              <p14:nvPr/>
            </p14:nvContentPartPr>
            <p14:xfrm>
              <a:off x="2185995" y="742684"/>
              <a:ext cx="94071" cy="605826"/>
            </p14:xfrm>
          </p:contentPart>
        </mc:Choice>
        <mc:Fallback>
          <p:sp>
            <p:nvSpPr>
              <p:cNvPr id="1050238" name=""/>
              <p:cNvSpPr/>
              <p:nvPr/>
            </p:nvSpPr>
            <p:spPr>
              <a:xfrm>
                <a:off x="2185995" y="742684"/>
                <a:ext cx="94071" cy="605826"/>
              </a:xfrm>
            </p:spPr>
          </p:sp>
        </mc:Fallback>
      </mc:AlternateContent>
      <mc:AlternateContent xmlns:mc="http://schemas.openxmlformats.org/markup-compatibility/2006">
        <mc:Choice xmlns:p14="http://schemas.microsoft.com/office/powerpoint/2010/main" Requires="p14">
          <p:contentPart p14:bwMode="auto" r:id="rId3">
            <p14:nvContentPartPr>
              <p14:cNvPr id="1050239" name=""/>
              <p14:cNvContentPartPr/>
              <p14:nvPr/>
            </p14:nvContentPartPr>
            <p14:xfrm>
              <a:off x="2126759" y="572957"/>
              <a:ext cx="240821" cy="272276"/>
            </p14:xfrm>
          </p:contentPart>
        </mc:Choice>
        <mc:Fallback>
          <p:sp>
            <p:nvSpPr>
              <p:cNvPr id="1050239" name=""/>
              <p:cNvSpPr/>
              <p:nvPr/>
            </p:nvSpPr>
            <p:spPr>
              <a:xfrm>
                <a:off x="2126759" y="572957"/>
                <a:ext cx="240821" cy="272276"/>
              </a:xfrm>
            </p:spPr>
          </p:sp>
        </mc:Fallback>
      </mc:AlternateContent>
      <mc:AlternateContent xmlns:mc="http://schemas.openxmlformats.org/markup-compatibility/2006">
        <mc:Choice xmlns:p14="http://schemas.microsoft.com/office/powerpoint/2010/main" Requires="p14">
          <p:contentPart p14:bwMode="auto" r:id="rId4">
            <p14:nvContentPartPr>
              <p14:cNvPr id="1050240" name=""/>
              <p14:cNvContentPartPr/>
              <p14:nvPr/>
            </p14:nvContentPartPr>
            <p14:xfrm>
              <a:off x="2608172" y="351399"/>
              <a:ext cx="207866" cy="86586"/>
            </p14:xfrm>
          </p:contentPart>
        </mc:Choice>
        <mc:Fallback>
          <p:sp>
            <p:nvSpPr>
              <p:cNvPr id="1050240" name=""/>
              <p:cNvSpPr/>
              <p:nvPr/>
            </p:nvSpPr>
            <p:spPr>
              <a:xfrm>
                <a:off x="2608172" y="351399"/>
                <a:ext cx="207866" cy="86586"/>
              </a:xfrm>
            </p:spPr>
          </p:sp>
        </mc:Fallback>
      </mc:AlternateContent>
      <mc:AlternateContent xmlns:mc="http://schemas.openxmlformats.org/markup-compatibility/2006">
        <mc:Choice xmlns:p14="http://schemas.microsoft.com/office/powerpoint/2010/main" Requires="p14">
          <p:contentPart p14:bwMode="auto" r:id="rId5">
            <p14:nvContentPartPr>
              <p14:cNvPr id="1050241" name=""/>
              <p14:cNvContentPartPr/>
              <p14:nvPr/>
            </p14:nvContentPartPr>
            <p14:xfrm>
              <a:off x="2664472" y="282845"/>
              <a:ext cx="117279" cy="363451"/>
            </p14:xfrm>
          </p:contentPart>
        </mc:Choice>
        <mc:Fallback>
          <p:sp>
            <p:nvSpPr>
              <p:cNvPr id="1050241" name=""/>
              <p:cNvSpPr/>
              <p:nvPr/>
            </p:nvSpPr>
            <p:spPr>
              <a:xfrm>
                <a:off x="2664472" y="282845"/>
                <a:ext cx="117279" cy="363451"/>
              </a:xfrm>
            </p:spPr>
          </p:sp>
        </mc:Fallback>
      </mc:AlternateContent>
      <mc:AlternateContent xmlns:mc="http://schemas.openxmlformats.org/markup-compatibility/2006">
        <mc:Choice xmlns:p14="http://schemas.microsoft.com/office/powerpoint/2010/main" Requires="p14">
          <p:contentPart p14:bwMode="auto" r:id="rId6">
            <p14:nvContentPartPr>
              <p14:cNvPr id="1050242" name=""/>
              <p14:cNvContentPartPr/>
              <p14:nvPr/>
            </p14:nvContentPartPr>
            <p14:xfrm>
              <a:off x="2782429" y="427147"/>
              <a:ext cx="137807" cy="226073"/>
            </p14:xfrm>
          </p:contentPart>
        </mc:Choice>
        <mc:Fallback>
          <p:sp>
            <p:nvSpPr>
              <p:cNvPr id="1050242" name=""/>
              <p:cNvSpPr/>
              <p:nvPr/>
            </p:nvSpPr>
            <p:spPr>
              <a:xfrm>
                <a:off x="2782429" y="427147"/>
                <a:ext cx="137807" cy="226073"/>
              </a:xfrm>
            </p:spPr>
          </p:sp>
        </mc:Fallback>
      </mc:AlternateContent>
      <mc:AlternateContent xmlns:mc="http://schemas.openxmlformats.org/markup-compatibility/2006">
        <mc:Choice xmlns:p14="http://schemas.microsoft.com/office/powerpoint/2010/main" Requires="p14">
          <p:contentPart p14:bwMode="auto" r:id="rId7">
            <p14:nvContentPartPr>
              <p14:cNvPr id="1050243" name=""/>
              <p14:cNvContentPartPr/>
              <p14:nvPr/>
            </p14:nvContentPartPr>
            <p14:xfrm>
              <a:off x="2892813" y="100604"/>
              <a:ext cx="90052" cy="278890"/>
            </p14:xfrm>
          </p:contentPart>
        </mc:Choice>
        <mc:Fallback>
          <p:sp>
            <p:nvSpPr>
              <p:cNvPr id="1050243" name=""/>
              <p:cNvSpPr/>
              <p:nvPr/>
            </p:nvSpPr>
            <p:spPr>
              <a:xfrm>
                <a:off x="2892813" y="100604"/>
                <a:ext cx="90052" cy="278890"/>
              </a:xfrm>
            </p:spPr>
          </p:sp>
        </mc:Fallback>
      </mc:AlternateContent>
      <mc:AlternateContent xmlns:mc="http://schemas.openxmlformats.org/markup-compatibility/2006">
        <mc:Choice xmlns:p14="http://schemas.microsoft.com/office/powerpoint/2010/main" Requires="p14">
          <p:contentPart p14:bwMode="auto" r:id="rId8">
            <p14:nvContentPartPr>
              <p14:cNvPr id="1050244" name=""/>
              <p14:cNvContentPartPr/>
              <p14:nvPr/>
            </p14:nvContentPartPr>
            <p14:xfrm>
              <a:off x="3010931" y="171739"/>
              <a:ext cx="71192" cy="7691"/>
            </p14:xfrm>
          </p:contentPart>
        </mc:Choice>
        <mc:Fallback>
          <p:sp>
            <p:nvSpPr>
              <p:cNvPr id="1050244" name=""/>
              <p:cNvSpPr/>
              <p:nvPr/>
            </p:nvSpPr>
            <p:spPr>
              <a:xfrm>
                <a:off x="3010931" y="171739"/>
                <a:ext cx="71192" cy="7691"/>
              </a:xfrm>
            </p:spPr>
          </p:sp>
        </mc:Fallback>
      </mc:AlternateContent>
      <mc:AlternateContent xmlns:mc="http://schemas.openxmlformats.org/markup-compatibility/2006">
        <mc:Choice xmlns:p14="http://schemas.microsoft.com/office/powerpoint/2010/main" Requires="p14">
          <p:contentPart p14:bwMode="auto" r:id="rId9">
            <p14:nvContentPartPr>
              <p14:cNvPr id="1050245" name=""/>
              <p14:cNvContentPartPr/>
              <p14:nvPr/>
            </p14:nvContentPartPr>
            <p14:xfrm>
              <a:off x="2941137" y="281490"/>
              <a:ext cx="200880" cy="363099"/>
            </p14:xfrm>
          </p:contentPart>
        </mc:Choice>
        <mc:Fallback>
          <p:sp>
            <p:nvSpPr>
              <p:cNvPr id="1050245" name=""/>
              <p:cNvSpPr/>
              <p:nvPr/>
            </p:nvSpPr>
            <p:spPr>
              <a:xfrm>
                <a:off x="2941137" y="281490"/>
                <a:ext cx="200880" cy="363099"/>
              </a:xfrm>
            </p:spPr>
          </p:sp>
        </mc:Fallback>
      </mc:AlternateContent>
      <mc:AlternateContent xmlns:mc="http://schemas.openxmlformats.org/markup-compatibility/2006">
        <mc:Choice xmlns:p14="http://schemas.microsoft.com/office/powerpoint/2010/main" Requires="p14">
          <p:contentPart p14:bwMode="auto" r:id="rId10">
            <p14:nvContentPartPr>
              <p14:cNvPr id="1050246" name=""/>
              <p14:cNvContentPartPr/>
              <p14:nvPr/>
            </p14:nvContentPartPr>
            <p14:xfrm>
              <a:off x="3227228" y="374751"/>
              <a:ext cx="313211" cy="351172"/>
            </p14:xfrm>
          </p:contentPart>
        </mc:Choice>
        <mc:Fallback>
          <p:sp>
            <p:nvSpPr>
              <p:cNvPr id="1050246" name=""/>
              <p:cNvSpPr/>
              <p:nvPr/>
            </p:nvSpPr>
            <p:spPr>
              <a:xfrm>
                <a:off x="3227228" y="374751"/>
                <a:ext cx="313211" cy="351172"/>
              </a:xfrm>
            </p:spPr>
          </p:sp>
        </mc:Fallback>
      </mc:AlternateContent>
      <mc:AlternateContent xmlns:mc="http://schemas.openxmlformats.org/markup-compatibility/2006">
        <mc:Choice xmlns:p14="http://schemas.microsoft.com/office/powerpoint/2010/main" Requires="p14">
          <p:contentPart p14:bwMode="auto" r:id="rId11">
            <p14:nvContentPartPr>
              <p14:cNvPr id="1050247" name=""/>
              <p14:cNvContentPartPr/>
              <p14:nvPr/>
            </p14:nvContentPartPr>
            <p14:xfrm>
              <a:off x="3217532" y="168352"/>
              <a:ext cx="168358" cy="423322"/>
            </p14:xfrm>
          </p:contentPart>
        </mc:Choice>
        <mc:Fallback>
          <p:sp>
            <p:nvSpPr>
              <p:cNvPr id="1050247" name=""/>
              <p:cNvSpPr/>
              <p:nvPr/>
            </p:nvSpPr>
            <p:spPr>
              <a:xfrm>
                <a:off x="3217532" y="168352"/>
                <a:ext cx="168358" cy="423322"/>
              </a:xfrm>
            </p:spPr>
          </p:sp>
        </mc:Fallback>
      </mc:AlternateContent>
      <mc:AlternateContent xmlns:mc="http://schemas.openxmlformats.org/markup-compatibility/2006">
        <mc:Choice xmlns:p14="http://schemas.microsoft.com/office/powerpoint/2010/main" Requires="p14">
          <p:contentPart p14:bwMode="auto" r:id="rId12">
            <p14:nvContentPartPr>
              <p14:cNvPr id="1050248" name=""/>
              <p14:cNvContentPartPr/>
              <p14:nvPr/>
            </p14:nvContentPartPr>
            <p14:xfrm>
              <a:off x="3283506" y="264553"/>
              <a:ext cx="23508" cy="21767"/>
            </p14:xfrm>
          </p:contentPart>
        </mc:Choice>
        <mc:Fallback>
          <p:sp>
            <p:nvSpPr>
              <p:cNvPr id="1050248" name=""/>
              <p:cNvSpPr/>
              <p:nvPr/>
            </p:nvSpPr>
            <p:spPr>
              <a:xfrm>
                <a:off x="3283506" y="264553"/>
                <a:ext cx="23508" cy="21767"/>
              </a:xfrm>
            </p:spPr>
          </p:sp>
        </mc:Fallback>
      </mc:AlternateContent>
      <mc:AlternateContent xmlns:mc="http://schemas.openxmlformats.org/markup-compatibility/2006">
        <mc:Choice xmlns:p14="http://schemas.microsoft.com/office/powerpoint/2010/main" Requires="p14">
          <p:contentPart p14:bwMode="auto" r:id="rId13">
            <p14:nvContentPartPr>
              <p14:cNvPr id="1050249" name=""/>
              <p14:cNvContentPartPr/>
              <p14:nvPr/>
            </p14:nvContentPartPr>
            <p14:xfrm>
              <a:off x="3363282" y="492861"/>
              <a:ext cx="25999" cy="30221"/>
            </p14:xfrm>
          </p:contentPart>
        </mc:Choice>
        <mc:Fallback>
          <p:sp>
            <p:nvSpPr>
              <p:cNvPr id="1050249" name=""/>
              <p:cNvSpPr/>
              <p:nvPr/>
            </p:nvSpPr>
            <p:spPr>
              <a:xfrm>
                <a:off x="3363282" y="492861"/>
                <a:ext cx="25999" cy="30221"/>
              </a:xfrm>
            </p:spPr>
          </p:sp>
        </mc:Fallback>
      </mc:AlternateContent>
      <mc:AlternateContent xmlns:mc="http://schemas.openxmlformats.org/markup-compatibility/2006">
        <mc:Choice xmlns:p14="http://schemas.microsoft.com/office/powerpoint/2010/main" Requires="p14">
          <p:contentPart p14:bwMode="auto" r:id="rId14">
            <p14:nvContentPartPr>
              <p14:cNvPr id="1050250" name=""/>
              <p14:cNvContentPartPr/>
              <p14:nvPr/>
            </p14:nvContentPartPr>
            <p14:xfrm>
              <a:off x="3672087" y="202903"/>
              <a:ext cx="35875" cy="474606"/>
            </p14:xfrm>
          </p:contentPart>
        </mc:Choice>
        <mc:Fallback>
          <p:sp>
            <p:nvSpPr>
              <p:cNvPr id="1050250" name=""/>
              <p:cNvSpPr/>
              <p:nvPr/>
            </p:nvSpPr>
            <p:spPr>
              <a:xfrm>
                <a:off x="3672087" y="202903"/>
                <a:ext cx="35875" cy="474606"/>
              </a:xfrm>
            </p:spPr>
          </p:sp>
        </mc:Fallback>
      </mc:AlternateContent>
      <mc:AlternateContent xmlns:mc="http://schemas.openxmlformats.org/markup-compatibility/2006">
        <mc:Choice xmlns:p14="http://schemas.microsoft.com/office/powerpoint/2010/main" Requires="p14">
          <p:contentPart p14:bwMode="auto" r:id="rId15">
            <p14:nvContentPartPr>
              <p14:cNvPr id="1050251" name=""/>
              <p14:cNvContentPartPr/>
              <p14:nvPr/>
            </p14:nvContentPartPr>
            <p14:xfrm>
              <a:off x="3817128" y="502346"/>
              <a:ext cx="49038" cy="137252"/>
            </p14:xfrm>
          </p:contentPart>
        </mc:Choice>
        <mc:Fallback>
          <p:sp>
            <p:nvSpPr>
              <p:cNvPr id="1050251" name=""/>
              <p:cNvSpPr/>
              <p:nvPr/>
            </p:nvSpPr>
            <p:spPr>
              <a:xfrm>
                <a:off x="3817128" y="502346"/>
                <a:ext cx="49038" cy="137252"/>
              </a:xfrm>
            </p:spPr>
          </p:sp>
        </mc:Fallback>
      </mc:AlternateContent>
      <mc:AlternateContent xmlns:mc="http://schemas.openxmlformats.org/markup-compatibility/2006">
        <mc:Choice xmlns:p14="http://schemas.microsoft.com/office/powerpoint/2010/main" Requires="p14">
          <p:contentPart p14:bwMode="auto" r:id="rId16">
            <p14:nvContentPartPr>
              <p14:cNvPr id="1050252" name=""/>
              <p14:cNvContentPartPr/>
              <p14:nvPr/>
            </p14:nvContentPartPr>
            <p14:xfrm>
              <a:off x="3982655" y="196806"/>
              <a:ext cx="159710" cy="368847"/>
            </p14:xfrm>
          </p:contentPart>
        </mc:Choice>
        <mc:Fallback>
          <p:sp>
            <p:nvSpPr>
              <p:cNvPr id="1050252" name=""/>
              <p:cNvSpPr/>
              <p:nvPr/>
            </p:nvSpPr>
            <p:spPr>
              <a:xfrm>
                <a:off x="3982655" y="196806"/>
                <a:ext cx="159710" cy="368847"/>
              </a:xfrm>
            </p:spPr>
          </p:sp>
        </mc:Fallback>
      </mc:AlternateContent>
      <mc:AlternateContent xmlns:mc="http://schemas.openxmlformats.org/markup-compatibility/2006">
        <mc:Choice xmlns:p14="http://schemas.microsoft.com/office/powerpoint/2010/main" Requires="p14">
          <p:contentPart p14:bwMode="auto" r:id="rId17">
            <p14:nvContentPartPr>
              <p14:cNvPr id="1050253" name=""/>
              <p14:cNvContentPartPr/>
              <p14:nvPr/>
            </p14:nvContentPartPr>
            <p14:xfrm>
              <a:off x="4162932" y="393728"/>
              <a:ext cx="95588" cy="52905"/>
            </p14:xfrm>
          </p:contentPart>
        </mc:Choice>
        <mc:Fallback>
          <p:sp>
            <p:nvSpPr>
              <p:cNvPr id="1050253" name=""/>
              <p:cNvSpPr/>
              <p:nvPr/>
            </p:nvSpPr>
            <p:spPr>
              <a:xfrm>
                <a:off x="4162932" y="393728"/>
                <a:ext cx="95588" cy="52905"/>
              </a:xfrm>
            </p:spPr>
          </p:sp>
        </mc:Fallback>
      </mc:AlternateContent>
      <mc:AlternateContent xmlns:mc="http://schemas.openxmlformats.org/markup-compatibility/2006">
        <mc:Choice xmlns:p14="http://schemas.microsoft.com/office/powerpoint/2010/main" Requires="p14">
          <p:contentPart p14:bwMode="auto" r:id="rId18">
            <p14:nvContentPartPr>
              <p14:cNvPr id="1050254" name=""/>
              <p14:cNvContentPartPr/>
              <p14:nvPr/>
            </p14:nvContentPartPr>
            <p14:xfrm>
              <a:off x="4288093" y="124316"/>
              <a:ext cx="44350" cy="335528"/>
            </p14:xfrm>
          </p:contentPart>
        </mc:Choice>
        <mc:Fallback>
          <p:sp>
            <p:nvSpPr>
              <p:cNvPr id="1050254" name=""/>
              <p:cNvSpPr/>
              <p:nvPr/>
            </p:nvSpPr>
            <p:spPr>
              <a:xfrm>
                <a:off x="4288093" y="124316"/>
                <a:ext cx="44350" cy="335528"/>
              </a:xfrm>
            </p:spPr>
          </p:sp>
        </mc:Fallback>
      </mc:AlternateContent>
      <mc:AlternateContent xmlns:mc="http://schemas.openxmlformats.org/markup-compatibility/2006">
        <mc:Choice xmlns:p14="http://schemas.microsoft.com/office/powerpoint/2010/main" Requires="p14">
          <p:contentPart p14:bwMode="auto" r:id="rId19">
            <p14:nvContentPartPr>
              <p14:cNvPr id="1050255" name=""/>
              <p14:cNvContentPartPr/>
              <p14:nvPr/>
            </p14:nvContentPartPr>
            <p14:xfrm>
              <a:off x="4321956" y="191528"/>
              <a:ext cx="160431" cy="407510"/>
            </p14:xfrm>
          </p:contentPart>
        </mc:Choice>
        <mc:Fallback>
          <p:sp>
            <p:nvSpPr>
              <p:cNvPr id="1050255" name=""/>
              <p:cNvSpPr/>
              <p:nvPr/>
            </p:nvSpPr>
            <p:spPr>
              <a:xfrm>
                <a:off x="4321956" y="191528"/>
                <a:ext cx="160431" cy="407510"/>
              </a:xfrm>
            </p:spPr>
          </p:sp>
        </mc:Fallback>
      </mc:AlternateContent>
      <mc:AlternateContent xmlns:mc="http://schemas.openxmlformats.org/markup-compatibility/2006">
        <mc:Choice xmlns:p14="http://schemas.microsoft.com/office/powerpoint/2010/main" Requires="p14">
          <p:contentPart p14:bwMode="auto" r:id="rId20">
            <p14:nvContentPartPr>
              <p14:cNvPr id="1050256" name=""/>
              <p14:cNvContentPartPr/>
              <p14:nvPr/>
            </p14:nvContentPartPr>
            <p14:xfrm>
              <a:off x="4503311" y="354232"/>
              <a:ext cx="353443" cy="166260"/>
            </p14:xfrm>
          </p:contentPart>
        </mc:Choice>
        <mc:Fallback>
          <p:sp>
            <p:nvSpPr>
              <p:cNvPr id="1050256" name=""/>
              <p:cNvSpPr/>
              <p:nvPr/>
            </p:nvSpPr>
            <p:spPr>
              <a:xfrm>
                <a:off x="4503311" y="354232"/>
                <a:ext cx="353443" cy="166260"/>
              </a:xfrm>
            </p:spPr>
          </p:sp>
        </mc:Fallback>
      </mc:AlternateContent>
      <mc:AlternateContent xmlns:mc="http://schemas.openxmlformats.org/markup-compatibility/2006">
        <mc:Choice xmlns:p14="http://schemas.microsoft.com/office/powerpoint/2010/main" Requires="p14">
          <p:contentPart p14:bwMode="auto" r:id="rId21">
            <p14:nvContentPartPr>
              <p14:cNvPr id="1050257" name=""/>
              <p14:cNvContentPartPr/>
              <p14:nvPr/>
            </p14:nvContentPartPr>
            <p14:xfrm>
              <a:off x="4543525" y="215097"/>
              <a:ext cx="144954" cy="377566"/>
            </p14:xfrm>
          </p:contentPart>
        </mc:Choice>
        <mc:Fallback>
          <p:sp>
            <p:nvSpPr>
              <p:cNvPr id="1050257" name=""/>
              <p:cNvSpPr/>
              <p:nvPr/>
            </p:nvSpPr>
            <p:spPr>
              <a:xfrm>
                <a:off x="4543525" y="215097"/>
                <a:ext cx="144954" cy="377566"/>
              </a:xfrm>
            </p:spPr>
          </p:sp>
        </mc:Fallback>
      </mc:AlternateContent>
      <mc:AlternateContent xmlns:mc="http://schemas.openxmlformats.org/markup-compatibility/2006">
        <mc:Choice xmlns:p14="http://schemas.microsoft.com/office/powerpoint/2010/main" Requires="p14">
          <p:contentPart p14:bwMode="auto" r:id="rId22">
            <p14:nvContentPartPr>
              <p14:cNvPr id="1050258" name=""/>
              <p14:cNvContentPartPr/>
              <p14:nvPr/>
            </p14:nvContentPartPr>
            <p14:xfrm>
              <a:off x="4612461" y="212387"/>
              <a:ext cx="15243" cy="77396"/>
            </p14:xfrm>
          </p:contentPart>
        </mc:Choice>
        <mc:Fallback>
          <p:sp>
            <p:nvSpPr>
              <p:cNvPr id="1050258" name=""/>
              <p:cNvSpPr/>
              <p:nvPr/>
            </p:nvSpPr>
            <p:spPr>
              <a:xfrm>
                <a:off x="4612461" y="212387"/>
                <a:ext cx="15243" cy="77396"/>
              </a:xfrm>
            </p:spPr>
          </p:sp>
        </mc:Fallback>
      </mc:AlternateContent>
      <mc:AlternateContent xmlns:mc="http://schemas.openxmlformats.org/markup-compatibility/2006">
        <mc:Choice xmlns:p14="http://schemas.microsoft.com/office/powerpoint/2010/main" Requires="p14">
          <p:contentPart p14:bwMode="auto" r:id="rId23">
            <p14:nvContentPartPr>
              <p14:cNvPr id="1050259" name=""/>
              <p14:cNvContentPartPr/>
              <p14:nvPr/>
            </p14:nvContentPartPr>
            <p14:xfrm>
              <a:off x="4702802" y="437749"/>
              <a:ext cx="22537" cy="26592"/>
            </p14:xfrm>
          </p:contentPart>
        </mc:Choice>
        <mc:Fallback>
          <p:sp>
            <p:nvSpPr>
              <p:cNvPr id="1050259" name=""/>
              <p:cNvSpPr/>
              <p:nvPr/>
            </p:nvSpPr>
            <p:spPr>
              <a:xfrm>
                <a:off x="4702802" y="437749"/>
                <a:ext cx="22537" cy="26592"/>
              </a:xfrm>
            </p:spPr>
          </p:sp>
        </mc:Fallback>
      </mc:AlternateContent>
      <mc:AlternateContent xmlns:mc="http://schemas.openxmlformats.org/markup-compatibility/2006">
        <mc:Choice xmlns:p14="http://schemas.microsoft.com/office/powerpoint/2010/main" Requires="p14">
          <p:contentPart p14:bwMode="auto" r:id="rId24">
            <p14:nvContentPartPr>
              <p14:cNvPr id="1050260" name=""/>
              <p14:cNvContentPartPr/>
              <p14:nvPr/>
            </p14:nvContentPartPr>
            <p14:xfrm>
              <a:off x="4971450" y="264900"/>
              <a:ext cx="218394" cy="221818"/>
            </p14:xfrm>
          </p:contentPart>
        </mc:Choice>
        <mc:Fallback>
          <p:sp>
            <p:nvSpPr>
              <p:cNvPr id="1050260" name=""/>
              <p:cNvSpPr/>
              <p:nvPr/>
            </p:nvSpPr>
            <p:spPr>
              <a:xfrm>
                <a:off x="4971450" y="264900"/>
                <a:ext cx="218394" cy="221818"/>
              </a:xfrm>
            </p:spPr>
          </p:sp>
        </mc:Fallback>
      </mc:AlternateContent>
      <mc:AlternateContent xmlns:mc="http://schemas.openxmlformats.org/markup-compatibility/2006">
        <mc:Choice xmlns:p14="http://schemas.microsoft.com/office/powerpoint/2010/main" Requires="p14">
          <p:contentPart p14:bwMode="auto" r:id="rId25">
            <p14:nvContentPartPr>
              <p14:cNvPr id="1050261" name=""/>
              <p14:cNvContentPartPr/>
              <p14:nvPr/>
            </p14:nvContentPartPr>
            <p14:xfrm>
              <a:off x="4199546" y="1446570"/>
              <a:ext cx="1294334" cy="94774"/>
            </p14:xfrm>
          </p:contentPart>
        </mc:Choice>
        <mc:Fallback>
          <p:sp>
            <p:nvSpPr>
              <p:cNvPr id="1050261" name=""/>
              <p:cNvSpPr/>
              <p:nvPr/>
            </p:nvSpPr>
            <p:spPr>
              <a:xfrm>
                <a:off x="4199546" y="1446570"/>
                <a:ext cx="1294334" cy="94774"/>
              </a:xfrm>
            </p:spPr>
          </p:sp>
        </mc:Fallback>
      </mc:AlternateContent>
      <mc:AlternateContent xmlns:mc="http://schemas.openxmlformats.org/markup-compatibility/2006">
        <mc:Choice xmlns:p14="http://schemas.microsoft.com/office/powerpoint/2010/main" Requires="p14">
          <p:contentPart p14:bwMode="auto" r:id="rId26">
            <p14:nvContentPartPr>
              <p14:cNvPr id="1050262" name=""/>
              <p14:cNvContentPartPr/>
              <p14:nvPr/>
            </p14:nvContentPartPr>
            <p14:xfrm>
              <a:off x="5748204" y="1326831"/>
              <a:ext cx="26760" cy="173251"/>
            </p14:xfrm>
          </p:contentPart>
        </mc:Choice>
        <mc:Fallback>
          <p:sp>
            <p:nvSpPr>
              <p:cNvPr id="1050262" name=""/>
              <p:cNvSpPr/>
              <p:nvPr/>
            </p:nvSpPr>
            <p:spPr>
              <a:xfrm>
                <a:off x="5748204" y="1326831"/>
                <a:ext cx="26760" cy="173251"/>
              </a:xfrm>
            </p:spPr>
          </p:sp>
        </mc:Fallback>
      </mc:AlternateContent>
      <mc:AlternateContent xmlns:mc="http://schemas.openxmlformats.org/markup-compatibility/2006">
        <mc:Choice xmlns:p14="http://schemas.microsoft.com/office/powerpoint/2010/main" Requires="p14">
          <p:contentPart p14:bwMode="auto" r:id="rId27">
            <p14:nvContentPartPr>
              <p14:cNvPr id="1050263" name=""/>
              <p14:cNvContentPartPr/>
              <p14:nvPr/>
            </p14:nvContentPartPr>
            <p14:xfrm>
              <a:off x="5695755" y="1305830"/>
              <a:ext cx="174945" cy="419603"/>
            </p14:xfrm>
          </p:contentPart>
        </mc:Choice>
        <mc:Fallback>
          <p:sp>
            <p:nvSpPr>
              <p:cNvPr id="1050263" name=""/>
              <p:cNvSpPr/>
              <p:nvPr/>
            </p:nvSpPr>
            <p:spPr>
              <a:xfrm>
                <a:off x="5695755" y="1305830"/>
                <a:ext cx="174945" cy="419603"/>
              </a:xfrm>
            </p:spPr>
          </p:sp>
        </mc:Fallback>
      </mc:AlternateContent>
      <mc:AlternateContent xmlns:mc="http://schemas.openxmlformats.org/markup-compatibility/2006">
        <mc:Choice xmlns:p14="http://schemas.microsoft.com/office/powerpoint/2010/main" Requires="p14">
          <p:contentPart p14:bwMode="auto" r:id="rId28">
            <p14:nvContentPartPr>
              <p14:cNvPr id="1050264" name=""/>
              <p14:cNvContentPartPr/>
              <p14:nvPr/>
            </p14:nvContentPartPr>
            <p14:xfrm>
              <a:off x="5695694" y="1680473"/>
              <a:ext cx="56578" cy="130232"/>
            </p14:xfrm>
          </p:contentPart>
        </mc:Choice>
        <mc:Fallback>
          <p:sp>
            <p:nvSpPr>
              <p:cNvPr id="1050264" name=""/>
              <p:cNvSpPr/>
              <p:nvPr/>
            </p:nvSpPr>
            <p:spPr>
              <a:xfrm>
                <a:off x="5695694" y="1680473"/>
                <a:ext cx="56578" cy="130232"/>
              </a:xfrm>
            </p:spPr>
          </p:sp>
        </mc:Fallback>
      </mc:AlternateContent>
      <mc:AlternateContent xmlns:mc="http://schemas.openxmlformats.org/markup-compatibility/2006">
        <mc:Choice xmlns:p14="http://schemas.microsoft.com/office/powerpoint/2010/main" Requires="p14">
          <p:contentPart p14:bwMode="auto" r:id="rId29">
            <p14:nvContentPartPr>
              <p14:cNvPr id="1050265" name=""/>
              <p14:cNvContentPartPr/>
              <p14:nvPr/>
            </p14:nvContentPartPr>
            <p14:xfrm>
              <a:off x="5729897" y="1721121"/>
              <a:ext cx="238655" cy="225353"/>
            </p14:xfrm>
          </p:contentPart>
        </mc:Choice>
        <mc:Fallback>
          <p:sp>
            <p:nvSpPr>
              <p:cNvPr id="1050265" name=""/>
              <p:cNvSpPr/>
              <p:nvPr/>
            </p:nvSpPr>
            <p:spPr>
              <a:xfrm>
                <a:off x="5729897" y="1721121"/>
                <a:ext cx="238655" cy="225353"/>
              </a:xfrm>
            </p:spPr>
          </p:sp>
        </mc:Fallback>
      </mc:AlternateContent>
      <mc:AlternateContent xmlns:mc="http://schemas.openxmlformats.org/markup-compatibility/2006">
        <mc:Choice xmlns:p14="http://schemas.microsoft.com/office/powerpoint/2010/main" Requires="p14">
          <p:contentPart p14:bwMode="auto" r:id="rId30">
            <p14:nvContentPartPr>
              <p14:cNvPr id="1050266" name=""/>
              <p14:cNvContentPartPr/>
              <p14:nvPr/>
            </p14:nvContentPartPr>
            <p14:xfrm>
              <a:off x="5949583" y="1414074"/>
              <a:ext cx="107132" cy="44187"/>
            </p14:xfrm>
          </p:contentPart>
        </mc:Choice>
        <mc:Fallback>
          <p:sp>
            <p:nvSpPr>
              <p:cNvPr id="1050266" name=""/>
              <p:cNvSpPr/>
              <p:nvPr/>
            </p:nvSpPr>
            <p:spPr>
              <a:xfrm>
                <a:off x="5949583" y="1414074"/>
                <a:ext cx="107132" cy="44187"/>
              </a:xfrm>
            </p:spPr>
          </p:sp>
        </mc:Fallback>
      </mc:AlternateContent>
      <mc:AlternateContent xmlns:mc="http://schemas.openxmlformats.org/markup-compatibility/2006">
        <mc:Choice xmlns:p14="http://schemas.microsoft.com/office/powerpoint/2010/main" Requires="p14">
          <p:contentPart p14:bwMode="auto" r:id="rId31">
            <p14:nvContentPartPr>
              <p14:cNvPr id="1050267" name=""/>
              <p14:cNvContentPartPr/>
              <p14:nvPr/>
            </p14:nvContentPartPr>
            <p14:xfrm>
              <a:off x="5917024" y="1429130"/>
              <a:ext cx="116637" cy="217909"/>
            </p14:xfrm>
          </p:contentPart>
        </mc:Choice>
        <mc:Fallback>
          <p:sp>
            <p:nvSpPr>
              <p:cNvPr id="1050267" name=""/>
              <p:cNvSpPr/>
              <p:nvPr/>
            </p:nvSpPr>
            <p:spPr>
              <a:xfrm>
                <a:off x="5917024" y="1429130"/>
                <a:ext cx="116637" cy="217909"/>
              </a:xfrm>
            </p:spPr>
          </p:sp>
        </mc:Fallback>
      </mc:AlternateContent>
      <mc:AlternateContent xmlns:mc="http://schemas.openxmlformats.org/markup-compatibility/2006">
        <mc:Choice xmlns:p14="http://schemas.microsoft.com/office/powerpoint/2010/main" Requires="p14">
          <p:contentPart p14:bwMode="auto" r:id="rId32">
            <p14:nvContentPartPr>
              <p14:cNvPr id="1050268" name=""/>
              <p14:cNvContentPartPr/>
              <p14:nvPr/>
            </p14:nvContentPartPr>
            <p14:xfrm>
              <a:off x="5990945" y="1533587"/>
              <a:ext cx="55021" cy="31714"/>
            </p14:xfrm>
          </p:contentPart>
        </mc:Choice>
        <mc:Fallback>
          <p:sp>
            <p:nvSpPr>
              <p:cNvPr id="1050268" name=""/>
              <p:cNvSpPr/>
              <p:nvPr/>
            </p:nvSpPr>
            <p:spPr>
              <a:xfrm>
                <a:off x="5990945" y="1533587"/>
                <a:ext cx="55021" cy="31714"/>
              </a:xfrm>
            </p:spPr>
          </p:sp>
        </mc:Fallback>
      </mc:AlternateContent>
      <mc:AlternateContent xmlns:mc="http://schemas.openxmlformats.org/markup-compatibility/2006">
        <mc:Choice xmlns:p14="http://schemas.microsoft.com/office/powerpoint/2010/main" Requires="p14">
          <p:contentPart p14:bwMode="auto" r:id="rId33">
            <p14:nvContentPartPr>
              <p14:cNvPr id="1050269" name=""/>
              <p14:cNvContentPartPr/>
              <p14:nvPr/>
            </p14:nvContentPartPr>
            <p14:xfrm>
              <a:off x="5968569" y="1655406"/>
              <a:ext cx="29661" cy="134501"/>
            </p14:xfrm>
          </p:contentPart>
        </mc:Choice>
        <mc:Fallback>
          <p:sp>
            <p:nvSpPr>
              <p:cNvPr id="1050269" name=""/>
              <p:cNvSpPr/>
              <p:nvPr/>
            </p:nvSpPr>
            <p:spPr>
              <a:xfrm>
                <a:off x="5968569" y="1655406"/>
                <a:ext cx="29661" cy="134501"/>
              </a:xfrm>
            </p:spPr>
          </p:sp>
        </mc:Fallback>
      </mc:AlternateContent>
      <mc:AlternateContent xmlns:mc="http://schemas.openxmlformats.org/markup-compatibility/2006">
        <mc:Choice xmlns:p14="http://schemas.microsoft.com/office/powerpoint/2010/main" Requires="p14">
          <p:contentPart p14:bwMode="auto" r:id="rId34">
            <p14:nvContentPartPr>
              <p14:cNvPr id="1050270" name=""/>
              <p14:cNvContentPartPr/>
              <p14:nvPr/>
            </p14:nvContentPartPr>
            <p14:xfrm>
              <a:off x="5996370" y="1624758"/>
              <a:ext cx="136913" cy="159660"/>
            </p14:xfrm>
          </p:contentPart>
        </mc:Choice>
        <mc:Fallback>
          <p:sp>
            <p:nvSpPr>
              <p:cNvPr id="1050270" name=""/>
              <p:cNvSpPr/>
              <p:nvPr/>
            </p:nvSpPr>
            <p:spPr>
              <a:xfrm>
                <a:off x="5996370" y="1624758"/>
                <a:ext cx="136913" cy="159660"/>
              </a:xfrm>
            </p:spPr>
          </p:sp>
        </mc:Fallback>
      </mc:AlternateContent>
      <mc:AlternateContent xmlns:mc="http://schemas.openxmlformats.org/markup-compatibility/2006">
        <mc:Choice xmlns:p14="http://schemas.microsoft.com/office/powerpoint/2010/main" Requires="p14">
          <p:contentPart p14:bwMode="auto" r:id="rId35">
            <p14:nvContentPartPr>
              <p14:cNvPr id="1050271" name=""/>
              <p14:cNvContentPartPr/>
              <p14:nvPr/>
            </p14:nvContentPartPr>
            <p14:xfrm>
              <a:off x="6011286" y="1529396"/>
              <a:ext cx="32411" cy="53924"/>
            </p14:xfrm>
          </p:contentPart>
        </mc:Choice>
        <mc:Fallback>
          <p:sp>
            <p:nvSpPr>
              <p:cNvPr id="1050271" name=""/>
              <p:cNvSpPr/>
              <p:nvPr/>
            </p:nvSpPr>
            <p:spPr>
              <a:xfrm>
                <a:off x="6011286" y="1529396"/>
                <a:ext cx="32411" cy="53924"/>
              </a:xfrm>
            </p:spPr>
          </p:sp>
        </mc:Fallback>
      </mc:AlternateContent>
      <mc:AlternateContent xmlns:mc="http://schemas.openxmlformats.org/markup-compatibility/2006">
        <mc:Choice xmlns:p14="http://schemas.microsoft.com/office/powerpoint/2010/main" Requires="p14">
          <p:contentPart p14:bwMode="auto" r:id="rId36">
            <p14:nvContentPartPr>
              <p14:cNvPr id="1050272" name=""/>
              <p14:cNvContentPartPr/>
              <p14:nvPr/>
            </p14:nvContentPartPr>
            <p14:xfrm>
              <a:off x="6152320" y="1440032"/>
              <a:ext cx="155627" cy="85976"/>
            </p14:xfrm>
          </p:contentPart>
        </mc:Choice>
        <mc:Fallback>
          <p:sp>
            <p:nvSpPr>
              <p:cNvPr id="1050272" name=""/>
              <p:cNvSpPr/>
              <p:nvPr/>
            </p:nvSpPr>
            <p:spPr>
              <a:xfrm>
                <a:off x="6152320" y="1440032"/>
                <a:ext cx="155627" cy="85976"/>
              </a:xfrm>
            </p:spPr>
          </p:sp>
        </mc:Fallback>
      </mc:AlternateContent>
      <mc:AlternateContent xmlns:mc="http://schemas.openxmlformats.org/markup-compatibility/2006">
        <mc:Choice xmlns:p14="http://schemas.microsoft.com/office/powerpoint/2010/main" Requires="p14">
          <p:contentPart p14:bwMode="auto" r:id="rId37">
            <p14:nvContentPartPr>
              <p14:cNvPr id="1050273" name=""/>
              <p14:cNvContentPartPr/>
              <p14:nvPr/>
            </p14:nvContentPartPr>
            <p14:xfrm>
              <a:off x="6160490" y="1415580"/>
              <a:ext cx="81331" cy="363098"/>
            </p14:xfrm>
          </p:contentPart>
        </mc:Choice>
        <mc:Fallback>
          <p:sp>
            <p:nvSpPr>
              <p:cNvPr id="1050273" name=""/>
              <p:cNvSpPr/>
              <p:nvPr/>
            </p:nvSpPr>
            <p:spPr>
              <a:xfrm>
                <a:off x="6160490" y="1415580"/>
                <a:ext cx="81331" cy="363098"/>
              </a:xfrm>
            </p:spPr>
          </p:sp>
        </mc:Fallback>
      </mc:AlternateContent>
      <mc:AlternateContent xmlns:mc="http://schemas.openxmlformats.org/markup-compatibility/2006">
        <mc:Choice xmlns:p14="http://schemas.microsoft.com/office/powerpoint/2010/main" Requires="p14">
          <p:contentPart p14:bwMode="auto" r:id="rId38">
            <p14:nvContentPartPr>
              <p14:cNvPr id="1050274" name=""/>
              <p14:cNvContentPartPr/>
              <p14:nvPr/>
            </p14:nvContentPartPr>
            <p14:xfrm>
              <a:off x="6246568" y="1616790"/>
              <a:ext cx="119948" cy="156045"/>
            </p14:xfrm>
          </p:contentPart>
        </mc:Choice>
        <mc:Fallback>
          <p:sp>
            <p:nvSpPr>
              <p:cNvPr id="1050274" name=""/>
              <p:cNvSpPr/>
              <p:nvPr/>
            </p:nvSpPr>
            <p:spPr>
              <a:xfrm>
                <a:off x="6246568" y="1616790"/>
                <a:ext cx="119948" cy="156045"/>
              </a:xfrm>
            </p:spPr>
          </p:sp>
        </mc:Fallback>
      </mc:AlternateContent>
      <mc:AlternateContent xmlns:mc="http://schemas.openxmlformats.org/markup-compatibility/2006">
        <mc:Choice xmlns:p14="http://schemas.microsoft.com/office/powerpoint/2010/main" Requires="p14">
          <p:contentPart p14:bwMode="auto" r:id="rId39">
            <p14:nvContentPartPr>
              <p14:cNvPr id="1050275" name=""/>
              <p14:cNvContentPartPr/>
              <p14:nvPr/>
            </p14:nvContentPartPr>
            <p14:xfrm>
              <a:off x="6327905" y="1382384"/>
              <a:ext cx="67833" cy="203091"/>
            </p14:xfrm>
          </p:contentPart>
        </mc:Choice>
        <mc:Fallback>
          <p:sp>
            <p:nvSpPr>
              <p:cNvPr id="1050275" name=""/>
              <p:cNvSpPr/>
              <p:nvPr/>
            </p:nvSpPr>
            <p:spPr>
              <a:xfrm>
                <a:off x="6327905" y="1382384"/>
                <a:ext cx="67833" cy="203091"/>
              </a:xfrm>
            </p:spPr>
          </p:sp>
        </mc:Fallback>
      </mc:AlternateContent>
      <mc:AlternateContent xmlns:mc="http://schemas.openxmlformats.org/markup-compatibility/2006">
        <mc:Choice xmlns:p14="http://schemas.microsoft.com/office/powerpoint/2010/main" Requires="p14">
          <p:contentPart p14:bwMode="auto" r:id="rId40">
            <p14:nvContentPartPr>
              <p14:cNvPr id="1050276" name=""/>
              <p14:cNvContentPartPr/>
              <p14:nvPr/>
            </p14:nvContentPartPr>
            <p14:xfrm>
              <a:off x="6375864" y="1413680"/>
              <a:ext cx="136819" cy="416003"/>
            </p14:xfrm>
          </p:contentPart>
        </mc:Choice>
        <mc:Fallback>
          <p:sp>
            <p:nvSpPr>
              <p:cNvPr id="1050276" name=""/>
              <p:cNvSpPr/>
              <p:nvPr/>
            </p:nvSpPr>
            <p:spPr>
              <a:xfrm>
                <a:off x="6375864" y="1413680"/>
                <a:ext cx="136819" cy="416003"/>
              </a:xfrm>
            </p:spPr>
          </p:sp>
        </mc:Fallback>
      </mc:AlternateContent>
      <mc:AlternateContent xmlns:mc="http://schemas.openxmlformats.org/markup-compatibility/2006">
        <mc:Choice xmlns:p14="http://schemas.microsoft.com/office/powerpoint/2010/main" Requires="p14">
          <p:contentPart p14:bwMode="auto" r:id="rId41">
            <p14:nvContentPartPr>
              <p14:cNvPr id="1050277" name=""/>
              <p14:cNvContentPartPr/>
              <p14:nvPr/>
            </p14:nvContentPartPr>
            <p14:xfrm>
              <a:off x="6388280" y="1610039"/>
              <a:ext cx="145390" cy="89402"/>
            </p14:xfrm>
          </p:contentPart>
        </mc:Choice>
        <mc:Fallback>
          <p:sp>
            <p:nvSpPr>
              <p:cNvPr id="1050277" name=""/>
              <p:cNvSpPr/>
              <p:nvPr/>
            </p:nvSpPr>
            <p:spPr>
              <a:xfrm>
                <a:off x="6388280" y="1610039"/>
                <a:ext cx="145390" cy="89402"/>
              </a:xfrm>
            </p:spPr>
          </p:sp>
        </mc:Fallback>
      </mc:AlternateContent>
      <mc:AlternateContent xmlns:mc="http://schemas.openxmlformats.org/markup-compatibility/2006">
        <mc:Choice xmlns:p14="http://schemas.microsoft.com/office/powerpoint/2010/main" Requires="p14">
          <p:contentPart p14:bwMode="auto" r:id="rId42">
            <p14:nvContentPartPr>
              <p14:cNvPr id="1050278" name=""/>
              <p14:cNvContentPartPr/>
              <p14:nvPr/>
            </p14:nvContentPartPr>
            <p14:xfrm>
              <a:off x="6518465" y="1454610"/>
              <a:ext cx="219354" cy="129661"/>
            </p14:xfrm>
          </p:contentPart>
        </mc:Choice>
        <mc:Fallback>
          <p:sp>
            <p:nvSpPr>
              <p:cNvPr id="1050278" name=""/>
              <p:cNvSpPr/>
              <p:nvPr/>
            </p:nvSpPr>
            <p:spPr>
              <a:xfrm>
                <a:off x="6518465" y="1454610"/>
                <a:ext cx="219354" cy="129661"/>
              </a:xfrm>
            </p:spPr>
          </p:sp>
        </mc:Fallback>
      </mc:AlternateContent>
      <mc:AlternateContent xmlns:mc="http://schemas.openxmlformats.org/markup-compatibility/2006">
        <mc:Choice xmlns:p14="http://schemas.microsoft.com/office/powerpoint/2010/main" Requires="p14">
          <p:contentPart p14:bwMode="auto" r:id="rId43">
            <p14:nvContentPartPr>
              <p14:cNvPr id="1050279" name=""/>
              <p14:cNvContentPartPr/>
              <p14:nvPr/>
            </p14:nvContentPartPr>
            <p14:xfrm>
              <a:off x="6620850" y="1429130"/>
              <a:ext cx="50018" cy="26238"/>
            </p14:xfrm>
          </p:contentPart>
        </mc:Choice>
        <mc:Fallback>
          <p:sp>
            <p:nvSpPr>
              <p:cNvPr id="1050279" name=""/>
              <p:cNvSpPr/>
              <p:nvPr/>
            </p:nvSpPr>
            <p:spPr>
              <a:xfrm>
                <a:off x="6620850" y="1429130"/>
                <a:ext cx="50018" cy="26238"/>
              </a:xfrm>
            </p:spPr>
          </p:sp>
        </mc:Fallback>
      </mc:AlternateContent>
      <mc:AlternateContent xmlns:mc="http://schemas.openxmlformats.org/markup-compatibility/2006">
        <mc:Choice xmlns:p14="http://schemas.microsoft.com/office/powerpoint/2010/main" Requires="p14">
          <p:contentPart p14:bwMode="auto" r:id="rId44">
            <p14:nvContentPartPr>
              <p14:cNvPr id="1050280" name=""/>
              <p14:cNvContentPartPr/>
              <p14:nvPr/>
            </p14:nvContentPartPr>
            <p14:xfrm>
              <a:off x="6591355" y="1412871"/>
              <a:ext cx="141373" cy="280606"/>
            </p14:xfrm>
          </p:contentPart>
        </mc:Choice>
        <mc:Fallback>
          <p:sp>
            <p:nvSpPr>
              <p:cNvPr id="1050280" name=""/>
              <p:cNvSpPr/>
              <p:nvPr/>
            </p:nvSpPr>
            <p:spPr>
              <a:xfrm>
                <a:off x="6591355" y="1412871"/>
                <a:ext cx="141373" cy="280606"/>
              </a:xfrm>
            </p:spPr>
          </p:sp>
        </mc:Fallback>
      </mc:AlternateContent>
      <mc:AlternateContent xmlns:mc="http://schemas.openxmlformats.org/markup-compatibility/2006">
        <mc:Choice xmlns:p14="http://schemas.microsoft.com/office/powerpoint/2010/main" Requires="p14">
          <p:contentPart p14:bwMode="auto" r:id="rId45">
            <p14:nvContentPartPr>
              <p14:cNvPr id="1050281" name=""/>
              <p14:cNvContentPartPr/>
              <p14:nvPr/>
            </p14:nvContentPartPr>
            <p14:xfrm>
              <a:off x="6604883" y="1548547"/>
              <a:ext cx="181272" cy="179802"/>
            </p14:xfrm>
          </p:contentPart>
        </mc:Choice>
        <mc:Fallback>
          <p:sp>
            <p:nvSpPr>
              <p:cNvPr id="1050281" name=""/>
              <p:cNvSpPr/>
              <p:nvPr/>
            </p:nvSpPr>
            <p:spPr>
              <a:xfrm>
                <a:off x="6604883" y="1548547"/>
                <a:ext cx="181272" cy="179802"/>
              </a:xfrm>
            </p:spPr>
          </p:sp>
        </mc:Fallback>
      </mc:AlternateContent>
      <mc:AlternateContent xmlns:mc="http://schemas.openxmlformats.org/markup-compatibility/2006">
        <mc:Choice xmlns:p14="http://schemas.microsoft.com/office/powerpoint/2010/main" Requires="p14">
          <p:contentPart p14:bwMode="auto" r:id="rId46">
            <p14:nvContentPartPr>
              <p14:cNvPr id="1050282" name=""/>
              <p14:cNvContentPartPr/>
              <p14:nvPr/>
            </p14:nvContentPartPr>
            <p14:xfrm>
              <a:off x="6664953" y="1469778"/>
              <a:ext cx="44043" cy="307286"/>
            </p14:xfrm>
          </p:contentPart>
        </mc:Choice>
        <mc:Fallback>
          <p:sp>
            <p:nvSpPr>
              <p:cNvPr id="1050282" name=""/>
              <p:cNvSpPr/>
              <p:nvPr/>
            </p:nvSpPr>
            <p:spPr>
              <a:xfrm>
                <a:off x="6664953" y="1469778"/>
                <a:ext cx="44043" cy="307286"/>
              </a:xfrm>
            </p:spPr>
          </p:sp>
        </mc:Fallback>
      </mc:AlternateContent>
      <mc:AlternateContent xmlns:mc="http://schemas.openxmlformats.org/markup-compatibility/2006">
        <mc:Choice xmlns:p14="http://schemas.microsoft.com/office/powerpoint/2010/main" Requires="p14">
          <p:contentPart p14:bwMode="auto" r:id="rId47">
            <p14:nvContentPartPr>
              <p14:cNvPr id="1050283" name=""/>
              <p14:cNvContentPartPr/>
              <p14:nvPr/>
            </p14:nvContentPartPr>
            <p14:xfrm>
              <a:off x="6715776" y="1690635"/>
              <a:ext cx="120147" cy="128309"/>
            </p14:xfrm>
          </p:contentPart>
        </mc:Choice>
        <mc:Fallback>
          <p:sp>
            <p:nvSpPr>
              <p:cNvPr id="1050283" name=""/>
              <p:cNvSpPr/>
              <p:nvPr/>
            </p:nvSpPr>
            <p:spPr>
              <a:xfrm>
                <a:off x="6715776" y="1690635"/>
                <a:ext cx="120147" cy="128309"/>
              </a:xfrm>
            </p:spPr>
          </p:sp>
        </mc:Fallback>
      </mc:AlternateContent>
      <mc:AlternateContent xmlns:mc="http://schemas.openxmlformats.org/markup-compatibility/2006">
        <mc:Choice xmlns:p14="http://schemas.microsoft.com/office/powerpoint/2010/main" Requires="p14">
          <p:contentPart p14:bwMode="auto" r:id="rId48">
            <p14:nvContentPartPr>
              <p14:cNvPr id="1050284" name=""/>
              <p14:cNvContentPartPr/>
              <p14:nvPr/>
            </p14:nvContentPartPr>
            <p14:xfrm>
              <a:off x="6892746" y="1410161"/>
              <a:ext cx="26034" cy="128741"/>
            </p14:xfrm>
          </p:contentPart>
        </mc:Choice>
        <mc:Fallback>
          <p:sp>
            <p:nvSpPr>
              <p:cNvPr id="1050284" name=""/>
              <p:cNvSpPr/>
              <p:nvPr/>
            </p:nvSpPr>
            <p:spPr>
              <a:xfrm>
                <a:off x="6892746" y="1410161"/>
                <a:ext cx="26034" cy="128741"/>
              </a:xfrm>
            </p:spPr>
          </p:sp>
        </mc:Fallback>
      </mc:AlternateContent>
      <mc:AlternateContent xmlns:mc="http://schemas.openxmlformats.org/markup-compatibility/2006">
        <mc:Choice xmlns:p14="http://schemas.microsoft.com/office/powerpoint/2010/main" Requires="p14">
          <p:contentPart p14:bwMode="auto" r:id="rId49">
            <p14:nvContentPartPr>
              <p14:cNvPr id="1050285" name=""/>
              <p14:cNvContentPartPr/>
              <p14:nvPr/>
            </p14:nvContentPartPr>
            <p14:xfrm>
              <a:off x="6829010" y="1468763"/>
              <a:ext cx="188268" cy="283165"/>
            </p14:xfrm>
          </p:contentPart>
        </mc:Choice>
        <mc:Fallback>
          <p:sp>
            <p:nvSpPr>
              <p:cNvPr id="1050285" name=""/>
              <p:cNvSpPr/>
              <p:nvPr/>
            </p:nvSpPr>
            <p:spPr>
              <a:xfrm>
                <a:off x="6829010" y="1468763"/>
                <a:ext cx="188268" cy="283165"/>
              </a:xfrm>
            </p:spPr>
          </p:sp>
        </mc:Fallback>
      </mc:AlternateContent>
      <mc:AlternateContent xmlns:mc="http://schemas.openxmlformats.org/markup-compatibility/2006">
        <mc:Choice xmlns:p14="http://schemas.microsoft.com/office/powerpoint/2010/main" Requires="p14">
          <p:contentPart p14:bwMode="auto" r:id="rId50">
            <p14:nvContentPartPr>
              <p14:cNvPr id="1050286" name=""/>
              <p14:cNvContentPartPr/>
              <p14:nvPr/>
            </p14:nvContentPartPr>
            <p14:xfrm>
              <a:off x="6907663" y="1614080"/>
              <a:ext cx="196744" cy="176311"/>
            </p14:xfrm>
          </p:contentPart>
        </mc:Choice>
        <mc:Fallback>
          <p:sp>
            <p:nvSpPr>
              <p:cNvPr id="1050286" name=""/>
              <p:cNvSpPr/>
              <p:nvPr/>
            </p:nvSpPr>
            <p:spPr>
              <a:xfrm>
                <a:off x="6907663" y="1614080"/>
                <a:ext cx="196744" cy="176311"/>
              </a:xfrm>
            </p:spPr>
          </p:sp>
        </mc:Fallback>
      </mc:AlternateContent>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337" name=""/>
        <p:cNvGrpSpPr/>
        <p:nvPr/>
      </p:nvGrpSpPr>
      <p:grpSpPr>
        <a:xfrm>
          <a:off x="0" y="0"/>
          <a:ext cx="0" cy="0"/>
          <a:chOff x="0" y="0"/>
          <a:chExt cx="0" cy="0"/>
        </a:xfrm>
      </p:grpSpPr>
      <p:sp>
        <p:nvSpPr>
          <p:cNvPr id="1050030" name="Rectangle 2"/>
          <p:cNvSpPr>
            <a:spLocks noGrp="1" noChangeArrowheads="1"/>
          </p:cNvSpPr>
          <p:nvPr>
            <p:ph idx="1"/>
          </p:nvPr>
        </p:nvSpPr>
        <p:spPr>
          <a:xfrm>
            <a:off x="558800" y="622302"/>
            <a:ext cx="8229600" cy="5807075"/>
          </a:xfrm>
        </p:spPr>
        <p:txBody>
          <a:bodyPr/>
          <a:p>
            <a:pPr eaLnBrk="1" hangingPunct="1">
              <a:spcBef>
                <a:spcPct val="0"/>
              </a:spcBef>
              <a:buFontTx/>
              <a:buNone/>
            </a:pP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else {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该表未建立</a:t>
            </a:r>
          </a:p>
          <a:p>
            <a:pPr eaLnBrk="1" hangingPunct="1">
              <a:spcBef>
                <a:spcPct val="0"/>
              </a:spcBef>
              <a:buFontTx/>
              <a:buNone/>
            </a:pPr>
            <a:r>
              <a:rPr altLang="en-US" lang="zh-CN">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L1.Insert(n, chr)</a:t>
            </a:r>
            <a:r>
              <a:rPr altLang="zh-CN" b="1" lang="en-US">
                <a:latin typeface="Times New Roman" panose="02020603050405020304" pitchFamily="18" charset="0"/>
                <a:ea typeface="隶书" panose="02010509060101010101" pitchFamily="49" charset="-122"/>
              </a:rPr>
              <a:t>;</a:t>
            </a:r>
            <a:r>
              <a:rPr altLang="zh-CN" lang="en-US">
                <a:latin typeface="Times New Roman" panose="02020603050405020304" pitchFamily="18" charset="0"/>
                <a:ea typeface="隶书" panose="02010509060101010101" pitchFamily="49" charset="-122"/>
              </a:rPr>
              <a:t>  L2.Insert(n, ls)</a:t>
            </a:r>
            <a:r>
              <a:rPr altLang="zh-CN" b="1" lang="en-US">
                <a:latin typeface="Times New Roman" panose="02020603050405020304" pitchFamily="18" charset="0"/>
                <a:ea typeface="隶书" panose="02010509060101010101" pitchFamily="49" charset="-122"/>
              </a:rPr>
              <a:t>;</a:t>
            </a:r>
            <a:r>
              <a:rPr altLang="zh-CN" lang="en-US">
                <a:latin typeface="Times New Roman" panose="02020603050405020304" pitchFamily="18" charset="0"/>
                <a:ea typeface="隶书" panose="02010509060101010101" pitchFamily="49" charset="-122"/>
              </a:rPr>
              <a:t>	</a:t>
            </a:r>
          </a:p>
          <a:p>
            <a:pPr eaLnBrk="1" hangingPunct="1">
              <a:spcBef>
                <a:spcPct val="0"/>
              </a:spcBef>
              <a:buFontTx/>
              <a:buNone/>
            </a:pPr>
            <a:r>
              <a:rPr altLang="zh-CN"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保存表名及地址</a:t>
            </a:r>
          </a:p>
          <a:p>
            <a:pPr eaLnBrk="1" hangingPunct="1">
              <a:spcBef>
                <a:spcPct val="0"/>
              </a:spcBef>
              <a:buFontTx/>
              <a:buNone/>
            </a:pPr>
            <a:r>
              <a:rPr altLang="en-US" lang="zh-CN">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lang="en-US">
                <a:latin typeface="Times New Roman" panose="02020603050405020304" pitchFamily="18" charset="0"/>
                <a:ea typeface="隶书" panose="02010509060101010101" pitchFamily="49" charset="-122"/>
              </a:rPr>
              <a:t>               in </a:t>
            </a:r>
            <a:r>
              <a:rPr altLang="zh-CN" b="1" lang="en-US">
                <a:latin typeface="Times New Roman" panose="02020603050405020304" pitchFamily="18" charset="0"/>
                <a:ea typeface="隶书" panose="02010509060101010101" pitchFamily="49" charset="-122"/>
              </a:rPr>
              <a:t>&gt;&gt;</a:t>
            </a:r>
            <a:r>
              <a:rPr altLang="zh-CN" lang="en-US">
                <a:latin typeface="Times New Roman" panose="02020603050405020304" pitchFamily="18" charset="0"/>
                <a:ea typeface="隶书" panose="02010509060101010101" pitchFamily="49" charset="-122"/>
              </a:rPr>
              <a:t> chr</a:t>
            </a:r>
            <a:r>
              <a:rPr altLang="zh-CN" b="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lang="en-US">
                <a:latin typeface="Times New Roman" panose="02020603050405020304" pitchFamily="18" charset="0"/>
                <a:ea typeface="隶书" panose="02010509060101010101" pitchFamily="49" charset="-122"/>
              </a:rPr>
              <a:t>               if</a:t>
            </a:r>
            <a:r>
              <a:rPr altLang="zh-CN" lang="en-US">
                <a:latin typeface="Times New Roman" panose="02020603050405020304" pitchFamily="18" charset="0"/>
                <a:ea typeface="隶书" panose="02010509060101010101" pitchFamily="49" charset="-122"/>
              </a:rPr>
              <a:t> (chr != '(') </a:t>
            </a:r>
            <a:r>
              <a:rPr altLang="zh-CN" b="1" lang="en-US">
                <a:latin typeface="Times New Roman" panose="02020603050405020304" pitchFamily="18" charset="0"/>
                <a:ea typeface="隶书" panose="02010509060101010101" pitchFamily="49" charset="-122"/>
              </a:rPr>
              <a:t>exit</a:t>
            </a:r>
            <a:r>
              <a:rPr altLang="zh-CN" lang="en-US">
                <a:latin typeface="Times New Roman" panose="02020603050405020304" pitchFamily="18" charset="0"/>
                <a:ea typeface="隶书" panose="02010509060101010101" pitchFamily="49" charset="-122"/>
              </a:rPr>
              <a:t>(1)</a:t>
            </a:r>
            <a:r>
              <a:rPr altLang="zh-CN" b="1"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表名后必跟</a:t>
            </a:r>
            <a:r>
              <a:rPr altLang="zh-CN" lang="en-US">
                <a:solidFill>
                  <a:schemeClr val="tx2"/>
                </a:solidFill>
                <a:latin typeface="Times New Roman" panose="02020603050405020304" pitchFamily="18" charset="0"/>
                <a:ea typeface="隶书" panose="02010509060101010101" pitchFamily="49" charset="-122"/>
              </a:rPr>
              <a:t>'('</a:t>
            </a:r>
          </a:p>
          <a:p>
            <a:pPr eaLnBrk="1" hangingPunct="1">
              <a:spcBef>
                <a:spcPct val="0"/>
              </a:spcBef>
              <a:buFontTx/>
              <a:buNone/>
            </a:pP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lang="en-US">
                <a:latin typeface="Times New Roman" panose="02020603050405020304" pitchFamily="18" charset="0"/>
                <a:ea typeface="隶书" panose="02010509060101010101" pitchFamily="49" charset="-122"/>
              </a:rPr>
              <a:t>          ls</a:t>
            </a:r>
            <a:r>
              <a:rPr altLang="zh-CN" lang="en-US">
                <a:latin typeface="楷体_GB2312" pitchFamily="49" charset="-122"/>
                <a:ea typeface="楷体_GB2312" pitchFamily="49" charset="-122"/>
              </a:rPr>
              <a:t>-&gt;</a:t>
            </a:r>
            <a:r>
              <a:rPr altLang="zh-CN" lang="en-US">
                <a:latin typeface="Times New Roman" panose="02020603050405020304" pitchFamily="18" charset="0"/>
                <a:ea typeface="隶书" panose="02010509060101010101" pitchFamily="49" charset="-122"/>
              </a:rPr>
              <a:t>info.hlink = </a:t>
            </a:r>
            <a:r>
              <a:rPr altLang="zh-CN" b="1" lang="en-US">
                <a:latin typeface="Times New Roman" panose="02020603050405020304" pitchFamily="18" charset="0"/>
                <a:ea typeface="隶书" panose="02010509060101010101" pitchFamily="49" charset="-122"/>
              </a:rPr>
              <a:t>new</a:t>
            </a:r>
            <a:r>
              <a:rPr altLang="zh-CN" lang="en-US">
                <a:latin typeface="Times New Roman" panose="02020603050405020304" pitchFamily="18" charset="0"/>
                <a:ea typeface="隶书" panose="02010509060101010101" pitchFamily="49" charset="-122"/>
              </a:rPr>
              <a:t> GenListNode</a:t>
            </a:r>
            <a:r>
              <a:rPr altLang="zh-CN" b="1" lang="en-US">
                <a:latin typeface="Times New Roman" panose="02020603050405020304" pitchFamily="18" charset="0"/>
                <a:ea typeface="隶书" panose="02010509060101010101" pitchFamily="49" charset="-122"/>
              </a:rPr>
              <a:t>&lt;</a:t>
            </a:r>
            <a:r>
              <a:rPr altLang="zh-CN" lang="en-US">
                <a:latin typeface="Times New Roman" panose="02020603050405020304" pitchFamily="18" charset="0"/>
                <a:ea typeface="隶书" panose="02010509060101010101" pitchFamily="49" charset="-122"/>
              </a:rPr>
              <a:t>T</a:t>
            </a:r>
            <a:r>
              <a:rPr altLang="zh-CN" b="1" lang="en-US">
                <a:latin typeface="Times New Roman" panose="02020603050405020304" pitchFamily="18" charset="0"/>
                <a:ea typeface="隶书" panose="02010509060101010101" pitchFamily="49" charset="-122"/>
              </a:rPr>
              <a:t>&gt;; </a:t>
            </a:r>
          </a:p>
          <a:p>
            <a:pPr eaLnBrk="1" hangingPunct="1">
              <a:spcBef>
                <a:spcPct val="0"/>
              </a:spcBef>
              <a:buFontTx/>
              <a:buNone/>
            </a:pPr>
            <a:r>
              <a:rPr altLang="zh-CN" lang="en-US">
                <a:latin typeface="Times New Roman" panose="02020603050405020304" pitchFamily="18" charset="0"/>
                <a:ea typeface="隶书" panose="02010509060101010101" pitchFamily="49" charset="-122"/>
              </a:rPr>
              <a:t>          ls</a:t>
            </a:r>
            <a:r>
              <a:rPr altLang="zh-CN" lang="en-US">
                <a:latin typeface="楷体_GB2312" pitchFamily="49" charset="-122"/>
                <a:ea typeface="楷体_GB2312" pitchFamily="49" charset="-122"/>
              </a:rPr>
              <a:t>-&gt;</a:t>
            </a:r>
            <a:r>
              <a:rPr altLang="zh-CN" lang="en-US">
                <a:latin typeface="Times New Roman" panose="02020603050405020304" pitchFamily="18" charset="0"/>
                <a:ea typeface="隶书" panose="02010509060101010101" pitchFamily="49" charset="-122"/>
              </a:rPr>
              <a:t>info.hlink</a:t>
            </a:r>
            <a:r>
              <a:rPr altLang="zh-CN" lang="en-US">
                <a:latin typeface="楷体_GB2312" pitchFamily="49" charset="-122"/>
                <a:ea typeface="楷体_GB2312" pitchFamily="49" charset="-122"/>
              </a:rPr>
              <a:t>-&gt;</a:t>
            </a:r>
            <a:r>
              <a:rPr altLang="zh-CN" lang="en-US">
                <a:latin typeface="Times New Roman" panose="02020603050405020304" pitchFamily="18" charset="0"/>
                <a:ea typeface="隶书" panose="02010509060101010101" pitchFamily="49" charset="-122"/>
              </a:rPr>
              <a:t>utype = 0</a:t>
            </a:r>
            <a:r>
              <a:rPr altLang="zh-CN" b="1"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建头结点</a:t>
            </a:r>
            <a:endParaRPr altLang="en-US" b="1" lang="zh-CN">
              <a:latin typeface="Times New Roman" panose="02020603050405020304" pitchFamily="18" charset="0"/>
              <a:ea typeface="隶书" panose="02010509060101010101" pitchFamily="49" charset="-122"/>
            </a:endParaRPr>
          </a:p>
          <a:p>
            <a:pPr eaLnBrk="1" hangingPunct="1">
              <a:spcBef>
                <a:spcPct val="0"/>
              </a:spcBef>
              <a:buFontTx/>
              <a:buNone/>
            </a:pPr>
            <a:r>
              <a:rPr altLang="en-US" b="1" lang="zh-CN">
                <a:latin typeface="Times New Roman" panose="02020603050405020304" pitchFamily="18" charset="0"/>
                <a:ea typeface="隶书" panose="02010509060101010101" pitchFamily="49" charset="-122"/>
              </a:rPr>
              <a:t>   </a:t>
            </a:r>
            <a:r>
              <a:rPr altLang="en-US" lang="zh-CN">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ls</a:t>
            </a:r>
            <a:r>
              <a:rPr altLang="zh-CN" lang="en-US">
                <a:latin typeface="楷体_GB2312" pitchFamily="49" charset="-122"/>
                <a:ea typeface="楷体_GB2312" pitchFamily="49" charset="-122"/>
              </a:rPr>
              <a:t>-&gt;</a:t>
            </a:r>
            <a:r>
              <a:rPr altLang="zh-CN" lang="en-US">
                <a:latin typeface="Times New Roman" panose="02020603050405020304" pitchFamily="18" charset="0"/>
                <a:ea typeface="隶书" panose="02010509060101010101" pitchFamily="49" charset="-122"/>
              </a:rPr>
              <a:t>info.hlink</a:t>
            </a:r>
            <a:r>
              <a:rPr altLang="zh-CN" lang="en-US">
                <a:latin typeface="楷体_GB2312" pitchFamily="49" charset="-122"/>
                <a:ea typeface="楷体_GB2312" pitchFamily="49" charset="-122"/>
              </a:rPr>
              <a:t>-&gt;</a:t>
            </a:r>
            <a:r>
              <a:rPr altLang="zh-CN" lang="en-US">
                <a:latin typeface="Times New Roman" panose="02020603050405020304" pitchFamily="18" charset="0"/>
                <a:ea typeface="隶书" panose="02010509060101010101" pitchFamily="49" charset="-122"/>
              </a:rPr>
              <a:t>ref = 1</a:t>
            </a:r>
            <a:r>
              <a:rPr altLang="zh-CN" b="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lang="en-US">
                <a:latin typeface="Times New Roman" panose="02020603050405020304" pitchFamily="18" charset="0"/>
                <a:ea typeface="隶书" panose="02010509060101010101" pitchFamily="49" charset="-122"/>
              </a:rPr>
              <a:t>	      CreateList(in, ls</a:t>
            </a:r>
            <a:r>
              <a:rPr altLang="zh-CN" lang="en-US">
                <a:latin typeface="楷体_GB2312" pitchFamily="49" charset="-122"/>
                <a:ea typeface="楷体_GB2312" pitchFamily="49" charset="-122"/>
              </a:rPr>
              <a:t>-&gt;</a:t>
            </a:r>
            <a:r>
              <a:rPr altLang="zh-CN" lang="en-US">
                <a:latin typeface="Times New Roman" panose="02020603050405020304" pitchFamily="18" charset="0"/>
                <a:ea typeface="隶书" panose="02010509060101010101" pitchFamily="49" charset="-122"/>
              </a:rPr>
              <a:t>info.hlink</a:t>
            </a:r>
            <a:r>
              <a:rPr altLang="zh-CN" lang="en-US">
                <a:latin typeface="楷体_GB2312" pitchFamily="49" charset="-122"/>
                <a:ea typeface="楷体_GB2312" pitchFamily="49" charset="-122"/>
              </a:rPr>
              <a:t>-&gt;</a:t>
            </a:r>
            <a:r>
              <a:rPr altLang="zh-CN" lang="en-US">
                <a:latin typeface="Times New Roman" panose="02020603050405020304" pitchFamily="18" charset="0"/>
                <a:ea typeface="隶书" panose="02010509060101010101" pitchFamily="49" charset="-122"/>
              </a:rPr>
              <a:t>tlink, L1, L2)</a:t>
            </a:r>
            <a:r>
              <a:rPr altLang="zh-CN" b="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递归建子表</a:t>
            </a:r>
          </a:p>
          <a:p>
            <a:pPr eaLnBrk="1" hangingPunct="1">
              <a:spcBef>
                <a:spcPct val="0"/>
              </a:spcBef>
              <a:buFontTx/>
              <a:buNone/>
            </a:pPr>
            <a:r>
              <a:rPr altLang="en-US" lang="zh-CN">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CreateList(in, ls, L1, L2)</a:t>
            </a:r>
            <a:r>
              <a:rPr altLang="zh-CN" b="1"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递归建后继表</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338" name=""/>
        <p:cNvGrpSpPr/>
        <p:nvPr/>
      </p:nvGrpSpPr>
      <p:grpSpPr>
        <a:xfrm>
          <a:off x="0" y="0"/>
          <a:ext cx="0" cy="0"/>
          <a:chOff x="0" y="0"/>
          <a:chExt cx="0" cy="0"/>
        </a:xfrm>
      </p:grpSpPr>
      <p:sp>
        <p:nvSpPr>
          <p:cNvPr id="1050031" name="Rectangle 2"/>
          <p:cNvSpPr>
            <a:spLocks noGrp="1" noChangeArrowheads="1"/>
          </p:cNvSpPr>
          <p:nvPr>
            <p:ph idx="1"/>
          </p:nvPr>
        </p:nvSpPr>
        <p:spPr>
          <a:xfrm>
            <a:off x="558800" y="622302"/>
            <a:ext cx="8229600" cy="5807075"/>
          </a:xfrm>
        </p:spPr>
        <p:txBody>
          <a:bodyPr>
            <a:normAutofit fontScale="100000" lnSpcReduction="10000"/>
          </a:bodyPr>
          <a:p>
            <a:pPr eaLnBrk="1" hangingPunct="1">
              <a:lnSpc>
                <a:spcPct val="90000"/>
              </a:lnSpc>
              <a:buFontTx/>
              <a:buNone/>
            </a:pP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a:t>
            </a:r>
          </a:p>
          <a:p>
            <a:pPr eaLnBrk="1" hangingPunct="1">
              <a:lnSpc>
                <a:spcPct val="90000"/>
              </a:lnSpc>
              <a:buFontTx/>
              <a:buNone/>
            </a:pPr>
            <a:r>
              <a:rPr altLang="zh-CN" b="1" lang="en-US">
                <a:latin typeface="Times New Roman" panose="02020603050405020304" pitchFamily="18" charset="0"/>
                <a:ea typeface="隶书" panose="02010509060101010101" pitchFamily="49" charset="-122"/>
              </a:rPr>
              <a:t>     else if</a:t>
            </a:r>
            <a:r>
              <a:rPr altLang="zh-CN" lang="en-US">
                <a:latin typeface="Times New Roman" panose="02020603050405020304" pitchFamily="18" charset="0"/>
                <a:ea typeface="隶书" panose="02010509060101010101" pitchFamily="49" charset="-122"/>
              </a:rPr>
              <a:t> (isalpha(chr) </a:t>
            </a:r>
            <a:r>
              <a:rPr altLang="zh-CN" b="1" lang="en-US">
                <a:latin typeface="Times New Roman" panose="02020603050405020304" pitchFamily="18" charset="0"/>
                <a:ea typeface="隶书" panose="02010509060101010101" pitchFamily="49" charset="-122"/>
              </a:rPr>
              <a:t>&amp;&amp;</a:t>
            </a:r>
            <a:r>
              <a:rPr altLang="zh-CN" lang="en-US">
                <a:latin typeface="Times New Roman" panose="02020603050405020304" pitchFamily="18" charset="0"/>
                <a:ea typeface="隶书" panose="02010509060101010101" pitchFamily="49" charset="-122"/>
              </a:rPr>
              <a:t> islower(chr)) {	</a:t>
            </a:r>
          </a:p>
          <a:p>
            <a:pPr eaLnBrk="1" hangingPunct="1">
              <a:lnSpc>
                <a:spcPct val="90000"/>
              </a:lnSpc>
              <a:buFontTx/>
              <a:buNone/>
            </a:pP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a:t>
            </a:r>
            <a:r>
              <a:rPr altLang="en-US" lang="zh-CN">
                <a:latin typeface="Times New Roman" panose="02020603050405020304" pitchFamily="18" charset="0"/>
                <a:ea typeface="隶书" panose="02010509060101010101" pitchFamily="49" charset="-122"/>
              </a:rPr>
              <a:t>建原子结点</a:t>
            </a:r>
          </a:p>
          <a:p>
            <a:pPr eaLnBrk="1" hangingPunct="1">
              <a:lnSpc>
                <a:spcPct val="90000"/>
              </a:lnSpc>
              <a:buFontTx/>
              <a:buNone/>
            </a:pPr>
            <a:r>
              <a:rPr altLang="en-US" lang="zh-CN">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ls = </a:t>
            </a:r>
            <a:r>
              <a:rPr altLang="zh-CN" b="1" lang="en-US">
                <a:latin typeface="Times New Roman" panose="02020603050405020304" pitchFamily="18" charset="0"/>
                <a:ea typeface="隶书" panose="02010509060101010101" pitchFamily="49" charset="-122"/>
              </a:rPr>
              <a:t>new</a:t>
            </a:r>
            <a:r>
              <a:rPr altLang="zh-CN" lang="en-US">
                <a:latin typeface="Times New Roman" panose="02020603050405020304" pitchFamily="18" charset="0"/>
                <a:ea typeface="隶书" panose="02010509060101010101" pitchFamily="49" charset="-122"/>
              </a:rPr>
              <a:t> GenListNode</a:t>
            </a:r>
            <a:r>
              <a:rPr altLang="zh-CN" b="1" lang="en-US">
                <a:latin typeface="Times New Roman" panose="02020603050405020304" pitchFamily="18" charset="0"/>
                <a:ea typeface="隶书" panose="02010509060101010101" pitchFamily="49" charset="-122"/>
              </a:rPr>
              <a:t>&lt;</a:t>
            </a:r>
            <a:r>
              <a:rPr altLang="zh-CN" lang="en-US">
                <a:latin typeface="Times New Roman" panose="02020603050405020304" pitchFamily="18" charset="0"/>
                <a:ea typeface="隶书" panose="02010509060101010101" pitchFamily="49" charset="-122"/>
              </a:rPr>
              <a:t>T</a:t>
            </a:r>
            <a:r>
              <a:rPr altLang="zh-CN" b="1" lang="en-US">
                <a:latin typeface="Times New Roman" panose="02020603050405020304" pitchFamily="18" charset="0"/>
                <a:ea typeface="隶书" panose="02010509060101010101" pitchFamily="49" charset="-122"/>
              </a:rPr>
              <a:t>&gt;;</a:t>
            </a:r>
          </a:p>
          <a:p>
            <a:pPr eaLnBrk="1" hangingPunct="1">
              <a:lnSpc>
                <a:spcPct val="90000"/>
              </a:lnSpc>
              <a:buFontTx/>
              <a:buNone/>
            </a:pPr>
            <a:r>
              <a:rPr altLang="zh-CN" b="1" lang="en-US">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 ls</a:t>
            </a:r>
            <a:r>
              <a:rPr altLang="zh-CN" lang="en-US">
                <a:latin typeface="楷体_GB2312" pitchFamily="49" charset="-122"/>
                <a:ea typeface="楷体_GB2312" pitchFamily="49" charset="-122"/>
              </a:rPr>
              <a:t>-&gt;</a:t>
            </a:r>
            <a:r>
              <a:rPr altLang="zh-CN" lang="en-US">
                <a:latin typeface="Times New Roman" panose="02020603050405020304" pitchFamily="18" charset="0"/>
                <a:ea typeface="隶书" panose="02010509060101010101" pitchFamily="49" charset="-122"/>
              </a:rPr>
              <a:t>utype = 1</a:t>
            </a:r>
            <a:r>
              <a:rPr altLang="zh-CN" b="1" lang="en-US">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ls</a:t>
            </a:r>
            <a:r>
              <a:rPr altLang="zh-CN" lang="en-US">
                <a:latin typeface="楷体_GB2312" pitchFamily="49" charset="-122"/>
                <a:ea typeface="楷体_GB2312" pitchFamily="49" charset="-122"/>
              </a:rPr>
              <a:t>-&gt;</a:t>
            </a:r>
            <a:r>
              <a:rPr altLang="zh-CN" lang="en-US">
                <a:latin typeface="Times New Roman" panose="02020603050405020304" pitchFamily="18" charset="0"/>
                <a:ea typeface="隶书" panose="02010509060101010101" pitchFamily="49" charset="-122"/>
              </a:rPr>
              <a:t>info.value = chr</a:t>
            </a:r>
            <a:r>
              <a:rPr altLang="zh-CN" b="1" lang="en-US">
                <a:latin typeface="Times New Roman" panose="02020603050405020304" pitchFamily="18" charset="0"/>
                <a:ea typeface="隶书" panose="02010509060101010101" pitchFamily="49" charset="-122"/>
              </a:rPr>
              <a:t>;</a:t>
            </a:r>
          </a:p>
          <a:p>
            <a:pPr eaLnBrk="1" hangingPunct="1">
              <a:lnSpc>
                <a:spcPct val="90000"/>
              </a:lnSpc>
              <a:buFontTx/>
              <a:buNone/>
            </a:pPr>
            <a:r>
              <a:rPr altLang="zh-CN" lang="en-US">
                <a:latin typeface="Times New Roman" panose="02020603050405020304" pitchFamily="18" charset="0"/>
                <a:ea typeface="隶书" panose="02010509060101010101" pitchFamily="49" charset="-122"/>
              </a:rPr>
              <a:t>		CreateList(in, ls, L1, L2)</a:t>
            </a:r>
            <a:r>
              <a:rPr altLang="zh-CN" b="1" lang="en-US">
                <a:latin typeface="Times New Roman" panose="02020603050405020304" pitchFamily="18" charset="0"/>
                <a:ea typeface="隶书" panose="02010509060101010101" pitchFamily="49" charset="-122"/>
              </a:rPr>
              <a:t>;</a:t>
            </a:r>
          </a:p>
          <a:p>
            <a:pPr eaLnBrk="1" hangingPunct="1">
              <a:lnSpc>
                <a:spcPct val="90000"/>
              </a:lnSpc>
              <a:buFontTx/>
              <a:buNone/>
            </a:pPr>
            <a:r>
              <a:rPr altLang="zh-CN" b="1" lang="en-US">
                <a:latin typeface="Times New Roman" panose="02020603050405020304" pitchFamily="18" charset="0"/>
                <a:ea typeface="隶书" panose="02010509060101010101" pitchFamily="49" charset="-122"/>
              </a:rPr>
              <a:t>     }</a:t>
            </a:r>
          </a:p>
          <a:p>
            <a:pPr eaLnBrk="1" hangingPunct="1">
              <a:lnSpc>
                <a:spcPct val="90000"/>
              </a:lnSpc>
              <a:buFontTx/>
              <a:buNone/>
            </a:pPr>
            <a:r>
              <a:rPr altLang="zh-CN" b="1" lang="en-US">
                <a:latin typeface="Times New Roman" panose="02020603050405020304" pitchFamily="18" charset="0"/>
                <a:ea typeface="隶书" panose="02010509060101010101" pitchFamily="49" charset="-122"/>
              </a:rPr>
              <a:t>     else if</a:t>
            </a:r>
            <a:r>
              <a:rPr altLang="zh-CN" lang="en-US">
                <a:latin typeface="Times New Roman" panose="02020603050405020304" pitchFamily="18" charset="0"/>
                <a:ea typeface="隶书" panose="02010509060101010101" pitchFamily="49" charset="-122"/>
              </a:rPr>
              <a:t> (chr == ', ')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建后继结点</a:t>
            </a:r>
          </a:p>
          <a:p>
            <a:pPr eaLnBrk="1" hangingPunct="1">
              <a:lnSpc>
                <a:spcPct val="90000"/>
              </a:lnSpc>
              <a:buFontTx/>
              <a:buNone/>
            </a:pPr>
            <a:r>
              <a:rPr altLang="en-US" lang="zh-CN">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CreateList(in, ls</a:t>
            </a:r>
            <a:r>
              <a:rPr altLang="zh-CN" lang="en-US">
                <a:latin typeface="楷体_GB2312" pitchFamily="49" charset="-122"/>
                <a:ea typeface="楷体_GB2312" pitchFamily="49" charset="-122"/>
              </a:rPr>
              <a:t>-&gt;</a:t>
            </a:r>
            <a:r>
              <a:rPr altLang="zh-CN" lang="en-US">
                <a:latin typeface="Times New Roman" panose="02020603050405020304" pitchFamily="18" charset="0"/>
                <a:ea typeface="隶书" panose="02010509060101010101" pitchFamily="49" charset="-122"/>
              </a:rPr>
              <a:t>tlink, L1, L2)</a:t>
            </a:r>
            <a:r>
              <a:rPr altLang="zh-CN" b="1" lang="en-US">
                <a:latin typeface="Times New Roman" panose="02020603050405020304" pitchFamily="18" charset="0"/>
                <a:ea typeface="隶书" panose="02010509060101010101" pitchFamily="49" charset="-122"/>
              </a:rPr>
              <a:t>;</a:t>
            </a:r>
            <a:r>
              <a:rPr altLang="zh-CN" lang="en-US">
                <a:latin typeface="Times New Roman" panose="02020603050405020304" pitchFamily="18" charset="0"/>
                <a:ea typeface="隶书" panose="02010509060101010101" pitchFamily="49" charset="-122"/>
              </a:rPr>
              <a:t> </a:t>
            </a:r>
          </a:p>
          <a:p>
            <a:pPr eaLnBrk="1" hangingPunct="1">
              <a:lnSpc>
                <a:spcPct val="90000"/>
              </a:lnSpc>
              <a:buFontTx/>
              <a:buNone/>
            </a:pP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else if</a:t>
            </a:r>
            <a:r>
              <a:rPr altLang="zh-CN" lang="en-US">
                <a:latin typeface="Times New Roman" panose="02020603050405020304" pitchFamily="18" charset="0"/>
                <a:ea typeface="隶书" panose="02010509060101010101" pitchFamily="49" charset="-122"/>
              </a:rPr>
              <a:t> (chr == ')') ls</a:t>
            </a:r>
            <a:r>
              <a:rPr altLang="zh-CN" lang="en-US">
                <a:latin typeface="楷体_GB2312" pitchFamily="49" charset="-122"/>
                <a:ea typeface="楷体_GB2312" pitchFamily="49" charset="-122"/>
              </a:rPr>
              <a:t>-&gt;</a:t>
            </a:r>
            <a:r>
              <a:rPr altLang="zh-CN" lang="en-US">
                <a:latin typeface="Times New Roman" panose="02020603050405020304" pitchFamily="18" charset="0"/>
                <a:ea typeface="隶书" panose="02010509060101010101" pitchFamily="49" charset="-122"/>
              </a:rPr>
              <a:t>tlink = NULL</a:t>
            </a:r>
            <a:r>
              <a:rPr altLang="zh-CN" b="1"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链收尾</a:t>
            </a:r>
          </a:p>
          <a:p>
            <a:pPr eaLnBrk="1" hangingPunct="1">
              <a:lnSpc>
                <a:spcPct val="90000"/>
              </a:lnSpc>
              <a:buFontTx/>
              <a:buNone/>
            </a:pPr>
            <a:r>
              <a:rPr altLang="en-US" lang="zh-CN">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else if</a:t>
            </a:r>
            <a:r>
              <a:rPr altLang="zh-CN" lang="en-US">
                <a:latin typeface="Times New Roman" panose="02020603050405020304" pitchFamily="18" charset="0"/>
                <a:ea typeface="隶书" panose="02010509060101010101" pitchFamily="49" charset="-122"/>
              </a:rPr>
              <a:t> (chr == '#') ls == NULL</a:t>
            </a:r>
            <a:r>
              <a:rPr altLang="zh-CN" b="1"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空表</a:t>
            </a:r>
            <a:r>
              <a:rPr altLang="zh-CN" lang="en-US">
                <a:solidFill>
                  <a:schemeClr val="tx2"/>
                </a:solidFill>
                <a:latin typeface="Times New Roman" panose="02020603050405020304" pitchFamily="18" charset="0"/>
                <a:ea typeface="隶书" panose="02010509060101010101" pitchFamily="49" charset="-122"/>
              </a:rPr>
              <a:t>, </a:t>
            </a:r>
            <a:r>
              <a:rPr altLang="en-US" lang="zh-CN">
                <a:solidFill>
                  <a:schemeClr val="tx2"/>
                </a:solidFill>
                <a:latin typeface="Times New Roman" panose="02020603050405020304" pitchFamily="18" charset="0"/>
                <a:ea typeface="隶书" panose="02010509060101010101" pitchFamily="49" charset="-122"/>
              </a:rPr>
              <a:t>链收尾</a:t>
            </a:r>
          </a:p>
          <a:p>
            <a:pPr eaLnBrk="1" hangingPunct="1">
              <a:lnSpc>
                <a:spcPct val="90000"/>
              </a:lnSpc>
              <a:buFontTx/>
              <a:buNone/>
            </a:pPr>
            <a:r>
              <a:rPr altLang="zh-CN" b="1" lang="en-US">
                <a:latin typeface="Times New Roman" panose="02020603050405020304" pitchFamily="18" charset="0"/>
                <a:ea typeface="隶书" panose="02010509060101010101" pitchFamily="49" charset="-122"/>
              </a:rPr>
              <a:t>};</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339" name=""/>
        <p:cNvGrpSpPr/>
        <p:nvPr/>
      </p:nvGrpSpPr>
      <p:grpSpPr>
        <a:xfrm>
          <a:off x="0" y="0"/>
          <a:ext cx="0" cy="0"/>
          <a:chOff x="0" y="0"/>
          <a:chExt cx="0" cy="0"/>
        </a:xfrm>
      </p:grpSpPr>
      <p:sp>
        <p:nvSpPr>
          <p:cNvPr id="1050032" name="Rectangle 2"/>
          <p:cNvSpPr>
            <a:spLocks noGrp="1" noChangeArrowheads="1"/>
          </p:cNvSpPr>
          <p:nvPr>
            <p:ph idx="1"/>
          </p:nvPr>
        </p:nvSpPr>
        <p:spPr>
          <a:xfrm>
            <a:off x="596900" y="800100"/>
            <a:ext cx="7964488" cy="5608638"/>
          </a:xfrm>
        </p:spPr>
        <p:txBody>
          <a:bodyPr/>
          <a:p>
            <a:pPr eaLnBrk="1" hangingPunct="1">
              <a:lnSpc>
                <a:spcPct val="105000"/>
              </a:lnSpc>
              <a:buClr>
                <a:srgbClr val="990099"/>
              </a:buClr>
              <a:buSzPct val="50000"/>
            </a:pPr>
            <a:r>
              <a:rPr altLang="en-US" b="1" sz="3000" lang="zh-CN">
                <a:latin typeface="Times New Roman" panose="02020603050405020304" pitchFamily="18" charset="0"/>
                <a:ea typeface="仿宋_GB2312" pitchFamily="49" charset="-122"/>
              </a:rPr>
              <a:t>该算法需要扫描输入广义表中的所有字符，且处理每个字符都是简单比较或赋值操作，其时间复杂度为</a:t>
            </a:r>
            <a:r>
              <a:rPr altLang="zh-CN" b="1" sz="3000" lang="en-US">
                <a:latin typeface="Times New Roman" panose="02020603050405020304" pitchFamily="18" charset="0"/>
                <a:ea typeface="仿宋_GB2312" pitchFamily="49" charset="-122"/>
              </a:rPr>
              <a:t>O(1)</a:t>
            </a:r>
            <a:r>
              <a:rPr altLang="en-US" b="1" sz="3000" lang="zh-CN">
                <a:latin typeface="Times New Roman" panose="02020603050405020304" pitchFamily="18" charset="0"/>
                <a:ea typeface="仿宋_GB2312" pitchFamily="49" charset="-122"/>
              </a:rPr>
              <a:t>，所以整个算法的时间复杂度为</a:t>
            </a:r>
            <a:r>
              <a:rPr altLang="zh-CN" b="1" sz="3000" lang="en-US">
                <a:latin typeface="Times New Roman" panose="02020603050405020304" pitchFamily="18" charset="0"/>
                <a:ea typeface="仿宋_GB2312" pitchFamily="49" charset="-122"/>
              </a:rPr>
              <a:t>O(n)</a:t>
            </a:r>
            <a:r>
              <a:rPr altLang="en-US" b="1" sz="3000" lang="zh-CN">
                <a:latin typeface="Times New Roman" panose="02020603050405020304" pitchFamily="18" charset="0"/>
                <a:ea typeface="仿宋_GB2312" pitchFamily="49" charset="-122"/>
              </a:rPr>
              <a:t>，</a:t>
            </a:r>
            <a:r>
              <a:rPr altLang="zh-CN" b="1" sz="3000" lang="en-US">
                <a:latin typeface="Times New Roman" panose="02020603050405020304" pitchFamily="18" charset="0"/>
                <a:ea typeface="仿宋_GB2312" pitchFamily="49" charset="-122"/>
              </a:rPr>
              <a:t>n</a:t>
            </a:r>
            <a:r>
              <a:rPr altLang="en-US" b="1" sz="3000" lang="zh-CN">
                <a:latin typeface="Times New Roman" panose="02020603050405020304" pitchFamily="18" charset="0"/>
                <a:ea typeface="仿宋_GB2312" pitchFamily="49" charset="-122"/>
              </a:rPr>
              <a:t>是广义表中所有字符数。</a:t>
            </a:r>
          </a:p>
          <a:p>
            <a:pPr eaLnBrk="1" hangingPunct="1">
              <a:lnSpc>
                <a:spcPct val="105000"/>
              </a:lnSpc>
              <a:buClr>
                <a:srgbClr val="990099"/>
              </a:buClr>
              <a:buSzPct val="50000"/>
            </a:pPr>
            <a:r>
              <a:rPr altLang="en-US" b="1" sz="3000" lang="zh-CN">
                <a:latin typeface="Times New Roman" panose="02020603050405020304" pitchFamily="18" charset="0"/>
                <a:ea typeface="仿宋_GB2312" pitchFamily="49" charset="-122"/>
              </a:rPr>
              <a:t>算法中既包含向子表的递归调用，也包含向后继表的递归调用，所以递归调用的最大深度不会超过生成的广义表中所有结点数，其空间复杂度也为</a:t>
            </a:r>
            <a:r>
              <a:rPr altLang="zh-CN" b="1" sz="3000" lang="en-US">
                <a:latin typeface="Times New Roman" panose="02020603050405020304" pitchFamily="18" charset="0"/>
                <a:ea typeface="仿宋_GB2312" pitchFamily="49" charset="-122"/>
              </a:rPr>
              <a:t>O(n)</a:t>
            </a:r>
            <a:r>
              <a:rPr altLang="en-US" b="1" sz="3000" lang="zh-CN">
                <a:latin typeface="Times New Roman" panose="02020603050405020304" pitchFamily="18" charset="0"/>
                <a:ea typeface="仿宋_GB2312" pitchFamily="49" charset="-122"/>
              </a:rPr>
              <a:t>。</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340" name=""/>
        <p:cNvGrpSpPr/>
        <p:nvPr/>
      </p:nvGrpSpPr>
      <p:grpSpPr>
        <a:xfrm>
          <a:off x="0" y="0"/>
          <a:ext cx="0" cy="0"/>
          <a:chOff x="0" y="0"/>
          <a:chExt cx="0" cy="0"/>
        </a:xfrm>
      </p:grpSpPr>
      <p:sp>
        <p:nvSpPr>
          <p:cNvPr id="1050033" name="Rectangle 2"/>
          <p:cNvSpPr>
            <a:spLocks noGrp="1" noChangeArrowheads="1"/>
          </p:cNvSpPr>
          <p:nvPr>
            <p:ph idx="1"/>
          </p:nvPr>
        </p:nvSpPr>
        <p:spPr>
          <a:xfrm>
            <a:off x="547688" y="652465"/>
            <a:ext cx="8229600" cy="5648325"/>
          </a:xfrm>
        </p:spPr>
        <p:txBody>
          <a:bodyPr>
            <a:normAutofit fontScale="96429"/>
          </a:bodyPr>
          <a:p>
            <a:pPr eaLnBrk="1" hangingPunct="1">
              <a:spcBef>
                <a:spcPct val="0"/>
              </a:spcBef>
              <a:buFontTx/>
              <a:buNone/>
            </a:pPr>
            <a:r>
              <a:rPr altLang="zh-CN" b="1" lang="en-US">
                <a:latin typeface="Times New Roman" panose="02020603050405020304" pitchFamily="18" charset="0"/>
                <a:ea typeface="隶书" panose="02010509060101010101" pitchFamily="49" charset="-122"/>
              </a:rPr>
              <a:t>template &lt;class</a:t>
            </a:r>
            <a:r>
              <a:rPr altLang="zh-CN" lang="en-US">
                <a:latin typeface="Times New Roman" panose="02020603050405020304" pitchFamily="18" charset="0"/>
                <a:ea typeface="隶书" panose="02010509060101010101" pitchFamily="49" charset="-122"/>
              </a:rPr>
              <a:t> T</a:t>
            </a:r>
            <a:r>
              <a:rPr altLang="zh-CN" b="1" lang="en-US">
                <a:latin typeface="Times New Roman" panose="02020603050405020304" pitchFamily="18" charset="0"/>
                <a:ea typeface="隶书" panose="02010509060101010101" pitchFamily="49" charset="-122"/>
              </a:rPr>
              <a:t>&gt;</a:t>
            </a:r>
          </a:p>
          <a:p>
            <a:pPr eaLnBrk="1" hangingPunct="1">
              <a:spcBef>
                <a:spcPct val="0"/>
              </a:spcBef>
              <a:buFontTx/>
              <a:buNone/>
            </a:pPr>
            <a:r>
              <a:rPr altLang="zh-CN" b="1" lang="en-US">
                <a:latin typeface="Times New Roman" panose="02020603050405020304" pitchFamily="18" charset="0"/>
                <a:ea typeface="隶书" panose="02010509060101010101" pitchFamily="49" charset="-122"/>
              </a:rPr>
              <a:t>istream&amp; operator &gt;&gt;</a:t>
            </a: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istream&amp;</a:t>
            </a:r>
            <a:r>
              <a:rPr altLang="zh-CN" lang="en-US">
                <a:latin typeface="Times New Roman" panose="02020603050405020304" pitchFamily="18" charset="0"/>
                <a:ea typeface="隶书" panose="02010509060101010101" pitchFamily="49" charset="-122"/>
              </a:rPr>
              <a:t> in</a:t>
            </a:r>
            <a:r>
              <a:rPr altLang="zh-CN" b="1" lang="en-US">
                <a:latin typeface="Times New Roman" panose="02020603050405020304" pitchFamily="18" charset="0"/>
                <a:ea typeface="隶书" panose="02010509060101010101" pitchFamily="49" charset="-122"/>
              </a:rPr>
              <a:t>,</a:t>
            </a:r>
            <a:r>
              <a:rPr altLang="zh-CN" lang="en-US">
                <a:latin typeface="Times New Roman" panose="02020603050405020304" pitchFamily="18" charset="0"/>
                <a:ea typeface="隶书" panose="02010509060101010101" pitchFamily="49" charset="-122"/>
              </a:rPr>
              <a:t> GenList&lt;T&gt;</a:t>
            </a:r>
            <a:r>
              <a:rPr altLang="zh-CN" b="1" lang="en-US">
                <a:latin typeface="Times New Roman" panose="02020603050405020304" pitchFamily="18" charset="0"/>
                <a:ea typeface="隶书" panose="02010509060101010101" pitchFamily="49" charset="-122"/>
              </a:rPr>
              <a:t>&amp;</a:t>
            </a:r>
            <a:r>
              <a:rPr altLang="zh-CN" lang="en-US">
                <a:latin typeface="Times New Roman" panose="02020603050405020304" pitchFamily="18" charset="0"/>
                <a:ea typeface="隶书" panose="02010509060101010101" pitchFamily="49" charset="-122"/>
              </a:rPr>
              <a:t> L)</a:t>
            </a:r>
          </a:p>
          <a:p>
            <a:pPr eaLnBrk="1" hangingPunct="1">
              <a:spcBef>
                <a:spcPct val="0"/>
              </a:spcBef>
              <a:buFontTx/>
              <a:buNone/>
            </a:pPr>
            <a:r>
              <a:rPr altLang="zh-CN" b="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lang="en-US">
                <a:latin typeface="Times New Roman" panose="02020603050405020304" pitchFamily="18" charset="0"/>
                <a:ea typeface="隶书" panose="02010509060101010101" pitchFamily="49" charset="-122"/>
              </a:rPr>
              <a:t>     </a:t>
            </a:r>
            <a:r>
              <a:rPr altLang="zh-CN" b="1" lang="en-US">
                <a:latin typeface="Times New Roman" panose="02020603050405020304" pitchFamily="18" charset="0"/>
                <a:ea typeface="隶书" panose="02010509060101010101" pitchFamily="49" charset="-122"/>
              </a:rPr>
              <a:t>int</a:t>
            </a:r>
            <a:r>
              <a:rPr altLang="zh-CN" lang="en-US">
                <a:latin typeface="Times New Roman" panose="02020603050405020304" pitchFamily="18" charset="0"/>
                <a:ea typeface="隶书" panose="02010509060101010101" pitchFamily="49" charset="-122"/>
              </a:rPr>
              <a:t> n</a:t>
            </a:r>
            <a:r>
              <a:rPr altLang="zh-CN" b="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lang="en-US">
                <a:latin typeface="Times New Roman" panose="02020603050405020304" pitchFamily="18" charset="0"/>
                <a:ea typeface="隶书" panose="02010509060101010101" pitchFamily="49" charset="-122"/>
              </a:rPr>
              <a:t>     cout &lt;&lt;</a:t>
            </a:r>
            <a:r>
              <a:rPr altLang="zh-CN" lang="en-US">
                <a:latin typeface="Times New Roman" panose="02020603050405020304" pitchFamily="18" charset="0"/>
                <a:ea typeface="隶书" panose="02010509060101010101" pitchFamily="49" charset="-122"/>
              </a:rPr>
              <a:t> “</a:t>
            </a:r>
            <a:r>
              <a:rPr altLang="en-US" lang="zh-CN">
                <a:latin typeface="Times New Roman" panose="02020603050405020304" pitchFamily="18" charset="0"/>
                <a:ea typeface="隶书" panose="02010509060101010101" pitchFamily="49" charset="-122"/>
              </a:rPr>
              <a:t>输入广义表串的字符个数：”</a:t>
            </a:r>
            <a:r>
              <a:rPr altLang="zh-CN" b="1" lang="en-US">
                <a:latin typeface="Times New Roman" panose="02020603050405020304" pitchFamily="18" charset="0"/>
                <a:ea typeface="隶书" panose="02010509060101010101" pitchFamily="49" charset="-122"/>
              </a:rPr>
              <a:t>&lt;&lt; endl;</a:t>
            </a:r>
          </a:p>
          <a:p>
            <a:pPr eaLnBrk="1" hangingPunct="1">
              <a:spcBef>
                <a:spcPct val="0"/>
              </a:spcBef>
              <a:buFontTx/>
              <a:buNone/>
            </a:pPr>
            <a:r>
              <a:rPr altLang="zh-CN" lang="en-US">
                <a:latin typeface="Times New Roman" panose="02020603050405020304" pitchFamily="18" charset="0"/>
                <a:ea typeface="隶书" panose="02010509060101010101" pitchFamily="49" charset="-122"/>
              </a:rPr>
              <a:t>     in </a:t>
            </a:r>
            <a:r>
              <a:rPr altLang="zh-CN" b="1" lang="en-US">
                <a:latin typeface="Times New Roman" panose="02020603050405020304" pitchFamily="18" charset="0"/>
                <a:ea typeface="隶书" panose="02010509060101010101" pitchFamily="49" charset="-122"/>
              </a:rPr>
              <a:t>&gt;&gt;</a:t>
            </a:r>
            <a:r>
              <a:rPr altLang="zh-CN" lang="en-US">
                <a:latin typeface="Times New Roman" panose="02020603050405020304" pitchFamily="18" charset="0"/>
                <a:ea typeface="隶书" panose="02010509060101010101" pitchFamily="49" charset="-122"/>
              </a:rPr>
              <a:t> n</a:t>
            </a:r>
            <a:r>
              <a:rPr altLang="zh-CN" b="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lang="en-US">
                <a:latin typeface="Times New Roman" panose="02020603050405020304" pitchFamily="18" charset="0"/>
                <a:ea typeface="隶书" panose="02010509060101010101" pitchFamily="49" charset="-122"/>
              </a:rPr>
              <a:t>     T *Ls1 = </a:t>
            </a:r>
            <a:r>
              <a:rPr altLang="zh-CN" b="1" lang="en-US">
                <a:latin typeface="Times New Roman" panose="02020603050405020304" pitchFamily="18" charset="0"/>
                <a:ea typeface="隶书" panose="02010509060101010101" pitchFamily="49" charset="-122"/>
              </a:rPr>
              <a:t>new</a:t>
            </a:r>
            <a:r>
              <a:rPr altLang="zh-CN" lang="en-US">
                <a:latin typeface="Times New Roman" panose="02020603050405020304" pitchFamily="18" charset="0"/>
                <a:ea typeface="隶书" panose="02010509060101010101" pitchFamily="49" charset="-122"/>
              </a:rPr>
              <a:t> T[n]</a:t>
            </a:r>
            <a:r>
              <a:rPr altLang="zh-CN" b="1"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创建辅助数组并初始化</a:t>
            </a:r>
            <a:r>
              <a:rPr altLang="en-US" lang="zh-CN">
                <a:latin typeface="Times New Roman" panose="02020603050405020304" pitchFamily="18" charset="0"/>
                <a:ea typeface="隶书" panose="02010509060101010101" pitchFamily="49" charset="-122"/>
              </a:rPr>
              <a:t>  </a:t>
            </a:r>
          </a:p>
          <a:p>
            <a:pPr eaLnBrk="1" hangingPunct="1">
              <a:spcBef>
                <a:spcPct val="0"/>
              </a:spcBef>
              <a:buFontTx/>
              <a:buNone/>
            </a:pPr>
            <a:r>
              <a:rPr altLang="en-US" lang="zh-CN">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GenListNode</a:t>
            </a:r>
            <a:r>
              <a:rPr altLang="zh-CN" b="1" lang="en-US">
                <a:latin typeface="Times New Roman" panose="02020603050405020304" pitchFamily="18" charset="0"/>
                <a:ea typeface="隶书" panose="02010509060101010101" pitchFamily="49" charset="-122"/>
              </a:rPr>
              <a:t>&lt;</a:t>
            </a:r>
            <a:r>
              <a:rPr altLang="zh-CN" lang="en-US">
                <a:latin typeface="Times New Roman" panose="02020603050405020304" pitchFamily="18" charset="0"/>
                <a:ea typeface="隶书" panose="02010509060101010101" pitchFamily="49" charset="-122"/>
              </a:rPr>
              <a:t>T</a:t>
            </a:r>
            <a:r>
              <a:rPr altLang="zh-CN" b="1" lang="en-US">
                <a:latin typeface="Times New Roman" panose="02020603050405020304" pitchFamily="18" charset="0"/>
                <a:ea typeface="隶书" panose="02010509060101010101" pitchFamily="49" charset="-122"/>
              </a:rPr>
              <a:t>&gt;</a:t>
            </a:r>
            <a:r>
              <a:rPr altLang="zh-CN" lang="en-US">
                <a:latin typeface="Times New Roman" panose="02020603050405020304" pitchFamily="18" charset="0"/>
                <a:ea typeface="隶书" panose="02010509060101010101" pitchFamily="49" charset="-122"/>
              </a:rPr>
              <a:t> *Ls2 = </a:t>
            </a:r>
            <a:r>
              <a:rPr altLang="zh-CN" b="1" lang="en-US">
                <a:latin typeface="Times New Roman" panose="02020603050405020304" pitchFamily="18" charset="0"/>
                <a:ea typeface="隶书" panose="02010509060101010101" pitchFamily="49" charset="-122"/>
              </a:rPr>
              <a:t>new</a:t>
            </a:r>
            <a:r>
              <a:rPr altLang="zh-CN" lang="en-US">
                <a:latin typeface="Times New Roman" panose="02020603050405020304" pitchFamily="18" charset="0"/>
                <a:ea typeface="隶书" panose="02010509060101010101" pitchFamily="49" charset="-122"/>
              </a:rPr>
              <a:t> GenListNode</a:t>
            </a:r>
            <a:r>
              <a:rPr altLang="zh-CN" b="1" lang="en-US">
                <a:latin typeface="Times New Roman" panose="02020603050405020304" pitchFamily="18" charset="0"/>
                <a:ea typeface="隶书" panose="02010509060101010101" pitchFamily="49" charset="-122"/>
              </a:rPr>
              <a:t>&lt;</a:t>
            </a:r>
            <a:r>
              <a:rPr altLang="zh-CN" lang="en-US">
                <a:latin typeface="Times New Roman" panose="02020603050405020304" pitchFamily="18" charset="0"/>
                <a:ea typeface="隶书" panose="02010509060101010101" pitchFamily="49" charset="-122"/>
              </a:rPr>
              <a:t>T</a:t>
            </a:r>
            <a:r>
              <a:rPr altLang="zh-CN" b="1" lang="en-US">
                <a:latin typeface="Times New Roman" panose="02020603050405020304" pitchFamily="18" charset="0"/>
                <a:ea typeface="隶书" panose="02010509060101010101" pitchFamily="49" charset="-122"/>
              </a:rPr>
              <a:t>&gt;</a:t>
            </a:r>
            <a:r>
              <a:rPr altLang="zh-CN" lang="en-US">
                <a:latin typeface="Times New Roman" panose="02020603050405020304" pitchFamily="18" charset="0"/>
                <a:ea typeface="隶书" panose="02010509060101010101" pitchFamily="49" charset="-122"/>
              </a:rPr>
              <a:t>[n]</a:t>
            </a:r>
            <a:r>
              <a:rPr altLang="zh-CN" b="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lang="en-US">
                <a:latin typeface="Times New Roman" panose="02020603050405020304" pitchFamily="18" charset="0"/>
                <a:ea typeface="隶书" panose="02010509060101010101" pitchFamily="49" charset="-122"/>
              </a:rPr>
              <a:t>     CreateList (in, L.first, Ls1, Ls2)</a:t>
            </a:r>
            <a:r>
              <a:rPr altLang="zh-CN" b="1" lang="en-US">
                <a:latin typeface="Times New Roman" panose="02020603050405020304" pitchFamily="18" charset="0"/>
                <a:ea typeface="隶书" panose="02010509060101010101" pitchFamily="49" charset="-122"/>
              </a:rPr>
              <a:t>;	</a:t>
            </a:r>
            <a:r>
              <a:rPr altLang="zh-CN" b="1" lang="en-US">
                <a:solidFill>
                  <a:schemeClr val="tx2"/>
                </a:solidFill>
                <a:latin typeface="Times New Roman" panose="02020603050405020304" pitchFamily="18" charset="0"/>
                <a:ea typeface="隶书" panose="02010509060101010101" pitchFamily="49" charset="-122"/>
              </a:rPr>
              <a:t>//</a:t>
            </a:r>
            <a:r>
              <a:rPr altLang="en-US" lang="zh-CN">
                <a:solidFill>
                  <a:schemeClr val="tx2"/>
                </a:solidFill>
                <a:latin typeface="Times New Roman" panose="02020603050405020304" pitchFamily="18" charset="0"/>
                <a:ea typeface="隶书" panose="02010509060101010101" pitchFamily="49" charset="-122"/>
              </a:rPr>
              <a:t>建立存储结构</a:t>
            </a:r>
          </a:p>
          <a:p>
            <a:pPr eaLnBrk="1" hangingPunct="1">
              <a:spcBef>
                <a:spcPct val="0"/>
              </a:spcBef>
              <a:buFontTx/>
              <a:buNone/>
            </a:pPr>
            <a:r>
              <a:rPr altLang="en-US" lang="zh-CN">
                <a:latin typeface="Times New Roman" panose="02020603050405020304" pitchFamily="18" charset="0"/>
                <a:ea typeface="隶书" panose="02010509060101010101" pitchFamily="49" charset="-122"/>
              </a:rPr>
              <a:t>     </a:t>
            </a:r>
            <a:r>
              <a:rPr altLang="zh-CN" lang="en-US">
                <a:latin typeface="Times New Roman" panose="02020603050405020304" pitchFamily="18" charset="0"/>
                <a:ea typeface="隶书" panose="02010509060101010101" pitchFamily="49" charset="-122"/>
              </a:rPr>
              <a:t>GenListNode</a:t>
            </a:r>
            <a:r>
              <a:rPr altLang="zh-CN" b="1" lang="en-US">
                <a:latin typeface="Times New Roman" panose="02020603050405020304" pitchFamily="18" charset="0"/>
                <a:ea typeface="隶书" panose="02010509060101010101" pitchFamily="49" charset="-122"/>
              </a:rPr>
              <a:t>&lt;</a:t>
            </a:r>
            <a:r>
              <a:rPr altLang="zh-CN" lang="en-US">
                <a:latin typeface="Times New Roman" panose="02020603050405020304" pitchFamily="18" charset="0"/>
                <a:ea typeface="隶书" panose="02010509060101010101" pitchFamily="49" charset="-122"/>
              </a:rPr>
              <a:t>T</a:t>
            </a:r>
            <a:r>
              <a:rPr altLang="zh-CN" b="1" lang="en-US">
                <a:latin typeface="Times New Roman" panose="02020603050405020304" pitchFamily="18" charset="0"/>
                <a:ea typeface="隶书" panose="02010509060101010101" pitchFamily="49" charset="-122"/>
              </a:rPr>
              <a:t>&gt;</a:t>
            </a:r>
            <a:r>
              <a:rPr altLang="zh-CN" lang="en-US">
                <a:latin typeface="Times New Roman" panose="02020603050405020304" pitchFamily="18" charset="0"/>
                <a:ea typeface="隶书" panose="02010509060101010101" pitchFamily="49" charset="-122"/>
              </a:rPr>
              <a:t> *p = L.first</a:t>
            </a:r>
            <a:r>
              <a:rPr altLang="zh-CN" b="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lang="en-US">
                <a:latin typeface="Times New Roman" panose="02020603050405020304" pitchFamily="18" charset="0"/>
                <a:ea typeface="隶书" panose="02010509060101010101" pitchFamily="49" charset="-122"/>
              </a:rPr>
              <a:t>     L.first = L.first</a:t>
            </a:r>
            <a:r>
              <a:rPr altLang="zh-CN" lang="en-US">
                <a:latin typeface="楷体_GB2312" pitchFamily="49" charset="-122"/>
                <a:ea typeface="楷体_GB2312" pitchFamily="49" charset="-122"/>
              </a:rPr>
              <a:t>-&gt;</a:t>
            </a:r>
            <a:r>
              <a:rPr altLang="zh-CN" lang="en-US">
                <a:latin typeface="Times New Roman" panose="02020603050405020304" pitchFamily="18" charset="0"/>
                <a:ea typeface="隶书" panose="02010509060101010101" pitchFamily="49" charset="-122"/>
              </a:rPr>
              <a:t>info.hlink</a:t>
            </a:r>
            <a:r>
              <a:rPr altLang="zh-CN" b="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lang="en-US">
                <a:latin typeface="Times New Roman" panose="02020603050405020304" pitchFamily="18" charset="0"/>
                <a:ea typeface="隶书" panose="02010509060101010101" pitchFamily="49" charset="-122"/>
              </a:rPr>
              <a:t>     delete</a:t>
            </a:r>
            <a:r>
              <a:rPr altLang="zh-CN" lang="en-US">
                <a:latin typeface="Times New Roman" panose="02020603050405020304" pitchFamily="18" charset="0"/>
                <a:ea typeface="隶书" panose="02010509060101010101" pitchFamily="49" charset="-122"/>
              </a:rPr>
              <a:t> [ ]Ls1</a:t>
            </a:r>
            <a:r>
              <a:rPr altLang="zh-CN" b="1" lang="en-US">
                <a:latin typeface="Times New Roman" panose="02020603050405020304" pitchFamily="18" charset="0"/>
                <a:ea typeface="隶书" panose="02010509060101010101" pitchFamily="49" charset="-122"/>
              </a:rPr>
              <a:t>;  delete</a:t>
            </a:r>
            <a:r>
              <a:rPr altLang="zh-CN" lang="en-US">
                <a:latin typeface="Times New Roman" panose="02020603050405020304" pitchFamily="18" charset="0"/>
                <a:ea typeface="隶书" panose="02010509060101010101" pitchFamily="49" charset="-122"/>
              </a:rPr>
              <a:t> [ ]Ls2</a:t>
            </a:r>
            <a:r>
              <a:rPr altLang="zh-CN" b="1" lang="en-US">
                <a:latin typeface="Times New Roman" panose="02020603050405020304" pitchFamily="18" charset="0"/>
                <a:ea typeface="隶书" panose="02010509060101010101" pitchFamily="49" charset="-122"/>
              </a:rPr>
              <a:t>;  delete</a:t>
            </a:r>
            <a:r>
              <a:rPr altLang="zh-CN" lang="en-US">
                <a:latin typeface="Times New Roman" panose="02020603050405020304" pitchFamily="18" charset="0"/>
                <a:ea typeface="隶书" panose="02010509060101010101" pitchFamily="49" charset="-122"/>
              </a:rPr>
              <a:t> p</a:t>
            </a:r>
            <a:r>
              <a:rPr altLang="zh-CN" b="1" lang="en-US">
                <a:latin typeface="Times New Roman" panose="02020603050405020304" pitchFamily="18" charset="0"/>
                <a:ea typeface="隶书" panose="02010509060101010101" pitchFamily="49" charset="-122"/>
              </a:rPr>
              <a:t>;</a:t>
            </a:r>
          </a:p>
          <a:p>
            <a:pPr eaLnBrk="1" hangingPunct="1">
              <a:spcBef>
                <a:spcPct val="0"/>
              </a:spcBef>
              <a:buFontTx/>
              <a:buNone/>
            </a:pPr>
            <a:r>
              <a:rPr altLang="zh-CN" b="1" lang="en-US">
                <a:latin typeface="Times New Roman" panose="02020603050405020304" pitchFamily="18" charset="0"/>
                <a:ea typeface="隶书" panose="02010509060101010101" pitchFamily="49" charset="-122"/>
              </a:rPr>
              <a:t>}; </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341" name=""/>
        <p:cNvGrpSpPr/>
        <p:nvPr/>
      </p:nvGrpSpPr>
      <p:grpSpPr>
        <a:xfrm>
          <a:off x="0" y="0"/>
          <a:ext cx="0" cy="0"/>
          <a:chOff x="0" y="0"/>
          <a:chExt cx="0" cy="0"/>
        </a:xfrm>
      </p:grpSpPr>
      <p:pic>
        <p:nvPicPr>
          <p:cNvPr id="2097207" name="Picture 2"/>
          <p:cNvPicPr>
            <a:picLocks noChangeAspect="1" noChangeArrowheads="1"/>
          </p:cNvPicPr>
          <p:nvPr/>
        </p:nvPicPr>
        <p:blipFill>
          <a:blip xmlns:r="http://schemas.openxmlformats.org/officeDocument/2006/relationships" r:embed="rId1"/>
          <a:srcRect/>
          <a:stretch>
            <a:fillRect/>
          </a:stretch>
        </p:blipFill>
        <p:spPr bwMode="auto">
          <a:xfrm>
            <a:off x="346077" y="2995613"/>
            <a:ext cx="8512175" cy="3333750"/>
          </a:xfrm>
          <a:prstGeom prst="rect"/>
          <a:noFill/>
          <a:ln>
            <a:noFill/>
          </a:ln>
        </p:spPr>
      </p:pic>
      <p:sp>
        <p:nvSpPr>
          <p:cNvPr id="1050034" name="Rectangle 4"/>
          <p:cNvSpPr>
            <a:spLocks noChangeArrowheads="1"/>
          </p:cNvSpPr>
          <p:nvPr/>
        </p:nvSpPr>
        <p:spPr bwMode="auto">
          <a:xfrm>
            <a:off x="357188" y="2268540"/>
            <a:ext cx="6076950" cy="579437"/>
          </a:xfrm>
          <a:prstGeom prst="rect"/>
          <a:noFill/>
          <a:ln>
            <a:noFill/>
          </a:ln>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en-US" b="1" dirty="0" kumimoji="1" lang="zh-CN">
                <a:latin typeface="仿宋_GB2312" pitchFamily="49" charset="-122"/>
                <a:ea typeface="仿宋_GB2312" pitchFamily="49" charset="-122"/>
              </a:rPr>
              <a:t>据字符串</a:t>
            </a:r>
            <a:r>
              <a:rPr altLang="zh-CN" b="1" dirty="0" kumimoji="1" lang="en-US">
                <a:solidFill>
                  <a:srgbClr val="FF0000"/>
                </a:solidFill>
                <a:latin typeface="仿宋_GB2312" pitchFamily="49" charset="-122"/>
                <a:ea typeface="仿宋_GB2312" pitchFamily="49" charset="-122"/>
              </a:rPr>
              <a:t>s</a:t>
            </a:r>
            <a:r>
              <a:rPr altLang="en-US" b="1" dirty="0" kumimoji="1" lang="zh-CN">
                <a:latin typeface="仿宋_GB2312" pitchFamily="49" charset="-122"/>
                <a:ea typeface="仿宋_GB2312" pitchFamily="49" charset="-122"/>
              </a:rPr>
              <a:t>得到的广义表链表结构</a:t>
            </a:r>
            <a:endParaRPr altLang="en-US" dirty="0" sz="1800" kumimoji="1" lang="zh-CN">
              <a:latin typeface="宋体" panose="02010600030101010101" pitchFamily="2" charset="-122"/>
            </a:endParaRPr>
          </a:p>
        </p:txBody>
      </p:sp>
      <p:sp>
        <p:nvSpPr>
          <p:cNvPr id="1050035" name="Rectangle 3"/>
          <p:cNvSpPr>
            <a:spLocks noChangeArrowheads="1"/>
          </p:cNvSpPr>
          <p:nvPr/>
        </p:nvSpPr>
        <p:spPr bwMode="auto">
          <a:xfrm>
            <a:off x="352425" y="1658938"/>
            <a:ext cx="8959622" cy="624840"/>
          </a:xfrm>
          <a:prstGeom prst="rect"/>
          <a:noFill/>
          <a:ln>
            <a:noFill/>
          </a:ln>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altLang="en-US" b="1" sz="3600" kumimoji="1" lang="zh-CN">
                <a:latin typeface="Times New Roman" panose="02020603050405020304" pitchFamily="18" charset="0"/>
                <a:ea typeface="仿宋_GB2312" pitchFamily="49" charset="-122"/>
              </a:rPr>
              <a:t>设</a:t>
            </a:r>
            <a:r>
              <a:rPr altLang="en-US" sz="3600" kumimoji="1" lang="zh-CN">
                <a:latin typeface="Times New Roman" panose="02020603050405020304" pitchFamily="18" charset="0"/>
                <a:ea typeface="仿宋_GB2312" pitchFamily="49" charset="-122"/>
              </a:rPr>
              <a:t> </a:t>
            </a:r>
            <a:r>
              <a:rPr altLang="zh-CN" b="1" sz="3600" i="1" kumimoji="1" lang="en-US">
                <a:solidFill>
                  <a:srgbClr val="FF0000"/>
                </a:solidFill>
                <a:latin typeface="Times New Roman" panose="02020603050405020304" pitchFamily="18" charset="0"/>
                <a:ea typeface="仿宋_GB2312" pitchFamily="49" charset="-122"/>
              </a:rPr>
              <a:t>s</a:t>
            </a:r>
            <a:r>
              <a:rPr altLang="zh-CN" b="1" sz="3600" kumimoji="1" lang="en-US">
                <a:solidFill>
                  <a:schemeClr val="hlink"/>
                </a:solidFill>
                <a:latin typeface="Times New Roman" panose="02020603050405020304" pitchFamily="18" charset="0"/>
                <a:ea typeface="仿宋_GB2312" pitchFamily="49" charset="-122"/>
              </a:rPr>
              <a:t> = “</a:t>
            </a:r>
            <a:r>
              <a:rPr altLang="zh-CN" b="1" sz="3600" kumimoji="1" lang="en-US">
                <a:solidFill>
                  <a:srgbClr val="FF0000"/>
                </a:solidFill>
                <a:latin typeface="Times New Roman" panose="02020603050405020304" pitchFamily="18" charset="0"/>
                <a:ea typeface="仿宋_GB2312" pitchFamily="49" charset="-122"/>
              </a:rPr>
              <a:t>( ( 2, ( ‘</a:t>
            </a:r>
            <a:r>
              <a:rPr altLang="zh-CN" b="1" sz="3600" i="1" kumimoji="1" lang="en-US">
                <a:solidFill>
                  <a:srgbClr val="FF0000"/>
                </a:solidFill>
                <a:latin typeface="Times New Roman" panose="02020603050405020304" pitchFamily="18" charset="0"/>
                <a:ea typeface="仿宋_GB2312" pitchFamily="49" charset="-122"/>
              </a:rPr>
              <a:t>b</a:t>
            </a:r>
            <a:r>
              <a:rPr altLang="zh-CN" b="1" sz="3600" kumimoji="1" lang="en-US">
                <a:solidFill>
                  <a:srgbClr val="FF0000"/>
                </a:solidFill>
                <a:latin typeface="Times New Roman" panose="02020603050405020304" pitchFamily="18" charset="0"/>
                <a:ea typeface="仿宋_GB2312" pitchFamily="49" charset="-122"/>
              </a:rPr>
              <a:t>’, 7 ) ), ( ), ( ‘</a:t>
            </a:r>
            <a:r>
              <a:rPr altLang="zh-CN" b="1" sz="3600" i="1" kumimoji="1" lang="en-US">
                <a:solidFill>
                  <a:srgbClr val="FF0000"/>
                </a:solidFill>
                <a:latin typeface="Times New Roman" panose="02020603050405020304" pitchFamily="18" charset="0"/>
                <a:ea typeface="仿宋_GB2312" pitchFamily="49" charset="-122"/>
              </a:rPr>
              <a:t>d</a:t>
            </a:r>
            <a:r>
              <a:rPr altLang="zh-CN" b="1" sz="3600" kumimoji="1" lang="en-US">
                <a:solidFill>
                  <a:srgbClr val="FF0000"/>
                </a:solidFill>
                <a:latin typeface="Times New Roman" panose="02020603050405020304" pitchFamily="18" charset="0"/>
                <a:ea typeface="仿宋_GB2312" pitchFamily="49" charset="-122"/>
              </a:rPr>
              <a:t>’ ) )</a:t>
            </a:r>
            <a:r>
              <a:rPr altLang="zh-CN" b="1" sz="3600" kumimoji="1" lang="en-US">
                <a:solidFill>
                  <a:schemeClr val="hlink"/>
                </a:solidFill>
                <a:latin typeface="Times New Roman" panose="02020603050405020304" pitchFamily="18" charset="0"/>
                <a:ea typeface="仿宋_GB2312" pitchFamily="49" charset="-122"/>
              </a:rPr>
              <a:t>”</a:t>
            </a:r>
            <a:endParaRPr altLang="zh-CN" sz="2400" kumimoji="1" lang="en-US">
              <a:latin typeface="Times New Roman" panose="02020603050405020304" pitchFamily="18" charset="0"/>
            </a:endParaRPr>
          </a:p>
        </p:txBody>
      </p:sp>
      <p:sp>
        <p:nvSpPr>
          <p:cNvPr id="1050036" name="Rectangle 2"/>
          <p:cNvSpPr>
            <a:spLocks noChangeArrowheads="1"/>
          </p:cNvSpPr>
          <p:nvPr/>
        </p:nvSpPr>
        <p:spPr bwMode="auto">
          <a:xfrm>
            <a:off x="428627" y="457202"/>
            <a:ext cx="8715375" cy="1155834"/>
          </a:xfrm>
          <a:prstGeom prst="rect"/>
          <a:noFill/>
          <a:ln>
            <a:noFill/>
          </a:ln>
        </p:spPr>
        <p:txBody>
          <a:bodyPr bIns="44517" lIns="90623" rIns="90623" tIns="44517">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Clr>
                <a:schemeClr val="tx1"/>
              </a:buClr>
              <a:buFontTx/>
              <a:buNone/>
            </a:pPr>
            <a:r>
              <a:rPr altLang="en-US" b="1" dirty="0" sz="3600" kumimoji="1" lang="zh-CN">
                <a:solidFill>
                  <a:srgbClr val="0000CC"/>
                </a:solidFill>
                <a:latin typeface="Times New Roman" panose="02020603050405020304" pitchFamily="18" charset="0"/>
                <a:ea typeface="仿宋_GB2312" pitchFamily="49" charset="-122"/>
              </a:rPr>
              <a:t>补充（算法</a:t>
            </a:r>
            <a:r>
              <a:rPr altLang="zh-CN" b="1" dirty="0" sz="3600" kumimoji="1" lang="en-US">
                <a:solidFill>
                  <a:srgbClr val="0000CC"/>
                </a:solidFill>
                <a:latin typeface="Times New Roman" panose="02020603050405020304" pitchFamily="18" charset="0"/>
                <a:ea typeface="仿宋_GB2312" pitchFamily="49" charset="-122"/>
              </a:rPr>
              <a:t>2</a:t>
            </a:r>
            <a:r>
              <a:rPr altLang="en-US" b="1" dirty="0" sz="3600" kumimoji="1" lang="zh-CN">
                <a:solidFill>
                  <a:srgbClr val="0000CC"/>
                </a:solidFill>
                <a:latin typeface="Times New Roman" panose="02020603050405020304" pitchFamily="18" charset="0"/>
                <a:ea typeface="仿宋_GB2312" pitchFamily="49" charset="-122"/>
              </a:rPr>
              <a:t>） ：从字符串</a:t>
            </a:r>
            <a:r>
              <a:rPr altLang="zh-CN" b="1" dirty="0" sz="3600" i="1" kumimoji="1" lang="en-US">
                <a:solidFill>
                  <a:srgbClr val="FF0000"/>
                </a:solidFill>
                <a:latin typeface="Times New Roman" panose="02020603050405020304" pitchFamily="18" charset="0"/>
                <a:ea typeface="仿宋_GB2312" pitchFamily="49" charset="-122"/>
              </a:rPr>
              <a:t>s</a:t>
            </a:r>
            <a:r>
              <a:rPr altLang="en-US" b="1" dirty="0" sz="3600" kumimoji="1" lang="zh-CN">
                <a:solidFill>
                  <a:srgbClr val="0000CC"/>
                </a:solidFill>
                <a:latin typeface="Times New Roman" panose="02020603050405020304" pitchFamily="18" charset="0"/>
                <a:ea typeface="仿宋_GB2312" pitchFamily="49" charset="-122"/>
              </a:rPr>
              <a:t>建立广义表的链表表示</a:t>
            </a:r>
            <a:r>
              <a:rPr altLang="zh-CN" b="1" dirty="0" sz="3600" i="1" kumimoji="1" lang="en-US">
                <a:solidFill>
                  <a:srgbClr val="FF0000"/>
                </a:solidFill>
                <a:latin typeface="Times New Roman" panose="02020603050405020304" pitchFamily="18" charset="0"/>
                <a:ea typeface="仿宋_GB2312" pitchFamily="49" charset="-122"/>
              </a:rPr>
              <a:t>ls</a:t>
            </a:r>
            <a:endParaRPr altLang="en-US" b="1" dirty="0" sz="3600" kumimoji="1" lang="zh-CN">
              <a:solidFill>
                <a:srgbClr val="0000CC"/>
              </a:solidFill>
              <a:latin typeface="Times New Roman" panose="02020603050405020304" pitchFamily="18" charset="0"/>
              <a:ea typeface="仿宋_GB2312" pitchFamily="49" charset="-122"/>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342" name=""/>
        <p:cNvGrpSpPr/>
        <p:nvPr/>
      </p:nvGrpSpPr>
      <p:grpSpPr>
        <a:xfrm>
          <a:off x="0" y="0"/>
          <a:ext cx="0" cy="0"/>
          <a:chOff x="0" y="0"/>
          <a:chExt cx="0" cy="0"/>
        </a:xfrm>
      </p:grpSpPr>
      <p:sp>
        <p:nvSpPr>
          <p:cNvPr id="1050037" name="Rectangle 3"/>
          <p:cNvSpPr>
            <a:spLocks noChangeArrowheads="1"/>
          </p:cNvSpPr>
          <p:nvPr/>
        </p:nvSpPr>
        <p:spPr bwMode="auto">
          <a:xfrm>
            <a:off x="357188" y="571502"/>
            <a:ext cx="8558212" cy="5890394"/>
          </a:xfrm>
          <a:prstGeom prst="rect"/>
          <a:noFill/>
          <a:ln w="12700">
            <a:noFill/>
            <a:miter lim="800000"/>
            <a:headEnd/>
            <a:tailEnd/>
          </a:ln>
          <a:effectLst/>
        </p:spPr>
        <p:txBody>
          <a:bodyPr bIns="44517" lIns="90623" rIns="90623" tIns="44517" wrap="square">
            <a:spAutoFit/>
          </a:bodyPr>
          <a:p>
            <a:pPr eaLnBrk="1" hangingPunct="1">
              <a:spcBef>
                <a:spcPct val="50000"/>
              </a:spcBef>
              <a:buClr>
                <a:schemeClr val="hlink"/>
              </a:buClr>
              <a:buSzPct val="75000"/>
              <a:buFont typeface="Wingdings" pitchFamily="2" charset="2"/>
              <a:buChar char="n"/>
            </a:pPr>
            <a:r>
              <a:rPr altLang="zh-CN" b="1" dirty="0" sz="3200" kumimoji="1" lang="en-US">
                <a:effectLst>
                  <a:outerShdw algn="tl" blurRad="38100" dir="2700000" dist="38100">
                    <a:srgbClr val="C0C0C0"/>
                  </a:outerShdw>
                </a:effectLst>
                <a:latin typeface="Times New Roman" pitchFamily="18" charset="0"/>
                <a:ea typeface="仿宋_GB2312" pitchFamily="49" charset="-122"/>
              </a:rPr>
              <a:t> </a:t>
            </a:r>
            <a:r>
              <a:rPr altLang="en-US" b="1" dirty="0" sz="3200" kumimoji="1" lang="zh-CN">
                <a:solidFill>
                  <a:srgbClr val="0000FF"/>
                </a:solidFill>
                <a:effectLst>
                  <a:outerShdw algn="tl" blurRad="38100" dir="2700000" dist="38100">
                    <a:srgbClr val="C0C0C0"/>
                  </a:outerShdw>
                </a:effectLst>
                <a:latin typeface="Times New Roman" pitchFamily="18" charset="0"/>
                <a:ea typeface="仿宋_GB2312" pitchFamily="49" charset="-122"/>
              </a:rPr>
              <a:t>递归</a:t>
            </a:r>
            <a:r>
              <a:rPr altLang="en-US" b="1" dirty="0" sz="3200" kumimoji="1" lang="zh-CN">
                <a:effectLst>
                  <a:outerShdw algn="tl" blurRad="38100" dir="2700000" dist="38100">
                    <a:srgbClr val="C0C0C0"/>
                  </a:outerShdw>
                </a:effectLst>
                <a:latin typeface="Times New Roman" pitchFamily="18" charset="0"/>
                <a:ea typeface="仿宋_GB2312" pitchFamily="49" charset="-122"/>
              </a:rPr>
              <a:t>建立广义表链表</a:t>
            </a:r>
          </a:p>
          <a:p>
            <a:pPr eaLnBrk="1" hangingPunct="1" lvl="1">
              <a:spcBef>
                <a:spcPct val="50000"/>
              </a:spcBef>
              <a:buClr>
                <a:srgbClr val="009900"/>
              </a:buClr>
              <a:buSzPct val="65000"/>
              <a:buFont typeface="Wingdings" pitchFamily="2" charset="2"/>
              <a:buChar char="u"/>
            </a:pPr>
            <a:r>
              <a:rPr altLang="en-US" b="1" dirty="0" sz="3200" kumimoji="1" lang="zh-CN">
                <a:effectLst>
                  <a:outerShdw algn="tl" blurRad="38100" dir="2700000" dist="38100">
                    <a:srgbClr val="C0C0C0"/>
                  </a:outerShdw>
                </a:effectLst>
                <a:latin typeface="Times New Roman" pitchFamily="18" charset="0"/>
                <a:ea typeface="仿宋_GB2312" pitchFamily="49" charset="-122"/>
              </a:rPr>
              <a:t> 若</a:t>
            </a:r>
            <a:r>
              <a:rPr altLang="zh-CN" b="1" dirty="0" sz="3200" i="1" kumimoji="1" lang="en-US">
                <a:solidFill>
                  <a:srgbClr val="FF0000"/>
                </a:solidFill>
                <a:effectLst>
                  <a:outerShdw algn="tl" blurRad="38100" dir="2700000" dist="38100">
                    <a:srgbClr val="C0C0C0"/>
                  </a:outerShdw>
                </a:effectLst>
                <a:latin typeface="Times New Roman" pitchFamily="18" charset="0"/>
                <a:ea typeface="仿宋_GB2312" pitchFamily="49" charset="-122"/>
              </a:rPr>
              <a:t>s</a:t>
            </a:r>
            <a:r>
              <a:rPr altLang="en-US" b="1" dirty="0" sz="3200" kumimoji="1" lang="zh-CN">
                <a:effectLst>
                  <a:outerShdw algn="tl" blurRad="38100" dir="2700000" dist="38100">
                    <a:srgbClr val="C0C0C0"/>
                  </a:outerShdw>
                </a:effectLst>
                <a:latin typeface="Times New Roman" pitchFamily="18" charset="0"/>
                <a:ea typeface="仿宋_GB2312" pitchFamily="49" charset="-122"/>
              </a:rPr>
              <a:t>为空串，置空广义表；若</a:t>
            </a:r>
            <a:r>
              <a:rPr altLang="zh-CN" b="1" dirty="0" sz="3200" i="1" kumimoji="1" lang="en-US">
                <a:solidFill>
                  <a:srgbClr val="FF0000"/>
                </a:solidFill>
                <a:effectLst>
                  <a:outerShdw algn="tl" blurRad="38100" dir="2700000" dist="38100">
                    <a:srgbClr val="C0C0C0"/>
                  </a:outerShdw>
                </a:effectLst>
                <a:latin typeface="Times New Roman" pitchFamily="18" charset="0"/>
                <a:ea typeface="仿宋_GB2312" pitchFamily="49" charset="-122"/>
              </a:rPr>
              <a:t>s</a:t>
            </a:r>
            <a:r>
              <a:rPr altLang="en-US" b="1" dirty="0" sz="3200" kumimoji="1" lang="zh-CN">
                <a:effectLst>
                  <a:outerShdw algn="tl" blurRad="38100" dir="2700000" dist="38100">
                    <a:srgbClr val="C0C0C0"/>
                  </a:outerShdw>
                </a:effectLst>
                <a:latin typeface="Times New Roman" pitchFamily="18" charset="0"/>
                <a:ea typeface="仿宋_GB2312" pitchFamily="49" charset="-122"/>
              </a:rPr>
              <a:t>为单字符串</a:t>
            </a:r>
            <a:r>
              <a:rPr altLang="zh-CN" b="1" dirty="0" sz="3200" kumimoji="1" lang="zh-CN">
                <a:effectLst>
                  <a:outerShdw algn="tl" blurRad="38100" dir="2700000" dist="38100">
                    <a:srgbClr val="C0C0C0"/>
                  </a:outerShdw>
                </a:effectLst>
                <a:latin typeface="Times New Roman" pitchFamily="18" charset="0"/>
                <a:ea typeface="仿宋_GB2312" pitchFamily="49" charset="-122"/>
              </a:rPr>
              <a:t>，建立原子结点。</a:t>
            </a:r>
          </a:p>
          <a:p>
            <a:pPr eaLnBrk="1" hangingPunct="1" lvl="1">
              <a:spcBef>
                <a:spcPct val="50000"/>
              </a:spcBef>
              <a:buClr>
                <a:srgbClr val="009900"/>
              </a:buClr>
              <a:buSzPct val="65000"/>
              <a:buFont typeface="Wingdings" pitchFamily="2" charset="2"/>
              <a:buChar char="u"/>
            </a:pPr>
            <a:r>
              <a:rPr altLang="en-US" b="1" dirty="0" sz="3200" kumimoji="1" lang="zh-CN">
                <a:effectLst>
                  <a:outerShdw algn="tl" blurRad="38100" dir="2700000" dist="38100">
                    <a:srgbClr val="C0C0C0"/>
                  </a:outerShdw>
                </a:effectLst>
                <a:latin typeface="Times New Roman" pitchFamily="18" charset="0"/>
                <a:ea typeface="仿宋_GB2312" pitchFamily="49" charset="-122"/>
              </a:rPr>
              <a:t> 否则，除去</a:t>
            </a:r>
            <a:r>
              <a:rPr altLang="zh-CN" b="1" dirty="0" sz="3200" i="1" kumimoji="1" lang="en-US">
                <a:solidFill>
                  <a:srgbClr val="FF0000"/>
                </a:solidFill>
                <a:effectLst>
                  <a:outerShdw algn="tl" blurRad="38100" dir="2700000" dist="38100">
                    <a:srgbClr val="C0C0C0"/>
                  </a:outerShdw>
                </a:effectLst>
                <a:latin typeface="Times New Roman" pitchFamily="18" charset="0"/>
                <a:ea typeface="仿宋_GB2312" pitchFamily="49" charset="-122"/>
              </a:rPr>
              <a:t>s</a:t>
            </a:r>
            <a:r>
              <a:rPr altLang="en-US" b="1" dirty="0" sz="3200" kumimoji="1" lang="zh-CN">
                <a:effectLst>
                  <a:outerShdw algn="tl" blurRad="38100" dir="2700000" dist="38100">
                    <a:srgbClr val="C0C0C0"/>
                  </a:outerShdw>
                </a:effectLst>
                <a:latin typeface="Times New Roman" pitchFamily="18" charset="0"/>
                <a:ea typeface="仿宋_GB2312" pitchFamily="49" charset="-122"/>
              </a:rPr>
              <a:t>的最外层括号，为其中的每个元素递归建立子表。</a:t>
            </a:r>
          </a:p>
          <a:p>
            <a:pPr eaLnBrk="1" hangingPunct="1">
              <a:spcBef>
                <a:spcPct val="50000"/>
              </a:spcBef>
              <a:buClr>
                <a:schemeClr val="tx1"/>
              </a:buClr>
              <a:buSzPct val="65000"/>
              <a:buFont typeface="Wingdings" pitchFamily="2" charset="2"/>
              <a:buChar char="ü"/>
            </a:pPr>
            <a:r>
              <a:rPr altLang="en-US" b="1" dirty="0" sz="3200" kumimoji="1" lang="zh-CN">
                <a:solidFill>
                  <a:srgbClr val="C00000"/>
                </a:solidFill>
                <a:effectLst>
                  <a:outerShdw algn="tl" blurRad="38100" dir="2700000" dist="38100">
                    <a:srgbClr val="C0C0C0"/>
                  </a:outerShdw>
                </a:effectLst>
                <a:latin typeface="Times New Roman" pitchFamily="18" charset="0"/>
                <a:ea typeface="仿宋_GB2312" pitchFamily="49" charset="-122"/>
              </a:rPr>
              <a:t>分离函数</a:t>
            </a:r>
            <a:r>
              <a:rPr altLang="zh-CN" b="1" dirty="0" sz="3200" kumimoji="1" lang="en-US">
                <a:solidFill>
                  <a:srgbClr val="C00000"/>
                </a:solidFill>
                <a:effectLst>
                  <a:outerShdw algn="tl" blurRad="38100" dir="2700000" dist="38100">
                    <a:srgbClr val="C0C0C0"/>
                  </a:outerShdw>
                </a:effectLst>
                <a:latin typeface="Times New Roman" pitchFamily="18" charset="0"/>
                <a:ea typeface="仿宋_GB2312" pitchFamily="49" charset="-122"/>
              </a:rPr>
              <a:t>sever(str1, hstr1) : </a:t>
            </a:r>
            <a:r>
              <a:rPr altLang="en-US" b="1" dirty="0" sz="3200" kumimoji="1" lang="zh-CN">
                <a:solidFill>
                  <a:srgbClr val="C00000"/>
                </a:solidFill>
                <a:effectLst>
                  <a:outerShdw algn="tl" blurRad="38100" dir="2700000" dist="38100">
                    <a:srgbClr val="C0C0C0"/>
                  </a:outerShdw>
                </a:effectLst>
                <a:latin typeface="Times New Roman" pitchFamily="18" charset="0"/>
                <a:ea typeface="仿宋_GB2312" pitchFamily="49" charset="-122"/>
              </a:rPr>
              <a:t>分离</a:t>
            </a:r>
            <a:r>
              <a:rPr altLang="zh-CN" b="1" dirty="0" sz="3200" kumimoji="1" lang="en-US">
                <a:solidFill>
                  <a:srgbClr val="C00000"/>
                </a:solidFill>
                <a:effectLst>
                  <a:outerShdw algn="tl" blurRad="38100" dir="2700000" dist="38100">
                    <a:srgbClr val="C0C0C0"/>
                  </a:outerShdw>
                </a:effectLst>
                <a:latin typeface="Times New Roman" pitchFamily="18" charset="0"/>
                <a:ea typeface="仿宋_GB2312" pitchFamily="49" charset="-122"/>
              </a:rPr>
              <a:t>str1</a:t>
            </a:r>
            <a:r>
              <a:rPr altLang="en-US" b="1" dirty="0" sz="3200" kumimoji="1" lang="zh-CN">
                <a:solidFill>
                  <a:srgbClr val="C00000"/>
                </a:solidFill>
                <a:effectLst>
                  <a:outerShdw algn="tl" blurRad="38100" dir="2700000" dist="38100">
                    <a:srgbClr val="C0C0C0"/>
                  </a:outerShdw>
                </a:effectLst>
                <a:latin typeface="Times New Roman" pitchFamily="18" charset="0"/>
                <a:ea typeface="仿宋_GB2312" pitchFamily="49" charset="-122"/>
              </a:rPr>
              <a:t>中的第一个非内部逗号之前的子串赋予</a:t>
            </a:r>
            <a:r>
              <a:rPr altLang="zh-CN" b="1" dirty="0" sz="3200" kumimoji="1" lang="en-US">
                <a:solidFill>
                  <a:srgbClr val="C00000"/>
                </a:solidFill>
                <a:effectLst>
                  <a:outerShdw algn="tl" blurRad="38100" dir="2700000" dist="38100">
                    <a:srgbClr val="C0C0C0"/>
                  </a:outerShdw>
                </a:effectLst>
                <a:latin typeface="Times New Roman" pitchFamily="18" charset="0"/>
                <a:ea typeface="仿宋_GB2312" pitchFamily="49" charset="-122"/>
              </a:rPr>
              <a:t>hstr1</a:t>
            </a:r>
            <a:r>
              <a:rPr altLang="en-US" b="1" dirty="0" sz="3200" kumimoji="1" lang="zh-CN">
                <a:solidFill>
                  <a:srgbClr val="C00000"/>
                </a:solidFill>
                <a:effectLst>
                  <a:outerShdw algn="tl" blurRad="38100" dir="2700000" dist="38100">
                    <a:srgbClr val="C0C0C0"/>
                  </a:outerShdw>
                </a:effectLst>
                <a:latin typeface="Times New Roman" pitchFamily="18" charset="0"/>
                <a:ea typeface="仿宋_GB2312" pitchFamily="49" charset="-122"/>
              </a:rPr>
              <a:t>，</a:t>
            </a:r>
            <a:r>
              <a:rPr altLang="zh-CN" b="1" dirty="0" sz="3200" kumimoji="1" lang="en-US">
                <a:solidFill>
                  <a:srgbClr val="C00000"/>
                </a:solidFill>
                <a:effectLst>
                  <a:outerShdw algn="tl" blurRad="38100" dir="2700000" dist="38100">
                    <a:srgbClr val="C0C0C0"/>
                  </a:outerShdw>
                </a:effectLst>
                <a:latin typeface="Times New Roman" pitchFamily="18" charset="0"/>
                <a:ea typeface="仿宋_GB2312" pitchFamily="49" charset="-122"/>
              </a:rPr>
              <a:t>str1</a:t>
            </a:r>
            <a:r>
              <a:rPr altLang="en-US" b="1" dirty="0" sz="3200" kumimoji="1" lang="zh-CN">
                <a:solidFill>
                  <a:srgbClr val="C00000"/>
                </a:solidFill>
                <a:effectLst>
                  <a:outerShdw algn="tl" blurRad="38100" dir="2700000" dist="38100">
                    <a:srgbClr val="C0C0C0"/>
                  </a:outerShdw>
                </a:effectLst>
                <a:latin typeface="Times New Roman" pitchFamily="18" charset="0"/>
                <a:ea typeface="仿宋_GB2312" pitchFamily="49" charset="-122"/>
              </a:rPr>
              <a:t>取剩余的部分。</a:t>
            </a:r>
          </a:p>
          <a:p>
            <a:pPr eaLnBrk="1" hangingPunct="1">
              <a:spcBef>
                <a:spcPct val="50000"/>
              </a:spcBef>
              <a:buClr>
                <a:schemeClr val="tx1"/>
              </a:buClr>
              <a:buSzPct val="65000"/>
              <a:buFont typeface="Wingdings" pitchFamily="2" charset="2"/>
              <a:buChar char="ü"/>
            </a:pPr>
            <a:r>
              <a:rPr altLang="en-US" b="1" dirty="0" sz="3200" kumimoji="1" lang="zh-CN">
                <a:solidFill>
                  <a:srgbClr val="C00000"/>
                </a:solidFill>
                <a:effectLst>
                  <a:outerShdw algn="tl" blurRad="38100" dir="2700000" dist="38100">
                    <a:srgbClr val="C0C0C0"/>
                  </a:outerShdw>
                </a:effectLst>
                <a:latin typeface="Times New Roman" pitchFamily="18" charset="0"/>
                <a:ea typeface="仿宋_GB2312" pitchFamily="49" charset="-122"/>
              </a:rPr>
              <a:t>建表函数</a:t>
            </a:r>
            <a:r>
              <a:rPr altLang="zh-CN" b="1" dirty="0" sz="3200" kumimoji="1" lang="en-US" err="1">
                <a:solidFill>
                  <a:srgbClr val="C00000"/>
                </a:solidFill>
                <a:effectLst>
                  <a:outerShdw algn="tl" blurRad="38100" dir="2700000" dist="38100">
                    <a:srgbClr val="C0C0C0"/>
                  </a:outerShdw>
                </a:effectLst>
                <a:latin typeface="Times New Roman" pitchFamily="18" charset="0"/>
                <a:ea typeface="仿宋_GB2312" pitchFamily="49" charset="-122"/>
              </a:rPr>
              <a:t>createlist</a:t>
            </a:r>
            <a:r>
              <a:rPr altLang="zh-CN" b="1" dirty="0" sz="3200" kumimoji="1" lang="en-US">
                <a:solidFill>
                  <a:srgbClr val="C00000"/>
                </a:solidFill>
                <a:effectLst>
                  <a:outerShdw algn="tl" blurRad="38100" dir="2700000" dist="38100">
                    <a:srgbClr val="C0C0C0"/>
                  </a:outerShdw>
                </a:effectLst>
                <a:latin typeface="Times New Roman" pitchFamily="18" charset="0"/>
                <a:ea typeface="仿宋_GB2312" pitchFamily="49" charset="-122"/>
              </a:rPr>
              <a:t>(ls, s) : </a:t>
            </a:r>
            <a:r>
              <a:rPr altLang="en-US" b="1" dirty="0" sz="3200" kumimoji="1" lang="zh-CN">
                <a:solidFill>
                  <a:srgbClr val="C00000"/>
                </a:solidFill>
                <a:effectLst>
                  <a:outerShdw algn="tl" blurRad="38100" dir="2700000" dist="38100">
                    <a:srgbClr val="C0C0C0"/>
                  </a:outerShdw>
                </a:effectLst>
                <a:latin typeface="Times New Roman" pitchFamily="18" charset="0"/>
                <a:ea typeface="仿宋_GB2312" pitchFamily="49" charset="-122"/>
              </a:rPr>
              <a:t>从字符串</a:t>
            </a:r>
            <a:r>
              <a:rPr altLang="zh-CN" b="1" dirty="0" sz="3200" kumimoji="1" lang="en-US">
                <a:solidFill>
                  <a:srgbClr val="C00000"/>
                </a:solidFill>
                <a:effectLst>
                  <a:outerShdw algn="tl" blurRad="38100" dir="2700000" dist="38100">
                    <a:srgbClr val="C0C0C0"/>
                  </a:outerShdw>
                </a:effectLst>
                <a:latin typeface="Times New Roman" pitchFamily="18" charset="0"/>
                <a:ea typeface="仿宋_GB2312" pitchFamily="49" charset="-122"/>
              </a:rPr>
              <a:t>s</a:t>
            </a:r>
            <a:r>
              <a:rPr altLang="en-US" b="1" dirty="0" sz="3200" kumimoji="1" lang="zh-CN">
                <a:solidFill>
                  <a:srgbClr val="C00000"/>
                </a:solidFill>
                <a:effectLst>
                  <a:outerShdw algn="tl" blurRad="38100" dir="2700000" dist="38100">
                    <a:srgbClr val="C0C0C0"/>
                  </a:outerShdw>
                </a:effectLst>
                <a:latin typeface="Times New Roman" pitchFamily="18" charset="0"/>
                <a:ea typeface="仿宋_GB2312" pitchFamily="49" charset="-122"/>
              </a:rPr>
              <a:t>建立广义表</a:t>
            </a:r>
            <a:r>
              <a:rPr altLang="zh-CN" b="1" dirty="0" sz="3200" kumimoji="1" lang="en-US">
                <a:solidFill>
                  <a:srgbClr val="C00000"/>
                </a:solidFill>
                <a:effectLst>
                  <a:outerShdw algn="tl" blurRad="38100" dir="2700000" dist="38100">
                    <a:srgbClr val="C0C0C0"/>
                  </a:outerShdw>
                </a:effectLst>
                <a:latin typeface="Times New Roman" pitchFamily="18" charset="0"/>
                <a:ea typeface="仿宋_GB2312" pitchFamily="49" charset="-122"/>
              </a:rPr>
              <a:t>ls</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343" name=""/>
        <p:cNvGrpSpPr/>
        <p:nvPr/>
      </p:nvGrpSpPr>
      <p:grpSpPr>
        <a:xfrm>
          <a:off x="0" y="0"/>
          <a:ext cx="0" cy="0"/>
          <a:chOff x="0" y="0"/>
          <a:chExt cx="0" cy="0"/>
        </a:xfrm>
      </p:grpSpPr>
      <p:sp>
        <p:nvSpPr>
          <p:cNvPr id="1050038" name="Text Box 2"/>
          <p:cNvSpPr txBox="1">
            <a:spLocks noChangeArrowheads="1"/>
          </p:cNvSpPr>
          <p:nvPr/>
        </p:nvSpPr>
        <p:spPr bwMode="auto">
          <a:xfrm>
            <a:off x="381000" y="685802"/>
            <a:ext cx="8686800" cy="6517640"/>
          </a:xfrm>
          <a:prstGeom prst="rect"/>
          <a:noFill/>
          <a:ln>
            <a:noFill/>
          </a:ln>
        </p:spPr>
        <p:txBody>
          <a:bodyPr>
            <a:spAutoFit/>
          </a:bodyPr>
          <a:lstStyle>
            <a:lvl1pPr indent="-457200" marL="457200">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FontTx/>
              <a:buNone/>
            </a:pPr>
            <a:r>
              <a:rPr altLang="zh-CN" b="1" dirty="0" kumimoji="1" lang="en-US">
                <a:latin typeface="Times New Roman" panose="02020603050405020304" pitchFamily="18" charset="0"/>
                <a:ea typeface="仿宋_GB2312" pitchFamily="49" charset="-122"/>
              </a:rPr>
              <a:t>int</a:t>
            </a:r>
            <a:r>
              <a:rPr altLang="zh-CN" dirty="0" i="1"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Genlist</a:t>
            </a:r>
            <a:r>
              <a:rPr altLang="zh-CN" b="1" dirty="0" kumimoji="1" lang="en-US">
                <a:latin typeface="Times New Roman" panose="02020603050405020304" pitchFamily="18" charset="0"/>
                <a:ea typeface="仿宋_GB2312" pitchFamily="49" charset="-122"/>
              </a:rPr>
              <a:t>::</a:t>
            </a:r>
            <a:r>
              <a:rPr altLang="zh-CN" dirty="0" i="1" kumimoji="1" lang="en-US">
                <a:latin typeface="Times New Roman" panose="02020603050405020304" pitchFamily="18" charset="0"/>
                <a:ea typeface="仿宋_GB2312" pitchFamily="49" charset="-122"/>
              </a:rPr>
              <a:t>sever </a:t>
            </a:r>
            <a:r>
              <a:rPr altLang="zh-CN" dirty="0" kumimoji="1" lang="en-US">
                <a:latin typeface="Times New Roman" panose="02020603050405020304" pitchFamily="18" charset="0"/>
                <a:ea typeface="仿宋_GB2312" pitchFamily="49" charset="-122"/>
              </a:rPr>
              <a:t>(</a:t>
            </a:r>
            <a:r>
              <a:rPr altLang="zh-CN" dirty="0" i="1" kumimoji="1" lang="en-US">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char </a:t>
            </a:r>
            <a:r>
              <a:rPr altLang="zh-CN" dirty="0" i="1" kumimoji="1" lang="en-US">
                <a:latin typeface="Times New Roman" panose="02020603050405020304" pitchFamily="18" charset="0"/>
                <a:ea typeface="仿宋_GB2312" pitchFamily="49" charset="-122"/>
              </a:rPr>
              <a:t>*str</a:t>
            </a:r>
            <a:r>
              <a:rPr altLang="zh-CN" dirty="0" kumimoji="1" lang="en-US">
                <a:latin typeface="Times New Roman" panose="02020603050405020304" pitchFamily="18" charset="0"/>
                <a:ea typeface="仿宋_GB2312" pitchFamily="49" charset="-122"/>
              </a:rPr>
              <a:t>1, </a:t>
            </a:r>
            <a:r>
              <a:rPr altLang="zh-CN" b="1" dirty="0" kumimoji="1" lang="en-US">
                <a:latin typeface="Times New Roman" panose="02020603050405020304" pitchFamily="18" charset="0"/>
                <a:ea typeface="仿宋_GB2312" pitchFamily="49" charset="-122"/>
              </a:rPr>
              <a:t>char </a:t>
            </a:r>
            <a:r>
              <a:rPr altLang="zh-CN" dirty="0" i="1" kumimoji="1" lang="en-US">
                <a:latin typeface="Times New Roman" panose="02020603050405020304" pitchFamily="18" charset="0"/>
                <a:ea typeface="仿宋_GB2312" pitchFamily="49" charset="-122"/>
              </a:rPr>
              <a:t>*hstr</a:t>
            </a:r>
            <a:r>
              <a:rPr altLang="zh-CN" dirty="0" kumimoji="1" lang="en-US">
                <a:latin typeface="Times New Roman" panose="02020603050405020304" pitchFamily="18" charset="0"/>
                <a:ea typeface="仿宋_GB2312" pitchFamily="49" charset="-122"/>
              </a:rPr>
              <a:t>1 ) </a:t>
            </a:r>
            <a:r>
              <a:rPr altLang="zh-CN" b="1" dirty="0" kumimoji="1" lang="en-US">
                <a:latin typeface="Times New Roman" panose="02020603050405020304" pitchFamily="18" charset="0"/>
                <a:ea typeface="仿宋_GB2312" pitchFamily="49" charset="-122"/>
              </a:rPr>
              <a:t>{</a:t>
            </a:r>
            <a:endParaRPr altLang="zh-CN" dirty="0" kumimoji="1" lang="en-US">
              <a:latin typeface="Times New Roman" panose="02020603050405020304" pitchFamily="18" charset="0"/>
              <a:ea typeface="仿宋_GB2312" pitchFamily="49" charset="-122"/>
            </a:endParaRPr>
          </a:p>
          <a:p>
            <a:pPr eaLnBrk="1" hangingPunct="1">
              <a:lnSpc>
                <a:spcPct val="110000"/>
              </a:lnSpc>
              <a:spcBef>
                <a:spcPct val="0"/>
              </a:spcBef>
              <a:buFontTx/>
              <a:buNone/>
            </a:pPr>
            <a:r>
              <a:rPr altLang="zh-CN" b="1" dirty="0" kumimoji="1" lang="en-US">
                <a:solidFill>
                  <a:srgbClr val="0000CC"/>
                </a:solidFill>
                <a:latin typeface="Times New Roman" panose="02020603050405020304" pitchFamily="18" charset="0"/>
                <a:ea typeface="仿宋_GB2312" pitchFamily="49" charset="-122"/>
              </a:rPr>
              <a:t>//</a:t>
            </a:r>
            <a:r>
              <a:rPr altLang="en-US" b="1" dirty="0" kumimoji="1" lang="zh-CN">
                <a:solidFill>
                  <a:srgbClr val="0000CC"/>
                </a:solidFill>
                <a:latin typeface="Times New Roman" panose="02020603050405020304" pitchFamily="18" charset="0"/>
                <a:ea typeface="仿宋_GB2312" pitchFamily="49" charset="-122"/>
              </a:rPr>
              <a:t>对不含外分界符的字符串分离第一个元素</a:t>
            </a:r>
            <a:endParaRPr altLang="en-US" dirty="0" kumimoji="1" lang="zh-CN">
              <a:solidFill>
                <a:srgbClr val="0000CC"/>
              </a:solidFill>
              <a:latin typeface="Times New Roman" panose="02020603050405020304" pitchFamily="18" charset="0"/>
              <a:ea typeface="仿宋_GB2312" pitchFamily="49" charset="-122"/>
            </a:endParaRPr>
          </a:p>
          <a:p>
            <a:pPr eaLnBrk="1" hangingPunct="1">
              <a:lnSpc>
                <a:spcPct val="110000"/>
              </a:lnSpc>
              <a:spcBef>
                <a:spcPct val="0"/>
              </a:spcBef>
              <a:buClr>
                <a:srgbClr val="FF0000"/>
              </a:buClr>
              <a:buFontTx/>
              <a:buAutoNum type="arabicPeriod"/>
            </a:pPr>
            <a:r>
              <a:rPr altLang="en-US" dirty="0" kumimoji="1" lang="zh-CN">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char</a:t>
            </a:r>
            <a:r>
              <a:rPr altLang="zh-CN" dirty="0"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ch</a:t>
            </a:r>
            <a:r>
              <a:rPr altLang="zh-CN" dirty="0" i="1" kumimoji="1" lang="en-US">
                <a:latin typeface="Times New Roman" panose="02020603050405020304" pitchFamily="18" charset="0"/>
                <a:ea typeface="仿宋_GB2312" pitchFamily="49" charset="-122"/>
              </a:rPr>
              <a:t> = str</a:t>
            </a:r>
            <a:r>
              <a:rPr altLang="zh-CN" dirty="0" kumimoji="1" lang="en-US">
                <a:latin typeface="Times New Roman" panose="02020603050405020304" pitchFamily="18" charset="0"/>
                <a:ea typeface="仿宋_GB2312" pitchFamily="49" charset="-122"/>
              </a:rPr>
              <a:t>1[0]</a:t>
            </a:r>
            <a:r>
              <a:rPr altLang="zh-CN" b="1" dirty="0" kumimoji="1" lang="en-US">
                <a:latin typeface="Times New Roman" panose="02020603050405020304" pitchFamily="18" charset="0"/>
                <a:ea typeface="仿宋_GB2312" pitchFamily="49" charset="-122"/>
              </a:rPr>
              <a:t>;</a:t>
            </a:r>
            <a:r>
              <a:rPr altLang="zh-CN" dirty="0" kumimoji="1" lang="en-US">
                <a:latin typeface="Times New Roman" panose="02020603050405020304" pitchFamily="18" charset="0"/>
                <a:ea typeface="仿宋_GB2312" pitchFamily="49" charset="-122"/>
              </a:rPr>
              <a:t>   </a:t>
            </a:r>
          </a:p>
          <a:p>
            <a:pPr eaLnBrk="1" hangingPunct="1">
              <a:lnSpc>
                <a:spcPct val="110000"/>
              </a:lnSpc>
              <a:spcBef>
                <a:spcPct val="0"/>
              </a:spcBef>
              <a:buClr>
                <a:srgbClr val="FF0000"/>
              </a:buClr>
              <a:buFontTx/>
              <a:buAutoNum type="arabicPeriod"/>
            </a:pPr>
            <a:r>
              <a:rPr altLang="zh-CN" dirty="0" kumimoji="1" lang="en-US">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int</a:t>
            </a:r>
            <a:r>
              <a:rPr altLang="zh-CN" dirty="0" kumimoji="1" lang="en-US">
                <a:latin typeface="Times New Roman" panose="02020603050405020304" pitchFamily="18" charset="0"/>
                <a:ea typeface="仿宋_GB2312" pitchFamily="49" charset="-122"/>
              </a:rPr>
              <a:t> </a:t>
            </a:r>
            <a:r>
              <a:rPr altLang="zh-CN" dirty="0" i="1" kumimoji="1" lang="en-US">
                <a:latin typeface="Times New Roman" panose="02020603050405020304" pitchFamily="18" charset="0"/>
                <a:ea typeface="仿宋_GB2312" pitchFamily="49" charset="-122"/>
              </a:rPr>
              <a:t>n = </a:t>
            </a:r>
            <a:r>
              <a:rPr altLang="zh-CN" b="1" dirty="0" kumimoji="1" lang="en-US" err="1">
                <a:latin typeface="Times New Roman" panose="02020603050405020304" pitchFamily="18" charset="0"/>
                <a:ea typeface="仿宋_GB2312" pitchFamily="49" charset="-122"/>
              </a:rPr>
              <a:t>strlen</a:t>
            </a:r>
            <a:r>
              <a:rPr altLang="zh-CN" dirty="0" i="1" kumimoji="1" lang="en-US">
                <a:latin typeface="Times New Roman" panose="02020603050405020304" pitchFamily="18" charset="0"/>
                <a:ea typeface="仿宋_GB2312" pitchFamily="49" charset="-122"/>
              </a:rPr>
              <a:t> </a:t>
            </a:r>
            <a:r>
              <a:rPr altLang="zh-CN" dirty="0" kumimoji="1" lang="en-US">
                <a:latin typeface="Times New Roman" panose="02020603050405020304" pitchFamily="18" charset="0"/>
                <a:ea typeface="仿宋_GB2312" pitchFamily="49" charset="-122"/>
              </a:rPr>
              <a:t>(</a:t>
            </a:r>
            <a:r>
              <a:rPr altLang="zh-CN" dirty="0" i="1" kumimoji="1" lang="en-US">
                <a:latin typeface="Times New Roman" panose="02020603050405020304" pitchFamily="18" charset="0"/>
                <a:ea typeface="仿宋_GB2312" pitchFamily="49" charset="-122"/>
              </a:rPr>
              <a:t> str</a:t>
            </a:r>
            <a:r>
              <a:rPr altLang="zh-CN" dirty="0" kumimoji="1" lang="en-US">
                <a:latin typeface="Times New Roman" panose="02020603050405020304" pitchFamily="18" charset="0"/>
                <a:ea typeface="仿宋_GB2312" pitchFamily="49" charset="-122"/>
              </a:rPr>
              <a:t>1 )</a:t>
            </a:r>
            <a:r>
              <a:rPr altLang="zh-CN" b="1" dirty="0" kumimoji="1" lang="en-US">
                <a:latin typeface="Times New Roman" panose="02020603050405020304" pitchFamily="18" charset="0"/>
                <a:ea typeface="仿宋_GB2312" pitchFamily="49" charset="-122"/>
              </a:rPr>
              <a:t>;</a:t>
            </a:r>
          </a:p>
          <a:p>
            <a:pPr eaLnBrk="1" hangingPunct="1">
              <a:lnSpc>
                <a:spcPct val="110000"/>
              </a:lnSpc>
              <a:spcBef>
                <a:spcPct val="0"/>
              </a:spcBef>
              <a:buClr>
                <a:srgbClr val="FF0000"/>
              </a:buClr>
              <a:buFontTx/>
              <a:buAutoNum type="arabicPeriod"/>
            </a:pPr>
            <a:r>
              <a:rPr altLang="zh-CN" b="1" dirty="0" kumimoji="1" lang="en-US">
                <a:latin typeface="Times New Roman" panose="02020603050405020304" pitchFamily="18" charset="0"/>
                <a:ea typeface="仿宋_GB2312" pitchFamily="49" charset="-122"/>
              </a:rPr>
              <a:t> </a:t>
            </a:r>
            <a:r>
              <a:rPr altLang="zh-CN" dirty="0" kumimoji="1" lang="en-US">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int</a:t>
            </a:r>
            <a:r>
              <a:rPr altLang="zh-CN" dirty="0"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i</a:t>
            </a:r>
            <a:r>
              <a:rPr altLang="zh-CN" dirty="0" i="1" kumimoji="1" lang="en-US">
                <a:latin typeface="Times New Roman" panose="02020603050405020304" pitchFamily="18" charset="0"/>
                <a:ea typeface="仿宋_GB2312" pitchFamily="49" charset="-122"/>
              </a:rPr>
              <a:t> = </a:t>
            </a:r>
            <a:r>
              <a:rPr altLang="zh-CN" dirty="0" kumimoji="1" lang="en-US">
                <a:latin typeface="Times New Roman" panose="02020603050405020304" pitchFamily="18" charset="0"/>
                <a:ea typeface="仿宋_GB2312" pitchFamily="49" charset="-122"/>
              </a:rPr>
              <a:t>0</a:t>
            </a:r>
            <a:r>
              <a:rPr altLang="zh-CN" b="1" dirty="0" kumimoji="1" lang="en-US">
                <a:latin typeface="Times New Roman" panose="02020603050405020304" pitchFamily="18" charset="0"/>
                <a:ea typeface="仿宋_GB2312" pitchFamily="49" charset="-122"/>
              </a:rPr>
              <a:t>,</a:t>
            </a:r>
            <a:r>
              <a:rPr altLang="zh-CN" dirty="0" i="1" kumimoji="1" lang="en-US">
                <a:latin typeface="Times New Roman" panose="02020603050405020304" pitchFamily="18" charset="0"/>
                <a:ea typeface="仿宋_GB2312" pitchFamily="49" charset="-122"/>
              </a:rPr>
              <a:t>  k = </a:t>
            </a:r>
            <a:r>
              <a:rPr altLang="zh-CN" dirty="0" kumimoji="1" lang="en-US">
                <a:latin typeface="Times New Roman" panose="02020603050405020304" pitchFamily="18" charset="0"/>
                <a:ea typeface="仿宋_GB2312" pitchFamily="49" charset="-122"/>
              </a:rPr>
              <a:t>0</a:t>
            </a:r>
            <a:r>
              <a:rPr altLang="zh-CN" b="1" dirty="0" kumimoji="1" lang="en-US">
                <a:latin typeface="Times New Roman" panose="02020603050405020304" pitchFamily="18" charset="0"/>
                <a:ea typeface="仿宋_GB2312" pitchFamily="49" charset="-122"/>
              </a:rPr>
              <a:t>;</a:t>
            </a:r>
            <a:endParaRPr altLang="zh-CN" dirty="0" kumimoji="1" lang="en-US">
              <a:latin typeface="Times New Roman" panose="02020603050405020304" pitchFamily="18" charset="0"/>
              <a:ea typeface="仿宋_GB2312" pitchFamily="49" charset="-122"/>
            </a:endParaRPr>
          </a:p>
          <a:p>
            <a:pPr eaLnBrk="1" hangingPunct="1">
              <a:lnSpc>
                <a:spcPct val="110000"/>
              </a:lnSpc>
              <a:spcBef>
                <a:spcPct val="0"/>
              </a:spcBef>
              <a:buClr>
                <a:srgbClr val="FF0000"/>
              </a:buClr>
              <a:buFontTx/>
              <a:buAutoNum type="arabicPeriod"/>
            </a:pPr>
            <a:r>
              <a:rPr altLang="zh-CN" dirty="0" kumimoji="1" lang="en-US">
                <a:latin typeface="Times New Roman" panose="02020603050405020304" pitchFamily="18" charset="0"/>
                <a:ea typeface="仿宋_GB2312" pitchFamily="49" charset="-122"/>
              </a:rPr>
              <a:t>    </a:t>
            </a:r>
            <a:r>
              <a:rPr altLang="zh-CN" b="1" dirty="0" kumimoji="1" lang="en-US">
                <a:solidFill>
                  <a:srgbClr val="0000CC"/>
                </a:solidFill>
                <a:latin typeface="Times New Roman" panose="02020603050405020304" pitchFamily="18" charset="0"/>
                <a:ea typeface="仿宋_GB2312" pitchFamily="49" charset="-122"/>
              </a:rPr>
              <a:t>//</a:t>
            </a:r>
            <a:r>
              <a:rPr altLang="en-US" b="1" dirty="0" kumimoji="1" lang="zh-CN">
                <a:solidFill>
                  <a:srgbClr val="0000CC"/>
                </a:solidFill>
                <a:latin typeface="Times New Roman" panose="02020603050405020304" pitchFamily="18" charset="0"/>
                <a:ea typeface="仿宋_GB2312" pitchFamily="49" charset="-122"/>
              </a:rPr>
              <a:t>检测</a:t>
            </a:r>
            <a:r>
              <a:rPr altLang="zh-CN" dirty="0" i="1" kumimoji="1" lang="en-US">
                <a:solidFill>
                  <a:srgbClr val="0000CC"/>
                </a:solidFill>
                <a:latin typeface="Times New Roman" panose="02020603050405020304" pitchFamily="18" charset="0"/>
                <a:ea typeface="仿宋_GB2312" pitchFamily="49" charset="-122"/>
              </a:rPr>
              <a:t>str</a:t>
            </a:r>
            <a:r>
              <a:rPr altLang="zh-CN" dirty="0" kumimoji="1" lang="en-US">
                <a:solidFill>
                  <a:srgbClr val="0000CC"/>
                </a:solidFill>
                <a:latin typeface="Times New Roman" panose="02020603050405020304" pitchFamily="18" charset="0"/>
                <a:ea typeface="仿宋_GB2312" pitchFamily="49" charset="-122"/>
              </a:rPr>
              <a:t>1</a:t>
            </a:r>
            <a:r>
              <a:rPr altLang="zh-CN" b="1" dirty="0" kumimoji="1" lang="en-US">
                <a:solidFill>
                  <a:srgbClr val="0000CC"/>
                </a:solidFill>
                <a:latin typeface="Times New Roman" panose="02020603050405020304" pitchFamily="18" charset="0"/>
                <a:ea typeface="仿宋_GB2312" pitchFamily="49" charset="-122"/>
              </a:rPr>
              <a:t>,</a:t>
            </a:r>
            <a:r>
              <a:rPr altLang="en-US" b="1" dirty="0" kumimoji="1" lang="zh-CN">
                <a:solidFill>
                  <a:srgbClr val="0000CC"/>
                </a:solidFill>
                <a:latin typeface="Times New Roman" panose="02020603050405020304" pitchFamily="18" charset="0"/>
                <a:ea typeface="仿宋_GB2312" pitchFamily="49" charset="-122"/>
              </a:rPr>
              <a:t>扫描完或遇到</a:t>
            </a:r>
            <a:r>
              <a:rPr altLang="zh-CN" dirty="0" kumimoji="1" lang="en-US">
                <a:solidFill>
                  <a:srgbClr val="0000CC"/>
                </a:solidFill>
                <a:latin typeface="Times New Roman" panose="02020603050405020304" pitchFamily="18" charset="0"/>
                <a:ea typeface="仿宋_GB2312" pitchFamily="49" charset="-122"/>
              </a:rPr>
              <a:t>'</a:t>
            </a:r>
            <a:r>
              <a:rPr altLang="zh-CN" b="1" dirty="0" kumimoji="1" lang="en-US">
                <a:solidFill>
                  <a:srgbClr val="0000CC"/>
                </a:solidFill>
                <a:latin typeface="Times New Roman" panose="02020603050405020304" pitchFamily="18" charset="0"/>
                <a:ea typeface="仿宋_GB2312" pitchFamily="49" charset="-122"/>
              </a:rPr>
              <a:t>, </a:t>
            </a:r>
            <a:r>
              <a:rPr altLang="zh-CN" dirty="0" kumimoji="1" lang="en-US">
                <a:solidFill>
                  <a:srgbClr val="0000CC"/>
                </a:solidFill>
                <a:latin typeface="Times New Roman" panose="02020603050405020304" pitchFamily="18" charset="0"/>
                <a:ea typeface="仿宋_GB2312" pitchFamily="49" charset="-122"/>
              </a:rPr>
              <a:t>'</a:t>
            </a:r>
            <a:r>
              <a:rPr altLang="en-US" b="1" dirty="0" kumimoji="1" lang="zh-CN">
                <a:solidFill>
                  <a:srgbClr val="0000CC"/>
                </a:solidFill>
                <a:latin typeface="Times New Roman" panose="02020603050405020304" pitchFamily="18" charset="0"/>
                <a:ea typeface="仿宋_GB2312" pitchFamily="49" charset="-122"/>
              </a:rPr>
              <a:t>且括号配对则停</a:t>
            </a:r>
            <a:endParaRPr altLang="en-US" dirty="0" kumimoji="1" lang="zh-CN">
              <a:solidFill>
                <a:srgbClr val="0000CC"/>
              </a:solidFill>
              <a:latin typeface="Times New Roman" panose="02020603050405020304" pitchFamily="18" charset="0"/>
              <a:ea typeface="仿宋_GB2312" pitchFamily="49" charset="-122"/>
            </a:endParaRPr>
          </a:p>
          <a:p>
            <a:pPr eaLnBrk="1" hangingPunct="1">
              <a:lnSpc>
                <a:spcPct val="110000"/>
              </a:lnSpc>
              <a:spcBef>
                <a:spcPct val="0"/>
              </a:spcBef>
              <a:buClr>
                <a:srgbClr val="FF0000"/>
              </a:buClr>
              <a:buFontTx/>
              <a:buAutoNum type="arabicPeriod"/>
            </a:pPr>
            <a:r>
              <a:rPr altLang="en-US" dirty="0" kumimoji="1" lang="zh-CN">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while</a:t>
            </a:r>
            <a:r>
              <a:rPr altLang="zh-CN" dirty="0" kumimoji="1" lang="en-US">
                <a:latin typeface="Times New Roman" panose="02020603050405020304" pitchFamily="18" charset="0"/>
                <a:ea typeface="仿宋_GB2312" pitchFamily="49" charset="-122"/>
              </a:rPr>
              <a:t> (</a:t>
            </a:r>
            <a:r>
              <a:rPr altLang="zh-CN" dirty="0" i="1"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i</a:t>
            </a:r>
            <a:r>
              <a:rPr altLang="zh-CN" dirty="0" i="1" kumimoji="1" lang="en-US">
                <a:latin typeface="Times New Roman" panose="02020603050405020304" pitchFamily="18" charset="0"/>
                <a:ea typeface="仿宋_GB2312" pitchFamily="49" charset="-122"/>
              </a:rPr>
              <a:t> &lt; n </a:t>
            </a:r>
            <a:r>
              <a:rPr altLang="zh-CN" b="1" dirty="0" kumimoji="1" lang="en-US">
                <a:latin typeface="Times New Roman" panose="02020603050405020304" pitchFamily="18" charset="0"/>
                <a:ea typeface="仿宋_GB2312" pitchFamily="49" charset="-122"/>
              </a:rPr>
              <a:t>&amp;&amp; </a:t>
            </a:r>
            <a:r>
              <a:rPr altLang="zh-CN" dirty="0" kumimoji="1" lang="en-US">
                <a:latin typeface="Times New Roman" panose="02020603050405020304" pitchFamily="18" charset="0"/>
                <a:ea typeface="仿宋_GB2312" pitchFamily="49" charset="-122"/>
              </a:rPr>
              <a:t>(</a:t>
            </a:r>
            <a:r>
              <a:rPr altLang="zh-CN" dirty="0" i="1"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ch</a:t>
            </a:r>
            <a:r>
              <a:rPr altLang="zh-CN" dirty="0" i="1" kumimoji="1" lang="en-US">
                <a:latin typeface="Times New Roman" panose="02020603050405020304" pitchFamily="18" charset="0"/>
                <a:ea typeface="仿宋_GB2312" pitchFamily="49" charset="-122"/>
              </a:rPr>
              <a:t> </a:t>
            </a:r>
            <a:r>
              <a:rPr altLang="zh-CN" dirty="0" kumimoji="1" lang="en-US">
                <a:latin typeface="Times New Roman" panose="02020603050405020304" pitchFamily="18" charset="0"/>
                <a:ea typeface="仿宋_GB2312" pitchFamily="49" charset="-122"/>
              </a:rPr>
              <a:t>!= ',' </a:t>
            </a:r>
            <a:r>
              <a:rPr altLang="zh-CN" b="1" dirty="0" kumimoji="1" lang="en-US">
                <a:latin typeface="Times New Roman" panose="02020603050405020304" pitchFamily="18" charset="0"/>
                <a:ea typeface="仿宋_GB2312" pitchFamily="49" charset="-122"/>
              </a:rPr>
              <a:t>||</a:t>
            </a:r>
            <a:r>
              <a:rPr altLang="zh-CN" dirty="0" i="1" kumimoji="1" lang="en-US">
                <a:latin typeface="Times New Roman" panose="02020603050405020304" pitchFamily="18" charset="0"/>
                <a:ea typeface="仿宋_GB2312" pitchFamily="49" charset="-122"/>
              </a:rPr>
              <a:t> k </a:t>
            </a:r>
            <a:r>
              <a:rPr altLang="zh-CN" dirty="0" kumimoji="1" lang="en-US">
                <a:latin typeface="Times New Roman" panose="02020603050405020304" pitchFamily="18" charset="0"/>
                <a:ea typeface="仿宋_GB2312" pitchFamily="49" charset="-122"/>
              </a:rPr>
              <a:t>!= 0 ) ) </a:t>
            </a:r>
            <a:r>
              <a:rPr altLang="zh-CN" b="1" dirty="0" kumimoji="1" lang="en-US">
                <a:latin typeface="Times New Roman" panose="02020603050405020304" pitchFamily="18" charset="0"/>
                <a:ea typeface="仿宋_GB2312" pitchFamily="49" charset="-122"/>
              </a:rPr>
              <a:t>{</a:t>
            </a:r>
          </a:p>
          <a:p>
            <a:pPr eaLnBrk="1" hangingPunct="1">
              <a:lnSpc>
                <a:spcPct val="110000"/>
              </a:lnSpc>
              <a:spcBef>
                <a:spcPct val="0"/>
              </a:spcBef>
              <a:buClr>
                <a:srgbClr val="FF0000"/>
              </a:buClr>
              <a:buFontTx/>
              <a:buAutoNum type="arabicPeriod"/>
            </a:pPr>
            <a:r>
              <a:rPr altLang="zh-CN" b="1" dirty="0" kumimoji="1" lang="en-US">
                <a:latin typeface="Times New Roman" panose="02020603050405020304" pitchFamily="18" charset="0"/>
                <a:ea typeface="仿宋_GB2312" pitchFamily="49" charset="-122"/>
              </a:rPr>
              <a:t>        if</a:t>
            </a:r>
            <a:r>
              <a:rPr altLang="zh-CN" dirty="0" kumimoji="1" lang="en-US">
                <a:latin typeface="Times New Roman" panose="02020603050405020304" pitchFamily="18" charset="0"/>
                <a:ea typeface="仿宋_GB2312" pitchFamily="49" charset="-122"/>
              </a:rPr>
              <a:t> ( </a:t>
            </a:r>
            <a:r>
              <a:rPr altLang="zh-CN" dirty="0" i="1" kumimoji="1" lang="en-US" err="1">
                <a:latin typeface="Times New Roman" panose="02020603050405020304" pitchFamily="18" charset="0"/>
                <a:ea typeface="仿宋_GB2312" pitchFamily="49" charset="-122"/>
              </a:rPr>
              <a:t>ch</a:t>
            </a:r>
            <a:r>
              <a:rPr altLang="zh-CN" dirty="0" i="1" kumimoji="1" lang="en-US">
                <a:latin typeface="Times New Roman" panose="02020603050405020304" pitchFamily="18" charset="0"/>
                <a:ea typeface="仿宋_GB2312" pitchFamily="49" charset="-122"/>
              </a:rPr>
              <a:t> == </a:t>
            </a:r>
            <a:r>
              <a:rPr altLang="zh-CN" dirty="0" kumimoji="1" lang="en-US">
                <a:latin typeface="Times New Roman" panose="02020603050405020304" pitchFamily="18" charset="0"/>
                <a:ea typeface="仿宋_GB2312" pitchFamily="49" charset="-122"/>
              </a:rPr>
              <a:t>'(' )</a:t>
            </a:r>
            <a:r>
              <a:rPr altLang="zh-CN" dirty="0" i="1" kumimoji="1" lang="en-US">
                <a:latin typeface="Times New Roman" panose="02020603050405020304" pitchFamily="18" charset="0"/>
                <a:ea typeface="仿宋_GB2312" pitchFamily="49" charset="-122"/>
              </a:rPr>
              <a:t> k++</a:t>
            </a:r>
            <a:r>
              <a:rPr altLang="zh-CN" b="1" dirty="0" kumimoji="1" lang="en-US">
                <a:latin typeface="Times New Roman" panose="02020603050405020304" pitchFamily="18" charset="0"/>
                <a:ea typeface="仿宋_GB2312" pitchFamily="49" charset="-122"/>
              </a:rPr>
              <a:t>;</a:t>
            </a:r>
          </a:p>
          <a:p>
            <a:pPr eaLnBrk="1" hangingPunct="1">
              <a:lnSpc>
                <a:spcPct val="110000"/>
              </a:lnSpc>
              <a:spcBef>
                <a:spcPct val="0"/>
              </a:spcBef>
              <a:buClr>
                <a:srgbClr val="FF0000"/>
              </a:buClr>
              <a:buFontTx/>
              <a:buAutoNum type="arabicPeriod"/>
            </a:pPr>
            <a:r>
              <a:rPr altLang="zh-CN" dirty="0" kumimoji="1" lang="en-US">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else if</a:t>
            </a:r>
            <a:r>
              <a:rPr altLang="zh-CN" dirty="0" i="1" kumimoji="1" lang="en-US">
                <a:latin typeface="Times New Roman" panose="02020603050405020304" pitchFamily="18" charset="0"/>
                <a:ea typeface="仿宋_GB2312" pitchFamily="49" charset="-122"/>
              </a:rPr>
              <a:t> </a:t>
            </a:r>
            <a:r>
              <a:rPr altLang="zh-CN" dirty="0" kumimoji="1" lang="en-US">
                <a:latin typeface="Times New Roman" panose="02020603050405020304" pitchFamily="18" charset="0"/>
                <a:ea typeface="仿宋_GB2312" pitchFamily="49" charset="-122"/>
              </a:rPr>
              <a:t>(</a:t>
            </a:r>
            <a:r>
              <a:rPr altLang="zh-CN" dirty="0" i="1"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ch</a:t>
            </a:r>
            <a:r>
              <a:rPr altLang="zh-CN" dirty="0" i="1" kumimoji="1" lang="en-US">
                <a:latin typeface="Times New Roman" panose="02020603050405020304" pitchFamily="18" charset="0"/>
                <a:ea typeface="仿宋_GB2312" pitchFamily="49" charset="-122"/>
              </a:rPr>
              <a:t> ==</a:t>
            </a:r>
            <a:r>
              <a:rPr altLang="zh-CN" dirty="0" kumimoji="1" lang="en-US">
                <a:latin typeface="Times New Roman" panose="02020603050405020304" pitchFamily="18" charset="0"/>
                <a:ea typeface="仿宋_GB2312" pitchFamily="49" charset="-122"/>
              </a:rPr>
              <a:t> ')' )</a:t>
            </a:r>
            <a:r>
              <a:rPr altLang="zh-CN" dirty="0" i="1" kumimoji="1" lang="en-US">
                <a:latin typeface="Times New Roman" panose="02020603050405020304" pitchFamily="18" charset="0"/>
                <a:ea typeface="仿宋_GB2312" pitchFamily="49" charset="-122"/>
              </a:rPr>
              <a:t> k</a:t>
            </a:r>
            <a:r>
              <a:rPr altLang="zh-CN" dirty="0" kumimoji="1" lang="en-US">
                <a:latin typeface="仿宋_GB2312" pitchFamily="49" charset="-122"/>
                <a:ea typeface="仿宋_GB2312" pitchFamily="49" charset="-122"/>
              </a:rPr>
              <a:t>--</a:t>
            </a:r>
            <a:r>
              <a:rPr altLang="zh-CN" b="1" dirty="0" kumimoji="1" lang="en-US">
                <a:latin typeface="Times New Roman" panose="02020603050405020304" pitchFamily="18" charset="0"/>
                <a:ea typeface="仿宋_GB2312" pitchFamily="49" charset="-122"/>
              </a:rPr>
              <a:t>;</a:t>
            </a:r>
          </a:p>
          <a:p>
            <a:pPr eaLnBrk="1" hangingPunct="1">
              <a:lnSpc>
                <a:spcPct val="110000"/>
              </a:lnSpc>
              <a:spcBef>
                <a:spcPct val="0"/>
              </a:spcBef>
              <a:buClr>
                <a:srgbClr val="FF0000"/>
              </a:buClr>
              <a:buFontTx/>
              <a:buAutoNum type="arabicPeriod"/>
            </a:pPr>
            <a:r>
              <a:rPr altLang="zh-CN" b="1" dirty="0"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i</a:t>
            </a:r>
            <a:r>
              <a:rPr altLang="zh-CN" dirty="0" kumimoji="1" lang="en-US">
                <a:latin typeface="Times New Roman" panose="02020603050405020304" pitchFamily="18" charset="0"/>
                <a:ea typeface="仿宋_GB2312" pitchFamily="49" charset="-122"/>
              </a:rPr>
              <a:t>++</a:t>
            </a:r>
            <a:r>
              <a:rPr altLang="zh-CN" b="1" dirty="0"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ch</a:t>
            </a:r>
            <a:r>
              <a:rPr altLang="zh-CN" dirty="0" i="1" kumimoji="1" lang="en-US">
                <a:latin typeface="Times New Roman" panose="02020603050405020304" pitchFamily="18" charset="0"/>
                <a:ea typeface="仿宋_GB2312" pitchFamily="49" charset="-122"/>
              </a:rPr>
              <a:t> = str</a:t>
            </a:r>
            <a:r>
              <a:rPr altLang="zh-CN" dirty="0" kumimoji="1" lang="en-US">
                <a:latin typeface="Times New Roman" panose="02020603050405020304" pitchFamily="18" charset="0"/>
                <a:ea typeface="仿宋_GB2312" pitchFamily="49" charset="-122"/>
              </a:rPr>
              <a:t>1[</a:t>
            </a:r>
            <a:r>
              <a:rPr altLang="zh-CN" dirty="0" i="1" kumimoji="1" lang="en-US" err="1">
                <a:latin typeface="Times New Roman" panose="02020603050405020304" pitchFamily="18" charset="0"/>
                <a:ea typeface="仿宋_GB2312" pitchFamily="49" charset="-122"/>
              </a:rPr>
              <a:t>i</a:t>
            </a:r>
            <a:r>
              <a:rPr altLang="zh-CN" dirty="0" kumimoji="1" lang="en-US">
                <a:latin typeface="Times New Roman" panose="02020603050405020304" pitchFamily="18" charset="0"/>
                <a:ea typeface="仿宋_GB2312" pitchFamily="49" charset="-122"/>
              </a:rPr>
              <a:t>]</a:t>
            </a:r>
            <a:r>
              <a:rPr altLang="zh-CN" b="1" dirty="0" kumimoji="1" lang="en-US">
                <a:latin typeface="Times New Roman" panose="02020603050405020304" pitchFamily="18" charset="0"/>
                <a:ea typeface="仿宋_GB2312" pitchFamily="49" charset="-122"/>
              </a:rPr>
              <a:t>;         </a:t>
            </a:r>
            <a:r>
              <a:rPr altLang="zh-CN" b="1" dirty="0" kumimoji="1" lang="en-US">
                <a:solidFill>
                  <a:srgbClr val="0000CC"/>
                </a:solidFill>
                <a:latin typeface="Times New Roman" panose="02020603050405020304" pitchFamily="18" charset="0"/>
                <a:ea typeface="仿宋_GB2312" pitchFamily="49" charset="-122"/>
              </a:rPr>
              <a:t>// </a:t>
            </a:r>
            <a:r>
              <a:rPr altLang="zh-CN" b="1" dirty="0" i="1" kumimoji="1" lang="en-US" err="1">
                <a:solidFill>
                  <a:srgbClr val="0000CC"/>
                </a:solidFill>
                <a:latin typeface="Times New Roman" panose="02020603050405020304" pitchFamily="18" charset="0"/>
                <a:ea typeface="仿宋_GB2312" pitchFamily="49" charset="-122"/>
              </a:rPr>
              <a:t>i</a:t>
            </a:r>
            <a:r>
              <a:rPr altLang="zh-CN" b="1" dirty="0" i="1" kumimoji="1" lang="en-US">
                <a:solidFill>
                  <a:srgbClr val="0000CC"/>
                </a:solidFill>
                <a:latin typeface="Times New Roman" panose="02020603050405020304" pitchFamily="18" charset="0"/>
                <a:ea typeface="仿宋_GB2312" pitchFamily="49" charset="-122"/>
              </a:rPr>
              <a:t> </a:t>
            </a:r>
            <a:r>
              <a:rPr altLang="zh-CN" b="1" dirty="0" kumimoji="1" lang="zh-CN">
                <a:solidFill>
                  <a:srgbClr val="0000CC"/>
                </a:solidFill>
                <a:latin typeface="Times New Roman" panose="02020603050405020304" pitchFamily="18" charset="0"/>
                <a:ea typeface="仿宋_GB2312" pitchFamily="49" charset="-122"/>
              </a:rPr>
              <a:t>计数</a:t>
            </a:r>
            <a:r>
              <a:rPr altLang="zh-CN" b="1" dirty="0" kumimoji="1" lang="en-US">
                <a:solidFill>
                  <a:srgbClr val="0000CC"/>
                </a:solidFill>
                <a:latin typeface="Times New Roman" panose="02020603050405020304" pitchFamily="18" charset="0"/>
                <a:ea typeface="仿宋_GB2312" pitchFamily="49" charset="-122"/>
              </a:rPr>
              <a:t>, </a:t>
            </a:r>
            <a:r>
              <a:rPr altLang="en-US" b="1" dirty="0" kumimoji="1" lang="zh-CN">
                <a:solidFill>
                  <a:srgbClr val="0000CC"/>
                </a:solidFill>
                <a:latin typeface="Times New Roman" panose="02020603050405020304" pitchFamily="18" charset="0"/>
                <a:ea typeface="仿宋_GB2312" pitchFamily="49" charset="-122"/>
              </a:rPr>
              <a:t>取一字符</a:t>
            </a:r>
          </a:p>
          <a:p>
            <a:pPr eaLnBrk="1" hangingPunct="1">
              <a:lnSpc>
                <a:spcPct val="110000"/>
              </a:lnSpc>
              <a:spcBef>
                <a:spcPct val="0"/>
              </a:spcBef>
              <a:buClr>
                <a:srgbClr val="FF0000"/>
              </a:buClr>
              <a:buFontTx/>
              <a:buAutoNum type="arabicPeriod"/>
            </a:pPr>
            <a:r>
              <a:rPr altLang="en-US" dirty="0" kumimoji="1" lang="zh-CN">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a:t>
            </a:r>
            <a:r>
              <a:rPr altLang="zh-CN" dirty="0" sz="3600" kumimoji="1" lang="en-US">
                <a:latin typeface="Times New Roman" panose="02020603050405020304" pitchFamily="18" charset="0"/>
              </a:rPr>
              <a:t>    </a:t>
            </a:r>
          </a:p>
        </p:txBody>
      </p:sp>
      <p:sp>
        <p:nvSpPr>
          <p:cNvPr id="1050039" name="Rectangle 3"/>
          <p:cNvSpPr>
            <a:spLocks noChangeArrowheads="1"/>
          </p:cNvSpPr>
          <p:nvPr/>
        </p:nvSpPr>
        <p:spPr bwMode="auto">
          <a:xfrm>
            <a:off x="381000" y="228600"/>
            <a:ext cx="2376113" cy="571634"/>
          </a:xfrm>
          <a:prstGeom prst="rect"/>
          <a:noFill/>
          <a:ln w="12700">
            <a:noFill/>
            <a:miter lim="800000"/>
            <a:headEnd/>
            <a:tailEnd/>
          </a:ln>
          <a:effectLst/>
        </p:spPr>
        <p:txBody>
          <a:bodyPr bIns="44517" lIns="90623" rIns="90623" tIns="44517" wrap="none">
            <a:spAutoFit/>
          </a:bodyPr>
          <a:p>
            <a:pPr>
              <a:spcBef>
                <a:spcPct val="20000"/>
              </a:spcBef>
              <a:buClr>
                <a:schemeClr val="tx1"/>
              </a:buClr>
              <a:buSzPct val="100000"/>
            </a:pPr>
            <a:r>
              <a:rPr altLang="zh-CN" b="1" sz="3200" kumimoji="1" lang="en-US">
                <a:solidFill>
                  <a:schemeClr val="hlink"/>
                </a:solidFill>
                <a:effectLst>
                  <a:outerShdw algn="tl" blurRad="38100" dir="2700000" dist="38100">
                    <a:srgbClr val="C0C0C0"/>
                  </a:outerShdw>
                </a:effectLst>
                <a:latin typeface="Times New Roman" pitchFamily="18" charset="0"/>
                <a:ea typeface="仿宋_GB2312" pitchFamily="49" charset="-122"/>
              </a:rPr>
              <a:t>// </a:t>
            </a:r>
            <a:r>
              <a:rPr altLang="en-US" b="1" sz="3200" kumimoji="1" lang="zh-CN">
                <a:solidFill>
                  <a:schemeClr val="hlink"/>
                </a:solidFill>
                <a:effectLst>
                  <a:outerShdw algn="tl" blurRad="38100" dir="2700000" dist="38100">
                    <a:srgbClr val="C0C0C0"/>
                  </a:outerShdw>
                </a:effectLst>
                <a:latin typeface="Times New Roman" pitchFamily="18" charset="0"/>
                <a:ea typeface="仿宋_GB2312" pitchFamily="49" charset="-122"/>
              </a:rPr>
              <a:t>函数</a:t>
            </a:r>
            <a:r>
              <a:rPr altLang="zh-CN" b="1" sz="3200" kumimoji="1" lang="en-US">
                <a:solidFill>
                  <a:schemeClr val="hlink"/>
                </a:solidFill>
                <a:effectLst>
                  <a:outerShdw algn="tl" blurRad="38100" dir="2700000" dist="38100">
                    <a:srgbClr val="C0C0C0"/>
                  </a:outerShdw>
                </a:effectLst>
                <a:latin typeface="Times New Roman" pitchFamily="18" charset="0"/>
                <a:ea typeface="仿宋_GB2312" pitchFamily="49" charset="-122"/>
              </a:rPr>
              <a:t>sever</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0" presetSubtype="0">
                                  <p:stCondLst>
                                    <p:cond delay="0"/>
                                  </p:stCondLst>
                                  <p:childTnLst>
                                    <p:set>
                                      <p:cBhvr>
                                        <p:cTn dur="1" fill="hold" id="6">
                                          <p:stCondLst>
                                            <p:cond delay="0"/>
                                          </p:stCondLst>
                                        </p:cTn>
                                        <p:tgtEl>
                                          <p:spTgt spid="1050038">
                                            <p:txEl>
                                              <p:pRg st="6" end="6"/>
                                            </p:txEl>
                                          </p:spTgt>
                                        </p:tgtEl>
                                        <p:attrNameLst>
                                          <p:attrName>style.visibility</p:attrName>
                                        </p:attrNameLst>
                                      </p:cBhvr>
                                      <p:to>
                                        <p:strVal val="visible"/>
                                      </p:to>
                                    </p:set>
                                    <p:animEffect transition="in" filter="fade">
                                      <p:cBhvr>
                                        <p:cTn dur="500" id="7"/>
                                        <p:tgtEl>
                                          <p:spTgt spid="1050038">
                                            <p:txEl>
                                              <p:pRg st="6" end="6"/>
                                            </p:txEl>
                                          </p:spTgt>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10" presetSubtype="0">
                                  <p:stCondLst>
                                    <p:cond delay="0"/>
                                  </p:stCondLst>
                                  <p:childTnLst>
                                    <p:set>
                                      <p:cBhvr>
                                        <p:cTn dur="1" fill="hold" id="11">
                                          <p:stCondLst>
                                            <p:cond delay="0"/>
                                          </p:stCondLst>
                                        </p:cTn>
                                        <p:tgtEl>
                                          <p:spTgt spid="1050038">
                                            <p:txEl>
                                              <p:pRg st="7" end="7"/>
                                            </p:txEl>
                                          </p:spTgt>
                                        </p:tgtEl>
                                        <p:attrNameLst>
                                          <p:attrName>style.visibility</p:attrName>
                                        </p:attrNameLst>
                                      </p:cBhvr>
                                      <p:to>
                                        <p:strVal val="visible"/>
                                      </p:to>
                                    </p:set>
                                    <p:animEffect transition="in" filter="fade">
                                      <p:cBhvr>
                                        <p:cTn dur="500" id="12"/>
                                        <p:tgtEl>
                                          <p:spTgt spid="1050038">
                                            <p:txEl>
                                              <p:pRg st="7" end="7"/>
                                            </p:txEl>
                                          </p:spTgt>
                                        </p:tgtEl>
                                      </p:cBhvr>
                                    </p:animEffect>
                                  </p:childTnLst>
                                </p:cTn>
                              </p:par>
                              <p:par>
                                <p:cTn fill="hold" id="13" nodeType="withEffect" presetClass="entr" presetID="10" presetSubtype="0">
                                  <p:stCondLst>
                                    <p:cond delay="0"/>
                                  </p:stCondLst>
                                  <p:childTnLst>
                                    <p:set>
                                      <p:cBhvr>
                                        <p:cTn dur="1" fill="hold" id="14">
                                          <p:stCondLst>
                                            <p:cond delay="0"/>
                                          </p:stCondLst>
                                        </p:cTn>
                                        <p:tgtEl>
                                          <p:spTgt spid="1050038">
                                            <p:txEl>
                                              <p:pRg st="8" end="8"/>
                                            </p:txEl>
                                          </p:spTgt>
                                        </p:tgtEl>
                                        <p:attrNameLst>
                                          <p:attrName>style.visibility</p:attrName>
                                        </p:attrNameLst>
                                      </p:cBhvr>
                                      <p:to>
                                        <p:strVal val="visible"/>
                                      </p:to>
                                    </p:set>
                                    <p:animEffect transition="in" filter="fade">
                                      <p:cBhvr>
                                        <p:cTn dur="500" id="15"/>
                                        <p:tgtEl>
                                          <p:spTgt spid="1050038">
                                            <p:txEl>
                                              <p:pRg st="8" end="8"/>
                                            </p:txEl>
                                          </p:spTgt>
                                        </p:tgtEl>
                                      </p:cBhvr>
                                    </p:animEffect>
                                  </p:childTnLst>
                                </p:cTn>
                              </p:par>
                            </p:childTnLst>
                          </p:cTn>
                        </p:par>
                      </p:childTnLst>
                    </p:cTn>
                  </p:par>
                  <p:par>
                    <p:cTn fill="hold" id="16">
                      <p:stCondLst>
                        <p:cond delay="indefinite"/>
                      </p:stCondLst>
                      <p:childTnLst>
                        <p:par>
                          <p:cTn fill="hold" id="17">
                            <p:stCondLst>
                              <p:cond delay="0"/>
                            </p:stCondLst>
                            <p:childTnLst>
                              <p:par>
                                <p:cTn fill="hold" id="18" nodeType="clickEffect" presetClass="entr" presetID="10" presetSubtype="0">
                                  <p:stCondLst>
                                    <p:cond delay="0"/>
                                  </p:stCondLst>
                                  <p:childTnLst>
                                    <p:set>
                                      <p:cBhvr>
                                        <p:cTn dur="1" fill="hold" id="19">
                                          <p:stCondLst>
                                            <p:cond delay="0"/>
                                          </p:stCondLst>
                                        </p:cTn>
                                        <p:tgtEl>
                                          <p:spTgt spid="1050038">
                                            <p:txEl>
                                              <p:pRg st="9" end="9"/>
                                            </p:txEl>
                                          </p:spTgt>
                                        </p:tgtEl>
                                        <p:attrNameLst>
                                          <p:attrName>style.visibility</p:attrName>
                                        </p:attrNameLst>
                                      </p:cBhvr>
                                      <p:to>
                                        <p:strVal val="visible"/>
                                      </p:to>
                                    </p:set>
                                    <p:animEffect transition="in" filter="fade">
                                      <p:cBhvr>
                                        <p:cTn dur="500" id="20"/>
                                        <p:tgtEl>
                                          <p:spTgt spid="1050038">
                                            <p:txEl>
                                              <p:pRg st="9" end="9"/>
                                            </p:txEl>
                                          </p:spTgt>
                                        </p:tgtEl>
                                      </p:cBhvr>
                                    </p:animEffect>
                                  </p:childTnLst>
                                </p:cTn>
                              </p:par>
                              <p:par>
                                <p:cTn fill="hold" id="21" nodeType="withEffect" presetClass="entr" presetID="10" presetSubtype="0">
                                  <p:stCondLst>
                                    <p:cond delay="0"/>
                                  </p:stCondLst>
                                  <p:childTnLst>
                                    <p:set>
                                      <p:cBhvr>
                                        <p:cTn dur="1" fill="hold" id="22">
                                          <p:stCondLst>
                                            <p:cond delay="0"/>
                                          </p:stCondLst>
                                        </p:cTn>
                                        <p:tgtEl>
                                          <p:spTgt spid="1050038">
                                            <p:txEl>
                                              <p:pRg st="10" end="10"/>
                                            </p:txEl>
                                          </p:spTgt>
                                        </p:tgtEl>
                                        <p:attrNameLst>
                                          <p:attrName>style.visibility</p:attrName>
                                        </p:attrNameLst>
                                      </p:cBhvr>
                                      <p:to>
                                        <p:strVal val="visible"/>
                                      </p:to>
                                    </p:set>
                                    <p:animEffect transition="in" filter="fade">
                                      <p:cBhvr>
                                        <p:cTn dur="500" id="23"/>
                                        <p:tgtEl>
                                          <p:spTgt spid="105003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344" name=""/>
        <p:cNvGrpSpPr/>
        <p:nvPr/>
      </p:nvGrpSpPr>
      <p:grpSpPr>
        <a:xfrm>
          <a:off x="0" y="0"/>
          <a:ext cx="0" cy="0"/>
          <a:chOff x="0" y="0"/>
          <a:chExt cx="0" cy="0"/>
        </a:xfrm>
      </p:grpSpPr>
      <p:sp>
        <p:nvSpPr>
          <p:cNvPr id="1050040" name="Text Box 2"/>
          <p:cNvSpPr txBox="1">
            <a:spLocks noChangeArrowheads="1"/>
          </p:cNvSpPr>
          <p:nvPr/>
        </p:nvSpPr>
        <p:spPr bwMode="auto">
          <a:xfrm>
            <a:off x="304800" y="141288"/>
            <a:ext cx="8686800" cy="7016749"/>
          </a:xfrm>
          <a:prstGeom prst="rect"/>
          <a:noFill/>
          <a:ln w="9525">
            <a:noFill/>
            <a:miter lim="800000"/>
            <a:headEnd/>
            <a:tailEnd/>
          </a:ln>
          <a:effectLst/>
        </p:spPr>
        <p:txBody>
          <a:bodyPr>
            <a:spAutoFit/>
          </a:bodyPr>
          <a:lstStyle>
            <a:lvl1pPr indent="-457200" marL="457200">
              <a:defRPr>
                <a:solidFill>
                  <a:schemeClr val="tx1"/>
                </a:solidFill>
                <a:latin typeface="Arial" charset="0"/>
                <a:ea typeface="宋体" charset="-122"/>
              </a:defRPr>
            </a:lvl1pPr>
            <a:lvl2pPr indent="-285750" marL="742950">
              <a:defRPr>
                <a:solidFill>
                  <a:schemeClr val="tx1"/>
                </a:solidFill>
                <a:latin typeface="Arial" charset="0"/>
                <a:ea typeface="宋体" charset="-122"/>
              </a:defRPr>
            </a:lvl2pPr>
            <a:lvl3pPr indent="-228600" marL="1143000">
              <a:defRPr>
                <a:solidFill>
                  <a:schemeClr val="tx1"/>
                </a:solidFill>
                <a:latin typeface="Arial" charset="0"/>
                <a:ea typeface="宋体" charset="-122"/>
              </a:defRPr>
            </a:lvl3pPr>
            <a:lvl4pPr indent="-228600" marL="1600200">
              <a:defRPr>
                <a:solidFill>
                  <a:schemeClr val="tx1"/>
                </a:solidFill>
                <a:latin typeface="Arial" charset="0"/>
                <a:ea typeface="宋体" charset="-122"/>
              </a:defRPr>
            </a:lvl4pPr>
            <a:lvl5pPr indent="-228600" marL="2057400">
              <a:defRPr>
                <a:solidFill>
                  <a:schemeClr val="tx1"/>
                </a:solidFill>
                <a:latin typeface="Arial" charset="0"/>
                <a:ea typeface="宋体" charset="-122"/>
              </a:defRPr>
            </a:lvl5pPr>
            <a:lvl6pPr fontAlgn="base" indent="-228600" marL="2514600">
              <a:spcBef>
                <a:spcPct val="0"/>
              </a:spcBef>
              <a:spcAft>
                <a:spcPct val="0"/>
              </a:spcAft>
              <a:defRPr>
                <a:solidFill>
                  <a:schemeClr val="tx1"/>
                </a:solidFill>
                <a:latin typeface="Arial" charset="0"/>
                <a:ea typeface="宋体" charset="-122"/>
              </a:defRPr>
            </a:lvl6pPr>
            <a:lvl7pPr fontAlgn="base" indent="-228600" marL="2971800">
              <a:spcBef>
                <a:spcPct val="0"/>
              </a:spcBef>
              <a:spcAft>
                <a:spcPct val="0"/>
              </a:spcAft>
              <a:defRPr>
                <a:solidFill>
                  <a:schemeClr val="tx1"/>
                </a:solidFill>
                <a:latin typeface="Arial" charset="0"/>
                <a:ea typeface="宋体" charset="-122"/>
              </a:defRPr>
            </a:lvl7pPr>
            <a:lvl8pPr fontAlgn="base" indent="-228600" marL="3429000">
              <a:spcBef>
                <a:spcPct val="0"/>
              </a:spcBef>
              <a:spcAft>
                <a:spcPct val="0"/>
              </a:spcAft>
              <a:defRPr>
                <a:solidFill>
                  <a:schemeClr val="tx1"/>
                </a:solidFill>
                <a:latin typeface="Arial" charset="0"/>
                <a:ea typeface="宋体" charset="-122"/>
              </a:defRPr>
            </a:lvl8pPr>
            <a:lvl9pPr fontAlgn="base" indent="-228600" marL="3886200">
              <a:spcBef>
                <a:spcPct val="0"/>
              </a:spcBef>
              <a:spcAft>
                <a:spcPct val="0"/>
              </a:spcAft>
              <a:defRPr>
                <a:solidFill>
                  <a:schemeClr val="tx1"/>
                </a:solidFill>
                <a:latin typeface="Arial" charset="0"/>
                <a:ea typeface="宋体" charset="-122"/>
              </a:defRPr>
            </a:lvl9pPr>
          </a:lstStyle>
          <a:p>
            <a:pPr eaLnBrk="1" hangingPunct="1">
              <a:lnSpc>
                <a:spcPct val="95000"/>
              </a:lnSpc>
              <a:buClr>
                <a:srgbClr val="FF0000"/>
              </a:buClr>
              <a:buFontTx/>
              <a:buAutoNum type="arabicPeriod" startAt="10"/>
            </a:pPr>
            <a:r>
              <a:rPr altLang="zh-CN" b="1" dirty="0" sz="3600" kumimoji="1" lang="en-US">
                <a:latin typeface="Times New Roman" pitchFamily="18" charset="0"/>
              </a:rPr>
              <a:t>    </a:t>
            </a:r>
            <a:r>
              <a:rPr altLang="zh-CN" b="1" dirty="0" sz="3200" kumimoji="1" lang="en-US">
                <a:latin typeface="Times New Roman" pitchFamily="18" charset="0"/>
                <a:ea typeface="仿宋_GB2312" pitchFamily="49" charset="-122"/>
              </a:rPr>
              <a:t>if</a:t>
            </a:r>
            <a:r>
              <a:rPr altLang="zh-CN" dirty="0" sz="3200" kumimoji="1" lang="en-US">
                <a:latin typeface="Times New Roman" pitchFamily="18" charset="0"/>
                <a:ea typeface="仿宋_GB2312" pitchFamily="49" charset="-122"/>
              </a:rPr>
              <a:t> (</a:t>
            </a:r>
            <a:r>
              <a:rPr altLang="zh-CN" dirty="0" sz="3200" i="1" kumimoji="1" lang="en-US">
                <a:latin typeface="Times New Roman" pitchFamily="18" charset="0"/>
                <a:ea typeface="仿宋_GB2312" pitchFamily="49" charset="-122"/>
              </a:rPr>
              <a:t> </a:t>
            </a:r>
            <a:r>
              <a:rPr altLang="zh-CN" dirty="0" sz="3200" i="1" kumimoji="1" lang="en-US" err="1">
                <a:latin typeface="Times New Roman" pitchFamily="18" charset="0"/>
                <a:ea typeface="仿宋_GB2312" pitchFamily="49" charset="-122"/>
              </a:rPr>
              <a:t>i</a:t>
            </a:r>
            <a:r>
              <a:rPr altLang="zh-CN" dirty="0" sz="3200" i="1" kumimoji="1" lang="en-US">
                <a:latin typeface="Times New Roman" pitchFamily="18" charset="0"/>
                <a:ea typeface="仿宋_GB2312" pitchFamily="49" charset="-122"/>
              </a:rPr>
              <a:t> &lt; n </a:t>
            </a:r>
            <a:r>
              <a:rPr altLang="zh-CN" dirty="0" sz="3200" kumimoji="1" lang="en-US">
                <a:latin typeface="Times New Roman" pitchFamily="18" charset="0"/>
                <a:ea typeface="仿宋_GB2312" pitchFamily="49" charset="-122"/>
              </a:rPr>
              <a:t>) </a:t>
            </a:r>
            <a:r>
              <a:rPr altLang="zh-CN" b="1" dirty="0" sz="3200" kumimoji="1" lang="en-US">
                <a:latin typeface="Times New Roman" pitchFamily="18" charset="0"/>
                <a:ea typeface="仿宋_GB2312" pitchFamily="49" charset="-122"/>
              </a:rPr>
              <a:t>{</a:t>
            </a:r>
          </a:p>
          <a:p>
            <a:pPr eaLnBrk="1" hangingPunct="1">
              <a:lnSpc>
                <a:spcPct val="95000"/>
              </a:lnSpc>
              <a:buClr>
                <a:srgbClr val="FF0000"/>
              </a:buClr>
              <a:buFontTx/>
              <a:buAutoNum type="arabicPeriod" startAt="10"/>
            </a:pPr>
            <a:r>
              <a:rPr altLang="zh-CN" b="1" dirty="0" sz="3200" kumimoji="1" lang="en-US">
                <a:latin typeface="Times New Roman" pitchFamily="18" charset="0"/>
                <a:ea typeface="仿宋_GB2312" pitchFamily="49" charset="-122"/>
              </a:rPr>
              <a:t>        </a:t>
            </a:r>
            <a:r>
              <a:rPr altLang="zh-CN" b="1" dirty="0" sz="3200" kumimoji="1" lang="en-US" err="1">
                <a:latin typeface="Times New Roman" pitchFamily="18" charset="0"/>
                <a:ea typeface="仿宋_GB2312" pitchFamily="49" charset="-122"/>
              </a:rPr>
              <a:t>strncpy</a:t>
            </a:r>
            <a:r>
              <a:rPr altLang="zh-CN" dirty="0" sz="3200" i="1" kumimoji="1" lang="en-US">
                <a:latin typeface="Times New Roman" pitchFamily="18" charset="0"/>
                <a:ea typeface="仿宋_GB2312" pitchFamily="49" charset="-122"/>
              </a:rPr>
              <a:t> </a:t>
            </a:r>
            <a:r>
              <a:rPr altLang="zh-CN" dirty="0" sz="3200" kumimoji="1" lang="en-US">
                <a:latin typeface="Times New Roman" pitchFamily="18" charset="0"/>
                <a:ea typeface="仿宋_GB2312" pitchFamily="49" charset="-122"/>
              </a:rPr>
              <a:t>(</a:t>
            </a:r>
            <a:r>
              <a:rPr altLang="zh-CN" dirty="0" sz="3200" i="1" kumimoji="1" lang="en-US">
                <a:latin typeface="Times New Roman" pitchFamily="18" charset="0"/>
                <a:ea typeface="仿宋_GB2312" pitchFamily="49" charset="-122"/>
              </a:rPr>
              <a:t> hstr</a:t>
            </a:r>
            <a:r>
              <a:rPr altLang="zh-CN" dirty="0" sz="3200" kumimoji="1" lang="en-US">
                <a:latin typeface="Times New Roman" pitchFamily="18" charset="0"/>
                <a:ea typeface="仿宋_GB2312" pitchFamily="49" charset="-122"/>
              </a:rPr>
              <a:t>1,</a:t>
            </a:r>
            <a:r>
              <a:rPr altLang="zh-CN" dirty="0" sz="3200" i="1" kumimoji="1" lang="en-US">
                <a:latin typeface="Times New Roman" pitchFamily="18" charset="0"/>
                <a:ea typeface="仿宋_GB2312" pitchFamily="49" charset="-122"/>
              </a:rPr>
              <a:t> str</a:t>
            </a:r>
            <a:r>
              <a:rPr altLang="zh-CN" dirty="0" sz="3200" kumimoji="1" lang="en-US">
                <a:latin typeface="Times New Roman" pitchFamily="18" charset="0"/>
                <a:ea typeface="仿宋_GB2312" pitchFamily="49" charset="-122"/>
              </a:rPr>
              <a:t>1,</a:t>
            </a:r>
            <a:r>
              <a:rPr altLang="zh-CN" dirty="0" sz="3200" i="1" kumimoji="1" lang="en-US">
                <a:latin typeface="Times New Roman" pitchFamily="18" charset="0"/>
                <a:ea typeface="仿宋_GB2312" pitchFamily="49" charset="-122"/>
              </a:rPr>
              <a:t> i</a:t>
            </a:r>
            <a:r>
              <a:rPr altLang="zh-CN" dirty="0" sz="3200" kumimoji="1" lang="en-US">
                <a:latin typeface="仿宋_GB2312" pitchFamily="49" charset="-122"/>
                <a:ea typeface="仿宋_GB2312" pitchFamily="49" charset="-122"/>
              </a:rPr>
              <a:t>-</a:t>
            </a:r>
            <a:r>
              <a:rPr altLang="zh-CN" dirty="0" sz="3200" kumimoji="1" lang="en-US">
                <a:latin typeface="Times New Roman" pitchFamily="18" charset="0"/>
                <a:ea typeface="仿宋_GB2312" pitchFamily="49" charset="-122"/>
              </a:rPr>
              <a:t>1 )</a:t>
            </a:r>
            <a:r>
              <a:rPr altLang="zh-CN" b="1" dirty="0" sz="3200" kumimoji="1" lang="en-US">
                <a:latin typeface="Times New Roman" pitchFamily="18" charset="0"/>
                <a:ea typeface="仿宋_GB2312" pitchFamily="49" charset="-122"/>
              </a:rPr>
              <a:t>;</a:t>
            </a:r>
          </a:p>
          <a:p>
            <a:pPr eaLnBrk="1" hangingPunct="1">
              <a:lnSpc>
                <a:spcPct val="95000"/>
              </a:lnSpc>
              <a:buClr>
                <a:srgbClr val="FF0000"/>
              </a:buClr>
              <a:buFontTx/>
              <a:buAutoNum type="arabicPeriod" startAt="10"/>
            </a:pPr>
            <a:r>
              <a:rPr altLang="zh-CN" dirty="0" sz="3200" kumimoji="1" lang="en-US">
                <a:latin typeface="Times New Roman" pitchFamily="18" charset="0"/>
                <a:ea typeface="仿宋_GB2312" pitchFamily="49" charset="-122"/>
              </a:rPr>
              <a:t>        </a:t>
            </a:r>
            <a:r>
              <a:rPr altLang="zh-CN" b="1" dirty="0" sz="3200" kumimoji="1" lang="en-US">
                <a:solidFill>
                  <a:srgbClr val="0000CC"/>
                </a:solidFill>
                <a:latin typeface="Times New Roman" pitchFamily="18" charset="0"/>
                <a:ea typeface="仿宋_GB2312" pitchFamily="49" charset="-122"/>
              </a:rPr>
              <a:t>//</a:t>
            </a:r>
            <a:r>
              <a:rPr altLang="zh-CN" b="1" dirty="0" sz="3200" i="1" kumimoji="1" lang="en-US">
                <a:solidFill>
                  <a:srgbClr val="0000CC"/>
                </a:solidFill>
                <a:latin typeface="Times New Roman" pitchFamily="18" charset="0"/>
                <a:ea typeface="仿宋_GB2312" pitchFamily="49" charset="-122"/>
              </a:rPr>
              <a:t>str</a:t>
            </a:r>
            <a:r>
              <a:rPr altLang="zh-CN" b="1" dirty="0" sz="3200" kumimoji="1" lang="en-US">
                <a:solidFill>
                  <a:srgbClr val="0000CC"/>
                </a:solidFill>
                <a:latin typeface="Times New Roman" pitchFamily="18" charset="0"/>
                <a:ea typeface="仿宋_GB2312" pitchFamily="49" charset="-122"/>
              </a:rPr>
              <a:t>1</a:t>
            </a:r>
            <a:r>
              <a:rPr altLang="en-US" b="1" dirty="0" sz="3200" kumimoji="1" lang="zh-CN">
                <a:solidFill>
                  <a:srgbClr val="0000CC"/>
                </a:solidFill>
                <a:latin typeface="Times New Roman" pitchFamily="18" charset="0"/>
                <a:ea typeface="仿宋_GB2312" pitchFamily="49" charset="-122"/>
              </a:rPr>
              <a:t>的前 </a:t>
            </a:r>
            <a:r>
              <a:rPr altLang="zh-CN" b="1" dirty="0" sz="3200" i="1" kumimoji="1" lang="en-US">
                <a:solidFill>
                  <a:srgbClr val="0000CC"/>
                </a:solidFill>
                <a:latin typeface="Times New Roman" pitchFamily="18" charset="0"/>
                <a:ea typeface="仿宋_GB2312" pitchFamily="49" charset="-122"/>
              </a:rPr>
              <a:t>i</a:t>
            </a:r>
            <a:r>
              <a:rPr altLang="zh-CN" b="1" dirty="0" sz="3200" kumimoji="1" lang="en-US">
                <a:solidFill>
                  <a:srgbClr val="0000CC"/>
                </a:solidFill>
                <a:latin typeface="仿宋_GB2312" pitchFamily="49" charset="-122"/>
                <a:ea typeface="仿宋_GB2312" pitchFamily="49" charset="-122"/>
              </a:rPr>
              <a:t>-</a:t>
            </a:r>
            <a:r>
              <a:rPr altLang="zh-CN" b="1" dirty="0" sz="3200" kumimoji="1" lang="en-US">
                <a:solidFill>
                  <a:srgbClr val="0000CC"/>
                </a:solidFill>
                <a:latin typeface="Times New Roman" pitchFamily="18" charset="0"/>
                <a:ea typeface="仿宋_GB2312" pitchFamily="49" charset="-122"/>
              </a:rPr>
              <a:t>1 </a:t>
            </a:r>
            <a:r>
              <a:rPr altLang="en-US" b="1" dirty="0" sz="3200" kumimoji="1" lang="zh-CN">
                <a:solidFill>
                  <a:srgbClr val="0000CC"/>
                </a:solidFill>
                <a:latin typeface="Times New Roman" pitchFamily="18" charset="0"/>
                <a:ea typeface="仿宋_GB2312" pitchFamily="49" charset="-122"/>
              </a:rPr>
              <a:t>个字符传送到</a:t>
            </a:r>
            <a:r>
              <a:rPr altLang="zh-CN" b="1" dirty="0" sz="3200" i="1" kumimoji="1" lang="en-US">
                <a:solidFill>
                  <a:srgbClr val="0000CC"/>
                </a:solidFill>
                <a:latin typeface="Times New Roman" pitchFamily="18" charset="0"/>
                <a:ea typeface="仿宋_GB2312" pitchFamily="49" charset="-122"/>
              </a:rPr>
              <a:t>hstr</a:t>
            </a:r>
            <a:r>
              <a:rPr altLang="zh-CN" b="1" dirty="0" sz="3200" kumimoji="1" lang="en-US">
                <a:solidFill>
                  <a:srgbClr val="0000CC"/>
                </a:solidFill>
                <a:latin typeface="Times New Roman" pitchFamily="18" charset="0"/>
                <a:ea typeface="仿宋_GB2312" pitchFamily="49" charset="-122"/>
              </a:rPr>
              <a:t>1</a:t>
            </a:r>
          </a:p>
          <a:p>
            <a:pPr eaLnBrk="1" hangingPunct="1">
              <a:lnSpc>
                <a:spcPct val="95000"/>
              </a:lnSpc>
              <a:buClr>
                <a:srgbClr val="FF0000"/>
              </a:buClr>
              <a:buFontTx/>
              <a:buAutoNum type="arabicPeriod" startAt="10"/>
            </a:pPr>
            <a:r>
              <a:rPr altLang="zh-CN" b="1" dirty="0" sz="3200" kumimoji="1" lang="en-US">
                <a:latin typeface="Times New Roman" pitchFamily="18" charset="0"/>
                <a:ea typeface="仿宋_GB2312" pitchFamily="49" charset="-122"/>
              </a:rPr>
              <a:t>        </a:t>
            </a:r>
            <a:r>
              <a:rPr altLang="zh-CN" b="1" dirty="0" sz="3200" kumimoji="1" lang="en-US" err="1">
                <a:latin typeface="Times New Roman" pitchFamily="18" charset="0"/>
                <a:ea typeface="仿宋_GB2312" pitchFamily="49" charset="-122"/>
              </a:rPr>
              <a:t>strncpy</a:t>
            </a:r>
            <a:r>
              <a:rPr altLang="zh-CN" dirty="0" sz="3200" i="1" kumimoji="1" lang="en-US">
                <a:latin typeface="Times New Roman" pitchFamily="18" charset="0"/>
                <a:ea typeface="仿宋_GB2312" pitchFamily="49" charset="-122"/>
              </a:rPr>
              <a:t> </a:t>
            </a:r>
            <a:r>
              <a:rPr altLang="zh-CN" dirty="0" sz="3200" kumimoji="1" lang="en-US">
                <a:latin typeface="Times New Roman" pitchFamily="18" charset="0"/>
                <a:ea typeface="仿宋_GB2312" pitchFamily="49" charset="-122"/>
              </a:rPr>
              <a:t>(</a:t>
            </a:r>
            <a:r>
              <a:rPr altLang="zh-CN" dirty="0" sz="3200" i="1" kumimoji="1" lang="en-US">
                <a:latin typeface="Times New Roman" pitchFamily="18" charset="0"/>
                <a:ea typeface="仿宋_GB2312" pitchFamily="49" charset="-122"/>
              </a:rPr>
              <a:t> str</a:t>
            </a:r>
            <a:r>
              <a:rPr altLang="zh-CN" dirty="0" sz="3200" kumimoji="1" lang="en-US">
                <a:latin typeface="Times New Roman" pitchFamily="18" charset="0"/>
                <a:ea typeface="仿宋_GB2312" pitchFamily="49" charset="-122"/>
              </a:rPr>
              <a:t>1,</a:t>
            </a:r>
            <a:r>
              <a:rPr altLang="zh-CN" dirty="0" sz="3200" i="1" kumimoji="1" lang="en-US">
                <a:latin typeface="Times New Roman" pitchFamily="18" charset="0"/>
                <a:ea typeface="仿宋_GB2312" pitchFamily="49" charset="-122"/>
              </a:rPr>
              <a:t> str</a:t>
            </a:r>
            <a:r>
              <a:rPr altLang="zh-CN" dirty="0" sz="3200" kumimoji="1" lang="en-US">
                <a:latin typeface="Times New Roman" pitchFamily="18" charset="0"/>
                <a:ea typeface="仿宋_GB2312" pitchFamily="49" charset="-122"/>
              </a:rPr>
              <a:t>1</a:t>
            </a:r>
            <a:r>
              <a:rPr altLang="zh-CN" dirty="0" sz="3200" i="1" kumimoji="1" lang="en-US">
                <a:latin typeface="Times New Roman" pitchFamily="18" charset="0"/>
                <a:ea typeface="仿宋_GB2312" pitchFamily="49" charset="-122"/>
              </a:rPr>
              <a:t>+i</a:t>
            </a:r>
            <a:r>
              <a:rPr altLang="zh-CN" dirty="0" sz="3200" kumimoji="1" lang="en-US">
                <a:latin typeface="Times New Roman" pitchFamily="18" charset="0"/>
                <a:ea typeface="仿宋_GB2312" pitchFamily="49" charset="-122"/>
              </a:rPr>
              <a:t>,</a:t>
            </a:r>
            <a:r>
              <a:rPr altLang="zh-CN" dirty="0" sz="3200" i="1" kumimoji="1" lang="en-US">
                <a:latin typeface="Times New Roman" pitchFamily="18" charset="0"/>
                <a:ea typeface="仿宋_GB2312" pitchFamily="49" charset="-122"/>
              </a:rPr>
              <a:t> n</a:t>
            </a:r>
            <a:r>
              <a:rPr altLang="zh-CN" dirty="0" sz="3200" kumimoji="1" lang="en-US">
                <a:latin typeface="仿宋_GB2312" pitchFamily="49" charset="-122"/>
                <a:ea typeface="仿宋_GB2312" pitchFamily="49" charset="-122"/>
              </a:rPr>
              <a:t>-</a:t>
            </a:r>
            <a:r>
              <a:rPr altLang="zh-CN" dirty="0" sz="3200" i="1" kumimoji="1" lang="en-US" err="1">
                <a:latin typeface="Times New Roman" pitchFamily="18" charset="0"/>
                <a:ea typeface="仿宋_GB2312" pitchFamily="49" charset="-122"/>
              </a:rPr>
              <a:t>i</a:t>
            </a:r>
            <a:r>
              <a:rPr altLang="zh-CN" dirty="0" sz="3200" kumimoji="1" lang="en-US">
                <a:latin typeface="Times New Roman" pitchFamily="18" charset="0"/>
                <a:ea typeface="仿宋_GB2312" pitchFamily="49" charset="-122"/>
              </a:rPr>
              <a:t> )</a:t>
            </a:r>
            <a:r>
              <a:rPr altLang="zh-CN" b="1" dirty="0" sz="3200" kumimoji="1" lang="en-US">
                <a:latin typeface="Times New Roman" pitchFamily="18" charset="0"/>
                <a:ea typeface="仿宋_GB2312" pitchFamily="49" charset="-122"/>
              </a:rPr>
              <a:t>;</a:t>
            </a:r>
          </a:p>
          <a:p>
            <a:pPr eaLnBrk="1" hangingPunct="1">
              <a:lnSpc>
                <a:spcPct val="95000"/>
              </a:lnSpc>
              <a:buClr>
                <a:srgbClr val="FF0000"/>
              </a:buClr>
              <a:buFontTx/>
              <a:buAutoNum type="arabicPeriod" startAt="10"/>
            </a:pPr>
            <a:r>
              <a:rPr altLang="zh-CN" b="1" dirty="0" sz="3200" kumimoji="1" lang="en-US">
                <a:effectLst>
                  <a:outerShdw algn="tl" blurRad="38100" dir="2700000" dist="38100">
                    <a:srgbClr val="C0C0C0"/>
                  </a:outerShdw>
                </a:effectLst>
                <a:latin typeface="Times New Roman" pitchFamily="18" charset="0"/>
                <a:ea typeface="仿宋_GB2312" pitchFamily="49" charset="-122"/>
              </a:rPr>
              <a:t>        </a:t>
            </a:r>
            <a:r>
              <a:rPr altLang="zh-CN" b="1" dirty="0" sz="3200" kumimoji="1" lang="en-US">
                <a:solidFill>
                  <a:srgbClr val="0000CC"/>
                </a:solidFill>
                <a:latin typeface="Times New Roman" pitchFamily="18" charset="0"/>
                <a:ea typeface="仿宋_GB2312" pitchFamily="49" charset="-122"/>
              </a:rPr>
              <a:t>//</a:t>
            </a:r>
            <a:r>
              <a:rPr altLang="en-US" b="1" dirty="0" sz="3200" kumimoji="1" lang="zh-CN">
                <a:solidFill>
                  <a:srgbClr val="0000CC"/>
                </a:solidFill>
                <a:latin typeface="Times New Roman" pitchFamily="18" charset="0"/>
                <a:ea typeface="仿宋_GB2312" pitchFamily="49" charset="-122"/>
              </a:rPr>
              <a:t>后</a:t>
            </a:r>
            <a:r>
              <a:rPr altLang="zh-CN" b="1" dirty="0" sz="3200" i="1" kumimoji="1" lang="en-US">
                <a:solidFill>
                  <a:srgbClr val="0000CC"/>
                </a:solidFill>
                <a:latin typeface="Times New Roman" pitchFamily="18" charset="0"/>
                <a:ea typeface="仿宋_GB2312" pitchFamily="49" charset="-122"/>
              </a:rPr>
              <a:t>n</a:t>
            </a:r>
            <a:r>
              <a:rPr altLang="zh-CN" b="1" dirty="0" sz="3200" kumimoji="1" lang="en-US">
                <a:solidFill>
                  <a:srgbClr val="0000CC"/>
                </a:solidFill>
                <a:latin typeface="仿宋_GB2312" pitchFamily="49" charset="-122"/>
                <a:ea typeface="仿宋_GB2312" pitchFamily="49" charset="-122"/>
              </a:rPr>
              <a:t>-</a:t>
            </a:r>
            <a:r>
              <a:rPr altLang="zh-CN" b="1" dirty="0" sz="3200" i="1" kumimoji="1" lang="en-US" err="1">
                <a:solidFill>
                  <a:srgbClr val="0000CC"/>
                </a:solidFill>
                <a:latin typeface="Times New Roman" pitchFamily="18" charset="0"/>
                <a:ea typeface="仿宋_GB2312" pitchFamily="49" charset="-122"/>
              </a:rPr>
              <a:t>i</a:t>
            </a:r>
            <a:r>
              <a:rPr altLang="en-US" b="1" dirty="0" sz="3200" kumimoji="1" lang="zh-CN">
                <a:solidFill>
                  <a:srgbClr val="0000CC"/>
                </a:solidFill>
                <a:latin typeface="Times New Roman" pitchFamily="18" charset="0"/>
                <a:ea typeface="仿宋_GB2312" pitchFamily="49" charset="-122"/>
              </a:rPr>
              <a:t>个字符留在</a:t>
            </a:r>
            <a:r>
              <a:rPr altLang="zh-CN" b="1" dirty="0" sz="3200" i="1" kumimoji="1" lang="en-US">
                <a:solidFill>
                  <a:srgbClr val="0000CC"/>
                </a:solidFill>
                <a:latin typeface="Times New Roman" pitchFamily="18" charset="0"/>
                <a:ea typeface="仿宋_GB2312" pitchFamily="49" charset="-122"/>
              </a:rPr>
              <a:t>str</a:t>
            </a:r>
            <a:r>
              <a:rPr altLang="zh-CN" b="1" dirty="0" sz="3200" kumimoji="1" lang="en-US">
                <a:solidFill>
                  <a:srgbClr val="0000CC"/>
                </a:solidFill>
                <a:latin typeface="Times New Roman" pitchFamily="18" charset="0"/>
                <a:ea typeface="仿宋_GB2312" pitchFamily="49" charset="-122"/>
              </a:rPr>
              <a:t>1, </a:t>
            </a:r>
            <a:r>
              <a:rPr altLang="en-US" b="1" dirty="0" sz="3200" kumimoji="1" lang="zh-CN">
                <a:solidFill>
                  <a:srgbClr val="0000CC"/>
                </a:solidFill>
                <a:latin typeface="Times New Roman" pitchFamily="18" charset="0"/>
                <a:ea typeface="仿宋_GB2312" pitchFamily="49" charset="-122"/>
              </a:rPr>
              <a:t>滤去‘</a:t>
            </a:r>
            <a:r>
              <a:rPr altLang="zh-CN" b="1" dirty="0" sz="3200" kumimoji="1" lang="en-US">
                <a:solidFill>
                  <a:srgbClr val="0000CC"/>
                </a:solidFill>
                <a:latin typeface="Times New Roman" pitchFamily="18" charset="0"/>
                <a:ea typeface="仿宋_GB2312" pitchFamily="49" charset="-122"/>
              </a:rPr>
              <a:t>,’</a:t>
            </a:r>
          </a:p>
          <a:p>
            <a:pPr eaLnBrk="1" hangingPunct="1">
              <a:lnSpc>
                <a:spcPct val="95000"/>
              </a:lnSpc>
              <a:buClr>
                <a:srgbClr val="FF0000"/>
              </a:buClr>
              <a:buFontTx/>
              <a:buAutoNum type="arabicPeriod" startAt="10"/>
            </a:pPr>
            <a:r>
              <a:rPr altLang="zh-CN" b="1" dirty="0" sz="3200" kumimoji="1" lang="en-US">
                <a:latin typeface="Times New Roman" pitchFamily="18" charset="0"/>
                <a:ea typeface="仿宋_GB2312" pitchFamily="49" charset="-122"/>
              </a:rPr>
              <a:t>        return</a:t>
            </a:r>
            <a:r>
              <a:rPr altLang="zh-CN" dirty="0" sz="3200" kumimoji="1" lang="en-US">
                <a:latin typeface="Times New Roman" pitchFamily="18" charset="0"/>
                <a:ea typeface="仿宋_GB2312" pitchFamily="49" charset="-122"/>
              </a:rPr>
              <a:t> 1</a:t>
            </a:r>
            <a:r>
              <a:rPr altLang="zh-CN" b="1" dirty="0" sz="3200" kumimoji="1" lang="en-US">
                <a:latin typeface="Times New Roman" pitchFamily="18" charset="0"/>
                <a:ea typeface="仿宋_GB2312" pitchFamily="49" charset="-122"/>
              </a:rPr>
              <a:t>;</a:t>
            </a:r>
          </a:p>
          <a:p>
            <a:pPr eaLnBrk="1" hangingPunct="1">
              <a:lnSpc>
                <a:spcPct val="95000"/>
              </a:lnSpc>
              <a:buClr>
                <a:srgbClr val="FF0000"/>
              </a:buClr>
              <a:buFontTx/>
              <a:buAutoNum type="arabicPeriod" startAt="10"/>
            </a:pPr>
            <a:r>
              <a:rPr altLang="zh-CN" b="1" dirty="0" sz="3200" kumimoji="1" lang="en-US">
                <a:latin typeface="Times New Roman" pitchFamily="18" charset="0"/>
                <a:ea typeface="仿宋_GB2312" pitchFamily="49" charset="-122"/>
              </a:rPr>
              <a:t>    }</a:t>
            </a:r>
          </a:p>
          <a:p>
            <a:pPr eaLnBrk="1" hangingPunct="1">
              <a:lnSpc>
                <a:spcPct val="95000"/>
              </a:lnSpc>
              <a:buClr>
                <a:srgbClr val="FF0000"/>
              </a:buClr>
              <a:buFontTx/>
              <a:buAutoNum type="arabicPeriod" startAt="10"/>
            </a:pPr>
            <a:r>
              <a:rPr altLang="zh-CN" b="1" dirty="0" sz="3200" kumimoji="1" lang="en-US">
                <a:latin typeface="Times New Roman" pitchFamily="18" charset="0"/>
                <a:ea typeface="仿宋_GB2312" pitchFamily="49" charset="-122"/>
              </a:rPr>
              <a:t>    else if</a:t>
            </a:r>
            <a:r>
              <a:rPr altLang="zh-CN" dirty="0" sz="3200" kumimoji="1" lang="en-US">
                <a:latin typeface="Times New Roman" pitchFamily="18" charset="0"/>
                <a:ea typeface="仿宋_GB2312" pitchFamily="49" charset="-122"/>
              </a:rPr>
              <a:t> (</a:t>
            </a:r>
            <a:r>
              <a:rPr altLang="zh-CN" dirty="0" sz="3200" i="1" kumimoji="1" lang="en-US">
                <a:latin typeface="Times New Roman" pitchFamily="18" charset="0"/>
                <a:ea typeface="仿宋_GB2312" pitchFamily="49" charset="-122"/>
              </a:rPr>
              <a:t> k</a:t>
            </a:r>
            <a:r>
              <a:rPr altLang="zh-CN" dirty="0" sz="3200" kumimoji="1" lang="en-US">
                <a:latin typeface="Times New Roman" pitchFamily="18" charset="0"/>
                <a:ea typeface="仿宋_GB2312" pitchFamily="49" charset="-122"/>
              </a:rPr>
              <a:t> !=</a:t>
            </a:r>
            <a:r>
              <a:rPr altLang="zh-CN" dirty="0" sz="3200" i="1" kumimoji="1" lang="en-US">
                <a:latin typeface="Times New Roman" pitchFamily="18" charset="0"/>
                <a:ea typeface="仿宋_GB2312" pitchFamily="49" charset="-122"/>
              </a:rPr>
              <a:t> </a:t>
            </a:r>
            <a:r>
              <a:rPr altLang="zh-CN" dirty="0" sz="3200" kumimoji="1" lang="en-US">
                <a:latin typeface="Times New Roman" pitchFamily="18" charset="0"/>
                <a:ea typeface="仿宋_GB2312" pitchFamily="49" charset="-122"/>
              </a:rPr>
              <a:t>0 )</a:t>
            </a:r>
            <a:r>
              <a:rPr altLang="zh-CN" b="1" dirty="0" sz="3200" kumimoji="1" lang="en-US">
                <a:latin typeface="Times New Roman" pitchFamily="18" charset="0"/>
                <a:ea typeface="仿宋_GB2312" pitchFamily="49" charset="-122"/>
              </a:rPr>
              <a:t> return</a:t>
            </a:r>
            <a:r>
              <a:rPr altLang="zh-CN" dirty="0" sz="3200" kumimoji="1" lang="en-US">
                <a:latin typeface="Times New Roman" pitchFamily="18" charset="0"/>
                <a:ea typeface="仿宋_GB2312" pitchFamily="49" charset="-122"/>
              </a:rPr>
              <a:t> 0</a:t>
            </a:r>
            <a:r>
              <a:rPr altLang="zh-CN" b="1" dirty="0" sz="3200" kumimoji="1" lang="en-US">
                <a:latin typeface="Times New Roman" pitchFamily="18" charset="0"/>
                <a:ea typeface="仿宋_GB2312" pitchFamily="49" charset="-122"/>
              </a:rPr>
              <a:t>;   </a:t>
            </a:r>
            <a:r>
              <a:rPr altLang="zh-CN" b="1" dirty="0" sz="3200" kumimoji="1" lang="en-US">
                <a:solidFill>
                  <a:srgbClr val="0000CC"/>
                </a:solidFill>
                <a:latin typeface="Times New Roman" pitchFamily="18" charset="0"/>
                <a:ea typeface="仿宋_GB2312" pitchFamily="49" charset="-122"/>
              </a:rPr>
              <a:t>//</a:t>
            </a:r>
            <a:r>
              <a:rPr altLang="en-US" b="1" dirty="0" sz="3200" kumimoji="1" lang="zh-CN">
                <a:solidFill>
                  <a:srgbClr val="0000CC"/>
                </a:solidFill>
                <a:latin typeface="Times New Roman" pitchFamily="18" charset="0"/>
                <a:ea typeface="仿宋_GB2312" pitchFamily="49" charset="-122"/>
              </a:rPr>
              <a:t>括号不配对出错</a:t>
            </a:r>
          </a:p>
          <a:p>
            <a:pPr eaLnBrk="1" hangingPunct="1">
              <a:lnSpc>
                <a:spcPct val="95000"/>
              </a:lnSpc>
              <a:buClr>
                <a:srgbClr val="FF0000"/>
              </a:buClr>
              <a:buFontTx/>
              <a:buAutoNum type="arabicPeriod" startAt="10"/>
            </a:pPr>
            <a:r>
              <a:rPr altLang="en-US" b="1" dirty="0" sz="3200" kumimoji="1" lang="zh-CN">
                <a:latin typeface="Times New Roman" pitchFamily="18" charset="0"/>
                <a:ea typeface="仿宋_GB2312" pitchFamily="49" charset="-122"/>
              </a:rPr>
              <a:t>           </a:t>
            </a:r>
            <a:r>
              <a:rPr altLang="zh-CN" b="1" dirty="0" sz="3200" kumimoji="1" lang="en-US">
                <a:latin typeface="Times New Roman" pitchFamily="18" charset="0"/>
                <a:ea typeface="仿宋_GB2312" pitchFamily="49" charset="-122"/>
              </a:rPr>
              <a:t>else {	                     </a:t>
            </a:r>
            <a:r>
              <a:rPr altLang="zh-CN" b="1" dirty="0" sz="3200" kumimoji="1" lang="en-US">
                <a:solidFill>
                  <a:srgbClr val="0000CC"/>
                </a:solidFill>
                <a:latin typeface="Times New Roman" pitchFamily="18" charset="0"/>
                <a:ea typeface="仿宋_GB2312" pitchFamily="49" charset="-122"/>
              </a:rPr>
              <a:t>//</a:t>
            </a:r>
            <a:r>
              <a:rPr altLang="en-US" b="1" dirty="0" sz="3200" kumimoji="1" lang="zh-CN">
                <a:solidFill>
                  <a:srgbClr val="0000CC"/>
                </a:solidFill>
                <a:latin typeface="Times New Roman" pitchFamily="18" charset="0"/>
                <a:ea typeface="仿宋_GB2312" pitchFamily="49" charset="-122"/>
              </a:rPr>
              <a:t>括号配对</a:t>
            </a:r>
          </a:p>
          <a:p>
            <a:pPr eaLnBrk="1" hangingPunct="1">
              <a:lnSpc>
                <a:spcPct val="95000"/>
              </a:lnSpc>
              <a:buClr>
                <a:srgbClr val="FF0000"/>
              </a:buClr>
              <a:buFontTx/>
              <a:buAutoNum type="arabicPeriod" startAt="10"/>
            </a:pPr>
            <a:r>
              <a:rPr altLang="en-US" b="1" dirty="0" sz="3200" kumimoji="1" lang="zh-CN">
                <a:latin typeface="Times New Roman" pitchFamily="18" charset="0"/>
                <a:ea typeface="仿宋_GB2312" pitchFamily="49" charset="-122"/>
              </a:rPr>
              <a:t>              </a:t>
            </a:r>
            <a:r>
              <a:rPr altLang="zh-CN" b="1" dirty="0" sz="3200" kumimoji="1" lang="en-US" err="1">
                <a:latin typeface="Times New Roman" pitchFamily="18" charset="0"/>
                <a:ea typeface="仿宋_GB2312" pitchFamily="49" charset="-122"/>
              </a:rPr>
              <a:t>strcpy</a:t>
            </a:r>
            <a:r>
              <a:rPr altLang="zh-CN" dirty="0" sz="3200" kumimoji="1" lang="en-US">
                <a:latin typeface="Times New Roman" pitchFamily="18" charset="0"/>
                <a:ea typeface="仿宋_GB2312" pitchFamily="49" charset="-122"/>
              </a:rPr>
              <a:t> (</a:t>
            </a:r>
            <a:r>
              <a:rPr altLang="zh-CN" dirty="0" sz="3200" i="1" kumimoji="1" lang="en-US">
                <a:latin typeface="Times New Roman" pitchFamily="18" charset="0"/>
                <a:ea typeface="仿宋_GB2312" pitchFamily="49" charset="-122"/>
              </a:rPr>
              <a:t> hstr</a:t>
            </a:r>
            <a:r>
              <a:rPr altLang="zh-CN" dirty="0" sz="3200" kumimoji="1" lang="en-US">
                <a:latin typeface="Times New Roman" pitchFamily="18" charset="0"/>
                <a:ea typeface="仿宋_GB2312" pitchFamily="49" charset="-122"/>
              </a:rPr>
              <a:t>1,</a:t>
            </a:r>
            <a:r>
              <a:rPr altLang="zh-CN" dirty="0" sz="3200" i="1" kumimoji="1" lang="en-US">
                <a:latin typeface="Times New Roman" pitchFamily="18" charset="0"/>
                <a:ea typeface="仿宋_GB2312" pitchFamily="49" charset="-122"/>
              </a:rPr>
              <a:t> str</a:t>
            </a:r>
            <a:r>
              <a:rPr altLang="zh-CN" dirty="0" sz="3200" kumimoji="1" lang="en-US">
                <a:latin typeface="Times New Roman" pitchFamily="18" charset="0"/>
                <a:ea typeface="仿宋_GB2312" pitchFamily="49" charset="-122"/>
              </a:rPr>
              <a:t>1 )</a:t>
            </a:r>
            <a:r>
              <a:rPr altLang="zh-CN" b="1" dirty="0" sz="3200" kumimoji="1" lang="en-US">
                <a:latin typeface="Times New Roman" pitchFamily="18" charset="0"/>
                <a:ea typeface="仿宋_GB2312" pitchFamily="49" charset="-122"/>
              </a:rPr>
              <a:t>;</a:t>
            </a:r>
            <a:r>
              <a:rPr altLang="zh-CN" dirty="0" sz="3200" kumimoji="1" lang="en-US">
                <a:latin typeface="Times New Roman" pitchFamily="18" charset="0"/>
                <a:ea typeface="仿宋_GB2312" pitchFamily="49" charset="-122"/>
              </a:rPr>
              <a:t>  </a:t>
            </a:r>
            <a:r>
              <a:rPr altLang="zh-CN" dirty="0" sz="3200" i="1" kumimoji="1" lang="en-US">
                <a:latin typeface="Times New Roman" pitchFamily="18" charset="0"/>
                <a:ea typeface="仿宋_GB2312" pitchFamily="49" charset="-122"/>
              </a:rPr>
              <a:t>str</a:t>
            </a:r>
            <a:r>
              <a:rPr altLang="zh-CN" dirty="0" sz="3200" kumimoji="1" lang="en-US">
                <a:latin typeface="Times New Roman" pitchFamily="18" charset="0"/>
                <a:ea typeface="仿宋_GB2312" pitchFamily="49" charset="-122"/>
              </a:rPr>
              <a:t>1</a:t>
            </a:r>
            <a:r>
              <a:rPr altLang="zh-CN" dirty="0" sz="3200" i="1" kumimoji="1" lang="en-US">
                <a:latin typeface="Times New Roman" pitchFamily="18" charset="0"/>
                <a:ea typeface="仿宋_GB2312" pitchFamily="49" charset="-122"/>
              </a:rPr>
              <a:t> = </a:t>
            </a:r>
            <a:r>
              <a:rPr altLang="zh-CN" dirty="0" sz="3200" kumimoji="1" lang="en-US">
                <a:solidFill>
                  <a:srgbClr val="FF0000"/>
                </a:solidFill>
                <a:latin typeface="Times New Roman" pitchFamily="18" charset="0"/>
                <a:ea typeface="仿宋_GB2312" pitchFamily="49" charset="-122"/>
              </a:rPr>
              <a:t>'\0'</a:t>
            </a:r>
            <a:r>
              <a:rPr altLang="zh-CN" b="1" dirty="0" sz="3200" kumimoji="1" lang="en-US">
                <a:latin typeface="Times New Roman" pitchFamily="18" charset="0"/>
                <a:ea typeface="仿宋_GB2312" pitchFamily="49" charset="-122"/>
              </a:rPr>
              <a:t>;</a:t>
            </a:r>
          </a:p>
          <a:p>
            <a:pPr eaLnBrk="1" hangingPunct="1">
              <a:lnSpc>
                <a:spcPct val="95000"/>
              </a:lnSpc>
              <a:buClr>
                <a:srgbClr val="FF0000"/>
              </a:buClr>
              <a:buFontTx/>
              <a:buAutoNum type="arabicPeriod" startAt="10"/>
            </a:pPr>
            <a:r>
              <a:rPr altLang="zh-CN" dirty="0" sz="3200" kumimoji="1" lang="en-US">
                <a:latin typeface="Times New Roman" pitchFamily="18" charset="0"/>
                <a:ea typeface="仿宋_GB2312" pitchFamily="49" charset="-122"/>
              </a:rPr>
              <a:t>              </a:t>
            </a:r>
            <a:r>
              <a:rPr altLang="zh-CN" b="1" dirty="0" sz="3200" kumimoji="1" lang="en-US">
                <a:solidFill>
                  <a:srgbClr val="0000CC"/>
                </a:solidFill>
                <a:latin typeface="Times New Roman" pitchFamily="18" charset="0"/>
                <a:ea typeface="仿宋_GB2312" pitchFamily="49" charset="-122"/>
              </a:rPr>
              <a:t>//</a:t>
            </a:r>
            <a:r>
              <a:rPr altLang="zh-CN" b="1" dirty="0" sz="3200" i="1" kumimoji="1" lang="en-US">
                <a:solidFill>
                  <a:srgbClr val="0000CC"/>
                </a:solidFill>
                <a:latin typeface="Times New Roman" pitchFamily="18" charset="0"/>
                <a:ea typeface="仿宋_GB2312" pitchFamily="49" charset="-122"/>
              </a:rPr>
              <a:t>str</a:t>
            </a:r>
            <a:r>
              <a:rPr altLang="zh-CN" b="1" dirty="0" sz="3200" kumimoji="1" lang="en-US">
                <a:solidFill>
                  <a:srgbClr val="0000CC"/>
                </a:solidFill>
                <a:latin typeface="Times New Roman" pitchFamily="18" charset="0"/>
                <a:ea typeface="仿宋_GB2312" pitchFamily="49" charset="-122"/>
              </a:rPr>
              <a:t>1</a:t>
            </a:r>
            <a:r>
              <a:rPr altLang="en-US" b="1" dirty="0" sz="3200" kumimoji="1" lang="zh-CN">
                <a:solidFill>
                  <a:srgbClr val="0000CC"/>
                </a:solidFill>
                <a:latin typeface="Times New Roman" pitchFamily="18" charset="0"/>
                <a:ea typeface="仿宋_GB2312" pitchFamily="49" charset="-122"/>
              </a:rPr>
              <a:t>全部传送给</a:t>
            </a:r>
            <a:r>
              <a:rPr altLang="zh-CN" b="1" dirty="0" sz="3200" i="1" kumimoji="1" lang="en-US">
                <a:solidFill>
                  <a:srgbClr val="0000CC"/>
                </a:solidFill>
                <a:latin typeface="Times New Roman" pitchFamily="18" charset="0"/>
                <a:ea typeface="仿宋_GB2312" pitchFamily="49" charset="-122"/>
              </a:rPr>
              <a:t>hstr</a:t>
            </a:r>
            <a:r>
              <a:rPr altLang="zh-CN" b="1" dirty="0" sz="3200" kumimoji="1" lang="en-US">
                <a:solidFill>
                  <a:srgbClr val="0000CC"/>
                </a:solidFill>
                <a:latin typeface="Times New Roman" pitchFamily="18" charset="0"/>
                <a:ea typeface="仿宋_GB2312" pitchFamily="49" charset="-122"/>
              </a:rPr>
              <a:t>1</a:t>
            </a:r>
          </a:p>
          <a:p>
            <a:pPr eaLnBrk="1" hangingPunct="1">
              <a:lnSpc>
                <a:spcPct val="95000"/>
              </a:lnSpc>
              <a:buClr>
                <a:srgbClr val="FF0000"/>
              </a:buClr>
              <a:buFontTx/>
              <a:buAutoNum type="arabicPeriod" startAt="10"/>
            </a:pPr>
            <a:r>
              <a:rPr altLang="zh-CN" b="1" dirty="0" sz="3200" kumimoji="1" lang="en-US">
                <a:latin typeface="Times New Roman" pitchFamily="18" charset="0"/>
                <a:ea typeface="仿宋_GB2312" pitchFamily="49" charset="-122"/>
              </a:rPr>
              <a:t>              return</a:t>
            </a:r>
            <a:r>
              <a:rPr altLang="zh-CN" dirty="0" sz="3200" kumimoji="1" lang="en-US">
                <a:latin typeface="Times New Roman" pitchFamily="18" charset="0"/>
                <a:ea typeface="仿宋_GB2312" pitchFamily="49" charset="-122"/>
              </a:rPr>
              <a:t> 1</a:t>
            </a:r>
            <a:r>
              <a:rPr altLang="zh-CN" b="1" dirty="0" sz="3200" kumimoji="1" lang="en-US">
                <a:latin typeface="Times New Roman" pitchFamily="18" charset="0"/>
                <a:ea typeface="仿宋_GB2312" pitchFamily="49" charset="-122"/>
              </a:rPr>
              <a:t>;</a:t>
            </a:r>
          </a:p>
          <a:p>
            <a:pPr eaLnBrk="1" hangingPunct="1">
              <a:lnSpc>
                <a:spcPct val="95000"/>
              </a:lnSpc>
              <a:buClr>
                <a:srgbClr val="FF0000"/>
              </a:buClr>
              <a:buFontTx/>
              <a:buAutoNum type="arabicPeriod" startAt="10"/>
            </a:pPr>
            <a:r>
              <a:rPr altLang="zh-CN" b="1" dirty="0" sz="3200" kumimoji="1" lang="en-US">
                <a:latin typeface="Times New Roman" pitchFamily="18" charset="0"/>
                <a:ea typeface="仿宋_GB2312" pitchFamily="49" charset="-122"/>
              </a:rPr>
              <a:t>           }</a:t>
            </a:r>
          </a:p>
          <a:p>
            <a:pPr eaLnBrk="1" hangingPunct="1">
              <a:lnSpc>
                <a:spcPct val="95000"/>
              </a:lnSpc>
              <a:buClr>
                <a:srgbClr val="FF0000"/>
              </a:buClr>
              <a:buFontTx/>
              <a:buAutoNum type="arabicPeriod" startAt="10"/>
            </a:pPr>
            <a:r>
              <a:rPr altLang="zh-CN" b="1" dirty="0" sz="3200" kumimoji="1" lang="en-US">
                <a:latin typeface="Times New Roman" pitchFamily="18" charset="0"/>
                <a:ea typeface="仿宋_GB2312" pitchFamily="49" charset="-122"/>
              </a:rPr>
              <a:t>}</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0" presetSubtype="0">
                                  <p:stCondLst>
                                    <p:cond delay="0"/>
                                  </p:stCondLst>
                                  <p:childTnLst>
                                    <p:set>
                                      <p:cBhvr>
                                        <p:cTn dur="1" fill="hold" id="6">
                                          <p:stCondLst>
                                            <p:cond delay="0"/>
                                          </p:stCondLst>
                                        </p:cTn>
                                        <p:tgtEl>
                                          <p:spTgt spid="1050040">
                                            <p:txEl>
                                              <p:pRg st="0" end="0"/>
                                            </p:txEl>
                                          </p:spTgt>
                                        </p:tgtEl>
                                        <p:attrNameLst>
                                          <p:attrName>style.visibility</p:attrName>
                                        </p:attrNameLst>
                                      </p:cBhvr>
                                      <p:to>
                                        <p:strVal val="visible"/>
                                      </p:to>
                                    </p:set>
                                    <p:animEffect transition="in" filter="fade">
                                      <p:cBhvr>
                                        <p:cTn dur="500" id="7"/>
                                        <p:tgtEl>
                                          <p:spTgt spid="1050040">
                                            <p:txEl>
                                              <p:pRg st="0" end="0"/>
                                            </p:txEl>
                                          </p:spTgt>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10" presetSubtype="0">
                                  <p:stCondLst>
                                    <p:cond delay="0"/>
                                  </p:stCondLst>
                                  <p:childTnLst>
                                    <p:set>
                                      <p:cBhvr>
                                        <p:cTn dur="1" fill="hold" id="11">
                                          <p:stCondLst>
                                            <p:cond delay="0"/>
                                          </p:stCondLst>
                                        </p:cTn>
                                        <p:tgtEl>
                                          <p:spTgt spid="1050040">
                                            <p:txEl>
                                              <p:pRg st="1" end="1"/>
                                            </p:txEl>
                                          </p:spTgt>
                                        </p:tgtEl>
                                        <p:attrNameLst>
                                          <p:attrName>style.visibility</p:attrName>
                                        </p:attrNameLst>
                                      </p:cBhvr>
                                      <p:to>
                                        <p:strVal val="visible"/>
                                      </p:to>
                                    </p:set>
                                    <p:animEffect transition="in" filter="fade">
                                      <p:cBhvr>
                                        <p:cTn dur="500" id="12"/>
                                        <p:tgtEl>
                                          <p:spTgt spid="1050040">
                                            <p:txEl>
                                              <p:pRg st="1" end="1"/>
                                            </p:txEl>
                                          </p:spTgt>
                                        </p:tgtEl>
                                      </p:cBhvr>
                                    </p:animEffect>
                                  </p:childTnLst>
                                </p:cTn>
                              </p:par>
                              <p:par>
                                <p:cTn fill="hold" id="13" nodeType="withEffect" presetClass="entr" presetID="10" presetSubtype="0">
                                  <p:stCondLst>
                                    <p:cond delay="0"/>
                                  </p:stCondLst>
                                  <p:childTnLst>
                                    <p:set>
                                      <p:cBhvr>
                                        <p:cTn dur="1" fill="hold" id="14">
                                          <p:stCondLst>
                                            <p:cond delay="0"/>
                                          </p:stCondLst>
                                        </p:cTn>
                                        <p:tgtEl>
                                          <p:spTgt spid="1050040">
                                            <p:txEl>
                                              <p:pRg st="2" end="2"/>
                                            </p:txEl>
                                          </p:spTgt>
                                        </p:tgtEl>
                                        <p:attrNameLst>
                                          <p:attrName>style.visibility</p:attrName>
                                        </p:attrNameLst>
                                      </p:cBhvr>
                                      <p:to>
                                        <p:strVal val="visible"/>
                                      </p:to>
                                    </p:set>
                                    <p:animEffect transition="in" filter="fade">
                                      <p:cBhvr>
                                        <p:cTn dur="500" id="15"/>
                                        <p:tgtEl>
                                          <p:spTgt spid="1050040">
                                            <p:txEl>
                                              <p:pRg st="2" end="2"/>
                                            </p:txEl>
                                          </p:spTgt>
                                        </p:tgtEl>
                                      </p:cBhvr>
                                    </p:animEffect>
                                  </p:childTnLst>
                                </p:cTn>
                              </p:par>
                              <p:par>
                                <p:cTn fill="hold" id="16" nodeType="withEffect" presetClass="entr" presetID="10" presetSubtype="0">
                                  <p:stCondLst>
                                    <p:cond delay="0"/>
                                  </p:stCondLst>
                                  <p:childTnLst>
                                    <p:set>
                                      <p:cBhvr>
                                        <p:cTn dur="1" fill="hold" id="17">
                                          <p:stCondLst>
                                            <p:cond delay="0"/>
                                          </p:stCondLst>
                                        </p:cTn>
                                        <p:tgtEl>
                                          <p:spTgt spid="1050040">
                                            <p:txEl>
                                              <p:pRg st="3" end="3"/>
                                            </p:txEl>
                                          </p:spTgt>
                                        </p:tgtEl>
                                        <p:attrNameLst>
                                          <p:attrName>style.visibility</p:attrName>
                                        </p:attrNameLst>
                                      </p:cBhvr>
                                      <p:to>
                                        <p:strVal val="visible"/>
                                      </p:to>
                                    </p:set>
                                    <p:animEffect transition="in" filter="fade">
                                      <p:cBhvr>
                                        <p:cTn dur="500" id="18"/>
                                        <p:tgtEl>
                                          <p:spTgt spid="1050040">
                                            <p:txEl>
                                              <p:pRg st="3" end="3"/>
                                            </p:txEl>
                                          </p:spTgt>
                                        </p:tgtEl>
                                      </p:cBhvr>
                                    </p:animEffect>
                                  </p:childTnLst>
                                </p:cTn>
                              </p:par>
                              <p:par>
                                <p:cTn fill="hold" id="19" nodeType="withEffect" presetClass="entr" presetID="10" presetSubtype="0">
                                  <p:stCondLst>
                                    <p:cond delay="0"/>
                                  </p:stCondLst>
                                  <p:childTnLst>
                                    <p:set>
                                      <p:cBhvr>
                                        <p:cTn dur="1" fill="hold" id="20">
                                          <p:stCondLst>
                                            <p:cond delay="0"/>
                                          </p:stCondLst>
                                        </p:cTn>
                                        <p:tgtEl>
                                          <p:spTgt spid="1050040">
                                            <p:txEl>
                                              <p:pRg st="4" end="4"/>
                                            </p:txEl>
                                          </p:spTgt>
                                        </p:tgtEl>
                                        <p:attrNameLst>
                                          <p:attrName>style.visibility</p:attrName>
                                        </p:attrNameLst>
                                      </p:cBhvr>
                                      <p:to>
                                        <p:strVal val="visible"/>
                                      </p:to>
                                    </p:set>
                                    <p:animEffect transition="in" filter="fade">
                                      <p:cBhvr>
                                        <p:cTn dur="500" id="21"/>
                                        <p:tgtEl>
                                          <p:spTgt spid="1050040">
                                            <p:txEl>
                                              <p:pRg st="4" end="4"/>
                                            </p:txEl>
                                          </p:spTgt>
                                        </p:tgtEl>
                                      </p:cBhvr>
                                    </p:animEffect>
                                  </p:childTnLst>
                                </p:cTn>
                              </p:par>
                              <p:par>
                                <p:cTn fill="hold" id="22" nodeType="withEffect" presetClass="entr" presetID="10" presetSubtype="0">
                                  <p:stCondLst>
                                    <p:cond delay="0"/>
                                  </p:stCondLst>
                                  <p:childTnLst>
                                    <p:set>
                                      <p:cBhvr>
                                        <p:cTn dur="1" fill="hold" id="23">
                                          <p:stCondLst>
                                            <p:cond delay="0"/>
                                          </p:stCondLst>
                                        </p:cTn>
                                        <p:tgtEl>
                                          <p:spTgt spid="1050040">
                                            <p:txEl>
                                              <p:pRg st="5" end="5"/>
                                            </p:txEl>
                                          </p:spTgt>
                                        </p:tgtEl>
                                        <p:attrNameLst>
                                          <p:attrName>style.visibility</p:attrName>
                                        </p:attrNameLst>
                                      </p:cBhvr>
                                      <p:to>
                                        <p:strVal val="visible"/>
                                      </p:to>
                                    </p:set>
                                    <p:animEffect transition="in" filter="fade">
                                      <p:cBhvr>
                                        <p:cTn dur="500" id="24"/>
                                        <p:tgtEl>
                                          <p:spTgt spid="1050040">
                                            <p:txEl>
                                              <p:pRg st="5" end="5"/>
                                            </p:txEl>
                                          </p:spTgt>
                                        </p:tgtEl>
                                      </p:cBhvr>
                                    </p:animEffect>
                                  </p:childTnLst>
                                </p:cTn>
                              </p:par>
                              <p:par>
                                <p:cTn fill="hold" id="25" nodeType="withEffect" presetClass="entr" presetID="10" presetSubtype="0">
                                  <p:stCondLst>
                                    <p:cond delay="0"/>
                                  </p:stCondLst>
                                  <p:childTnLst>
                                    <p:set>
                                      <p:cBhvr>
                                        <p:cTn dur="1" fill="hold" id="26">
                                          <p:stCondLst>
                                            <p:cond delay="0"/>
                                          </p:stCondLst>
                                        </p:cTn>
                                        <p:tgtEl>
                                          <p:spTgt spid="1050040">
                                            <p:txEl>
                                              <p:pRg st="6" end="6"/>
                                            </p:txEl>
                                          </p:spTgt>
                                        </p:tgtEl>
                                        <p:attrNameLst>
                                          <p:attrName>style.visibility</p:attrName>
                                        </p:attrNameLst>
                                      </p:cBhvr>
                                      <p:to>
                                        <p:strVal val="visible"/>
                                      </p:to>
                                    </p:set>
                                    <p:animEffect transition="in" filter="fade">
                                      <p:cBhvr>
                                        <p:cTn dur="500" id="27"/>
                                        <p:tgtEl>
                                          <p:spTgt spid="1050040">
                                            <p:txEl>
                                              <p:pRg st="6" end="6"/>
                                            </p:txEl>
                                          </p:spTgt>
                                        </p:tgtEl>
                                      </p:cBhvr>
                                    </p:animEffect>
                                  </p:childTnLst>
                                </p:cTn>
                              </p:par>
                            </p:childTnLst>
                          </p:cTn>
                        </p:par>
                      </p:childTnLst>
                    </p:cTn>
                  </p:par>
                  <p:par>
                    <p:cTn fill="hold" id="28">
                      <p:stCondLst>
                        <p:cond delay="indefinite"/>
                      </p:stCondLst>
                      <p:childTnLst>
                        <p:par>
                          <p:cTn fill="hold" id="29">
                            <p:stCondLst>
                              <p:cond delay="0"/>
                            </p:stCondLst>
                            <p:childTnLst>
                              <p:par>
                                <p:cTn fill="hold" id="30" nodeType="clickEffect" presetClass="entr" presetID="10" presetSubtype="0">
                                  <p:stCondLst>
                                    <p:cond delay="0"/>
                                  </p:stCondLst>
                                  <p:childTnLst>
                                    <p:set>
                                      <p:cBhvr>
                                        <p:cTn dur="1" fill="hold" id="31">
                                          <p:stCondLst>
                                            <p:cond delay="0"/>
                                          </p:stCondLst>
                                        </p:cTn>
                                        <p:tgtEl>
                                          <p:spTgt spid="1050040">
                                            <p:txEl>
                                              <p:pRg st="7" end="7"/>
                                            </p:txEl>
                                          </p:spTgt>
                                        </p:tgtEl>
                                        <p:attrNameLst>
                                          <p:attrName>style.visibility</p:attrName>
                                        </p:attrNameLst>
                                      </p:cBhvr>
                                      <p:to>
                                        <p:strVal val="visible"/>
                                      </p:to>
                                    </p:set>
                                    <p:animEffect transition="in" filter="fade">
                                      <p:cBhvr>
                                        <p:cTn dur="500" id="32"/>
                                        <p:tgtEl>
                                          <p:spTgt spid="1050040">
                                            <p:txEl>
                                              <p:pRg st="7" end="7"/>
                                            </p:txEl>
                                          </p:spTgt>
                                        </p:tgtEl>
                                      </p:cBhvr>
                                    </p:animEffect>
                                  </p:childTnLst>
                                </p:cTn>
                              </p:par>
                            </p:childTnLst>
                          </p:cTn>
                        </p:par>
                      </p:childTnLst>
                    </p:cTn>
                  </p:par>
                  <p:par>
                    <p:cTn fill="hold" id="33">
                      <p:stCondLst>
                        <p:cond delay="indefinite"/>
                      </p:stCondLst>
                      <p:childTnLst>
                        <p:par>
                          <p:cTn fill="hold" id="34">
                            <p:stCondLst>
                              <p:cond delay="0"/>
                            </p:stCondLst>
                            <p:childTnLst>
                              <p:par>
                                <p:cTn fill="hold" id="35" nodeType="clickEffect" presetClass="entr" presetID="10" presetSubtype="0">
                                  <p:stCondLst>
                                    <p:cond delay="0"/>
                                  </p:stCondLst>
                                  <p:childTnLst>
                                    <p:set>
                                      <p:cBhvr>
                                        <p:cTn dur="1" fill="hold" id="36">
                                          <p:stCondLst>
                                            <p:cond delay="0"/>
                                          </p:stCondLst>
                                        </p:cTn>
                                        <p:tgtEl>
                                          <p:spTgt spid="1050040">
                                            <p:txEl>
                                              <p:pRg st="8" end="8"/>
                                            </p:txEl>
                                          </p:spTgt>
                                        </p:tgtEl>
                                        <p:attrNameLst>
                                          <p:attrName>style.visibility</p:attrName>
                                        </p:attrNameLst>
                                      </p:cBhvr>
                                      <p:to>
                                        <p:strVal val="visible"/>
                                      </p:to>
                                    </p:set>
                                    <p:animEffect transition="in" filter="fade">
                                      <p:cBhvr>
                                        <p:cTn dur="500" id="37"/>
                                        <p:tgtEl>
                                          <p:spTgt spid="1050040">
                                            <p:txEl>
                                              <p:pRg st="8" end="8"/>
                                            </p:txEl>
                                          </p:spTgt>
                                        </p:tgtEl>
                                      </p:cBhvr>
                                    </p:animEffect>
                                  </p:childTnLst>
                                </p:cTn>
                              </p:par>
                              <p:par>
                                <p:cTn fill="hold" id="38" nodeType="withEffect" presetClass="entr" presetID="10" presetSubtype="0">
                                  <p:stCondLst>
                                    <p:cond delay="0"/>
                                  </p:stCondLst>
                                  <p:childTnLst>
                                    <p:set>
                                      <p:cBhvr>
                                        <p:cTn dur="1" fill="hold" id="39">
                                          <p:stCondLst>
                                            <p:cond delay="0"/>
                                          </p:stCondLst>
                                        </p:cTn>
                                        <p:tgtEl>
                                          <p:spTgt spid="1050040">
                                            <p:txEl>
                                              <p:pRg st="9" end="9"/>
                                            </p:txEl>
                                          </p:spTgt>
                                        </p:tgtEl>
                                        <p:attrNameLst>
                                          <p:attrName>style.visibility</p:attrName>
                                        </p:attrNameLst>
                                      </p:cBhvr>
                                      <p:to>
                                        <p:strVal val="visible"/>
                                      </p:to>
                                    </p:set>
                                    <p:animEffect transition="in" filter="fade">
                                      <p:cBhvr>
                                        <p:cTn dur="500" id="40"/>
                                        <p:tgtEl>
                                          <p:spTgt spid="1050040">
                                            <p:txEl>
                                              <p:pRg st="9" end="9"/>
                                            </p:txEl>
                                          </p:spTgt>
                                        </p:tgtEl>
                                      </p:cBhvr>
                                    </p:animEffect>
                                  </p:childTnLst>
                                </p:cTn>
                              </p:par>
                              <p:par>
                                <p:cTn fill="hold" id="41" nodeType="withEffect" presetClass="entr" presetID="10" presetSubtype="0">
                                  <p:stCondLst>
                                    <p:cond delay="0"/>
                                  </p:stCondLst>
                                  <p:childTnLst>
                                    <p:set>
                                      <p:cBhvr>
                                        <p:cTn dur="1" fill="hold" id="42">
                                          <p:stCondLst>
                                            <p:cond delay="0"/>
                                          </p:stCondLst>
                                        </p:cTn>
                                        <p:tgtEl>
                                          <p:spTgt spid="1050040">
                                            <p:txEl>
                                              <p:pRg st="10" end="10"/>
                                            </p:txEl>
                                          </p:spTgt>
                                        </p:tgtEl>
                                        <p:attrNameLst>
                                          <p:attrName>style.visibility</p:attrName>
                                        </p:attrNameLst>
                                      </p:cBhvr>
                                      <p:to>
                                        <p:strVal val="visible"/>
                                      </p:to>
                                    </p:set>
                                    <p:animEffect transition="in" filter="fade">
                                      <p:cBhvr>
                                        <p:cTn dur="500" id="43"/>
                                        <p:tgtEl>
                                          <p:spTgt spid="1050040">
                                            <p:txEl>
                                              <p:pRg st="10" end="10"/>
                                            </p:txEl>
                                          </p:spTgt>
                                        </p:tgtEl>
                                      </p:cBhvr>
                                    </p:animEffect>
                                  </p:childTnLst>
                                </p:cTn>
                              </p:par>
                              <p:par>
                                <p:cTn fill="hold" id="44" nodeType="withEffect" presetClass="entr" presetID="10" presetSubtype="0">
                                  <p:stCondLst>
                                    <p:cond delay="0"/>
                                  </p:stCondLst>
                                  <p:childTnLst>
                                    <p:set>
                                      <p:cBhvr>
                                        <p:cTn dur="1" fill="hold" id="45">
                                          <p:stCondLst>
                                            <p:cond delay="0"/>
                                          </p:stCondLst>
                                        </p:cTn>
                                        <p:tgtEl>
                                          <p:spTgt spid="1050040">
                                            <p:txEl>
                                              <p:pRg st="11" end="11"/>
                                            </p:txEl>
                                          </p:spTgt>
                                        </p:tgtEl>
                                        <p:attrNameLst>
                                          <p:attrName>style.visibility</p:attrName>
                                        </p:attrNameLst>
                                      </p:cBhvr>
                                      <p:to>
                                        <p:strVal val="visible"/>
                                      </p:to>
                                    </p:set>
                                    <p:animEffect transition="in" filter="fade">
                                      <p:cBhvr>
                                        <p:cTn dur="500" id="46"/>
                                        <p:tgtEl>
                                          <p:spTgt spid="1050040">
                                            <p:txEl>
                                              <p:pRg st="11" end="11"/>
                                            </p:txEl>
                                          </p:spTgt>
                                        </p:tgtEl>
                                      </p:cBhvr>
                                    </p:animEffect>
                                  </p:childTnLst>
                                </p:cTn>
                              </p:par>
                              <p:par>
                                <p:cTn fill="hold" id="47" nodeType="withEffect" presetClass="entr" presetID="10" presetSubtype="0">
                                  <p:stCondLst>
                                    <p:cond delay="0"/>
                                  </p:stCondLst>
                                  <p:childTnLst>
                                    <p:set>
                                      <p:cBhvr>
                                        <p:cTn dur="1" fill="hold" id="48">
                                          <p:stCondLst>
                                            <p:cond delay="0"/>
                                          </p:stCondLst>
                                        </p:cTn>
                                        <p:tgtEl>
                                          <p:spTgt spid="1050040">
                                            <p:txEl>
                                              <p:pRg st="12" end="12"/>
                                            </p:txEl>
                                          </p:spTgt>
                                        </p:tgtEl>
                                        <p:attrNameLst>
                                          <p:attrName>style.visibility</p:attrName>
                                        </p:attrNameLst>
                                      </p:cBhvr>
                                      <p:to>
                                        <p:strVal val="visible"/>
                                      </p:to>
                                    </p:set>
                                    <p:animEffect transition="in" filter="fade">
                                      <p:cBhvr>
                                        <p:cTn dur="500" id="49"/>
                                        <p:tgtEl>
                                          <p:spTgt spid="1050040">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345" name=""/>
        <p:cNvGrpSpPr/>
        <p:nvPr/>
      </p:nvGrpSpPr>
      <p:grpSpPr>
        <a:xfrm>
          <a:off x="0" y="0"/>
          <a:ext cx="0" cy="0"/>
          <a:chOff x="0" y="0"/>
          <a:chExt cx="0" cy="0"/>
        </a:xfrm>
      </p:grpSpPr>
      <p:sp>
        <p:nvSpPr>
          <p:cNvPr id="1050041" name="Text Box 2"/>
          <p:cNvSpPr txBox="1">
            <a:spLocks noChangeArrowheads="1"/>
          </p:cNvSpPr>
          <p:nvPr/>
        </p:nvSpPr>
        <p:spPr bwMode="auto">
          <a:xfrm>
            <a:off x="533400" y="7938"/>
            <a:ext cx="8458200" cy="6892290"/>
          </a:xfrm>
          <a:prstGeom prst="rect"/>
          <a:noFill/>
          <a:ln>
            <a:noFill/>
          </a:ln>
        </p:spPr>
        <p:txBody>
          <a:bodyPr>
            <a:spAutoFit/>
          </a:bodyPr>
          <a:lstStyle>
            <a:lvl1pPr indent="-457200" marL="457200">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0"/>
              </a:spcBef>
              <a:buFontTx/>
              <a:buNone/>
            </a:pPr>
            <a:endParaRPr altLang="zh-CN" dirty="0" kumimoji="1" lang="en-US">
              <a:solidFill>
                <a:srgbClr val="FF0000"/>
              </a:solidFill>
              <a:latin typeface="Times New Roman" panose="02020603050405020304" pitchFamily="18" charset="0"/>
              <a:ea typeface="仿宋_GB2312" pitchFamily="49" charset="-122"/>
            </a:endParaRPr>
          </a:p>
          <a:p>
            <a:pPr eaLnBrk="1" hangingPunct="1">
              <a:lnSpc>
                <a:spcPct val="105000"/>
              </a:lnSpc>
              <a:spcBef>
                <a:spcPct val="0"/>
              </a:spcBef>
              <a:buFontTx/>
              <a:buNone/>
            </a:pPr>
            <a:r>
              <a:rPr altLang="zh-CN" b="1" dirty="0" sz="1400" kumimoji="1" lang="en-US">
                <a:latin typeface="Times New Roman" panose="02020603050405020304" pitchFamily="18" charset="0"/>
                <a:ea typeface="仿宋_GB2312" pitchFamily="49" charset="-122"/>
              </a:rPr>
              <a:t>	</a:t>
            </a:r>
          </a:p>
          <a:p>
            <a:pPr eaLnBrk="1" hangingPunct="1">
              <a:lnSpc>
                <a:spcPct val="105000"/>
              </a:lnSpc>
              <a:spcBef>
                <a:spcPct val="0"/>
              </a:spcBef>
              <a:buClr>
                <a:srgbClr val="FF0000"/>
              </a:buClr>
              <a:buFontTx/>
              <a:buAutoNum type="arabicPeriod"/>
            </a:pPr>
            <a:r>
              <a:rPr altLang="zh-CN" dirty="0"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ls</a:t>
            </a:r>
            <a:r>
              <a:rPr altLang="zh-CN" dirty="0" kumimoji="1" lang="en-US" err="1">
                <a:latin typeface="Times New Roman" panose="02020603050405020304" pitchFamily="18" charset="0"/>
                <a:ea typeface="仿宋_GB2312" pitchFamily="49" charset="-122"/>
              </a:rPr>
              <a:t>→</a:t>
            </a:r>
            <a:r>
              <a:rPr altLang="zh-CN" dirty="0" i="1" kumimoji="1" lang="en-US" err="1">
                <a:latin typeface="Times New Roman" panose="02020603050405020304" pitchFamily="18" charset="0"/>
                <a:ea typeface="仿宋_GB2312" pitchFamily="49" charset="-122"/>
              </a:rPr>
              <a:t>utype</a:t>
            </a:r>
            <a:r>
              <a:rPr altLang="zh-CN" dirty="0" i="1" kumimoji="1" lang="en-US">
                <a:latin typeface="Times New Roman" panose="02020603050405020304" pitchFamily="18" charset="0"/>
                <a:ea typeface="仿宋_GB2312" pitchFamily="49" charset="-122"/>
              </a:rPr>
              <a:t> = </a:t>
            </a:r>
            <a:r>
              <a:rPr altLang="zh-CN" dirty="0" kumimoji="1" lang="en-US">
                <a:latin typeface="Times New Roman" panose="02020603050405020304" pitchFamily="18" charset="0"/>
                <a:ea typeface="仿宋_GB2312" pitchFamily="49" charset="-122"/>
              </a:rPr>
              <a:t>HEAD</a:t>
            </a:r>
            <a:r>
              <a:rPr altLang="zh-CN" b="1" dirty="0" kumimoji="1" lang="en-US">
                <a:latin typeface="Times New Roman" panose="02020603050405020304" pitchFamily="18" charset="0"/>
                <a:ea typeface="仿宋_GB2312" pitchFamily="49" charset="-122"/>
              </a:rPr>
              <a:t>;</a:t>
            </a:r>
            <a:r>
              <a:rPr altLang="zh-CN" dirty="0"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ls</a:t>
            </a:r>
            <a:r>
              <a:rPr altLang="zh-CN" dirty="0" kumimoji="1" lang="en-US" err="1">
                <a:latin typeface="Times New Roman" panose="02020603050405020304" pitchFamily="18" charset="0"/>
                <a:ea typeface="仿宋_GB2312" pitchFamily="49" charset="-122"/>
              </a:rPr>
              <a:t>→</a:t>
            </a:r>
            <a:r>
              <a:rPr altLang="zh-CN" dirty="0" i="1" kumimoji="1" lang="en-US" err="1">
                <a:latin typeface="Times New Roman" panose="02020603050405020304" pitchFamily="18" charset="0"/>
                <a:ea typeface="仿宋_GB2312" pitchFamily="49" charset="-122"/>
              </a:rPr>
              <a:t>value.ref</a:t>
            </a:r>
            <a:r>
              <a:rPr altLang="zh-CN" dirty="0" kumimoji="1" lang="en-US">
                <a:latin typeface="Times New Roman" panose="02020603050405020304" pitchFamily="18" charset="0"/>
                <a:ea typeface="仿宋_GB2312" pitchFamily="49" charset="-122"/>
              </a:rPr>
              <a:t> = 1</a:t>
            </a:r>
            <a:r>
              <a:rPr altLang="zh-CN" b="1" dirty="0" kumimoji="1" lang="en-US">
                <a:latin typeface="Times New Roman" panose="02020603050405020304" pitchFamily="18" charset="0"/>
                <a:ea typeface="仿宋_GB2312" pitchFamily="49" charset="-122"/>
              </a:rPr>
              <a:t>;</a:t>
            </a:r>
          </a:p>
          <a:p>
            <a:pPr eaLnBrk="1" hangingPunct="1">
              <a:lnSpc>
                <a:spcPct val="105000"/>
              </a:lnSpc>
              <a:spcBef>
                <a:spcPct val="0"/>
              </a:spcBef>
              <a:buFontTx/>
              <a:buNone/>
            </a:pPr>
            <a:r>
              <a:rPr altLang="zh-CN" b="1" dirty="0" kumimoji="1" lang="en-US">
                <a:latin typeface="Times New Roman" panose="02020603050405020304" pitchFamily="18" charset="0"/>
                <a:ea typeface="仿宋_GB2312" pitchFamily="49" charset="-122"/>
              </a:rPr>
              <a:t>int</a:t>
            </a:r>
            <a:r>
              <a:rPr altLang="zh-CN" dirty="0" i="1"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Genlist</a:t>
            </a:r>
            <a:r>
              <a:rPr altLang="zh-CN" dirty="0" i="1" kumimoji="1" lang="en-US">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a:t>
            </a:r>
          </a:p>
          <a:p>
            <a:pPr eaLnBrk="1" hangingPunct="1">
              <a:lnSpc>
                <a:spcPct val="105000"/>
              </a:lnSpc>
              <a:spcBef>
                <a:spcPct val="0"/>
              </a:spcBef>
              <a:buFontTx/>
              <a:buNone/>
            </a:pPr>
            <a:r>
              <a:rPr altLang="zh-CN" dirty="0" i="1" kumimoji="1" lang="en-US" err="1">
                <a:latin typeface="Times New Roman" panose="02020603050405020304" pitchFamily="18" charset="0"/>
                <a:ea typeface="仿宋_GB2312" pitchFamily="49" charset="-122"/>
              </a:rPr>
              <a:t>CreateList</a:t>
            </a:r>
            <a:r>
              <a:rPr altLang="zh-CN" dirty="0" i="1" kumimoji="1" lang="en-US">
                <a:latin typeface="Times New Roman" panose="02020603050405020304" pitchFamily="18" charset="0"/>
                <a:ea typeface="仿宋_GB2312" pitchFamily="49" charset="-122"/>
              </a:rPr>
              <a:t> </a:t>
            </a:r>
            <a:r>
              <a:rPr altLang="zh-CN" dirty="0"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GenListNode</a:t>
            </a:r>
            <a:r>
              <a:rPr altLang="zh-CN" dirty="0" i="1" kumimoji="1" lang="en-US">
                <a:latin typeface="Times New Roman" panose="02020603050405020304" pitchFamily="18" charset="0"/>
                <a:ea typeface="仿宋_GB2312" pitchFamily="49" charset="-122"/>
              </a:rPr>
              <a:t> </a:t>
            </a:r>
            <a:r>
              <a:rPr altLang="zh-CN" dirty="0" i="1" kumimoji="1" lang="en-US">
                <a:solidFill>
                  <a:srgbClr val="FF0000"/>
                </a:solidFill>
                <a:latin typeface="Times New Roman" panose="02020603050405020304" pitchFamily="18" charset="0"/>
                <a:ea typeface="仿宋_GB2312" pitchFamily="49" charset="-122"/>
              </a:rPr>
              <a:t>&amp;</a:t>
            </a:r>
            <a:r>
              <a:rPr altLang="zh-CN" dirty="0" i="1" kumimoji="1" lang="en-US">
                <a:latin typeface="Times New Roman" panose="02020603050405020304" pitchFamily="18" charset="0"/>
                <a:ea typeface="仿宋_GB2312" pitchFamily="49" charset="-122"/>
              </a:rPr>
              <a:t>*ls</a:t>
            </a:r>
            <a:r>
              <a:rPr altLang="zh-CN" b="1" dirty="0" kumimoji="1" lang="en-US">
                <a:latin typeface="Times New Roman" panose="02020603050405020304" pitchFamily="18" charset="0"/>
                <a:ea typeface="仿宋_GB2312" pitchFamily="49" charset="-122"/>
              </a:rPr>
              <a:t>,</a:t>
            </a:r>
            <a:r>
              <a:rPr altLang="zh-CN" dirty="0" kumimoji="1" lang="en-US">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char </a:t>
            </a:r>
            <a:r>
              <a:rPr altLang="zh-CN" dirty="0" i="1" kumimoji="1" lang="en-US">
                <a:latin typeface="Times New Roman" panose="02020603050405020304" pitchFamily="18" charset="0"/>
                <a:ea typeface="仿宋_GB2312" pitchFamily="49" charset="-122"/>
              </a:rPr>
              <a:t>* s</a:t>
            </a:r>
            <a:r>
              <a:rPr altLang="zh-CN" dirty="0" kumimoji="1" lang="en-US">
                <a:latin typeface="Times New Roman" panose="02020603050405020304" pitchFamily="18" charset="0"/>
                <a:ea typeface="仿宋_GB2312" pitchFamily="49" charset="-122"/>
              </a:rPr>
              <a:t> ) </a:t>
            </a:r>
            <a:r>
              <a:rPr altLang="zh-CN" b="1" dirty="0" kumimoji="1" lang="en-US">
                <a:latin typeface="Times New Roman" panose="02020603050405020304" pitchFamily="18" charset="0"/>
                <a:ea typeface="仿宋_GB2312" pitchFamily="49" charset="-122"/>
              </a:rPr>
              <a:t>{</a:t>
            </a:r>
            <a:endParaRPr altLang="zh-CN" dirty="0" kumimoji="1" lang="en-US">
              <a:latin typeface="Times New Roman" panose="02020603050405020304" pitchFamily="18" charset="0"/>
              <a:ea typeface="仿宋_GB2312" pitchFamily="49" charset="-122"/>
            </a:endParaRPr>
          </a:p>
          <a:p>
            <a:pPr eaLnBrk="1" hangingPunct="1">
              <a:lnSpc>
                <a:spcPct val="105000"/>
              </a:lnSpc>
              <a:spcBef>
                <a:spcPct val="0"/>
              </a:spcBef>
              <a:buClr>
                <a:srgbClr val="FF0000"/>
              </a:buClr>
              <a:buFontTx/>
              <a:buAutoNum type="arabicPeriod"/>
            </a:pPr>
            <a:r>
              <a:rPr altLang="zh-CN" b="1" dirty="0" kumimoji="1" lang="en-US">
                <a:latin typeface="Times New Roman" panose="02020603050405020304" pitchFamily="18" charset="0"/>
                <a:ea typeface="仿宋_GB2312" pitchFamily="49" charset="-122"/>
              </a:rPr>
              <a:t>   char</a:t>
            </a:r>
            <a:r>
              <a:rPr altLang="zh-CN" dirty="0" kumimoji="1" lang="en-US">
                <a:latin typeface="Times New Roman" panose="02020603050405020304" pitchFamily="18" charset="0"/>
                <a:ea typeface="仿宋_GB2312" pitchFamily="49" charset="-122"/>
              </a:rPr>
              <a:t> </a:t>
            </a:r>
            <a:r>
              <a:rPr altLang="zh-CN" dirty="0" i="1" kumimoji="1" lang="en-US">
                <a:latin typeface="Times New Roman" panose="02020603050405020304" pitchFamily="18" charset="0"/>
                <a:ea typeface="仿宋_GB2312" pitchFamily="49" charset="-122"/>
              </a:rPr>
              <a:t>*sub, *</a:t>
            </a:r>
            <a:r>
              <a:rPr altLang="zh-CN" dirty="0" i="1" kumimoji="1" lang="en-US" err="1">
                <a:latin typeface="Times New Roman" panose="02020603050405020304" pitchFamily="18" charset="0"/>
                <a:ea typeface="仿宋_GB2312" pitchFamily="49" charset="-122"/>
              </a:rPr>
              <a:t>hsub</a:t>
            </a:r>
            <a:r>
              <a:rPr altLang="zh-CN" b="1" dirty="0" kumimoji="1" lang="en-US">
                <a:latin typeface="Times New Roman" panose="02020603050405020304" pitchFamily="18" charset="0"/>
                <a:ea typeface="仿宋_GB2312" pitchFamily="49" charset="-122"/>
              </a:rPr>
              <a:t>;</a:t>
            </a:r>
            <a:r>
              <a:rPr altLang="zh-CN" dirty="0" kumimoji="1" lang="en-US">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int</a:t>
            </a:r>
            <a:r>
              <a:rPr altLang="zh-CN" dirty="0" kumimoji="1" lang="en-US">
                <a:latin typeface="Times New Roman" panose="02020603050405020304" pitchFamily="18" charset="0"/>
                <a:ea typeface="仿宋_GB2312" pitchFamily="49" charset="-122"/>
              </a:rPr>
              <a:t> </a:t>
            </a:r>
            <a:r>
              <a:rPr altLang="zh-CN" dirty="0" i="1" kumimoji="1" lang="en-US">
                <a:latin typeface="Times New Roman" panose="02020603050405020304" pitchFamily="18" charset="0"/>
                <a:ea typeface="仿宋_GB2312" pitchFamily="49" charset="-122"/>
              </a:rPr>
              <a:t>tag</a:t>
            </a:r>
            <a:r>
              <a:rPr altLang="zh-CN" b="1" dirty="0" kumimoji="1" lang="en-US">
                <a:latin typeface="Times New Roman" panose="02020603050405020304" pitchFamily="18" charset="0"/>
                <a:ea typeface="仿宋_GB2312" pitchFamily="49" charset="-122"/>
              </a:rPr>
              <a:t>;</a:t>
            </a:r>
          </a:p>
          <a:p>
            <a:pPr eaLnBrk="1" hangingPunct="1">
              <a:lnSpc>
                <a:spcPct val="105000"/>
              </a:lnSpc>
              <a:spcBef>
                <a:spcPct val="0"/>
              </a:spcBef>
              <a:buClr>
                <a:srgbClr val="FF0000"/>
              </a:buClr>
              <a:buFontTx/>
              <a:buAutoNum type="arabicPeriod"/>
            </a:pPr>
            <a:r>
              <a:rPr altLang="zh-CN" dirty="0" kumimoji="1" lang="en-US">
                <a:latin typeface="Times New Roman" panose="02020603050405020304" pitchFamily="18" charset="0"/>
                <a:ea typeface="仿宋_GB2312" pitchFamily="49" charset="-122"/>
              </a:rPr>
              <a:t>   </a:t>
            </a:r>
            <a:r>
              <a:rPr altLang="zh-CN" dirty="0" i="1" kumimoji="1" lang="en-US">
                <a:latin typeface="Times New Roman" panose="02020603050405020304" pitchFamily="18" charset="0"/>
                <a:ea typeface="仿宋_GB2312" pitchFamily="49" charset="-122"/>
              </a:rPr>
              <a:t>ls =</a:t>
            </a:r>
            <a:r>
              <a:rPr altLang="zh-CN" dirty="0" kumimoji="1" lang="en-US">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new</a:t>
            </a:r>
            <a:r>
              <a:rPr altLang="zh-CN" dirty="0" i="1"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GenListNode</a:t>
            </a:r>
            <a:r>
              <a:rPr altLang="zh-CN" dirty="0" i="1" kumimoji="1" lang="en-US">
                <a:latin typeface="Times New Roman" panose="02020603050405020304" pitchFamily="18" charset="0"/>
                <a:ea typeface="仿宋_GB2312" pitchFamily="49" charset="-122"/>
              </a:rPr>
              <a:t> </a:t>
            </a:r>
            <a:r>
              <a:rPr altLang="zh-CN" dirty="0" kumimoji="1" lang="en-US">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    </a:t>
            </a:r>
            <a:r>
              <a:rPr altLang="zh-CN" b="1" dirty="0" kumimoji="1" lang="en-US">
                <a:solidFill>
                  <a:srgbClr val="0000CC"/>
                </a:solidFill>
                <a:latin typeface="Times New Roman" panose="02020603050405020304" pitchFamily="18" charset="0"/>
                <a:ea typeface="仿宋_GB2312" pitchFamily="49" charset="-122"/>
              </a:rPr>
              <a:t>//</a:t>
            </a:r>
            <a:r>
              <a:rPr altLang="en-US" b="1" dirty="0" kumimoji="1" lang="zh-CN">
                <a:solidFill>
                  <a:srgbClr val="0000CC"/>
                </a:solidFill>
                <a:latin typeface="Times New Roman" panose="02020603050405020304" pitchFamily="18" charset="0"/>
                <a:ea typeface="仿宋_GB2312" pitchFamily="49" charset="-122"/>
              </a:rPr>
              <a:t>建立表头结点</a:t>
            </a:r>
          </a:p>
          <a:p>
            <a:pPr eaLnBrk="1" hangingPunct="1">
              <a:lnSpc>
                <a:spcPct val="105000"/>
              </a:lnSpc>
              <a:spcBef>
                <a:spcPct val="0"/>
              </a:spcBef>
              <a:buClr>
                <a:srgbClr val="FF0000"/>
              </a:buClr>
              <a:buFontTx/>
              <a:buAutoNum type="arabicPeriod"/>
            </a:pPr>
            <a:r>
              <a:rPr altLang="en-US" b="1" dirty="0" kumimoji="1" lang="zh-CN">
                <a:latin typeface="Times New Roman" panose="02020603050405020304" pitchFamily="18" charset="0"/>
                <a:ea typeface="仿宋_GB2312" pitchFamily="49" charset="-122"/>
              </a:rPr>
              <a:t> </a:t>
            </a:r>
            <a:r>
              <a:rPr altLang="en-US" dirty="0" kumimoji="1" lang="zh-CN">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if</a:t>
            </a:r>
            <a:r>
              <a:rPr altLang="zh-CN" dirty="0" kumimoji="1" lang="en-US">
                <a:latin typeface="Times New Roman" panose="02020603050405020304" pitchFamily="18" charset="0"/>
                <a:ea typeface="仿宋_GB2312" pitchFamily="49" charset="-122"/>
              </a:rPr>
              <a:t> ( </a:t>
            </a:r>
            <a:r>
              <a:rPr altLang="zh-CN" b="1" dirty="0" kumimoji="1" lang="en-US" err="1">
                <a:latin typeface="Times New Roman" panose="02020603050405020304" pitchFamily="18" charset="0"/>
                <a:ea typeface="仿宋_GB2312" pitchFamily="49" charset="-122"/>
              </a:rPr>
              <a:t>strlen</a:t>
            </a:r>
            <a:r>
              <a:rPr altLang="zh-CN" b="1" dirty="0" i="1" kumimoji="1" lang="en-US">
                <a:latin typeface="Times New Roman" panose="02020603050405020304" pitchFamily="18" charset="0"/>
                <a:ea typeface="仿宋_GB2312" pitchFamily="49" charset="-122"/>
              </a:rPr>
              <a:t> </a:t>
            </a:r>
            <a:r>
              <a:rPr altLang="zh-CN" dirty="0" kumimoji="1" lang="en-US">
                <a:latin typeface="Times New Roman" panose="02020603050405020304" pitchFamily="18" charset="0"/>
                <a:ea typeface="仿宋_GB2312" pitchFamily="49" charset="-122"/>
              </a:rPr>
              <a:t>(</a:t>
            </a:r>
            <a:r>
              <a:rPr altLang="zh-CN" dirty="0" i="1" kumimoji="1" lang="en-US">
                <a:latin typeface="Times New Roman" panose="02020603050405020304" pitchFamily="18" charset="0"/>
                <a:ea typeface="仿宋_GB2312" pitchFamily="49" charset="-122"/>
              </a:rPr>
              <a:t>s</a:t>
            </a:r>
            <a:r>
              <a:rPr altLang="zh-CN" dirty="0" kumimoji="1" lang="en-US">
                <a:latin typeface="Times New Roman" panose="02020603050405020304" pitchFamily="18" charset="0"/>
                <a:ea typeface="仿宋_GB2312" pitchFamily="49" charset="-122"/>
              </a:rPr>
              <a:t>)</a:t>
            </a:r>
            <a:r>
              <a:rPr altLang="zh-CN" dirty="0" i="1" kumimoji="1" lang="en-US">
                <a:latin typeface="Times New Roman" panose="02020603050405020304" pitchFamily="18" charset="0"/>
                <a:ea typeface="仿宋_GB2312" pitchFamily="49" charset="-122"/>
              </a:rPr>
              <a:t> == </a:t>
            </a:r>
            <a:r>
              <a:rPr altLang="zh-CN" dirty="0" kumimoji="1" lang="en-US">
                <a:latin typeface="Times New Roman" panose="02020603050405020304" pitchFamily="18" charset="0"/>
                <a:ea typeface="仿宋_GB2312" pitchFamily="49" charset="-122"/>
              </a:rPr>
              <a:t>0 </a:t>
            </a:r>
            <a:r>
              <a:rPr altLang="zh-CN" b="1" dirty="0" kumimoji="1" lang="en-US">
                <a:latin typeface="Times New Roman" panose="02020603050405020304" pitchFamily="18" charset="0"/>
                <a:ea typeface="仿宋_GB2312" pitchFamily="49" charset="-122"/>
              </a:rPr>
              <a:t>||</a:t>
            </a:r>
            <a:r>
              <a:rPr altLang="zh-CN" dirty="0" i="1" kumimoji="1" lang="en-US">
                <a:latin typeface="Times New Roman" panose="02020603050405020304" pitchFamily="18" charset="0"/>
                <a:ea typeface="仿宋_GB2312" pitchFamily="49" charset="-122"/>
              </a:rPr>
              <a:t> </a:t>
            </a:r>
            <a:r>
              <a:rPr altLang="zh-CN" dirty="0" kumimoji="1" lang="en-US">
                <a:latin typeface="Times New Roman" panose="02020603050405020304" pitchFamily="18" charset="0"/>
                <a:ea typeface="仿宋_GB2312" pitchFamily="49" charset="-122"/>
              </a:rPr>
              <a:t>!</a:t>
            </a:r>
            <a:r>
              <a:rPr altLang="zh-CN" b="1" dirty="0" kumimoji="1" lang="en-US" err="1">
                <a:latin typeface="Times New Roman" panose="02020603050405020304" pitchFamily="18" charset="0"/>
                <a:ea typeface="仿宋_GB2312" pitchFamily="49" charset="-122"/>
              </a:rPr>
              <a:t>strcmp</a:t>
            </a:r>
            <a:r>
              <a:rPr altLang="zh-CN" dirty="0" kumimoji="1" lang="en-US">
                <a:latin typeface="Times New Roman" panose="02020603050405020304" pitchFamily="18" charset="0"/>
                <a:ea typeface="仿宋_GB2312" pitchFamily="49" charset="-122"/>
              </a:rPr>
              <a:t> ( </a:t>
            </a:r>
            <a:r>
              <a:rPr altLang="zh-CN" dirty="0" i="1" kumimoji="1" lang="en-US">
                <a:latin typeface="Times New Roman" panose="02020603050405020304" pitchFamily="18" charset="0"/>
                <a:ea typeface="仿宋_GB2312" pitchFamily="49" charset="-122"/>
              </a:rPr>
              <a:t>s,</a:t>
            </a:r>
            <a:r>
              <a:rPr altLang="zh-CN" dirty="0" kumimoji="1" lang="en-US">
                <a:latin typeface="Times New Roman" panose="02020603050405020304" pitchFamily="18" charset="0"/>
                <a:ea typeface="仿宋_GB2312" pitchFamily="49" charset="-122"/>
              </a:rPr>
              <a:t>"( )" ) )</a:t>
            </a:r>
          </a:p>
          <a:p>
            <a:pPr eaLnBrk="1" hangingPunct="1">
              <a:lnSpc>
                <a:spcPct val="105000"/>
              </a:lnSpc>
              <a:spcBef>
                <a:spcPct val="0"/>
              </a:spcBef>
              <a:buClr>
                <a:srgbClr val="FF0000"/>
              </a:buClr>
              <a:buFontTx/>
              <a:buAutoNum type="arabicPeriod"/>
            </a:pPr>
            <a:r>
              <a:rPr altLang="zh-CN" dirty="0"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ls</a:t>
            </a:r>
            <a:r>
              <a:rPr altLang="zh-CN" dirty="0" kumimoji="1" lang="en-US" err="1">
                <a:latin typeface="Times New Roman" panose="02020603050405020304" pitchFamily="18" charset="0"/>
                <a:ea typeface="仿宋_GB2312" pitchFamily="49" charset="-122"/>
              </a:rPr>
              <a:t>→</a:t>
            </a:r>
            <a:r>
              <a:rPr altLang="zh-CN" dirty="0" i="1" kumimoji="1" lang="en-US" err="1">
                <a:latin typeface="Times New Roman" panose="02020603050405020304" pitchFamily="18" charset="0"/>
                <a:ea typeface="仿宋_GB2312" pitchFamily="49" charset="-122"/>
              </a:rPr>
              <a:t>tlink</a:t>
            </a:r>
            <a:r>
              <a:rPr altLang="zh-CN" dirty="0" i="1" kumimoji="1" lang="en-US">
                <a:latin typeface="Times New Roman" panose="02020603050405020304" pitchFamily="18" charset="0"/>
                <a:ea typeface="仿宋_GB2312" pitchFamily="49" charset="-122"/>
              </a:rPr>
              <a:t> = NULL</a:t>
            </a:r>
            <a:r>
              <a:rPr altLang="zh-CN" b="1" dirty="0" kumimoji="1" lang="en-US">
                <a:latin typeface="Times New Roman" panose="02020603050405020304" pitchFamily="18" charset="0"/>
                <a:ea typeface="仿宋_GB2312" pitchFamily="49" charset="-122"/>
              </a:rPr>
              <a:t>;	          </a:t>
            </a:r>
            <a:r>
              <a:rPr altLang="zh-CN" b="1" dirty="0" kumimoji="1" lang="en-US">
                <a:solidFill>
                  <a:srgbClr val="0000CC"/>
                </a:solidFill>
                <a:latin typeface="Times New Roman" panose="02020603050405020304" pitchFamily="18" charset="0"/>
                <a:ea typeface="仿宋_GB2312" pitchFamily="49" charset="-122"/>
              </a:rPr>
              <a:t>//</a:t>
            </a:r>
            <a:r>
              <a:rPr altLang="en-US" b="1" dirty="0" kumimoji="1" lang="zh-CN">
                <a:solidFill>
                  <a:srgbClr val="0000CC"/>
                </a:solidFill>
                <a:latin typeface="Times New Roman" panose="02020603050405020304" pitchFamily="18" charset="0"/>
                <a:ea typeface="仿宋_GB2312" pitchFamily="49" charset="-122"/>
              </a:rPr>
              <a:t>空表</a:t>
            </a:r>
            <a:r>
              <a:rPr altLang="en-US" b="1" dirty="0" kumimoji="1" lang="zh-CN">
                <a:latin typeface="Times New Roman" panose="02020603050405020304" pitchFamily="18" charset="0"/>
                <a:ea typeface="仿宋_GB2312" pitchFamily="49" charset="-122"/>
              </a:rPr>
              <a:t>	</a:t>
            </a:r>
          </a:p>
          <a:p>
            <a:pPr eaLnBrk="1" hangingPunct="1">
              <a:lnSpc>
                <a:spcPct val="105000"/>
              </a:lnSpc>
              <a:spcBef>
                <a:spcPct val="0"/>
              </a:spcBef>
              <a:buClr>
                <a:srgbClr val="FF0000"/>
              </a:buClr>
              <a:buFontTx/>
              <a:buAutoNum type="arabicPeriod"/>
            </a:pPr>
            <a:r>
              <a:rPr altLang="en-US" dirty="0" kumimoji="1" lang="zh-CN">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else {</a:t>
            </a:r>
            <a:endParaRPr altLang="zh-CN" dirty="0" kumimoji="1" lang="en-US">
              <a:latin typeface="Times New Roman" panose="02020603050405020304" pitchFamily="18" charset="0"/>
              <a:ea typeface="仿宋_GB2312" pitchFamily="49" charset="-122"/>
            </a:endParaRPr>
          </a:p>
          <a:p>
            <a:pPr eaLnBrk="1" hangingPunct="1">
              <a:lnSpc>
                <a:spcPct val="105000"/>
              </a:lnSpc>
              <a:spcBef>
                <a:spcPct val="0"/>
              </a:spcBef>
              <a:buClr>
                <a:srgbClr val="FF0000"/>
              </a:buClr>
              <a:buFontTx/>
              <a:buAutoNum type="arabicPeriod"/>
            </a:pPr>
            <a:r>
              <a:rPr altLang="zh-CN" dirty="0" kumimoji="1" lang="en-US">
                <a:latin typeface="Times New Roman" panose="02020603050405020304" pitchFamily="18" charset="0"/>
                <a:ea typeface="仿宋_GB2312" pitchFamily="49" charset="-122"/>
              </a:rPr>
              <a:t>      </a:t>
            </a:r>
            <a:r>
              <a:rPr altLang="zh-CN" b="1" dirty="0" kumimoji="1" lang="en-US" err="1">
                <a:latin typeface="Times New Roman" panose="02020603050405020304" pitchFamily="18" charset="0"/>
                <a:ea typeface="仿宋_GB2312" pitchFamily="49" charset="-122"/>
              </a:rPr>
              <a:t>strncpy</a:t>
            </a:r>
            <a:r>
              <a:rPr altLang="zh-CN" dirty="0" i="1" kumimoji="1" lang="en-US">
                <a:latin typeface="Times New Roman" panose="02020603050405020304" pitchFamily="18" charset="0"/>
                <a:ea typeface="仿宋_GB2312" pitchFamily="49" charset="-122"/>
              </a:rPr>
              <a:t> </a:t>
            </a:r>
            <a:r>
              <a:rPr altLang="zh-CN" dirty="0" kumimoji="1" lang="en-US">
                <a:latin typeface="Times New Roman" panose="02020603050405020304" pitchFamily="18" charset="0"/>
                <a:ea typeface="仿宋_GB2312" pitchFamily="49" charset="-122"/>
              </a:rPr>
              <a:t>( </a:t>
            </a:r>
            <a:r>
              <a:rPr altLang="zh-CN" dirty="0" i="1" kumimoji="1" lang="en-US">
                <a:latin typeface="Times New Roman" panose="02020603050405020304" pitchFamily="18" charset="0"/>
                <a:ea typeface="仿宋_GB2312" pitchFamily="49" charset="-122"/>
              </a:rPr>
              <a:t>sub</a:t>
            </a:r>
            <a:r>
              <a:rPr altLang="zh-CN" dirty="0" kumimoji="1" lang="en-US">
                <a:latin typeface="Times New Roman" panose="02020603050405020304" pitchFamily="18" charset="0"/>
                <a:ea typeface="仿宋_GB2312" pitchFamily="49" charset="-122"/>
              </a:rPr>
              <a:t>,</a:t>
            </a:r>
            <a:r>
              <a:rPr altLang="zh-CN" dirty="0" i="1" kumimoji="1" lang="en-US">
                <a:latin typeface="Times New Roman" panose="02020603050405020304" pitchFamily="18" charset="0"/>
                <a:ea typeface="仿宋_GB2312" pitchFamily="49" charset="-122"/>
              </a:rPr>
              <a:t> s+</a:t>
            </a:r>
            <a:r>
              <a:rPr altLang="zh-CN" dirty="0" kumimoji="1" lang="en-US">
                <a:latin typeface="Times New Roman" panose="02020603050405020304" pitchFamily="18" charset="0"/>
                <a:ea typeface="仿宋_GB2312" pitchFamily="49" charset="-122"/>
              </a:rPr>
              <a:t>1,</a:t>
            </a:r>
            <a:r>
              <a:rPr altLang="zh-CN" dirty="0" i="1" kumimoji="1" lang="en-US">
                <a:latin typeface="Times New Roman" panose="02020603050405020304" pitchFamily="18" charset="0"/>
                <a:ea typeface="仿宋_GB2312" pitchFamily="49" charset="-122"/>
              </a:rPr>
              <a:t> </a:t>
            </a:r>
            <a:r>
              <a:rPr altLang="zh-CN" b="1" dirty="0" kumimoji="1" lang="en-US" err="1">
                <a:latin typeface="Times New Roman" panose="02020603050405020304" pitchFamily="18" charset="0"/>
                <a:ea typeface="仿宋_GB2312" pitchFamily="49" charset="-122"/>
              </a:rPr>
              <a:t>strlen</a:t>
            </a:r>
            <a:r>
              <a:rPr altLang="zh-CN" b="1" dirty="0" kumimoji="1" lang="en-US">
                <a:latin typeface="Times New Roman" panose="02020603050405020304" pitchFamily="18" charset="0"/>
                <a:ea typeface="仿宋_GB2312" pitchFamily="49" charset="-122"/>
              </a:rPr>
              <a:t> </a:t>
            </a:r>
            <a:r>
              <a:rPr altLang="zh-CN" dirty="0" kumimoji="1" lang="en-US">
                <a:latin typeface="Times New Roman" panose="02020603050405020304" pitchFamily="18" charset="0"/>
                <a:ea typeface="仿宋_GB2312" pitchFamily="49" charset="-122"/>
              </a:rPr>
              <a:t>(</a:t>
            </a:r>
            <a:r>
              <a:rPr altLang="zh-CN" dirty="0" i="1" kumimoji="1" lang="en-US">
                <a:latin typeface="Times New Roman" panose="02020603050405020304" pitchFamily="18" charset="0"/>
                <a:ea typeface="仿宋_GB2312" pitchFamily="49" charset="-122"/>
              </a:rPr>
              <a:t>s</a:t>
            </a:r>
            <a:r>
              <a:rPr altLang="zh-CN" dirty="0" kumimoji="1" lang="en-US">
                <a:latin typeface="Times New Roman" panose="02020603050405020304" pitchFamily="18" charset="0"/>
                <a:ea typeface="仿宋_GB2312" pitchFamily="49" charset="-122"/>
              </a:rPr>
              <a:t>)</a:t>
            </a:r>
            <a:r>
              <a:rPr altLang="zh-CN" dirty="0" kumimoji="1" lang="en-US">
                <a:latin typeface="仿宋_GB2312" pitchFamily="49" charset="-122"/>
                <a:ea typeface="仿宋_GB2312" pitchFamily="49" charset="-122"/>
              </a:rPr>
              <a:t>-</a:t>
            </a:r>
            <a:r>
              <a:rPr altLang="zh-CN" dirty="0" kumimoji="1" lang="en-US">
                <a:latin typeface="Times New Roman" panose="02020603050405020304" pitchFamily="18" charset="0"/>
                <a:ea typeface="仿宋_GB2312" pitchFamily="49" charset="-122"/>
              </a:rPr>
              <a:t>2 )</a:t>
            </a:r>
            <a:r>
              <a:rPr altLang="zh-CN" b="1" dirty="0" kumimoji="1" lang="en-US">
                <a:latin typeface="Times New Roman" panose="02020603050405020304" pitchFamily="18" charset="0"/>
                <a:ea typeface="仿宋_GB2312" pitchFamily="49" charset="-122"/>
              </a:rPr>
              <a:t>;</a:t>
            </a:r>
          </a:p>
          <a:p>
            <a:pPr eaLnBrk="1" hangingPunct="1">
              <a:lnSpc>
                <a:spcPct val="105000"/>
              </a:lnSpc>
              <a:spcBef>
                <a:spcPct val="0"/>
              </a:spcBef>
              <a:buClr>
                <a:srgbClr val="FF0000"/>
              </a:buClr>
              <a:buFontTx/>
              <a:buAutoNum type="arabicPeriod"/>
            </a:pPr>
            <a:r>
              <a:rPr altLang="zh-CN" b="1" dirty="0" kumimoji="1" lang="en-US">
                <a:latin typeface="Times New Roman" panose="02020603050405020304" pitchFamily="18" charset="0"/>
                <a:ea typeface="仿宋_GB2312" pitchFamily="49" charset="-122"/>
              </a:rPr>
              <a:t>  </a:t>
            </a:r>
            <a:r>
              <a:rPr altLang="zh-CN" dirty="0" kumimoji="1" lang="en-US">
                <a:latin typeface="Times New Roman" panose="02020603050405020304" pitchFamily="18" charset="0"/>
                <a:ea typeface="仿宋_GB2312" pitchFamily="49" charset="-122"/>
              </a:rPr>
              <a:t>    </a:t>
            </a:r>
            <a:r>
              <a:rPr altLang="zh-CN" b="1" dirty="0" kumimoji="1" lang="en-US">
                <a:solidFill>
                  <a:srgbClr val="0000CC"/>
                </a:solidFill>
                <a:latin typeface="Times New Roman" panose="02020603050405020304" pitchFamily="18" charset="0"/>
                <a:ea typeface="仿宋_GB2312" pitchFamily="49" charset="-122"/>
              </a:rPr>
              <a:t>//</a:t>
            </a:r>
            <a:r>
              <a:rPr altLang="en-US" b="1" dirty="0" kumimoji="1" lang="zh-CN">
                <a:solidFill>
                  <a:srgbClr val="0000CC"/>
                </a:solidFill>
                <a:latin typeface="Times New Roman" panose="02020603050405020304" pitchFamily="18" charset="0"/>
                <a:ea typeface="仿宋_GB2312" pitchFamily="49" charset="-122"/>
              </a:rPr>
              <a:t>脱去广义表外面的括号</a:t>
            </a:r>
          </a:p>
          <a:p>
            <a:pPr eaLnBrk="1" hangingPunct="1">
              <a:lnSpc>
                <a:spcPct val="105000"/>
              </a:lnSpc>
              <a:spcBef>
                <a:spcPct val="0"/>
              </a:spcBef>
              <a:buClr>
                <a:srgbClr val="FF0000"/>
              </a:buClr>
              <a:buFontTx/>
              <a:buAutoNum type="arabicPeriod"/>
            </a:pPr>
            <a:r>
              <a:rPr altLang="en-US" b="1" dirty="0" kumimoji="1" lang="zh-CN">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GenListNode</a:t>
            </a:r>
            <a:r>
              <a:rPr altLang="zh-CN" dirty="0" i="1" kumimoji="1" lang="en-US">
                <a:latin typeface="Times New Roman" panose="02020603050405020304" pitchFamily="18" charset="0"/>
                <a:ea typeface="仿宋_GB2312" pitchFamily="49" charset="-122"/>
              </a:rPr>
              <a:t>* p = ls</a:t>
            </a:r>
            <a:r>
              <a:rPr altLang="zh-CN" b="1" dirty="0" kumimoji="1" lang="en-US">
                <a:latin typeface="Times New Roman" panose="02020603050405020304" pitchFamily="18" charset="0"/>
                <a:ea typeface="仿宋_GB2312" pitchFamily="49" charset="-122"/>
              </a:rPr>
              <a:t>;</a:t>
            </a:r>
          </a:p>
        </p:txBody>
      </p:sp>
      <p:sp>
        <p:nvSpPr>
          <p:cNvPr id="1050042" name="Rectangle 3"/>
          <p:cNvSpPr>
            <a:spLocks noChangeArrowheads="1"/>
          </p:cNvSpPr>
          <p:nvPr/>
        </p:nvSpPr>
        <p:spPr bwMode="auto">
          <a:xfrm>
            <a:off x="533402" y="304800"/>
            <a:ext cx="3089000" cy="571634"/>
          </a:xfrm>
          <a:prstGeom prst="rect"/>
          <a:noFill/>
          <a:ln w="12700">
            <a:noFill/>
            <a:miter lim="800000"/>
            <a:headEnd/>
            <a:tailEnd/>
          </a:ln>
          <a:effectLst/>
        </p:spPr>
        <p:txBody>
          <a:bodyPr bIns="44517" lIns="90623" rIns="90623" tIns="44517" wrap="none">
            <a:spAutoFit/>
          </a:bodyPr>
          <a:p>
            <a:pPr>
              <a:spcBef>
                <a:spcPct val="20000"/>
              </a:spcBef>
              <a:buClr>
                <a:schemeClr val="tx1"/>
              </a:buClr>
              <a:buSzPct val="100000"/>
            </a:pPr>
            <a:r>
              <a:rPr altLang="zh-CN" b="1" sz="3200" kumimoji="1" lang="en-US">
                <a:solidFill>
                  <a:schemeClr val="hlink"/>
                </a:solidFill>
                <a:effectLst>
                  <a:outerShdw algn="tl" blurRad="38100" dir="2700000" dist="38100">
                    <a:srgbClr val="C0C0C0"/>
                  </a:outerShdw>
                </a:effectLst>
                <a:latin typeface="Times New Roman" pitchFamily="18" charset="0"/>
                <a:ea typeface="仿宋_GB2312" pitchFamily="49" charset="-122"/>
              </a:rPr>
              <a:t>// </a:t>
            </a:r>
            <a:r>
              <a:rPr altLang="en-US" b="1" sz="3200" kumimoji="1" lang="zh-CN">
                <a:solidFill>
                  <a:schemeClr val="hlink"/>
                </a:solidFill>
                <a:effectLst>
                  <a:outerShdw algn="tl" blurRad="38100" dir="2700000" dist="38100">
                    <a:srgbClr val="C0C0C0"/>
                  </a:outerShdw>
                </a:effectLst>
                <a:latin typeface="Times New Roman" pitchFamily="18" charset="0"/>
                <a:ea typeface="仿宋_GB2312" pitchFamily="49" charset="-122"/>
              </a:rPr>
              <a:t>函数</a:t>
            </a:r>
            <a:r>
              <a:rPr altLang="zh-CN" b="1" sz="3200" kumimoji="1" lang="en-US">
                <a:solidFill>
                  <a:schemeClr val="hlink"/>
                </a:solidFill>
                <a:effectLst>
                  <a:outerShdw algn="tl" blurRad="38100" dir="2700000" dist="38100">
                    <a:srgbClr val="C0C0C0"/>
                  </a:outerShdw>
                </a:effectLst>
                <a:latin typeface="Times New Roman" pitchFamily="18" charset="0"/>
                <a:ea typeface="仿宋_GB2312" pitchFamily="49" charset="-122"/>
              </a:rPr>
              <a:t>createlist</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0" presetSubtype="0">
                                  <p:stCondLst>
                                    <p:cond delay="0"/>
                                  </p:stCondLst>
                                  <p:childTnLst>
                                    <p:set>
                                      <p:cBhvr>
                                        <p:cTn dur="1" fill="hold" id="6">
                                          <p:stCondLst>
                                            <p:cond delay="0"/>
                                          </p:stCondLst>
                                        </p:cTn>
                                        <p:tgtEl>
                                          <p:spTgt spid="1050041">
                                            <p:txEl>
                                              <p:pRg st="6" end="6"/>
                                            </p:txEl>
                                          </p:spTgt>
                                        </p:tgtEl>
                                        <p:attrNameLst>
                                          <p:attrName>style.visibility</p:attrName>
                                        </p:attrNameLst>
                                      </p:cBhvr>
                                      <p:to>
                                        <p:strVal val="visible"/>
                                      </p:to>
                                    </p:set>
                                    <p:animEffect transition="in" filter="fade">
                                      <p:cBhvr>
                                        <p:cTn dur="500" id="7"/>
                                        <p:tgtEl>
                                          <p:spTgt spid="1050041">
                                            <p:txEl>
                                              <p:pRg st="6" end="6"/>
                                            </p:txEl>
                                          </p:spTgt>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10" presetSubtype="0">
                                  <p:stCondLst>
                                    <p:cond delay="0"/>
                                  </p:stCondLst>
                                  <p:childTnLst>
                                    <p:set>
                                      <p:cBhvr>
                                        <p:cTn dur="1" fill="hold" id="11">
                                          <p:stCondLst>
                                            <p:cond delay="0"/>
                                          </p:stCondLst>
                                        </p:cTn>
                                        <p:tgtEl>
                                          <p:spTgt spid="1050041">
                                            <p:txEl>
                                              <p:pRg st="7" end="7"/>
                                            </p:txEl>
                                          </p:spTgt>
                                        </p:tgtEl>
                                        <p:attrNameLst>
                                          <p:attrName>style.visibility</p:attrName>
                                        </p:attrNameLst>
                                      </p:cBhvr>
                                      <p:to>
                                        <p:strVal val="visible"/>
                                      </p:to>
                                    </p:set>
                                    <p:animEffect transition="in" filter="fade">
                                      <p:cBhvr>
                                        <p:cTn dur="500" id="12"/>
                                        <p:tgtEl>
                                          <p:spTgt spid="1050041">
                                            <p:txEl>
                                              <p:pRg st="7" end="7"/>
                                            </p:txEl>
                                          </p:spTgt>
                                        </p:tgtEl>
                                      </p:cBhvr>
                                    </p:animEffect>
                                  </p:childTnLst>
                                </p:cTn>
                              </p:par>
                              <p:par>
                                <p:cTn fill="hold" id="13" nodeType="withEffect" presetClass="entr" presetID="10" presetSubtype="0">
                                  <p:stCondLst>
                                    <p:cond delay="0"/>
                                  </p:stCondLst>
                                  <p:childTnLst>
                                    <p:set>
                                      <p:cBhvr>
                                        <p:cTn dur="1" fill="hold" id="14">
                                          <p:stCondLst>
                                            <p:cond delay="0"/>
                                          </p:stCondLst>
                                        </p:cTn>
                                        <p:tgtEl>
                                          <p:spTgt spid="1050041">
                                            <p:txEl>
                                              <p:pRg st="8" end="8"/>
                                            </p:txEl>
                                          </p:spTgt>
                                        </p:tgtEl>
                                        <p:attrNameLst>
                                          <p:attrName>style.visibility</p:attrName>
                                        </p:attrNameLst>
                                      </p:cBhvr>
                                      <p:to>
                                        <p:strVal val="visible"/>
                                      </p:to>
                                    </p:set>
                                    <p:animEffect transition="in" filter="fade">
                                      <p:cBhvr>
                                        <p:cTn dur="500" id="15"/>
                                        <p:tgtEl>
                                          <p:spTgt spid="1050041">
                                            <p:txEl>
                                              <p:pRg st="8" end="8"/>
                                            </p:txEl>
                                          </p:spTgt>
                                        </p:tgtEl>
                                      </p:cBhvr>
                                    </p:animEffect>
                                  </p:childTnLst>
                                </p:cTn>
                              </p:par>
                            </p:childTnLst>
                          </p:cTn>
                        </p:par>
                      </p:childTnLst>
                    </p:cTn>
                  </p:par>
                  <p:par>
                    <p:cTn fill="hold" id="16">
                      <p:stCondLst>
                        <p:cond delay="indefinite"/>
                      </p:stCondLst>
                      <p:childTnLst>
                        <p:par>
                          <p:cTn fill="hold" id="17">
                            <p:stCondLst>
                              <p:cond delay="0"/>
                            </p:stCondLst>
                            <p:childTnLst>
                              <p:par>
                                <p:cTn fill="hold" id="18" nodeType="clickEffect" presetClass="entr" presetID="10" presetSubtype="0">
                                  <p:stCondLst>
                                    <p:cond delay="0"/>
                                  </p:stCondLst>
                                  <p:childTnLst>
                                    <p:set>
                                      <p:cBhvr>
                                        <p:cTn dur="1" fill="hold" id="19">
                                          <p:stCondLst>
                                            <p:cond delay="0"/>
                                          </p:stCondLst>
                                        </p:cTn>
                                        <p:tgtEl>
                                          <p:spTgt spid="1050041">
                                            <p:txEl>
                                              <p:pRg st="9" end="9"/>
                                            </p:txEl>
                                          </p:spTgt>
                                        </p:tgtEl>
                                        <p:attrNameLst>
                                          <p:attrName>style.visibility</p:attrName>
                                        </p:attrNameLst>
                                      </p:cBhvr>
                                      <p:to>
                                        <p:strVal val="visible"/>
                                      </p:to>
                                    </p:set>
                                    <p:animEffect transition="in" filter="fade">
                                      <p:cBhvr>
                                        <p:cTn dur="500" id="20"/>
                                        <p:tgtEl>
                                          <p:spTgt spid="1050041">
                                            <p:txEl>
                                              <p:pRg st="9" end="9"/>
                                            </p:txEl>
                                          </p:spTgt>
                                        </p:tgtEl>
                                      </p:cBhvr>
                                    </p:animEffect>
                                  </p:childTnLst>
                                </p:cTn>
                              </p:par>
                              <p:par>
                                <p:cTn fill="hold" id="21" nodeType="withEffect" presetClass="entr" presetID="10" presetSubtype="0">
                                  <p:stCondLst>
                                    <p:cond delay="0"/>
                                  </p:stCondLst>
                                  <p:childTnLst>
                                    <p:set>
                                      <p:cBhvr>
                                        <p:cTn dur="1" fill="hold" id="22">
                                          <p:stCondLst>
                                            <p:cond delay="0"/>
                                          </p:stCondLst>
                                        </p:cTn>
                                        <p:tgtEl>
                                          <p:spTgt spid="1050041">
                                            <p:txEl>
                                              <p:pRg st="10" end="10"/>
                                            </p:txEl>
                                          </p:spTgt>
                                        </p:tgtEl>
                                        <p:attrNameLst>
                                          <p:attrName>style.visibility</p:attrName>
                                        </p:attrNameLst>
                                      </p:cBhvr>
                                      <p:to>
                                        <p:strVal val="visible"/>
                                      </p:to>
                                    </p:set>
                                    <p:animEffect transition="in" filter="fade">
                                      <p:cBhvr>
                                        <p:cTn dur="500" id="23"/>
                                        <p:tgtEl>
                                          <p:spTgt spid="1050041">
                                            <p:txEl>
                                              <p:pRg st="10" end="10"/>
                                            </p:txEl>
                                          </p:spTgt>
                                        </p:tgtEl>
                                      </p:cBhvr>
                                    </p:animEffect>
                                  </p:childTnLst>
                                </p:cTn>
                              </p:par>
                              <p:par>
                                <p:cTn fill="hold" id="24" nodeType="withEffect" presetClass="entr" presetID="10" presetSubtype="0">
                                  <p:stCondLst>
                                    <p:cond delay="0"/>
                                  </p:stCondLst>
                                  <p:childTnLst>
                                    <p:set>
                                      <p:cBhvr>
                                        <p:cTn dur="1" fill="hold" id="25">
                                          <p:stCondLst>
                                            <p:cond delay="0"/>
                                          </p:stCondLst>
                                        </p:cTn>
                                        <p:tgtEl>
                                          <p:spTgt spid="1050041">
                                            <p:txEl>
                                              <p:pRg st="11" end="11"/>
                                            </p:txEl>
                                          </p:spTgt>
                                        </p:tgtEl>
                                        <p:attrNameLst>
                                          <p:attrName>style.visibility</p:attrName>
                                        </p:attrNameLst>
                                      </p:cBhvr>
                                      <p:to>
                                        <p:strVal val="visible"/>
                                      </p:to>
                                    </p:set>
                                    <p:animEffect transition="in" filter="fade">
                                      <p:cBhvr>
                                        <p:cTn dur="500" id="26"/>
                                        <p:tgtEl>
                                          <p:spTgt spid="1050041">
                                            <p:txEl>
                                              <p:pRg st="11" end="11"/>
                                            </p:txEl>
                                          </p:spTgt>
                                        </p:tgtEl>
                                      </p:cBhvr>
                                    </p:animEffect>
                                  </p:childTnLst>
                                </p:cTn>
                              </p:par>
                              <p:par>
                                <p:cTn fill="hold" id="27" nodeType="withEffect" presetClass="entr" presetID="10" presetSubtype="0">
                                  <p:stCondLst>
                                    <p:cond delay="0"/>
                                  </p:stCondLst>
                                  <p:childTnLst>
                                    <p:set>
                                      <p:cBhvr>
                                        <p:cTn dur="1" fill="hold" id="28">
                                          <p:stCondLst>
                                            <p:cond delay="0"/>
                                          </p:stCondLst>
                                        </p:cTn>
                                        <p:tgtEl>
                                          <p:spTgt spid="1050041">
                                            <p:txEl>
                                              <p:pRg st="12" end="12"/>
                                            </p:txEl>
                                          </p:spTgt>
                                        </p:tgtEl>
                                        <p:attrNameLst>
                                          <p:attrName>style.visibility</p:attrName>
                                        </p:attrNameLst>
                                      </p:cBhvr>
                                      <p:to>
                                        <p:strVal val="visible"/>
                                      </p:to>
                                    </p:set>
                                    <p:animEffect transition="in" filter="fade">
                                      <p:cBhvr>
                                        <p:cTn dur="500" id="29"/>
                                        <p:tgtEl>
                                          <p:spTgt spid="1050041">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346" name=""/>
        <p:cNvGrpSpPr/>
        <p:nvPr/>
      </p:nvGrpSpPr>
      <p:grpSpPr>
        <a:xfrm>
          <a:off x="0" y="0"/>
          <a:ext cx="0" cy="0"/>
          <a:chOff x="0" y="0"/>
          <a:chExt cx="0" cy="0"/>
        </a:xfrm>
      </p:grpSpPr>
      <p:sp>
        <p:nvSpPr>
          <p:cNvPr id="1050043" name="Rectangle 2"/>
          <p:cNvSpPr>
            <a:spLocks noChangeArrowheads="1"/>
          </p:cNvSpPr>
          <p:nvPr/>
        </p:nvSpPr>
        <p:spPr bwMode="auto">
          <a:xfrm>
            <a:off x="127000" y="80965"/>
            <a:ext cx="8974138" cy="7330440"/>
          </a:xfrm>
          <a:prstGeom prst="rect"/>
          <a:noFill/>
          <a:ln>
            <a:noFill/>
          </a:ln>
        </p:spPr>
        <p:txBody>
          <a:bodyPr>
            <a:spAutoFit/>
          </a:bodyPr>
          <a:lstStyle>
            <a:lvl1pPr indent="-457200" marL="457200">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
                <a:srgbClr val="FF0000"/>
              </a:buClr>
              <a:buFontTx/>
              <a:buAutoNum type="arabicPeriod" startAt="10"/>
            </a:pPr>
            <a:r>
              <a:rPr altLang="zh-CN" dirty="0" kumimoji="1" lang="en-US">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while</a:t>
            </a:r>
            <a:r>
              <a:rPr altLang="zh-CN" dirty="0" kumimoji="1" lang="en-US">
                <a:latin typeface="Times New Roman" panose="02020603050405020304" pitchFamily="18" charset="0"/>
                <a:ea typeface="仿宋_GB2312" pitchFamily="49" charset="-122"/>
              </a:rPr>
              <a:t> ( </a:t>
            </a:r>
            <a:r>
              <a:rPr altLang="zh-CN" b="1" dirty="0" kumimoji="1" lang="en-US" err="1">
                <a:latin typeface="Times New Roman" panose="02020603050405020304" pitchFamily="18" charset="0"/>
                <a:ea typeface="仿宋_GB2312" pitchFamily="49" charset="-122"/>
              </a:rPr>
              <a:t>strlen</a:t>
            </a:r>
            <a:r>
              <a:rPr altLang="zh-CN" dirty="0" i="1" kumimoji="1" lang="en-US">
                <a:latin typeface="Times New Roman" panose="02020603050405020304" pitchFamily="18" charset="0"/>
                <a:ea typeface="仿宋_GB2312" pitchFamily="49" charset="-122"/>
              </a:rPr>
              <a:t> </a:t>
            </a:r>
            <a:r>
              <a:rPr altLang="zh-CN" dirty="0" kumimoji="1" lang="en-US">
                <a:latin typeface="Times New Roman" panose="02020603050405020304" pitchFamily="18" charset="0"/>
                <a:ea typeface="仿宋_GB2312" pitchFamily="49" charset="-122"/>
              </a:rPr>
              <a:t>(</a:t>
            </a:r>
            <a:r>
              <a:rPr altLang="zh-CN" dirty="0" i="1" kumimoji="1" lang="en-US">
                <a:latin typeface="Times New Roman" panose="02020603050405020304" pitchFamily="18" charset="0"/>
                <a:ea typeface="仿宋_GB2312" pitchFamily="49" charset="-122"/>
              </a:rPr>
              <a:t>sub</a:t>
            </a:r>
            <a:r>
              <a:rPr altLang="zh-CN" dirty="0" kumimoji="1" lang="en-US">
                <a:latin typeface="Times New Roman" panose="02020603050405020304" pitchFamily="18" charset="0"/>
                <a:ea typeface="仿宋_GB2312" pitchFamily="49" charset="-122"/>
              </a:rPr>
              <a:t>) !=</a:t>
            </a:r>
            <a:r>
              <a:rPr altLang="zh-CN" dirty="0" i="1" kumimoji="1" lang="en-US">
                <a:latin typeface="Times New Roman" panose="02020603050405020304" pitchFamily="18" charset="0"/>
                <a:ea typeface="仿宋_GB2312" pitchFamily="49" charset="-122"/>
              </a:rPr>
              <a:t> </a:t>
            </a:r>
            <a:r>
              <a:rPr altLang="zh-CN" dirty="0" kumimoji="1" lang="en-US">
                <a:latin typeface="Times New Roman" panose="02020603050405020304" pitchFamily="18" charset="0"/>
                <a:ea typeface="仿宋_GB2312" pitchFamily="49" charset="-122"/>
              </a:rPr>
              <a:t>0 ) </a:t>
            </a:r>
            <a:r>
              <a:rPr altLang="zh-CN" b="1" dirty="0" kumimoji="1" lang="en-US">
                <a:latin typeface="Times New Roman" panose="02020603050405020304" pitchFamily="18" charset="0"/>
                <a:ea typeface="仿宋_GB2312" pitchFamily="49" charset="-122"/>
              </a:rPr>
              <a:t>{   </a:t>
            </a:r>
            <a:r>
              <a:rPr altLang="zh-CN" b="1" dirty="0" kumimoji="1" lang="en-US">
                <a:solidFill>
                  <a:srgbClr val="0000CC"/>
                </a:solidFill>
                <a:latin typeface="Times New Roman" panose="02020603050405020304" pitchFamily="18" charset="0"/>
                <a:ea typeface="仿宋_GB2312" pitchFamily="49" charset="-122"/>
              </a:rPr>
              <a:t>//</a:t>
            </a:r>
            <a:r>
              <a:rPr altLang="en-US" b="1" dirty="0" kumimoji="1" lang="zh-CN">
                <a:solidFill>
                  <a:srgbClr val="0000CC"/>
                </a:solidFill>
                <a:latin typeface="Times New Roman" panose="02020603050405020304" pitchFamily="18" charset="0"/>
                <a:ea typeface="仿宋_GB2312" pitchFamily="49" charset="-122"/>
              </a:rPr>
              <a:t>建立表结点</a:t>
            </a:r>
          </a:p>
          <a:p>
            <a:pPr eaLnBrk="1" hangingPunct="1">
              <a:spcBef>
                <a:spcPct val="0"/>
              </a:spcBef>
              <a:buClr>
                <a:srgbClr val="FF0000"/>
              </a:buClr>
              <a:buFontTx/>
              <a:buAutoNum type="arabicPeriod" startAt="10"/>
            </a:pPr>
            <a:r>
              <a:rPr altLang="en-US" dirty="0" kumimoji="1" lang="zh-CN">
                <a:latin typeface="Times New Roman" panose="02020603050405020304" pitchFamily="18" charset="0"/>
                <a:ea typeface="仿宋_GB2312" pitchFamily="49" charset="-122"/>
              </a:rPr>
              <a:t>           </a:t>
            </a:r>
            <a:r>
              <a:rPr altLang="zh-CN" dirty="0" i="1" kumimoji="1" lang="en-US">
                <a:latin typeface="Times New Roman" panose="02020603050405020304" pitchFamily="18" charset="0"/>
                <a:ea typeface="仿宋_GB2312" pitchFamily="49" charset="-122"/>
              </a:rPr>
              <a:t>p = </a:t>
            </a:r>
            <a:r>
              <a:rPr altLang="zh-CN" dirty="0" i="1" kumimoji="1" lang="en-US" err="1">
                <a:latin typeface="Times New Roman" panose="02020603050405020304" pitchFamily="18" charset="0"/>
                <a:ea typeface="仿宋_GB2312" pitchFamily="49" charset="-122"/>
              </a:rPr>
              <a:t>p</a:t>
            </a:r>
            <a:r>
              <a:rPr altLang="zh-CN" dirty="0" kumimoji="1" lang="en-US" err="1">
                <a:latin typeface="Times New Roman" panose="02020603050405020304" pitchFamily="18" charset="0"/>
                <a:ea typeface="仿宋_GB2312" pitchFamily="49" charset="-122"/>
              </a:rPr>
              <a:t>→</a:t>
            </a:r>
            <a:r>
              <a:rPr altLang="zh-CN" dirty="0" i="1" kumimoji="1" lang="en-US" err="1">
                <a:latin typeface="Times New Roman" panose="02020603050405020304" pitchFamily="18" charset="0"/>
                <a:ea typeface="仿宋_GB2312" pitchFamily="49" charset="-122"/>
              </a:rPr>
              <a:t>tlink</a:t>
            </a:r>
            <a:r>
              <a:rPr altLang="zh-CN" dirty="0" i="1" kumimoji="1" lang="en-US">
                <a:latin typeface="Times New Roman" panose="02020603050405020304" pitchFamily="18" charset="0"/>
                <a:ea typeface="仿宋_GB2312" pitchFamily="49" charset="-122"/>
              </a:rPr>
              <a:t> =</a:t>
            </a:r>
            <a:r>
              <a:rPr altLang="zh-CN" dirty="0" kumimoji="1" lang="en-US">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new</a:t>
            </a:r>
            <a:r>
              <a:rPr altLang="zh-CN" dirty="0"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GenListNode</a:t>
            </a:r>
            <a:r>
              <a:rPr altLang="zh-CN" dirty="0" i="1" kumimoji="1" lang="en-US">
                <a:latin typeface="Times New Roman" panose="02020603050405020304" pitchFamily="18" charset="0"/>
                <a:ea typeface="仿宋_GB2312" pitchFamily="49" charset="-122"/>
              </a:rPr>
              <a:t> </a:t>
            </a:r>
            <a:r>
              <a:rPr altLang="zh-CN" dirty="0" kumimoji="1" lang="en-US">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a:t>
            </a:r>
          </a:p>
          <a:p>
            <a:pPr eaLnBrk="1" hangingPunct="1">
              <a:spcBef>
                <a:spcPct val="0"/>
              </a:spcBef>
              <a:buClr>
                <a:srgbClr val="FF0000"/>
              </a:buClr>
              <a:buFontTx/>
              <a:buAutoNum type="arabicPeriod" startAt="10"/>
            </a:pPr>
            <a:r>
              <a:rPr altLang="zh-CN" dirty="0" kumimoji="1" lang="en-US">
                <a:latin typeface="Times New Roman" panose="02020603050405020304" pitchFamily="18" charset="0"/>
                <a:ea typeface="仿宋_GB2312" pitchFamily="49" charset="-122"/>
              </a:rPr>
              <a:t>           </a:t>
            </a:r>
            <a:r>
              <a:rPr altLang="zh-CN" b="1" dirty="0" kumimoji="1" lang="en-US">
                <a:solidFill>
                  <a:srgbClr val="0000CC"/>
                </a:solidFill>
                <a:latin typeface="Times New Roman" panose="02020603050405020304" pitchFamily="18" charset="0"/>
                <a:ea typeface="仿宋_GB2312" pitchFamily="49" charset="-122"/>
              </a:rPr>
              <a:t>//</a:t>
            </a:r>
            <a:r>
              <a:rPr altLang="en-US" b="1" dirty="0" kumimoji="1" lang="zh-CN">
                <a:solidFill>
                  <a:srgbClr val="0000CC"/>
                </a:solidFill>
                <a:latin typeface="Times New Roman" panose="02020603050405020304" pitchFamily="18" charset="0"/>
                <a:ea typeface="仿宋_GB2312" pitchFamily="49" charset="-122"/>
              </a:rPr>
              <a:t>创建新结点</a:t>
            </a:r>
            <a:r>
              <a:rPr altLang="zh-CN" b="1" dirty="0" kumimoji="1" lang="en-US">
                <a:solidFill>
                  <a:srgbClr val="0000CC"/>
                </a:solidFill>
                <a:latin typeface="Times New Roman" panose="02020603050405020304" pitchFamily="18" charset="0"/>
                <a:ea typeface="仿宋_GB2312" pitchFamily="49" charset="-122"/>
              </a:rPr>
              <a:t>,</a:t>
            </a:r>
            <a:r>
              <a:rPr altLang="en-US" b="1" dirty="0" kumimoji="1" lang="zh-CN">
                <a:solidFill>
                  <a:srgbClr val="0000CC"/>
                </a:solidFill>
                <a:latin typeface="Times New Roman" panose="02020603050405020304" pitchFamily="18" charset="0"/>
                <a:ea typeface="仿宋_GB2312" pitchFamily="49" charset="-122"/>
              </a:rPr>
              <a:t>向表尾链接</a:t>
            </a:r>
          </a:p>
          <a:p>
            <a:pPr eaLnBrk="1" hangingPunct="1">
              <a:spcBef>
                <a:spcPct val="0"/>
              </a:spcBef>
              <a:buClr>
                <a:srgbClr val="FF0000"/>
              </a:buClr>
              <a:buFontTx/>
              <a:buAutoNum type="arabicPeriod" startAt="10"/>
            </a:pPr>
            <a:r>
              <a:rPr altLang="en-US" b="1" dirty="0" kumimoji="1" lang="zh-CN">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if </a:t>
            </a:r>
            <a:r>
              <a:rPr altLang="zh-CN" dirty="0" kumimoji="1" lang="en-US">
                <a:latin typeface="Times New Roman" panose="02020603050405020304" pitchFamily="18" charset="0"/>
                <a:ea typeface="仿宋_GB2312" pitchFamily="49" charset="-122"/>
              </a:rPr>
              <a:t>( </a:t>
            </a:r>
            <a:r>
              <a:rPr altLang="zh-CN" dirty="0" i="1" kumimoji="1" lang="en-US">
                <a:latin typeface="Times New Roman" panose="02020603050405020304" pitchFamily="18" charset="0"/>
                <a:ea typeface="仿宋_GB2312" pitchFamily="49" charset="-122"/>
              </a:rPr>
              <a:t>sever</a:t>
            </a:r>
            <a:r>
              <a:rPr altLang="zh-CN" dirty="0" kumimoji="1" lang="en-US">
                <a:latin typeface="Times New Roman" panose="02020603050405020304" pitchFamily="18" charset="0"/>
                <a:ea typeface="仿宋_GB2312" pitchFamily="49" charset="-122"/>
              </a:rPr>
              <a:t> ( </a:t>
            </a:r>
            <a:r>
              <a:rPr altLang="zh-CN" dirty="0" i="1" kumimoji="1" lang="en-US">
                <a:latin typeface="Times New Roman" panose="02020603050405020304" pitchFamily="18" charset="0"/>
                <a:ea typeface="仿宋_GB2312" pitchFamily="49" charset="-122"/>
              </a:rPr>
              <a:t>sub, </a:t>
            </a:r>
            <a:r>
              <a:rPr altLang="zh-CN" dirty="0" i="1" kumimoji="1" lang="en-US" err="1">
                <a:latin typeface="Times New Roman" panose="02020603050405020304" pitchFamily="18" charset="0"/>
                <a:ea typeface="仿宋_GB2312" pitchFamily="49" charset="-122"/>
              </a:rPr>
              <a:t>hsub</a:t>
            </a:r>
            <a:r>
              <a:rPr altLang="zh-CN" dirty="0" i="1" kumimoji="1" lang="en-US">
                <a:latin typeface="Times New Roman" panose="02020603050405020304" pitchFamily="18" charset="0"/>
                <a:ea typeface="仿宋_GB2312" pitchFamily="49" charset="-122"/>
              </a:rPr>
              <a:t> </a:t>
            </a:r>
            <a:r>
              <a:rPr altLang="zh-CN" dirty="0" kumimoji="1" lang="en-US">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 {</a:t>
            </a:r>
          </a:p>
          <a:p>
            <a:pPr eaLnBrk="1" hangingPunct="1">
              <a:spcBef>
                <a:spcPct val="0"/>
              </a:spcBef>
              <a:buClr>
                <a:srgbClr val="FF0000"/>
              </a:buClr>
              <a:buFontTx/>
              <a:buAutoNum type="arabicPeriod" startAt="10"/>
            </a:pPr>
            <a:r>
              <a:rPr altLang="zh-CN" dirty="0" kumimoji="1" lang="en-US">
                <a:latin typeface="Times New Roman" panose="02020603050405020304" pitchFamily="18" charset="0"/>
                <a:ea typeface="仿宋_GB2312" pitchFamily="49" charset="-122"/>
              </a:rPr>
              <a:t>           </a:t>
            </a:r>
            <a:r>
              <a:rPr altLang="zh-CN" b="1" dirty="0" kumimoji="1" lang="en-US">
                <a:solidFill>
                  <a:srgbClr val="0000CC"/>
                </a:solidFill>
                <a:latin typeface="Times New Roman" panose="02020603050405020304" pitchFamily="18" charset="0"/>
                <a:ea typeface="仿宋_GB2312" pitchFamily="49" charset="-122"/>
              </a:rPr>
              <a:t>//</a:t>
            </a:r>
            <a:r>
              <a:rPr altLang="en-US" b="1" dirty="0" kumimoji="1" lang="zh-CN">
                <a:solidFill>
                  <a:srgbClr val="0000CC"/>
                </a:solidFill>
                <a:latin typeface="Times New Roman" panose="02020603050405020304" pitchFamily="18" charset="0"/>
                <a:ea typeface="仿宋_GB2312" pitchFamily="49" charset="-122"/>
              </a:rPr>
              <a:t>以逗号为界</a:t>
            </a:r>
            <a:r>
              <a:rPr altLang="zh-CN" b="1" dirty="0" kumimoji="1" lang="en-US">
                <a:solidFill>
                  <a:srgbClr val="0000CC"/>
                </a:solidFill>
                <a:latin typeface="Times New Roman" panose="02020603050405020304" pitchFamily="18" charset="0"/>
                <a:ea typeface="仿宋_GB2312" pitchFamily="49" charset="-122"/>
              </a:rPr>
              <a:t>,</a:t>
            </a:r>
            <a:r>
              <a:rPr altLang="en-US" b="1" dirty="0" kumimoji="1" lang="zh-CN">
                <a:solidFill>
                  <a:srgbClr val="0000CC"/>
                </a:solidFill>
                <a:latin typeface="Times New Roman" panose="02020603050405020304" pitchFamily="18" charset="0"/>
                <a:ea typeface="仿宋_GB2312" pitchFamily="49" charset="-122"/>
              </a:rPr>
              <a:t>分离第一个表元素</a:t>
            </a:r>
            <a:r>
              <a:rPr altLang="zh-CN" b="1" dirty="0" i="1" kumimoji="1" lang="en-US" err="1">
                <a:solidFill>
                  <a:srgbClr val="0000CC"/>
                </a:solidFill>
                <a:latin typeface="Times New Roman" panose="02020603050405020304" pitchFamily="18" charset="0"/>
                <a:ea typeface="仿宋_GB2312" pitchFamily="49" charset="-122"/>
              </a:rPr>
              <a:t>hsub</a:t>
            </a:r>
            <a:endParaRPr altLang="zh-CN" dirty="0" i="1" kumimoji="1" lang="en-US">
              <a:solidFill>
                <a:srgbClr val="0000CC"/>
              </a:solidFill>
              <a:latin typeface="Times New Roman" panose="02020603050405020304" pitchFamily="18" charset="0"/>
              <a:ea typeface="仿宋_GB2312" pitchFamily="49" charset="-122"/>
            </a:endParaRPr>
          </a:p>
          <a:p>
            <a:pPr eaLnBrk="1" hangingPunct="1">
              <a:spcBef>
                <a:spcPct val="0"/>
              </a:spcBef>
              <a:buClr>
                <a:srgbClr val="FF0000"/>
              </a:buClr>
              <a:buFontTx/>
              <a:buAutoNum type="arabicPeriod" startAt="10"/>
            </a:pPr>
            <a:r>
              <a:rPr altLang="zh-CN" dirty="0" kumimoji="1" lang="en-US">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if</a:t>
            </a:r>
            <a:r>
              <a:rPr altLang="zh-CN" dirty="0" kumimoji="1" lang="en-US">
                <a:latin typeface="Times New Roman" panose="02020603050405020304" pitchFamily="18" charset="0"/>
                <a:ea typeface="仿宋_GB2312" pitchFamily="49" charset="-122"/>
              </a:rPr>
              <a:t> (</a:t>
            </a:r>
            <a:r>
              <a:rPr altLang="zh-CN" dirty="0" i="1"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hsub</a:t>
            </a:r>
            <a:r>
              <a:rPr altLang="zh-CN" dirty="0" kumimoji="1" lang="en-US">
                <a:latin typeface="Times New Roman" panose="02020603050405020304" pitchFamily="18" charset="0"/>
                <a:ea typeface="仿宋_GB2312" pitchFamily="49" charset="-122"/>
              </a:rPr>
              <a:t>[0] != '(' </a:t>
            </a:r>
            <a:r>
              <a:rPr altLang="zh-CN" b="1" dirty="0" kumimoji="1" lang="en-US">
                <a:latin typeface="Times New Roman" panose="02020603050405020304" pitchFamily="18" charset="0"/>
                <a:ea typeface="仿宋_GB2312" pitchFamily="49" charset="-122"/>
              </a:rPr>
              <a:t>&amp;&amp;</a:t>
            </a:r>
            <a:r>
              <a:rPr altLang="zh-CN" dirty="0" i="1"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hsub</a:t>
            </a:r>
            <a:r>
              <a:rPr altLang="zh-CN" dirty="0" kumimoji="1" lang="en-US">
                <a:latin typeface="Times New Roman" panose="02020603050405020304" pitchFamily="18" charset="0"/>
                <a:ea typeface="仿宋_GB2312" pitchFamily="49" charset="-122"/>
              </a:rPr>
              <a:t>[0] != ' ' ' ) </a:t>
            </a:r>
            <a:r>
              <a:rPr altLang="zh-CN" b="1" dirty="0" kumimoji="1" lang="en-US">
                <a:latin typeface="Times New Roman" panose="02020603050405020304" pitchFamily="18" charset="0"/>
                <a:ea typeface="仿宋_GB2312" pitchFamily="49" charset="-122"/>
              </a:rPr>
              <a:t>{</a:t>
            </a:r>
            <a:endParaRPr altLang="zh-CN" dirty="0" kumimoji="1" lang="en-US">
              <a:latin typeface="Times New Roman" panose="02020603050405020304" pitchFamily="18" charset="0"/>
              <a:ea typeface="仿宋_GB2312" pitchFamily="49" charset="-122"/>
            </a:endParaRPr>
          </a:p>
          <a:p>
            <a:pPr eaLnBrk="1" hangingPunct="1">
              <a:spcBef>
                <a:spcPct val="0"/>
              </a:spcBef>
              <a:buClr>
                <a:srgbClr val="FF0000"/>
              </a:buClr>
              <a:buFontTx/>
              <a:buAutoNum type="arabicPeriod" startAt="10"/>
            </a:pPr>
            <a:r>
              <a:rPr altLang="zh-CN" dirty="0" kumimoji="1" lang="en-US">
                <a:latin typeface="Times New Roman" panose="02020603050405020304" pitchFamily="18" charset="0"/>
                <a:ea typeface="仿宋_GB2312" pitchFamily="49" charset="-122"/>
              </a:rPr>
              <a:t>	      </a:t>
            </a:r>
            <a:r>
              <a:rPr altLang="zh-CN" b="1" dirty="0" kumimoji="1" lang="en-US">
                <a:solidFill>
                  <a:srgbClr val="0000CC"/>
                </a:solidFill>
                <a:latin typeface="Times New Roman" panose="02020603050405020304" pitchFamily="18" charset="0"/>
                <a:ea typeface="仿宋_GB2312" pitchFamily="49" charset="-122"/>
              </a:rPr>
              <a:t>//</a:t>
            </a:r>
            <a:r>
              <a:rPr altLang="zh-CN" b="1" dirty="0" kumimoji="1" lang="zh-CN">
                <a:solidFill>
                  <a:srgbClr val="0000CC"/>
                </a:solidFill>
                <a:latin typeface="Times New Roman" panose="02020603050405020304" pitchFamily="18" charset="0"/>
                <a:ea typeface="仿宋_GB2312" pitchFamily="49" charset="-122"/>
              </a:rPr>
              <a:t>非子表</a:t>
            </a:r>
            <a:r>
              <a:rPr altLang="zh-CN" b="1" dirty="0" kumimoji="1" lang="en-US">
                <a:solidFill>
                  <a:srgbClr val="0000CC"/>
                </a:solidFill>
                <a:latin typeface="Times New Roman" panose="02020603050405020304" pitchFamily="18" charset="0"/>
                <a:ea typeface="仿宋_GB2312" pitchFamily="49" charset="-122"/>
              </a:rPr>
              <a:t>,</a:t>
            </a:r>
            <a:r>
              <a:rPr altLang="en-US" b="1" dirty="0" kumimoji="1" lang="zh-CN">
                <a:solidFill>
                  <a:srgbClr val="0000CC"/>
                </a:solidFill>
                <a:latin typeface="Times New Roman" panose="02020603050405020304" pitchFamily="18" charset="0"/>
                <a:ea typeface="仿宋_GB2312" pitchFamily="49" charset="-122"/>
              </a:rPr>
              <a:t>非字符分界符</a:t>
            </a:r>
            <a:endParaRPr altLang="en-US" dirty="0" kumimoji="1" lang="zh-CN">
              <a:solidFill>
                <a:srgbClr val="0000CC"/>
              </a:solidFill>
              <a:latin typeface="Times New Roman" panose="02020603050405020304" pitchFamily="18" charset="0"/>
              <a:ea typeface="仿宋_GB2312" pitchFamily="49" charset="-122"/>
            </a:endParaRPr>
          </a:p>
          <a:p>
            <a:pPr eaLnBrk="1" hangingPunct="1">
              <a:spcBef>
                <a:spcPct val="0"/>
              </a:spcBef>
              <a:buClr>
                <a:srgbClr val="FF0000"/>
              </a:buClr>
              <a:buFontTx/>
              <a:buAutoNum type="arabicPeriod" startAt="10"/>
            </a:pPr>
            <a:r>
              <a:rPr altLang="en-US" dirty="0" kumimoji="1" lang="zh-CN">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p</a:t>
            </a:r>
            <a:r>
              <a:rPr altLang="zh-CN" dirty="0" kumimoji="1" lang="en-US" err="1">
                <a:latin typeface="Times New Roman" panose="02020603050405020304" pitchFamily="18" charset="0"/>
                <a:ea typeface="仿宋_GB2312" pitchFamily="49" charset="-122"/>
              </a:rPr>
              <a:t>→</a:t>
            </a:r>
            <a:r>
              <a:rPr altLang="zh-CN" dirty="0" i="1" kumimoji="1" lang="en-US" err="1">
                <a:latin typeface="Times New Roman" panose="02020603050405020304" pitchFamily="18" charset="0"/>
                <a:ea typeface="仿宋_GB2312" pitchFamily="49" charset="-122"/>
              </a:rPr>
              <a:t>utype</a:t>
            </a:r>
            <a:r>
              <a:rPr altLang="zh-CN" dirty="0" i="1" kumimoji="1" lang="en-US">
                <a:latin typeface="Times New Roman" panose="02020603050405020304" pitchFamily="18" charset="0"/>
                <a:ea typeface="仿宋_GB2312" pitchFamily="49" charset="-122"/>
              </a:rPr>
              <a:t> = </a:t>
            </a:r>
            <a:r>
              <a:rPr altLang="zh-CN" dirty="0" kumimoji="1" lang="en-US">
                <a:latin typeface="Times New Roman" panose="02020603050405020304" pitchFamily="18" charset="0"/>
                <a:ea typeface="仿宋_GB2312" pitchFamily="49" charset="-122"/>
              </a:rPr>
              <a:t>INTGR</a:t>
            </a:r>
            <a:r>
              <a:rPr altLang="zh-CN" b="1" dirty="0" kumimoji="1" lang="en-US">
                <a:latin typeface="Times New Roman" panose="02020603050405020304" pitchFamily="18" charset="0"/>
                <a:ea typeface="仿宋_GB2312" pitchFamily="49" charset="-122"/>
              </a:rPr>
              <a:t>;</a:t>
            </a:r>
            <a:r>
              <a:rPr altLang="zh-CN" dirty="0" i="1" kumimoji="1" lang="en-US">
                <a:latin typeface="Times New Roman" panose="02020603050405020304" pitchFamily="18" charset="0"/>
                <a:ea typeface="仿宋_GB2312" pitchFamily="49" charset="-122"/>
              </a:rPr>
              <a:t>    </a:t>
            </a:r>
            <a:r>
              <a:rPr altLang="zh-CN" b="1" dirty="0" kumimoji="1" lang="en-US">
                <a:solidFill>
                  <a:srgbClr val="0000CC"/>
                </a:solidFill>
                <a:latin typeface="Times New Roman" panose="02020603050405020304" pitchFamily="18" charset="0"/>
                <a:ea typeface="仿宋_GB2312" pitchFamily="49" charset="-122"/>
              </a:rPr>
              <a:t>//</a:t>
            </a:r>
            <a:r>
              <a:rPr altLang="en-US" b="1" dirty="0" kumimoji="1" lang="zh-CN">
                <a:solidFill>
                  <a:srgbClr val="0000CC"/>
                </a:solidFill>
                <a:latin typeface="Times New Roman" panose="02020603050405020304" pitchFamily="18" charset="0"/>
                <a:ea typeface="仿宋_GB2312" pitchFamily="49" charset="-122"/>
              </a:rPr>
              <a:t>转换整型结点	</a:t>
            </a:r>
            <a:r>
              <a:rPr altLang="en-US" dirty="0" i="1" kumimoji="1" lang="zh-CN">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p</a:t>
            </a:r>
            <a:r>
              <a:rPr altLang="zh-CN" dirty="0" kumimoji="1" lang="en-US" err="1">
                <a:latin typeface="Times New Roman" panose="02020603050405020304" pitchFamily="18" charset="0"/>
                <a:ea typeface="仿宋_GB2312" pitchFamily="49" charset="-122"/>
              </a:rPr>
              <a:t>→</a:t>
            </a:r>
            <a:r>
              <a:rPr altLang="zh-CN" dirty="0" i="1" kumimoji="1" lang="en-US" err="1">
                <a:latin typeface="Times New Roman" panose="02020603050405020304" pitchFamily="18" charset="0"/>
                <a:ea typeface="仿宋_GB2312" pitchFamily="49" charset="-122"/>
              </a:rPr>
              <a:t>value</a:t>
            </a:r>
            <a:r>
              <a:rPr altLang="zh-CN" dirty="0" kumimoji="1" lang="en-US" err="1">
                <a:latin typeface="Times New Roman" panose="02020603050405020304" pitchFamily="18" charset="0"/>
                <a:ea typeface="仿宋_GB2312" pitchFamily="49" charset="-122"/>
              </a:rPr>
              <a:t>.</a:t>
            </a:r>
            <a:r>
              <a:rPr altLang="zh-CN" dirty="0" i="1" kumimoji="1" lang="en-US" err="1">
                <a:latin typeface="Times New Roman" panose="02020603050405020304" pitchFamily="18" charset="0"/>
                <a:ea typeface="仿宋_GB2312" pitchFamily="49" charset="-122"/>
              </a:rPr>
              <a:t>intgrinfo</a:t>
            </a:r>
            <a:r>
              <a:rPr altLang="zh-CN" dirty="0" i="1" kumimoji="1" lang="en-US">
                <a:latin typeface="Times New Roman" panose="02020603050405020304" pitchFamily="18" charset="0"/>
                <a:ea typeface="仿宋_GB2312" pitchFamily="49" charset="-122"/>
              </a:rPr>
              <a:t> = </a:t>
            </a:r>
            <a:r>
              <a:rPr altLang="zh-CN" b="1" dirty="0" kumimoji="1" lang="en-US" err="1">
                <a:latin typeface="Times New Roman" panose="02020603050405020304" pitchFamily="18" charset="0"/>
                <a:ea typeface="仿宋_GB2312" pitchFamily="49" charset="-122"/>
              </a:rPr>
              <a:t>atoi</a:t>
            </a:r>
            <a:r>
              <a:rPr altLang="zh-CN" b="1" dirty="0" kumimoji="1" lang="en-US">
                <a:latin typeface="Times New Roman" panose="02020603050405020304" pitchFamily="18" charset="0"/>
                <a:ea typeface="仿宋_GB2312" pitchFamily="49" charset="-122"/>
              </a:rPr>
              <a:t> </a:t>
            </a:r>
            <a:r>
              <a:rPr altLang="zh-CN" dirty="0" kumimoji="1" lang="en-US">
                <a:latin typeface="Times New Roman" panose="02020603050405020304" pitchFamily="18" charset="0"/>
                <a:ea typeface="仿宋_GB2312" pitchFamily="49" charset="-122"/>
              </a:rPr>
              <a:t>(</a:t>
            </a:r>
            <a:r>
              <a:rPr altLang="zh-CN" dirty="0" i="1"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hsub</a:t>
            </a:r>
            <a:r>
              <a:rPr altLang="zh-CN" dirty="0" i="1" kumimoji="1" lang="en-US">
                <a:latin typeface="Times New Roman" panose="02020603050405020304" pitchFamily="18" charset="0"/>
                <a:ea typeface="仿宋_GB2312" pitchFamily="49" charset="-122"/>
              </a:rPr>
              <a:t> </a:t>
            </a:r>
            <a:r>
              <a:rPr altLang="zh-CN" dirty="0" kumimoji="1" lang="en-US">
                <a:latin typeface="Times New Roman" panose="02020603050405020304" pitchFamily="18" charset="0"/>
                <a:ea typeface="仿宋_GB2312" pitchFamily="49" charset="-122"/>
              </a:rPr>
              <a:t>)</a:t>
            </a:r>
            <a:r>
              <a:rPr altLang="zh-CN" b="1" dirty="0" kumimoji="1" lang="en-US">
                <a:latin typeface="Times New Roman" panose="02020603050405020304" pitchFamily="18" charset="0"/>
                <a:ea typeface="仿宋_GB2312" pitchFamily="49" charset="-122"/>
              </a:rPr>
              <a:t>;</a:t>
            </a:r>
          </a:p>
          <a:p>
            <a:pPr eaLnBrk="1" hangingPunct="1">
              <a:spcBef>
                <a:spcPct val="0"/>
              </a:spcBef>
              <a:buClr>
                <a:srgbClr val="FF0000"/>
              </a:buClr>
              <a:buFontTx/>
              <a:buAutoNum type="arabicPeriod" startAt="10"/>
            </a:pPr>
            <a:r>
              <a:rPr altLang="zh-CN" dirty="0" kumimoji="1" lang="en-US">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 </a:t>
            </a:r>
          </a:p>
          <a:p>
            <a:pPr eaLnBrk="1" hangingPunct="1">
              <a:spcBef>
                <a:spcPct val="0"/>
              </a:spcBef>
              <a:buClr>
                <a:srgbClr val="FF0000"/>
              </a:buClr>
              <a:buFontTx/>
              <a:buAutoNum type="arabicPeriod" startAt="10"/>
            </a:pPr>
            <a:r>
              <a:rPr altLang="zh-CN" b="1" dirty="0" kumimoji="1" lang="en-US">
                <a:latin typeface="Times New Roman" panose="02020603050405020304" pitchFamily="18" charset="0"/>
                <a:ea typeface="仿宋_GB2312" pitchFamily="49" charset="-122"/>
              </a:rPr>
              <a:t>              else</a:t>
            </a:r>
          </a:p>
          <a:p>
            <a:pPr eaLnBrk="1" hangingPunct="1">
              <a:spcBef>
                <a:spcPct val="0"/>
              </a:spcBef>
              <a:buClr>
                <a:srgbClr val="FF0000"/>
              </a:buClr>
              <a:buFontTx/>
              <a:buAutoNum type="arabicPeriod" startAt="10"/>
            </a:pPr>
            <a:r>
              <a:rPr altLang="zh-CN" b="1" dirty="0" kumimoji="1" lang="en-US">
                <a:latin typeface="Times New Roman" panose="02020603050405020304" pitchFamily="18" charset="0"/>
                <a:ea typeface="仿宋_GB2312" pitchFamily="49" charset="-122"/>
              </a:rPr>
              <a:t>              if</a:t>
            </a:r>
            <a:r>
              <a:rPr altLang="zh-CN" dirty="0" kumimoji="1" lang="en-US">
                <a:latin typeface="Times New Roman" panose="02020603050405020304" pitchFamily="18" charset="0"/>
                <a:ea typeface="仿宋_GB2312" pitchFamily="49" charset="-122"/>
              </a:rPr>
              <a:t> (</a:t>
            </a:r>
            <a:r>
              <a:rPr altLang="zh-CN" dirty="0" i="1"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hsub</a:t>
            </a:r>
            <a:r>
              <a:rPr altLang="zh-CN" dirty="0" kumimoji="1" lang="en-US">
                <a:latin typeface="Times New Roman" panose="02020603050405020304" pitchFamily="18" charset="0"/>
                <a:ea typeface="仿宋_GB2312" pitchFamily="49" charset="-122"/>
              </a:rPr>
              <a:t>[0] != '(' </a:t>
            </a:r>
            <a:r>
              <a:rPr altLang="zh-CN" b="1" dirty="0" kumimoji="1" lang="en-US">
                <a:latin typeface="Times New Roman" panose="02020603050405020304" pitchFamily="18" charset="0"/>
                <a:ea typeface="仿宋_GB2312" pitchFamily="49" charset="-122"/>
              </a:rPr>
              <a:t>&amp;&amp;</a:t>
            </a:r>
            <a:r>
              <a:rPr altLang="zh-CN" dirty="0" kumimoji="1" lang="en-US">
                <a:latin typeface="Times New Roman" panose="02020603050405020304" pitchFamily="18" charset="0"/>
                <a:ea typeface="仿宋_GB2312" pitchFamily="49" charset="-122"/>
              </a:rPr>
              <a:t> </a:t>
            </a:r>
            <a:r>
              <a:rPr altLang="zh-CN" dirty="0" kumimoji="1" lang="en-US" err="1">
                <a:latin typeface="Times New Roman" panose="02020603050405020304" pitchFamily="18" charset="0"/>
                <a:ea typeface="仿宋_GB2312" pitchFamily="49" charset="-122"/>
              </a:rPr>
              <a:t>hsub</a:t>
            </a:r>
            <a:r>
              <a:rPr altLang="zh-CN" dirty="0" kumimoji="1" lang="en-US">
                <a:latin typeface="Times New Roman" panose="02020603050405020304" pitchFamily="18" charset="0"/>
                <a:ea typeface="仿宋_GB2312" pitchFamily="49" charset="-122"/>
              </a:rPr>
              <a:t>[0] </a:t>
            </a:r>
            <a:r>
              <a:rPr altLang="zh-CN" dirty="0" i="1" kumimoji="1" lang="en-US">
                <a:latin typeface="Times New Roman" panose="02020603050405020304" pitchFamily="18" charset="0"/>
                <a:ea typeface="仿宋_GB2312" pitchFamily="49" charset="-122"/>
              </a:rPr>
              <a:t>==</a:t>
            </a:r>
            <a:r>
              <a:rPr altLang="zh-CN" dirty="0" kumimoji="1" lang="en-US">
                <a:latin typeface="Times New Roman" panose="02020603050405020304" pitchFamily="18" charset="0"/>
                <a:ea typeface="仿宋_GB2312" pitchFamily="49" charset="-122"/>
              </a:rPr>
              <a:t> ' ' ' ) </a:t>
            </a:r>
            <a:r>
              <a:rPr altLang="zh-CN" b="1" dirty="0" kumimoji="1" lang="en-US">
                <a:latin typeface="Times New Roman" panose="02020603050405020304" pitchFamily="18" charset="0"/>
                <a:ea typeface="仿宋_GB2312" pitchFamily="49" charset="-122"/>
              </a:rPr>
              <a:t>{</a:t>
            </a:r>
          </a:p>
          <a:p>
            <a:pPr eaLnBrk="1" hangingPunct="1">
              <a:spcBef>
                <a:spcPct val="0"/>
              </a:spcBef>
              <a:buClr>
                <a:srgbClr val="FF0000"/>
              </a:buClr>
              <a:buFontTx/>
              <a:buAutoNum type="arabicPeriod" startAt="10"/>
            </a:pPr>
            <a:r>
              <a:rPr altLang="zh-CN" dirty="0" kumimoji="1" lang="en-US">
                <a:latin typeface="Times New Roman" panose="02020603050405020304" pitchFamily="18" charset="0"/>
                <a:ea typeface="仿宋_GB2312" pitchFamily="49" charset="-122"/>
              </a:rPr>
              <a:t>              </a:t>
            </a:r>
            <a:r>
              <a:rPr altLang="zh-CN" b="1" dirty="0" kumimoji="1" lang="en-US">
                <a:solidFill>
                  <a:srgbClr val="0000CC"/>
                </a:solidFill>
                <a:latin typeface="Times New Roman" panose="02020603050405020304" pitchFamily="18" charset="0"/>
                <a:ea typeface="仿宋_GB2312" pitchFamily="49" charset="-122"/>
              </a:rPr>
              <a:t>//</a:t>
            </a:r>
            <a:r>
              <a:rPr altLang="en-US" b="1" dirty="0" kumimoji="1" lang="zh-CN">
                <a:solidFill>
                  <a:srgbClr val="0000CC"/>
                </a:solidFill>
                <a:latin typeface="Times New Roman" panose="02020603050405020304" pitchFamily="18" charset="0"/>
                <a:ea typeface="仿宋_GB2312" pitchFamily="49" charset="-122"/>
              </a:rPr>
              <a:t>非子表且是字符分界符</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0" presetSubtype="0">
                                  <p:stCondLst>
                                    <p:cond delay="0"/>
                                  </p:stCondLst>
                                  <p:childTnLst>
                                    <p:set>
                                      <p:cBhvr>
                                        <p:cTn dur="1" fill="hold" id="6">
                                          <p:stCondLst>
                                            <p:cond delay="0"/>
                                          </p:stCondLst>
                                        </p:cTn>
                                        <p:tgtEl>
                                          <p:spTgt spid="1050043">
                                            <p:txEl>
                                              <p:pRg st="0" end="0"/>
                                            </p:txEl>
                                          </p:spTgt>
                                        </p:tgtEl>
                                        <p:attrNameLst>
                                          <p:attrName>style.visibility</p:attrName>
                                        </p:attrNameLst>
                                      </p:cBhvr>
                                      <p:to>
                                        <p:strVal val="visible"/>
                                      </p:to>
                                    </p:set>
                                    <p:animEffect transition="in" filter="fade">
                                      <p:cBhvr>
                                        <p:cTn dur="500" id="7"/>
                                        <p:tgtEl>
                                          <p:spTgt spid="1050043">
                                            <p:txEl>
                                              <p:pRg st="0" end="0"/>
                                            </p:txEl>
                                          </p:spTgt>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10" presetSubtype="0">
                                  <p:stCondLst>
                                    <p:cond delay="0"/>
                                  </p:stCondLst>
                                  <p:childTnLst>
                                    <p:set>
                                      <p:cBhvr>
                                        <p:cTn dur="1" fill="hold" id="11">
                                          <p:stCondLst>
                                            <p:cond delay="0"/>
                                          </p:stCondLst>
                                        </p:cTn>
                                        <p:tgtEl>
                                          <p:spTgt spid="1050043">
                                            <p:txEl>
                                              <p:pRg st="1" end="1"/>
                                            </p:txEl>
                                          </p:spTgt>
                                        </p:tgtEl>
                                        <p:attrNameLst>
                                          <p:attrName>style.visibility</p:attrName>
                                        </p:attrNameLst>
                                      </p:cBhvr>
                                      <p:to>
                                        <p:strVal val="visible"/>
                                      </p:to>
                                    </p:set>
                                    <p:animEffect transition="in" filter="fade">
                                      <p:cBhvr>
                                        <p:cTn dur="500" id="12"/>
                                        <p:tgtEl>
                                          <p:spTgt spid="1050043">
                                            <p:txEl>
                                              <p:pRg st="1" end="1"/>
                                            </p:txEl>
                                          </p:spTgt>
                                        </p:tgtEl>
                                      </p:cBhvr>
                                    </p:animEffect>
                                  </p:childTnLst>
                                </p:cTn>
                              </p:par>
                              <p:par>
                                <p:cTn fill="hold" id="13" nodeType="withEffect" presetClass="entr" presetID="10" presetSubtype="0">
                                  <p:stCondLst>
                                    <p:cond delay="0"/>
                                  </p:stCondLst>
                                  <p:childTnLst>
                                    <p:set>
                                      <p:cBhvr>
                                        <p:cTn dur="1" fill="hold" id="14">
                                          <p:stCondLst>
                                            <p:cond delay="0"/>
                                          </p:stCondLst>
                                        </p:cTn>
                                        <p:tgtEl>
                                          <p:spTgt spid="1050043">
                                            <p:txEl>
                                              <p:pRg st="2" end="2"/>
                                            </p:txEl>
                                          </p:spTgt>
                                        </p:tgtEl>
                                        <p:attrNameLst>
                                          <p:attrName>style.visibility</p:attrName>
                                        </p:attrNameLst>
                                      </p:cBhvr>
                                      <p:to>
                                        <p:strVal val="visible"/>
                                      </p:to>
                                    </p:set>
                                    <p:animEffect transition="in" filter="fade">
                                      <p:cBhvr>
                                        <p:cTn dur="500" id="15"/>
                                        <p:tgtEl>
                                          <p:spTgt spid="1050043">
                                            <p:txEl>
                                              <p:pRg st="2" end="2"/>
                                            </p:txEl>
                                          </p:spTgt>
                                        </p:tgtEl>
                                      </p:cBhvr>
                                    </p:animEffect>
                                  </p:childTnLst>
                                </p:cTn>
                              </p:par>
                            </p:childTnLst>
                          </p:cTn>
                        </p:par>
                      </p:childTnLst>
                    </p:cTn>
                  </p:par>
                  <p:par>
                    <p:cTn fill="hold" id="16">
                      <p:stCondLst>
                        <p:cond delay="indefinite"/>
                      </p:stCondLst>
                      <p:childTnLst>
                        <p:par>
                          <p:cTn fill="hold" id="17">
                            <p:stCondLst>
                              <p:cond delay="0"/>
                            </p:stCondLst>
                            <p:childTnLst>
                              <p:par>
                                <p:cTn fill="hold" id="18" nodeType="clickEffect" presetClass="entr" presetID="10" presetSubtype="0">
                                  <p:stCondLst>
                                    <p:cond delay="0"/>
                                  </p:stCondLst>
                                  <p:childTnLst>
                                    <p:set>
                                      <p:cBhvr>
                                        <p:cTn dur="1" fill="hold" id="19">
                                          <p:stCondLst>
                                            <p:cond delay="0"/>
                                          </p:stCondLst>
                                        </p:cTn>
                                        <p:tgtEl>
                                          <p:spTgt spid="1050043">
                                            <p:txEl>
                                              <p:pRg st="3" end="3"/>
                                            </p:txEl>
                                          </p:spTgt>
                                        </p:tgtEl>
                                        <p:attrNameLst>
                                          <p:attrName>style.visibility</p:attrName>
                                        </p:attrNameLst>
                                      </p:cBhvr>
                                      <p:to>
                                        <p:strVal val="visible"/>
                                      </p:to>
                                    </p:set>
                                    <p:animEffect transition="in" filter="fade">
                                      <p:cBhvr>
                                        <p:cTn dur="500" id="20"/>
                                        <p:tgtEl>
                                          <p:spTgt spid="1050043">
                                            <p:txEl>
                                              <p:pRg st="3" end="3"/>
                                            </p:txEl>
                                          </p:spTgt>
                                        </p:tgtEl>
                                      </p:cBhvr>
                                    </p:animEffect>
                                  </p:childTnLst>
                                </p:cTn>
                              </p:par>
                              <p:par>
                                <p:cTn fill="hold" id="21" nodeType="withEffect" presetClass="entr" presetID="10" presetSubtype="0">
                                  <p:stCondLst>
                                    <p:cond delay="0"/>
                                  </p:stCondLst>
                                  <p:childTnLst>
                                    <p:set>
                                      <p:cBhvr>
                                        <p:cTn dur="1" fill="hold" id="22">
                                          <p:stCondLst>
                                            <p:cond delay="0"/>
                                          </p:stCondLst>
                                        </p:cTn>
                                        <p:tgtEl>
                                          <p:spTgt spid="1050043">
                                            <p:txEl>
                                              <p:pRg st="4" end="4"/>
                                            </p:txEl>
                                          </p:spTgt>
                                        </p:tgtEl>
                                        <p:attrNameLst>
                                          <p:attrName>style.visibility</p:attrName>
                                        </p:attrNameLst>
                                      </p:cBhvr>
                                      <p:to>
                                        <p:strVal val="visible"/>
                                      </p:to>
                                    </p:set>
                                    <p:animEffect transition="in" filter="fade">
                                      <p:cBhvr>
                                        <p:cTn dur="500" id="23"/>
                                        <p:tgtEl>
                                          <p:spTgt spid="1050043">
                                            <p:txEl>
                                              <p:pRg st="4" end="4"/>
                                            </p:txEl>
                                          </p:spTgt>
                                        </p:tgtEl>
                                      </p:cBhvr>
                                    </p:animEffect>
                                  </p:childTnLst>
                                </p:cTn>
                              </p:par>
                            </p:childTnLst>
                          </p:cTn>
                        </p:par>
                      </p:childTnLst>
                    </p:cTn>
                  </p:par>
                  <p:par>
                    <p:cTn fill="hold" id="24">
                      <p:stCondLst>
                        <p:cond delay="indefinite"/>
                      </p:stCondLst>
                      <p:childTnLst>
                        <p:par>
                          <p:cTn fill="hold" id="25">
                            <p:stCondLst>
                              <p:cond delay="0"/>
                            </p:stCondLst>
                            <p:childTnLst>
                              <p:par>
                                <p:cTn fill="hold" id="26" nodeType="clickEffect" presetClass="entr" presetID="10" presetSubtype="0">
                                  <p:stCondLst>
                                    <p:cond delay="0"/>
                                  </p:stCondLst>
                                  <p:childTnLst>
                                    <p:set>
                                      <p:cBhvr>
                                        <p:cTn dur="1" fill="hold" id="27">
                                          <p:stCondLst>
                                            <p:cond delay="0"/>
                                          </p:stCondLst>
                                        </p:cTn>
                                        <p:tgtEl>
                                          <p:spTgt spid="1050043">
                                            <p:txEl>
                                              <p:pRg st="5" end="5"/>
                                            </p:txEl>
                                          </p:spTgt>
                                        </p:tgtEl>
                                        <p:attrNameLst>
                                          <p:attrName>style.visibility</p:attrName>
                                        </p:attrNameLst>
                                      </p:cBhvr>
                                      <p:to>
                                        <p:strVal val="visible"/>
                                      </p:to>
                                    </p:set>
                                    <p:animEffect transition="in" filter="fade">
                                      <p:cBhvr>
                                        <p:cTn dur="500" id="28"/>
                                        <p:tgtEl>
                                          <p:spTgt spid="1050043">
                                            <p:txEl>
                                              <p:pRg st="5" end="5"/>
                                            </p:txEl>
                                          </p:spTgt>
                                        </p:tgtEl>
                                      </p:cBhvr>
                                    </p:animEffect>
                                  </p:childTnLst>
                                </p:cTn>
                              </p:par>
                              <p:par>
                                <p:cTn fill="hold" id="29" nodeType="withEffect" presetClass="entr" presetID="10" presetSubtype="0">
                                  <p:stCondLst>
                                    <p:cond delay="0"/>
                                  </p:stCondLst>
                                  <p:childTnLst>
                                    <p:set>
                                      <p:cBhvr>
                                        <p:cTn dur="1" fill="hold" id="30">
                                          <p:stCondLst>
                                            <p:cond delay="0"/>
                                          </p:stCondLst>
                                        </p:cTn>
                                        <p:tgtEl>
                                          <p:spTgt spid="1050043">
                                            <p:txEl>
                                              <p:pRg st="6" end="6"/>
                                            </p:txEl>
                                          </p:spTgt>
                                        </p:tgtEl>
                                        <p:attrNameLst>
                                          <p:attrName>style.visibility</p:attrName>
                                        </p:attrNameLst>
                                      </p:cBhvr>
                                      <p:to>
                                        <p:strVal val="visible"/>
                                      </p:to>
                                    </p:set>
                                    <p:animEffect transition="in" filter="fade">
                                      <p:cBhvr>
                                        <p:cTn dur="500" id="31"/>
                                        <p:tgtEl>
                                          <p:spTgt spid="1050043">
                                            <p:txEl>
                                              <p:pRg st="6" end="6"/>
                                            </p:txEl>
                                          </p:spTgt>
                                        </p:tgtEl>
                                      </p:cBhvr>
                                    </p:animEffect>
                                  </p:childTnLst>
                                </p:cTn>
                              </p:par>
                              <p:par>
                                <p:cTn fill="hold" id="32" nodeType="withEffect" presetClass="entr" presetID="10" presetSubtype="0">
                                  <p:stCondLst>
                                    <p:cond delay="0"/>
                                  </p:stCondLst>
                                  <p:childTnLst>
                                    <p:set>
                                      <p:cBhvr>
                                        <p:cTn dur="1" fill="hold" id="33">
                                          <p:stCondLst>
                                            <p:cond delay="0"/>
                                          </p:stCondLst>
                                        </p:cTn>
                                        <p:tgtEl>
                                          <p:spTgt spid="1050043">
                                            <p:txEl>
                                              <p:pRg st="7" end="7"/>
                                            </p:txEl>
                                          </p:spTgt>
                                        </p:tgtEl>
                                        <p:attrNameLst>
                                          <p:attrName>style.visibility</p:attrName>
                                        </p:attrNameLst>
                                      </p:cBhvr>
                                      <p:to>
                                        <p:strVal val="visible"/>
                                      </p:to>
                                    </p:set>
                                    <p:animEffect transition="in" filter="fade">
                                      <p:cBhvr>
                                        <p:cTn dur="500" id="34"/>
                                        <p:tgtEl>
                                          <p:spTgt spid="1050043">
                                            <p:txEl>
                                              <p:pRg st="7" end="7"/>
                                            </p:txEl>
                                          </p:spTgt>
                                        </p:tgtEl>
                                      </p:cBhvr>
                                    </p:animEffect>
                                  </p:childTnLst>
                                </p:cTn>
                              </p:par>
                              <p:par>
                                <p:cTn fill="hold" id="35" nodeType="withEffect" presetClass="entr" presetID="10" presetSubtype="0">
                                  <p:stCondLst>
                                    <p:cond delay="0"/>
                                  </p:stCondLst>
                                  <p:childTnLst>
                                    <p:set>
                                      <p:cBhvr>
                                        <p:cTn dur="1" fill="hold" id="36">
                                          <p:stCondLst>
                                            <p:cond delay="0"/>
                                          </p:stCondLst>
                                        </p:cTn>
                                        <p:tgtEl>
                                          <p:spTgt spid="1050043">
                                            <p:txEl>
                                              <p:pRg st="8" end="8"/>
                                            </p:txEl>
                                          </p:spTgt>
                                        </p:tgtEl>
                                        <p:attrNameLst>
                                          <p:attrName>style.visibility</p:attrName>
                                        </p:attrNameLst>
                                      </p:cBhvr>
                                      <p:to>
                                        <p:strVal val="visible"/>
                                      </p:to>
                                    </p:set>
                                    <p:animEffect transition="in" filter="fade">
                                      <p:cBhvr>
                                        <p:cTn dur="500" id="37"/>
                                        <p:tgtEl>
                                          <p:spTgt spid="1050043">
                                            <p:txEl>
                                              <p:pRg st="8" end="8"/>
                                            </p:txEl>
                                          </p:spTgt>
                                        </p:tgtEl>
                                      </p:cBhvr>
                                    </p:animEffect>
                                  </p:childTnLst>
                                </p:cTn>
                              </p:par>
                            </p:childTnLst>
                          </p:cTn>
                        </p:par>
                      </p:childTnLst>
                    </p:cTn>
                  </p:par>
                  <p:par>
                    <p:cTn fill="hold" id="38">
                      <p:stCondLst>
                        <p:cond delay="indefinite"/>
                      </p:stCondLst>
                      <p:childTnLst>
                        <p:par>
                          <p:cTn fill="hold" id="39">
                            <p:stCondLst>
                              <p:cond delay="0"/>
                            </p:stCondLst>
                            <p:childTnLst>
                              <p:par>
                                <p:cTn fill="hold" id="40" nodeType="clickEffect" presetClass="entr" presetID="10" presetSubtype="0">
                                  <p:stCondLst>
                                    <p:cond delay="0"/>
                                  </p:stCondLst>
                                  <p:childTnLst>
                                    <p:set>
                                      <p:cBhvr>
                                        <p:cTn dur="1" fill="hold" id="41">
                                          <p:stCondLst>
                                            <p:cond delay="0"/>
                                          </p:stCondLst>
                                        </p:cTn>
                                        <p:tgtEl>
                                          <p:spTgt spid="1050043">
                                            <p:txEl>
                                              <p:pRg st="9" end="9"/>
                                            </p:txEl>
                                          </p:spTgt>
                                        </p:tgtEl>
                                        <p:attrNameLst>
                                          <p:attrName>style.visibility</p:attrName>
                                        </p:attrNameLst>
                                      </p:cBhvr>
                                      <p:to>
                                        <p:strVal val="visible"/>
                                      </p:to>
                                    </p:set>
                                    <p:animEffect transition="in" filter="fade">
                                      <p:cBhvr>
                                        <p:cTn dur="500" id="42"/>
                                        <p:tgtEl>
                                          <p:spTgt spid="1050043">
                                            <p:txEl>
                                              <p:pRg st="9" end="9"/>
                                            </p:txEl>
                                          </p:spTgt>
                                        </p:tgtEl>
                                      </p:cBhvr>
                                    </p:animEffect>
                                  </p:childTnLst>
                                </p:cTn>
                              </p:par>
                              <p:par>
                                <p:cTn fill="hold" id="43" nodeType="withEffect" presetClass="entr" presetID="10" presetSubtype="0">
                                  <p:stCondLst>
                                    <p:cond delay="0"/>
                                  </p:stCondLst>
                                  <p:childTnLst>
                                    <p:set>
                                      <p:cBhvr>
                                        <p:cTn dur="1" fill="hold" id="44">
                                          <p:stCondLst>
                                            <p:cond delay="0"/>
                                          </p:stCondLst>
                                        </p:cTn>
                                        <p:tgtEl>
                                          <p:spTgt spid="1050043">
                                            <p:txEl>
                                              <p:pRg st="10" end="10"/>
                                            </p:txEl>
                                          </p:spTgt>
                                        </p:tgtEl>
                                        <p:attrNameLst>
                                          <p:attrName>style.visibility</p:attrName>
                                        </p:attrNameLst>
                                      </p:cBhvr>
                                      <p:to>
                                        <p:strVal val="visible"/>
                                      </p:to>
                                    </p:set>
                                    <p:animEffect transition="in" filter="fade">
                                      <p:cBhvr>
                                        <p:cTn dur="500" id="45"/>
                                        <p:tgtEl>
                                          <p:spTgt spid="1050043">
                                            <p:txEl>
                                              <p:pRg st="10" end="10"/>
                                            </p:txEl>
                                          </p:spTgt>
                                        </p:tgtEl>
                                      </p:cBhvr>
                                    </p:animEffect>
                                  </p:childTnLst>
                                </p:cTn>
                              </p:par>
                              <p:par>
                                <p:cTn fill="hold" id="46" nodeType="withEffect" presetClass="entr" presetID="10" presetSubtype="0">
                                  <p:stCondLst>
                                    <p:cond delay="0"/>
                                  </p:stCondLst>
                                  <p:childTnLst>
                                    <p:set>
                                      <p:cBhvr>
                                        <p:cTn dur="1" fill="hold" id="47">
                                          <p:stCondLst>
                                            <p:cond delay="0"/>
                                          </p:stCondLst>
                                        </p:cTn>
                                        <p:tgtEl>
                                          <p:spTgt spid="1050043">
                                            <p:txEl>
                                              <p:pRg st="11" end="11"/>
                                            </p:txEl>
                                          </p:spTgt>
                                        </p:tgtEl>
                                        <p:attrNameLst>
                                          <p:attrName>style.visibility</p:attrName>
                                        </p:attrNameLst>
                                      </p:cBhvr>
                                      <p:to>
                                        <p:strVal val="visible"/>
                                      </p:to>
                                    </p:set>
                                    <p:animEffect transition="in" filter="fade">
                                      <p:cBhvr>
                                        <p:cTn dur="500" id="48"/>
                                        <p:tgtEl>
                                          <p:spTgt spid="105004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show="0">
  <p:cSld>
    <p:spTree>
      <p:nvGrpSpPr>
        <p:cNvPr id="347" name=""/>
        <p:cNvGrpSpPr/>
        <p:nvPr/>
      </p:nvGrpSpPr>
      <p:grpSpPr>
        <a:xfrm>
          <a:off x="0" y="0"/>
          <a:ext cx="0" cy="0"/>
          <a:chOff x="0" y="0"/>
          <a:chExt cx="0" cy="0"/>
        </a:xfrm>
      </p:grpSpPr>
      <p:sp>
        <p:nvSpPr>
          <p:cNvPr id="1050044" name="Text Box 2"/>
          <p:cNvSpPr txBox="1">
            <a:spLocks noChangeArrowheads="1"/>
          </p:cNvSpPr>
          <p:nvPr/>
        </p:nvSpPr>
        <p:spPr bwMode="auto">
          <a:xfrm>
            <a:off x="228600" y="152402"/>
            <a:ext cx="8915400" cy="7475220"/>
          </a:xfrm>
          <a:prstGeom prst="rect"/>
          <a:noFill/>
          <a:ln>
            <a:noFill/>
          </a:ln>
        </p:spPr>
        <p:txBody>
          <a:bodyPr>
            <a:spAutoFit/>
          </a:bodyPr>
          <a:lstStyle>
            <a:lvl1pPr indent="-457200" marL="457200">
              <a:spcBef>
                <a:spcPct val="20000"/>
              </a:spcBef>
              <a:buChar char="•"/>
              <a:defRPr sz="3200">
                <a:solidFill>
                  <a:schemeClr val="tx1"/>
                </a:solidFill>
                <a:latin typeface="Arial" panose="020B0604020202020204" pitchFamily="34" charset="0"/>
                <a:ea typeface="宋体" panose="02010600030101010101" pitchFamily="2" charset="-122"/>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5000"/>
              </a:lnSpc>
              <a:spcBef>
                <a:spcPct val="0"/>
              </a:spcBef>
              <a:buClr>
                <a:srgbClr val="FF0000"/>
              </a:buClr>
              <a:buFontTx/>
              <a:buAutoNum type="arabicPeriod" startAt="22"/>
            </a:pPr>
            <a:r>
              <a:rPr altLang="zh-CN" dirty="0" kumimoji="1" lang="en-US">
                <a:latin typeface="Times New Roman" panose="02020603050405020304" pitchFamily="18" charset="0"/>
              </a:rPr>
              <a:t>               </a:t>
            </a:r>
            <a:r>
              <a:rPr altLang="zh-CN" dirty="0" sz="3600" i="1" kumimoji="1" lang="en-US">
                <a:latin typeface="Times New Roman" panose="02020603050405020304" pitchFamily="18" charset="0"/>
              </a:rPr>
              <a:t>   </a:t>
            </a:r>
            <a:r>
              <a:rPr altLang="zh-CN" dirty="0" i="1" kumimoji="1" lang="en-US" err="1">
                <a:latin typeface="Times New Roman" panose="02020603050405020304" pitchFamily="18" charset="0"/>
                <a:ea typeface="仿宋_GB2312" pitchFamily="49" charset="-122"/>
              </a:rPr>
              <a:t>p</a:t>
            </a:r>
            <a:r>
              <a:rPr altLang="zh-CN" dirty="0" kumimoji="1" lang="en-US" err="1">
                <a:latin typeface="Times New Roman" panose="02020603050405020304" pitchFamily="18" charset="0"/>
                <a:ea typeface="仿宋_GB2312" pitchFamily="49" charset="-122"/>
              </a:rPr>
              <a:t>→</a:t>
            </a:r>
            <a:r>
              <a:rPr altLang="zh-CN" dirty="0" i="1" kumimoji="1" lang="en-US" err="1">
                <a:latin typeface="Times New Roman" panose="02020603050405020304" pitchFamily="18" charset="0"/>
                <a:ea typeface="仿宋_GB2312" pitchFamily="49" charset="-122"/>
              </a:rPr>
              <a:t>utype</a:t>
            </a:r>
            <a:r>
              <a:rPr altLang="zh-CN" dirty="0" i="1" kumimoji="1" lang="en-US">
                <a:latin typeface="Times New Roman" panose="02020603050405020304" pitchFamily="18" charset="0"/>
                <a:ea typeface="仿宋_GB2312" pitchFamily="49" charset="-122"/>
              </a:rPr>
              <a:t> = </a:t>
            </a:r>
            <a:r>
              <a:rPr altLang="zh-CN" dirty="0" kumimoji="1" lang="en-US">
                <a:latin typeface="Times New Roman" panose="02020603050405020304" pitchFamily="18" charset="0"/>
                <a:ea typeface="仿宋_GB2312" pitchFamily="49" charset="-122"/>
              </a:rPr>
              <a:t>CH</a:t>
            </a:r>
            <a:r>
              <a:rPr altLang="zh-CN" b="1" dirty="0" kumimoji="1" lang="en-US">
                <a:latin typeface="Times New Roman" panose="02020603050405020304" pitchFamily="18" charset="0"/>
                <a:ea typeface="仿宋_GB2312" pitchFamily="49" charset="-122"/>
              </a:rPr>
              <a:t>;</a:t>
            </a:r>
            <a:r>
              <a:rPr altLang="zh-CN" dirty="0" i="1" kumimoji="1" lang="en-US">
                <a:latin typeface="Times New Roman" panose="02020603050405020304" pitchFamily="18" charset="0"/>
                <a:ea typeface="仿宋_GB2312" pitchFamily="49" charset="-122"/>
              </a:rPr>
              <a:t>  </a:t>
            </a:r>
          </a:p>
          <a:p>
            <a:pPr eaLnBrk="1" hangingPunct="1">
              <a:lnSpc>
                <a:spcPct val="95000"/>
              </a:lnSpc>
              <a:spcBef>
                <a:spcPct val="0"/>
              </a:spcBef>
              <a:buClr>
                <a:srgbClr val="FF0000"/>
              </a:buClr>
              <a:buFontTx/>
              <a:buAutoNum type="arabicPeriod" startAt="22"/>
            </a:pPr>
            <a:r>
              <a:rPr altLang="zh-CN" dirty="0"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p</a:t>
            </a:r>
            <a:r>
              <a:rPr altLang="zh-CN" dirty="0" kumimoji="1" lang="en-US" err="1">
                <a:latin typeface="Times New Roman" panose="02020603050405020304" pitchFamily="18" charset="0"/>
                <a:ea typeface="仿宋_GB2312" pitchFamily="49" charset="-122"/>
              </a:rPr>
              <a:t>→</a:t>
            </a:r>
            <a:r>
              <a:rPr altLang="zh-CN" dirty="0" i="1" kumimoji="1" lang="en-US" err="1">
                <a:latin typeface="Times New Roman" panose="02020603050405020304" pitchFamily="18" charset="0"/>
                <a:ea typeface="仿宋_GB2312" pitchFamily="49" charset="-122"/>
              </a:rPr>
              <a:t>value</a:t>
            </a:r>
            <a:r>
              <a:rPr altLang="zh-CN" dirty="0" kumimoji="1" lang="en-US" err="1">
                <a:latin typeface="Times New Roman" panose="02020603050405020304" pitchFamily="18" charset="0"/>
                <a:ea typeface="仿宋_GB2312" pitchFamily="49" charset="-122"/>
              </a:rPr>
              <a:t>.</a:t>
            </a:r>
            <a:r>
              <a:rPr altLang="zh-CN" dirty="0" i="1" kumimoji="1" lang="en-US" err="1">
                <a:latin typeface="Times New Roman" panose="02020603050405020304" pitchFamily="18" charset="0"/>
                <a:ea typeface="仿宋_GB2312" pitchFamily="49" charset="-122"/>
              </a:rPr>
              <a:t>charinfo</a:t>
            </a:r>
            <a:r>
              <a:rPr altLang="zh-CN" dirty="0" i="1" kumimoji="1" lang="en-US">
                <a:latin typeface="Times New Roman" panose="02020603050405020304" pitchFamily="18" charset="0"/>
                <a:ea typeface="仿宋_GB2312" pitchFamily="49" charset="-122"/>
              </a:rPr>
              <a:t> = </a:t>
            </a:r>
            <a:r>
              <a:rPr altLang="zh-CN" dirty="0" i="1" kumimoji="1" lang="en-US" err="1">
                <a:latin typeface="Times New Roman" panose="02020603050405020304" pitchFamily="18" charset="0"/>
                <a:ea typeface="仿宋_GB2312" pitchFamily="49" charset="-122"/>
              </a:rPr>
              <a:t>hsub</a:t>
            </a:r>
            <a:r>
              <a:rPr altLang="zh-CN" b="1" dirty="0" kumimoji="1" lang="en-US">
                <a:latin typeface="Times New Roman" panose="02020603050405020304" pitchFamily="18" charset="0"/>
                <a:ea typeface="仿宋_GB2312" pitchFamily="49" charset="-122"/>
              </a:rPr>
              <a:t>;		</a:t>
            </a:r>
            <a:endParaRPr altLang="zh-CN" dirty="0" kumimoji="1" lang="en-US">
              <a:latin typeface="Times New Roman" panose="02020603050405020304" pitchFamily="18" charset="0"/>
              <a:ea typeface="仿宋_GB2312" pitchFamily="49" charset="-122"/>
            </a:endParaRPr>
          </a:p>
          <a:p>
            <a:pPr eaLnBrk="1" hangingPunct="1">
              <a:lnSpc>
                <a:spcPct val="95000"/>
              </a:lnSpc>
              <a:spcBef>
                <a:spcPct val="0"/>
              </a:spcBef>
              <a:buClr>
                <a:srgbClr val="FF0000"/>
              </a:buClr>
              <a:buFontTx/>
              <a:buAutoNum type="arabicPeriod" startAt="22"/>
            </a:pPr>
            <a:r>
              <a:rPr altLang="zh-CN" dirty="0" kumimoji="1" lang="en-US">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a:t>
            </a:r>
          </a:p>
          <a:p>
            <a:pPr eaLnBrk="1" hangingPunct="1">
              <a:lnSpc>
                <a:spcPct val="95000"/>
              </a:lnSpc>
              <a:spcBef>
                <a:spcPct val="0"/>
              </a:spcBef>
              <a:buClr>
                <a:srgbClr val="FF0000"/>
              </a:buClr>
              <a:buFontTx/>
              <a:buAutoNum type="arabicPeriod" startAt="22"/>
            </a:pPr>
            <a:r>
              <a:rPr altLang="zh-CN" dirty="0" kumimoji="1" lang="en-US">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else {                 </a:t>
            </a:r>
            <a:r>
              <a:rPr altLang="zh-CN" b="1" dirty="0" kumimoji="1" lang="en-US">
                <a:solidFill>
                  <a:srgbClr val="0000CC"/>
                </a:solidFill>
                <a:latin typeface="Times New Roman" panose="02020603050405020304" pitchFamily="18" charset="0"/>
                <a:ea typeface="仿宋_GB2312" pitchFamily="49" charset="-122"/>
              </a:rPr>
              <a:t>//</a:t>
            </a:r>
            <a:r>
              <a:rPr altLang="en-US" b="1" dirty="0" kumimoji="1" lang="zh-CN">
                <a:solidFill>
                  <a:srgbClr val="0000CC"/>
                </a:solidFill>
                <a:latin typeface="Times New Roman" panose="02020603050405020304" pitchFamily="18" charset="0"/>
                <a:ea typeface="仿宋_GB2312" pitchFamily="49" charset="-122"/>
              </a:rPr>
              <a:t>是子表</a:t>
            </a:r>
            <a:r>
              <a:rPr altLang="zh-CN" b="1" dirty="0" kumimoji="1" lang="en-US">
                <a:solidFill>
                  <a:srgbClr val="0000CC"/>
                </a:solidFill>
                <a:latin typeface="Times New Roman" panose="02020603050405020304" pitchFamily="18" charset="0"/>
                <a:ea typeface="仿宋_GB2312" pitchFamily="49" charset="-122"/>
              </a:rPr>
              <a:t>,</a:t>
            </a:r>
            <a:r>
              <a:rPr altLang="en-US" b="1" dirty="0" kumimoji="1" lang="zh-CN">
                <a:solidFill>
                  <a:srgbClr val="0000CC"/>
                </a:solidFill>
                <a:latin typeface="Times New Roman" panose="02020603050405020304" pitchFamily="18" charset="0"/>
                <a:ea typeface="仿宋_GB2312" pitchFamily="49" charset="-122"/>
              </a:rPr>
              <a:t>递归建立子表</a:t>
            </a:r>
            <a:endParaRPr altLang="en-US" dirty="0" kumimoji="1" lang="zh-CN">
              <a:solidFill>
                <a:srgbClr val="0000CC"/>
              </a:solidFill>
              <a:latin typeface="Times New Roman" panose="02020603050405020304" pitchFamily="18" charset="0"/>
              <a:ea typeface="仿宋_GB2312" pitchFamily="49" charset="-122"/>
            </a:endParaRPr>
          </a:p>
          <a:p>
            <a:pPr eaLnBrk="1" hangingPunct="1">
              <a:lnSpc>
                <a:spcPct val="95000"/>
              </a:lnSpc>
              <a:spcBef>
                <a:spcPct val="0"/>
              </a:spcBef>
              <a:buClr>
                <a:srgbClr val="FF0000"/>
              </a:buClr>
              <a:buFontTx/>
              <a:buAutoNum type="arabicPeriod" startAt="22"/>
            </a:pPr>
            <a:r>
              <a:rPr altLang="en-US" dirty="0" kumimoji="1" lang="zh-CN">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p</a:t>
            </a:r>
            <a:r>
              <a:rPr altLang="zh-CN" dirty="0" kumimoji="1" lang="en-US" err="1">
                <a:latin typeface="Times New Roman" panose="02020603050405020304" pitchFamily="18" charset="0"/>
                <a:ea typeface="仿宋_GB2312" pitchFamily="49" charset="-122"/>
              </a:rPr>
              <a:t>→</a:t>
            </a:r>
            <a:r>
              <a:rPr altLang="zh-CN" dirty="0" i="1" kumimoji="1" lang="en-US" err="1">
                <a:latin typeface="Times New Roman" panose="02020603050405020304" pitchFamily="18" charset="0"/>
                <a:ea typeface="仿宋_GB2312" pitchFamily="49" charset="-122"/>
              </a:rPr>
              <a:t>utype</a:t>
            </a:r>
            <a:r>
              <a:rPr altLang="zh-CN" dirty="0" i="1" kumimoji="1" lang="en-US">
                <a:latin typeface="Times New Roman" panose="02020603050405020304" pitchFamily="18" charset="0"/>
                <a:ea typeface="仿宋_GB2312" pitchFamily="49" charset="-122"/>
              </a:rPr>
              <a:t> =</a:t>
            </a:r>
            <a:r>
              <a:rPr altLang="zh-CN" dirty="0" kumimoji="1" lang="en-US">
                <a:latin typeface="Times New Roman" panose="02020603050405020304" pitchFamily="18" charset="0"/>
                <a:ea typeface="仿宋_GB2312" pitchFamily="49" charset="-122"/>
              </a:rPr>
              <a:t> LST</a:t>
            </a:r>
            <a:r>
              <a:rPr altLang="zh-CN" b="1" dirty="0" kumimoji="1" lang="en-US">
                <a:latin typeface="Times New Roman" panose="02020603050405020304" pitchFamily="18" charset="0"/>
                <a:ea typeface="仿宋_GB2312" pitchFamily="49" charset="-122"/>
              </a:rPr>
              <a:t>;</a:t>
            </a:r>
            <a:r>
              <a:rPr altLang="zh-CN" dirty="0" kumimoji="1" lang="en-US">
                <a:latin typeface="Times New Roman" panose="02020603050405020304" pitchFamily="18" charset="0"/>
                <a:ea typeface="仿宋_GB2312" pitchFamily="49" charset="-122"/>
              </a:rPr>
              <a:t> </a:t>
            </a:r>
          </a:p>
          <a:p>
            <a:pPr eaLnBrk="1" hangingPunct="1">
              <a:lnSpc>
                <a:spcPct val="95000"/>
              </a:lnSpc>
              <a:spcBef>
                <a:spcPct val="0"/>
              </a:spcBef>
              <a:buClr>
                <a:srgbClr val="FF0000"/>
              </a:buClr>
              <a:buFontTx/>
              <a:buAutoNum type="arabicPeriod" startAt="22"/>
            </a:pPr>
            <a:r>
              <a:rPr altLang="zh-CN" dirty="0"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CreateList</a:t>
            </a:r>
            <a:r>
              <a:rPr altLang="zh-CN" dirty="0" i="1" kumimoji="1" lang="en-US">
                <a:latin typeface="Times New Roman" panose="02020603050405020304" pitchFamily="18" charset="0"/>
                <a:ea typeface="仿宋_GB2312" pitchFamily="49" charset="-122"/>
              </a:rPr>
              <a:t> </a:t>
            </a:r>
            <a:r>
              <a:rPr altLang="zh-CN" dirty="0"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p</a:t>
            </a:r>
            <a:r>
              <a:rPr altLang="zh-CN" dirty="0" kumimoji="1" lang="en-US" err="1">
                <a:latin typeface="Times New Roman" panose="02020603050405020304" pitchFamily="18" charset="0"/>
                <a:ea typeface="仿宋_GB2312" pitchFamily="49" charset="-122"/>
              </a:rPr>
              <a:t>→</a:t>
            </a:r>
            <a:r>
              <a:rPr altLang="zh-CN" dirty="0" i="1" kumimoji="1" lang="en-US" err="1">
                <a:latin typeface="Times New Roman" panose="02020603050405020304" pitchFamily="18" charset="0"/>
                <a:ea typeface="仿宋_GB2312" pitchFamily="49" charset="-122"/>
              </a:rPr>
              <a:t>value</a:t>
            </a:r>
            <a:r>
              <a:rPr altLang="zh-CN" dirty="0" kumimoji="1" lang="en-US" err="1">
                <a:latin typeface="Times New Roman" panose="02020603050405020304" pitchFamily="18" charset="0"/>
                <a:ea typeface="仿宋_GB2312" pitchFamily="49" charset="-122"/>
              </a:rPr>
              <a:t>.</a:t>
            </a:r>
            <a:r>
              <a:rPr altLang="zh-CN" dirty="0" i="1" kumimoji="1" lang="en-US" err="1">
                <a:latin typeface="Times New Roman" panose="02020603050405020304" pitchFamily="18" charset="0"/>
                <a:ea typeface="仿宋_GB2312" pitchFamily="49" charset="-122"/>
              </a:rPr>
              <a:t>hlink</a:t>
            </a:r>
            <a:r>
              <a:rPr altLang="zh-CN" dirty="0" kumimoji="1" lang="en-US">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hsub</a:t>
            </a:r>
            <a:r>
              <a:rPr altLang="zh-CN" dirty="0" i="1" kumimoji="1" lang="en-US">
                <a:latin typeface="Times New Roman" panose="02020603050405020304" pitchFamily="18" charset="0"/>
                <a:ea typeface="仿宋_GB2312" pitchFamily="49" charset="-122"/>
              </a:rPr>
              <a:t> </a:t>
            </a:r>
            <a:r>
              <a:rPr altLang="zh-CN" dirty="0" kumimoji="1" lang="en-US">
                <a:latin typeface="Times New Roman" panose="02020603050405020304" pitchFamily="18" charset="0"/>
                <a:ea typeface="仿宋_GB2312" pitchFamily="49" charset="-122"/>
              </a:rPr>
              <a:t>)</a:t>
            </a:r>
            <a:r>
              <a:rPr altLang="zh-CN" b="1" dirty="0" kumimoji="1" lang="en-US">
                <a:latin typeface="Times New Roman" panose="02020603050405020304" pitchFamily="18" charset="0"/>
                <a:ea typeface="仿宋_GB2312" pitchFamily="49" charset="-122"/>
              </a:rPr>
              <a:t>;</a:t>
            </a:r>
          </a:p>
          <a:p>
            <a:pPr eaLnBrk="1" hangingPunct="1">
              <a:lnSpc>
                <a:spcPct val="95000"/>
              </a:lnSpc>
              <a:spcBef>
                <a:spcPct val="0"/>
              </a:spcBef>
              <a:buClr>
                <a:srgbClr val="FF0000"/>
              </a:buClr>
              <a:buFontTx/>
              <a:buAutoNum type="arabicPeriod" startAt="22"/>
            </a:pPr>
            <a:r>
              <a:rPr altLang="zh-CN" dirty="0" kumimoji="1" lang="en-US">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a:t>
            </a:r>
            <a:endParaRPr altLang="zh-CN" dirty="0" kumimoji="1" lang="en-US">
              <a:latin typeface="Times New Roman" panose="02020603050405020304" pitchFamily="18" charset="0"/>
              <a:ea typeface="仿宋_GB2312" pitchFamily="49" charset="-122"/>
            </a:endParaRPr>
          </a:p>
          <a:p>
            <a:pPr eaLnBrk="1" hangingPunct="1">
              <a:lnSpc>
                <a:spcPct val="95000"/>
              </a:lnSpc>
              <a:spcBef>
                <a:spcPct val="0"/>
              </a:spcBef>
              <a:buClr>
                <a:srgbClr val="FF0000"/>
              </a:buClr>
              <a:buFontTx/>
              <a:buAutoNum type="arabicPeriod" startAt="22"/>
            </a:pPr>
            <a:r>
              <a:rPr altLang="zh-CN" dirty="0" kumimoji="1" lang="en-US">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a:t>
            </a:r>
            <a:endParaRPr altLang="zh-CN" dirty="0" kumimoji="1" lang="en-US">
              <a:latin typeface="Times New Roman" panose="02020603050405020304" pitchFamily="18" charset="0"/>
              <a:ea typeface="仿宋_GB2312" pitchFamily="49" charset="-122"/>
            </a:endParaRPr>
          </a:p>
          <a:p>
            <a:pPr eaLnBrk="1" hangingPunct="1">
              <a:lnSpc>
                <a:spcPct val="95000"/>
              </a:lnSpc>
              <a:spcBef>
                <a:spcPct val="0"/>
              </a:spcBef>
              <a:buClr>
                <a:srgbClr val="FF0000"/>
              </a:buClr>
              <a:buFontTx/>
              <a:buAutoNum type="arabicPeriod" startAt="22"/>
            </a:pPr>
            <a:r>
              <a:rPr altLang="zh-CN" dirty="0" kumimoji="1" lang="en-US">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else return</a:t>
            </a:r>
            <a:r>
              <a:rPr altLang="zh-CN" dirty="0" kumimoji="1" lang="en-US">
                <a:latin typeface="Times New Roman" panose="02020603050405020304" pitchFamily="18" charset="0"/>
                <a:ea typeface="仿宋_GB2312" pitchFamily="49" charset="-122"/>
              </a:rPr>
              <a:t> 0</a:t>
            </a:r>
            <a:r>
              <a:rPr altLang="zh-CN" b="1" dirty="0" kumimoji="1" lang="en-US">
                <a:latin typeface="Times New Roman" panose="02020603050405020304" pitchFamily="18" charset="0"/>
                <a:ea typeface="仿宋_GB2312" pitchFamily="49" charset="-122"/>
              </a:rPr>
              <a:t>;     </a:t>
            </a:r>
            <a:r>
              <a:rPr altLang="zh-CN" b="1" dirty="0" kumimoji="1" lang="en-US">
                <a:solidFill>
                  <a:srgbClr val="0000CC"/>
                </a:solidFill>
                <a:latin typeface="Times New Roman" panose="02020603050405020304" pitchFamily="18" charset="0"/>
                <a:ea typeface="仿宋_GB2312" pitchFamily="49" charset="-122"/>
              </a:rPr>
              <a:t>//</a:t>
            </a:r>
            <a:r>
              <a:rPr altLang="en-US" b="1" dirty="0" kumimoji="1" lang="zh-CN">
                <a:solidFill>
                  <a:srgbClr val="0000CC"/>
                </a:solidFill>
                <a:latin typeface="Times New Roman" panose="02020603050405020304" pitchFamily="18" charset="0"/>
                <a:ea typeface="仿宋_GB2312" pitchFamily="49" charset="-122"/>
              </a:rPr>
              <a:t>字符串表达式有错</a:t>
            </a:r>
          </a:p>
          <a:p>
            <a:pPr eaLnBrk="1" hangingPunct="1">
              <a:lnSpc>
                <a:spcPct val="95000"/>
              </a:lnSpc>
              <a:spcBef>
                <a:spcPct val="0"/>
              </a:spcBef>
              <a:buClr>
                <a:srgbClr val="FF0000"/>
              </a:buClr>
              <a:buFontTx/>
              <a:buAutoNum type="arabicPeriod" startAt="22"/>
            </a:pPr>
            <a:r>
              <a:rPr altLang="en-US" dirty="0" kumimoji="1" lang="zh-CN">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       </a:t>
            </a:r>
            <a:r>
              <a:rPr altLang="zh-CN" b="1" dirty="0" kumimoji="1" lang="en-US">
                <a:solidFill>
                  <a:srgbClr val="0000CC"/>
                </a:solidFill>
                <a:latin typeface="Times New Roman" panose="02020603050405020304" pitchFamily="18" charset="0"/>
                <a:ea typeface="仿宋_GB2312" pitchFamily="49" charset="-122"/>
              </a:rPr>
              <a:t>//</a:t>
            </a:r>
            <a:r>
              <a:rPr altLang="en-US" b="1" dirty="0" kumimoji="1" lang="zh-CN">
                <a:solidFill>
                  <a:srgbClr val="0000CC"/>
                </a:solidFill>
                <a:latin typeface="Times New Roman" panose="02020603050405020304" pitchFamily="18" charset="0"/>
                <a:ea typeface="仿宋_GB2312" pitchFamily="49" charset="-122"/>
              </a:rPr>
              <a:t>循环完成</a:t>
            </a:r>
            <a:endParaRPr altLang="en-US" dirty="0" kumimoji="1" lang="zh-CN">
              <a:solidFill>
                <a:srgbClr val="0000CC"/>
              </a:solidFill>
              <a:latin typeface="Times New Roman" panose="02020603050405020304" pitchFamily="18" charset="0"/>
              <a:ea typeface="仿宋_GB2312" pitchFamily="49" charset="-122"/>
            </a:endParaRPr>
          </a:p>
          <a:p>
            <a:pPr eaLnBrk="1" hangingPunct="1">
              <a:lnSpc>
                <a:spcPct val="95000"/>
              </a:lnSpc>
              <a:spcBef>
                <a:spcPct val="0"/>
              </a:spcBef>
              <a:buClr>
                <a:srgbClr val="FF0000"/>
              </a:buClr>
              <a:buFontTx/>
              <a:buAutoNum type="arabicPeriod" startAt="22"/>
            </a:pPr>
            <a:r>
              <a:rPr altLang="en-US" dirty="0" kumimoji="1" lang="zh-CN">
                <a:latin typeface="Times New Roman" panose="02020603050405020304" pitchFamily="18" charset="0"/>
                <a:ea typeface="仿宋_GB2312" pitchFamily="49" charset="-122"/>
              </a:rPr>
              <a:t>        </a:t>
            </a:r>
            <a:r>
              <a:rPr altLang="zh-CN" dirty="0" i="1" kumimoji="1" lang="en-US" err="1">
                <a:latin typeface="Times New Roman" panose="02020603050405020304" pitchFamily="18" charset="0"/>
                <a:ea typeface="仿宋_GB2312" pitchFamily="49" charset="-122"/>
              </a:rPr>
              <a:t>p</a:t>
            </a:r>
            <a:r>
              <a:rPr altLang="zh-CN" dirty="0" kumimoji="1" lang="en-US" err="1">
                <a:latin typeface="Times New Roman" panose="02020603050405020304" pitchFamily="18" charset="0"/>
                <a:ea typeface="仿宋_GB2312" pitchFamily="49" charset="-122"/>
              </a:rPr>
              <a:t>→</a:t>
            </a:r>
            <a:r>
              <a:rPr altLang="zh-CN" dirty="0" i="1" kumimoji="1" lang="en-US" err="1">
                <a:latin typeface="Times New Roman" panose="02020603050405020304" pitchFamily="18" charset="0"/>
                <a:ea typeface="仿宋_GB2312" pitchFamily="49" charset="-122"/>
              </a:rPr>
              <a:t>tlink</a:t>
            </a:r>
            <a:r>
              <a:rPr altLang="zh-CN" dirty="0" i="1" kumimoji="1" lang="en-US">
                <a:latin typeface="Times New Roman" panose="02020603050405020304" pitchFamily="18" charset="0"/>
                <a:ea typeface="仿宋_GB2312" pitchFamily="49" charset="-122"/>
              </a:rPr>
              <a:t> = NULL</a:t>
            </a:r>
            <a:r>
              <a:rPr altLang="zh-CN" b="1" dirty="0" kumimoji="1" lang="en-US">
                <a:latin typeface="Times New Roman" panose="02020603050405020304" pitchFamily="18" charset="0"/>
                <a:ea typeface="仿宋_GB2312" pitchFamily="49" charset="-122"/>
              </a:rPr>
              <a:t>;  </a:t>
            </a:r>
            <a:r>
              <a:rPr altLang="zh-CN" b="1" dirty="0" kumimoji="1" lang="en-US">
                <a:solidFill>
                  <a:srgbClr val="0000CC"/>
                </a:solidFill>
                <a:latin typeface="Times New Roman" panose="02020603050405020304" pitchFamily="18" charset="0"/>
                <a:ea typeface="仿宋_GB2312" pitchFamily="49" charset="-122"/>
              </a:rPr>
              <a:t>//</a:t>
            </a:r>
            <a:r>
              <a:rPr altLang="en-US" b="1" dirty="0" kumimoji="1" lang="zh-CN">
                <a:solidFill>
                  <a:srgbClr val="0000CC"/>
                </a:solidFill>
                <a:latin typeface="Times New Roman" panose="02020603050405020304" pitchFamily="18" charset="0"/>
                <a:ea typeface="仿宋_GB2312" pitchFamily="49" charset="-122"/>
              </a:rPr>
              <a:t>封闭最后一个结点</a:t>
            </a:r>
            <a:endParaRPr altLang="en-US" dirty="0" kumimoji="1" lang="zh-CN">
              <a:solidFill>
                <a:srgbClr val="0000CC"/>
              </a:solidFill>
              <a:latin typeface="Times New Roman" panose="02020603050405020304" pitchFamily="18" charset="0"/>
              <a:ea typeface="仿宋_GB2312" pitchFamily="49" charset="-122"/>
            </a:endParaRPr>
          </a:p>
          <a:p>
            <a:pPr eaLnBrk="1" hangingPunct="1">
              <a:lnSpc>
                <a:spcPct val="95000"/>
              </a:lnSpc>
              <a:spcBef>
                <a:spcPct val="0"/>
              </a:spcBef>
              <a:buClr>
                <a:srgbClr val="FF0000"/>
              </a:buClr>
              <a:buFontTx/>
              <a:buAutoNum type="arabicPeriod" startAt="22"/>
            </a:pPr>
            <a:r>
              <a:rPr altLang="en-US" dirty="0" kumimoji="1" lang="zh-CN">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a:t>
            </a:r>
            <a:endParaRPr altLang="zh-CN" dirty="0" kumimoji="1" lang="en-US">
              <a:latin typeface="Times New Roman" panose="02020603050405020304" pitchFamily="18" charset="0"/>
              <a:ea typeface="仿宋_GB2312" pitchFamily="49" charset="-122"/>
            </a:endParaRPr>
          </a:p>
          <a:p>
            <a:pPr eaLnBrk="1" hangingPunct="1">
              <a:lnSpc>
                <a:spcPct val="95000"/>
              </a:lnSpc>
              <a:spcBef>
                <a:spcPct val="0"/>
              </a:spcBef>
              <a:buClr>
                <a:srgbClr val="FF0000"/>
              </a:buClr>
              <a:buFontTx/>
              <a:buAutoNum type="arabicPeriod" startAt="22"/>
            </a:pPr>
            <a:r>
              <a:rPr altLang="zh-CN" dirty="0" kumimoji="1" lang="en-US">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return </a:t>
            </a:r>
            <a:r>
              <a:rPr altLang="zh-CN" dirty="0" kumimoji="1" lang="en-US">
                <a:latin typeface="Times New Roman" panose="02020603050405020304" pitchFamily="18" charset="0"/>
                <a:ea typeface="仿宋_GB2312" pitchFamily="49" charset="-122"/>
              </a:rPr>
              <a:t>1</a:t>
            </a:r>
            <a:r>
              <a:rPr altLang="zh-CN" b="1" dirty="0" kumimoji="1" lang="en-US">
                <a:latin typeface="Times New Roman" panose="02020603050405020304" pitchFamily="18" charset="0"/>
                <a:ea typeface="仿宋_GB2312" pitchFamily="49" charset="-122"/>
              </a:rPr>
              <a:t>;</a:t>
            </a:r>
            <a:endParaRPr altLang="zh-CN" dirty="0" kumimoji="1" lang="en-US">
              <a:latin typeface="Times New Roman" panose="02020603050405020304" pitchFamily="18" charset="0"/>
              <a:ea typeface="仿宋_GB2312" pitchFamily="49" charset="-122"/>
            </a:endParaRPr>
          </a:p>
          <a:p>
            <a:pPr eaLnBrk="1" hangingPunct="1">
              <a:lnSpc>
                <a:spcPct val="95000"/>
              </a:lnSpc>
              <a:spcBef>
                <a:spcPct val="0"/>
              </a:spcBef>
              <a:buClr>
                <a:srgbClr val="FF0000"/>
              </a:buClr>
              <a:buFontTx/>
              <a:buAutoNum type="arabicPeriod" startAt="22"/>
            </a:pPr>
            <a:r>
              <a:rPr altLang="zh-CN" dirty="0" kumimoji="1" lang="en-US">
                <a:latin typeface="Times New Roman" panose="02020603050405020304" pitchFamily="18" charset="0"/>
                <a:ea typeface="仿宋_GB2312" pitchFamily="49" charset="-122"/>
              </a:rPr>
              <a:t> </a:t>
            </a:r>
            <a:r>
              <a:rPr altLang="zh-CN" b="1" dirty="0" kumimoji="1" lang="en-US">
                <a:latin typeface="Times New Roman" panose="02020603050405020304" pitchFamily="18" charset="0"/>
                <a:ea typeface="仿宋_GB2312" pitchFamily="49" charset="-122"/>
              </a:rPr>
              <a:t>}</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0" presetSubtype="0">
                                  <p:stCondLst>
                                    <p:cond delay="0"/>
                                  </p:stCondLst>
                                  <p:childTnLst>
                                    <p:set>
                                      <p:cBhvr>
                                        <p:cTn dur="1" fill="hold" id="6">
                                          <p:stCondLst>
                                            <p:cond delay="0"/>
                                          </p:stCondLst>
                                        </p:cTn>
                                        <p:tgtEl>
                                          <p:spTgt spid="1050044">
                                            <p:txEl>
                                              <p:pRg st="0" end="0"/>
                                            </p:txEl>
                                          </p:spTgt>
                                        </p:tgtEl>
                                        <p:attrNameLst>
                                          <p:attrName>style.visibility</p:attrName>
                                        </p:attrNameLst>
                                      </p:cBhvr>
                                      <p:to>
                                        <p:strVal val="visible"/>
                                      </p:to>
                                    </p:set>
                                    <p:animEffect transition="in" filter="fade">
                                      <p:cBhvr>
                                        <p:cTn dur="500" id="7"/>
                                        <p:tgtEl>
                                          <p:spTgt spid="1050044">
                                            <p:txEl>
                                              <p:pRg st="0" end="0"/>
                                            </p:txEl>
                                          </p:spTgt>
                                        </p:tgtEl>
                                      </p:cBhvr>
                                    </p:animEffect>
                                  </p:childTnLst>
                                </p:cTn>
                              </p:par>
                              <p:par>
                                <p:cTn fill="hold" id="8" nodeType="withEffect" presetClass="entr" presetID="10" presetSubtype="0">
                                  <p:stCondLst>
                                    <p:cond delay="0"/>
                                  </p:stCondLst>
                                  <p:childTnLst>
                                    <p:set>
                                      <p:cBhvr>
                                        <p:cTn dur="1" fill="hold" id="9">
                                          <p:stCondLst>
                                            <p:cond delay="0"/>
                                          </p:stCondLst>
                                        </p:cTn>
                                        <p:tgtEl>
                                          <p:spTgt spid="1050044">
                                            <p:txEl>
                                              <p:pRg st="1" end="1"/>
                                            </p:txEl>
                                          </p:spTgt>
                                        </p:tgtEl>
                                        <p:attrNameLst>
                                          <p:attrName>style.visibility</p:attrName>
                                        </p:attrNameLst>
                                      </p:cBhvr>
                                      <p:to>
                                        <p:strVal val="visible"/>
                                      </p:to>
                                    </p:set>
                                    <p:animEffect transition="in" filter="fade">
                                      <p:cBhvr>
                                        <p:cTn dur="500" id="10"/>
                                        <p:tgtEl>
                                          <p:spTgt spid="1050044">
                                            <p:txEl>
                                              <p:pRg st="1" end="1"/>
                                            </p:txEl>
                                          </p:spTgt>
                                        </p:tgtEl>
                                      </p:cBhvr>
                                    </p:animEffec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0" presetSubtype="0">
                                  <p:stCondLst>
                                    <p:cond delay="0"/>
                                  </p:stCondLst>
                                  <p:childTnLst>
                                    <p:set>
                                      <p:cBhvr>
                                        <p:cTn dur="1" fill="hold" id="14">
                                          <p:stCondLst>
                                            <p:cond delay="0"/>
                                          </p:stCondLst>
                                        </p:cTn>
                                        <p:tgtEl>
                                          <p:spTgt spid="1050044">
                                            <p:txEl>
                                              <p:pRg st="3" end="3"/>
                                            </p:txEl>
                                          </p:spTgt>
                                        </p:tgtEl>
                                        <p:attrNameLst>
                                          <p:attrName>style.visibility</p:attrName>
                                        </p:attrNameLst>
                                      </p:cBhvr>
                                      <p:to>
                                        <p:strVal val="visible"/>
                                      </p:to>
                                    </p:set>
                                    <p:animEffect transition="in" filter="fade">
                                      <p:cBhvr>
                                        <p:cTn dur="500" id="15"/>
                                        <p:tgtEl>
                                          <p:spTgt spid="1050044">
                                            <p:txEl>
                                              <p:pRg st="3" end="3"/>
                                            </p:txEl>
                                          </p:spTgt>
                                        </p:tgtEl>
                                      </p:cBhvr>
                                    </p:animEffect>
                                  </p:childTnLst>
                                </p:cTn>
                              </p:par>
                              <p:par>
                                <p:cTn fill="hold" id="16" nodeType="withEffect" presetClass="entr" presetID="10" presetSubtype="0">
                                  <p:stCondLst>
                                    <p:cond delay="0"/>
                                  </p:stCondLst>
                                  <p:childTnLst>
                                    <p:set>
                                      <p:cBhvr>
                                        <p:cTn dur="1" fill="hold" id="17">
                                          <p:stCondLst>
                                            <p:cond delay="0"/>
                                          </p:stCondLst>
                                        </p:cTn>
                                        <p:tgtEl>
                                          <p:spTgt spid="1050044">
                                            <p:txEl>
                                              <p:pRg st="4" end="4"/>
                                            </p:txEl>
                                          </p:spTgt>
                                        </p:tgtEl>
                                        <p:attrNameLst>
                                          <p:attrName>style.visibility</p:attrName>
                                        </p:attrNameLst>
                                      </p:cBhvr>
                                      <p:to>
                                        <p:strVal val="visible"/>
                                      </p:to>
                                    </p:set>
                                    <p:animEffect transition="in" filter="fade">
                                      <p:cBhvr>
                                        <p:cTn dur="500" id="18"/>
                                        <p:tgtEl>
                                          <p:spTgt spid="1050044">
                                            <p:txEl>
                                              <p:pRg st="4" end="4"/>
                                            </p:txEl>
                                          </p:spTgt>
                                        </p:tgtEl>
                                      </p:cBhvr>
                                    </p:animEffect>
                                  </p:childTnLst>
                                </p:cTn>
                              </p:par>
                              <p:par>
                                <p:cTn fill="hold" id="19" nodeType="withEffect" presetClass="entr" presetID="10" presetSubtype="0">
                                  <p:stCondLst>
                                    <p:cond delay="0"/>
                                  </p:stCondLst>
                                  <p:childTnLst>
                                    <p:set>
                                      <p:cBhvr>
                                        <p:cTn dur="1" fill="hold" id="20">
                                          <p:stCondLst>
                                            <p:cond delay="0"/>
                                          </p:stCondLst>
                                        </p:cTn>
                                        <p:tgtEl>
                                          <p:spTgt spid="1050044">
                                            <p:txEl>
                                              <p:pRg st="5" end="5"/>
                                            </p:txEl>
                                          </p:spTgt>
                                        </p:tgtEl>
                                        <p:attrNameLst>
                                          <p:attrName>style.visibility</p:attrName>
                                        </p:attrNameLst>
                                      </p:cBhvr>
                                      <p:to>
                                        <p:strVal val="visible"/>
                                      </p:to>
                                    </p:set>
                                    <p:animEffect transition="in" filter="fade">
                                      <p:cBhvr>
                                        <p:cTn dur="500" id="21"/>
                                        <p:tgtEl>
                                          <p:spTgt spid="1050044">
                                            <p:txEl>
                                              <p:pRg st="5" end="5"/>
                                            </p:txEl>
                                          </p:spTgt>
                                        </p:tgtEl>
                                      </p:cBhvr>
                                    </p:animEffect>
                                  </p:childTnLst>
                                </p:cTn>
                              </p:par>
                              <p:par>
                                <p:cTn fill="hold" id="22" nodeType="withEffect" presetClass="entr" presetID="10" presetSubtype="0">
                                  <p:stCondLst>
                                    <p:cond delay="0"/>
                                  </p:stCondLst>
                                  <p:childTnLst>
                                    <p:set>
                                      <p:cBhvr>
                                        <p:cTn dur="1" fill="hold" id="23">
                                          <p:stCondLst>
                                            <p:cond delay="0"/>
                                          </p:stCondLst>
                                        </p:cTn>
                                        <p:tgtEl>
                                          <p:spTgt spid="1050044">
                                            <p:txEl>
                                              <p:pRg st="6" end="6"/>
                                            </p:txEl>
                                          </p:spTgt>
                                        </p:tgtEl>
                                        <p:attrNameLst>
                                          <p:attrName>style.visibility</p:attrName>
                                        </p:attrNameLst>
                                      </p:cBhvr>
                                      <p:to>
                                        <p:strVal val="visible"/>
                                      </p:to>
                                    </p:set>
                                    <p:animEffect transition="in" filter="fade">
                                      <p:cBhvr>
                                        <p:cTn dur="500" id="24"/>
                                        <p:tgtEl>
                                          <p:spTgt spid="1050044">
                                            <p:txEl>
                                              <p:pRg st="6" end="6"/>
                                            </p:txEl>
                                          </p:spTgt>
                                        </p:tgtEl>
                                      </p:cBhvr>
                                    </p:animEffect>
                                  </p:childTnLst>
                                </p:cTn>
                              </p:par>
                            </p:childTnLst>
                          </p:cTn>
                        </p:par>
                      </p:childTnLst>
                    </p:cTn>
                  </p:par>
                  <p:par>
                    <p:cTn fill="hold" id="25">
                      <p:stCondLst>
                        <p:cond delay="indefinite"/>
                      </p:stCondLst>
                      <p:childTnLst>
                        <p:par>
                          <p:cTn fill="hold" id="26">
                            <p:stCondLst>
                              <p:cond delay="0"/>
                            </p:stCondLst>
                            <p:childTnLst>
                              <p:par>
                                <p:cTn fill="hold" id="27" nodeType="clickEffect" presetClass="entr" presetID="10" presetSubtype="0">
                                  <p:stCondLst>
                                    <p:cond delay="0"/>
                                  </p:stCondLst>
                                  <p:childTnLst>
                                    <p:set>
                                      <p:cBhvr>
                                        <p:cTn dur="1" fill="hold" id="28">
                                          <p:stCondLst>
                                            <p:cond delay="0"/>
                                          </p:stCondLst>
                                        </p:cTn>
                                        <p:tgtEl>
                                          <p:spTgt spid="1050044">
                                            <p:txEl>
                                              <p:pRg st="7" end="7"/>
                                            </p:txEl>
                                          </p:spTgt>
                                        </p:tgtEl>
                                        <p:attrNameLst>
                                          <p:attrName>style.visibility</p:attrName>
                                        </p:attrNameLst>
                                      </p:cBhvr>
                                      <p:to>
                                        <p:strVal val="visible"/>
                                      </p:to>
                                    </p:set>
                                    <p:animEffect transition="in" filter="fade">
                                      <p:cBhvr>
                                        <p:cTn dur="500" id="29"/>
                                        <p:tgtEl>
                                          <p:spTgt spid="1050044">
                                            <p:txEl>
                                              <p:pRg st="7" end="7"/>
                                            </p:txEl>
                                          </p:spTgt>
                                        </p:tgtEl>
                                      </p:cBhvr>
                                    </p:animEffect>
                                  </p:childTnLst>
                                </p:cTn>
                              </p:par>
                              <p:par>
                                <p:cTn fill="hold" id="30" nodeType="withEffect" presetClass="entr" presetID="10" presetSubtype="0">
                                  <p:stCondLst>
                                    <p:cond delay="0"/>
                                  </p:stCondLst>
                                  <p:childTnLst>
                                    <p:set>
                                      <p:cBhvr>
                                        <p:cTn dur="1" fill="hold" id="31">
                                          <p:stCondLst>
                                            <p:cond delay="0"/>
                                          </p:stCondLst>
                                        </p:cTn>
                                        <p:tgtEl>
                                          <p:spTgt spid="1050044">
                                            <p:txEl>
                                              <p:pRg st="8" end="8"/>
                                            </p:txEl>
                                          </p:spTgt>
                                        </p:tgtEl>
                                        <p:attrNameLst>
                                          <p:attrName>style.visibility</p:attrName>
                                        </p:attrNameLst>
                                      </p:cBhvr>
                                      <p:to>
                                        <p:strVal val="visible"/>
                                      </p:to>
                                    </p:set>
                                    <p:animEffect transition="in" filter="fade">
                                      <p:cBhvr>
                                        <p:cTn dur="500" id="32"/>
                                        <p:tgtEl>
                                          <p:spTgt spid="1050044">
                                            <p:txEl>
                                              <p:pRg st="8" end="8"/>
                                            </p:txEl>
                                          </p:spTgt>
                                        </p:tgtEl>
                                      </p:cBhvr>
                                    </p:animEffect>
                                  </p:childTnLst>
                                </p:cTn>
                              </p:par>
                            </p:childTnLst>
                          </p:cTn>
                        </p:par>
                      </p:childTnLst>
                    </p:cTn>
                  </p:par>
                  <p:par>
                    <p:cTn fill="hold" id="33">
                      <p:stCondLst>
                        <p:cond delay="indefinite"/>
                      </p:stCondLst>
                      <p:childTnLst>
                        <p:par>
                          <p:cTn fill="hold" id="34">
                            <p:stCondLst>
                              <p:cond delay="0"/>
                            </p:stCondLst>
                            <p:childTnLst>
                              <p:par>
                                <p:cTn fill="hold" id="35" nodeType="clickEffect" presetClass="entr" presetID="10" presetSubtype="0">
                                  <p:stCondLst>
                                    <p:cond delay="0"/>
                                  </p:stCondLst>
                                  <p:childTnLst>
                                    <p:set>
                                      <p:cBhvr>
                                        <p:cTn dur="1" fill="hold" id="36">
                                          <p:stCondLst>
                                            <p:cond delay="0"/>
                                          </p:stCondLst>
                                        </p:cTn>
                                        <p:tgtEl>
                                          <p:spTgt spid="1050044">
                                            <p:txEl>
                                              <p:pRg st="9" end="9"/>
                                            </p:txEl>
                                          </p:spTgt>
                                        </p:tgtEl>
                                        <p:attrNameLst>
                                          <p:attrName>style.visibility</p:attrName>
                                        </p:attrNameLst>
                                      </p:cBhvr>
                                      <p:to>
                                        <p:strVal val="visible"/>
                                      </p:to>
                                    </p:set>
                                    <p:animEffect transition="in" filter="fade">
                                      <p:cBhvr>
                                        <p:cTn dur="500" id="37"/>
                                        <p:tgtEl>
                                          <p:spTgt spid="1050044">
                                            <p:txEl>
                                              <p:pRg st="9" end="9"/>
                                            </p:txEl>
                                          </p:spTgt>
                                        </p:tgtEl>
                                      </p:cBhvr>
                                    </p:animEffect>
                                  </p:childTnLst>
                                </p:cTn>
                              </p:par>
                              <p:par>
                                <p:cTn fill="hold" id="38" nodeType="withEffect" presetClass="entr" presetID="10" presetSubtype="0">
                                  <p:stCondLst>
                                    <p:cond delay="0"/>
                                  </p:stCondLst>
                                  <p:childTnLst>
                                    <p:set>
                                      <p:cBhvr>
                                        <p:cTn dur="1" fill="hold" id="39">
                                          <p:stCondLst>
                                            <p:cond delay="0"/>
                                          </p:stCondLst>
                                        </p:cTn>
                                        <p:tgtEl>
                                          <p:spTgt spid="1050044">
                                            <p:txEl>
                                              <p:pRg st="10" end="10"/>
                                            </p:txEl>
                                          </p:spTgt>
                                        </p:tgtEl>
                                        <p:attrNameLst>
                                          <p:attrName>style.visibility</p:attrName>
                                        </p:attrNameLst>
                                      </p:cBhvr>
                                      <p:to>
                                        <p:strVal val="visible"/>
                                      </p:to>
                                    </p:set>
                                    <p:animEffect transition="in" filter="fade">
                                      <p:cBhvr>
                                        <p:cTn dur="500" id="40"/>
                                        <p:tgtEl>
                                          <p:spTgt spid="1050044">
                                            <p:txEl>
                                              <p:pRg st="10" end="10"/>
                                            </p:txEl>
                                          </p:spTgt>
                                        </p:tgtEl>
                                      </p:cBhvr>
                                    </p:animEffect>
                                  </p:childTnLst>
                                </p:cTn>
                              </p:par>
                              <p:par>
                                <p:cTn fill="hold" id="41" nodeType="withEffect" presetClass="entr" presetID="10" presetSubtype="0">
                                  <p:stCondLst>
                                    <p:cond delay="0"/>
                                  </p:stCondLst>
                                  <p:childTnLst>
                                    <p:set>
                                      <p:cBhvr>
                                        <p:cTn dur="1" fill="hold" id="42">
                                          <p:stCondLst>
                                            <p:cond delay="0"/>
                                          </p:stCondLst>
                                        </p:cTn>
                                        <p:tgtEl>
                                          <p:spTgt spid="1050044">
                                            <p:txEl>
                                              <p:pRg st="11" end="11"/>
                                            </p:txEl>
                                          </p:spTgt>
                                        </p:tgtEl>
                                        <p:attrNameLst>
                                          <p:attrName>style.visibility</p:attrName>
                                        </p:attrNameLst>
                                      </p:cBhvr>
                                      <p:to>
                                        <p:strVal val="visible"/>
                                      </p:to>
                                    </p:set>
                                    <p:animEffect transition="in" filter="fade">
                                      <p:cBhvr>
                                        <p:cTn dur="500" id="43"/>
                                        <p:tgtEl>
                                          <p:spTgt spid="1050044">
                                            <p:txEl>
                                              <p:pRg st="11" end="11"/>
                                            </p:txEl>
                                          </p:spTgt>
                                        </p:tgtEl>
                                      </p:cBhvr>
                                    </p:animEffect>
                                  </p:childTnLst>
                                </p:cTn>
                              </p:par>
                            </p:childTnLst>
                          </p:cTn>
                        </p:par>
                      </p:childTnLst>
                    </p:cTn>
                  </p:par>
                  <p:par>
                    <p:cTn fill="hold" id="44">
                      <p:stCondLst>
                        <p:cond delay="indefinite"/>
                      </p:stCondLst>
                      <p:childTnLst>
                        <p:par>
                          <p:cTn fill="hold" id="45">
                            <p:stCondLst>
                              <p:cond delay="0"/>
                            </p:stCondLst>
                            <p:childTnLst>
                              <p:par>
                                <p:cTn fill="hold" id="46" nodeType="clickEffect" presetClass="entr" presetID="10" presetSubtype="0">
                                  <p:stCondLst>
                                    <p:cond delay="0"/>
                                  </p:stCondLst>
                                  <p:childTnLst>
                                    <p:set>
                                      <p:cBhvr>
                                        <p:cTn dur="1" fill="hold" id="47">
                                          <p:stCondLst>
                                            <p:cond delay="0"/>
                                          </p:stCondLst>
                                        </p:cTn>
                                        <p:tgtEl>
                                          <p:spTgt spid="1050044">
                                            <p:txEl>
                                              <p:pRg st="12" end="12"/>
                                            </p:txEl>
                                          </p:spTgt>
                                        </p:tgtEl>
                                        <p:attrNameLst>
                                          <p:attrName>style.visibility</p:attrName>
                                        </p:attrNameLst>
                                      </p:cBhvr>
                                      <p:to>
                                        <p:strVal val="visible"/>
                                      </p:to>
                                    </p:set>
                                    <p:animEffect transition="in" filter="fade">
                                      <p:cBhvr>
                                        <p:cTn dur="500" id="48"/>
                                        <p:tgtEl>
                                          <p:spTgt spid="105004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348" name=""/>
        <p:cNvGrpSpPr/>
        <p:nvPr/>
      </p:nvGrpSpPr>
      <p:grpSpPr>
        <a:xfrm>
          <a:off x="0" y="0"/>
          <a:ext cx="0" cy="0"/>
          <a:chOff x="0" y="0"/>
          <a:chExt cx="0" cy="0"/>
        </a:xfrm>
      </p:grpSpPr>
      <p:sp>
        <p:nvSpPr>
          <p:cNvPr id="1050045" name="Rectangle 2"/>
          <p:cNvSpPr txBox="1">
            <a:spLocks noChangeArrowheads="1"/>
          </p:cNvSpPr>
          <p:nvPr/>
        </p:nvSpPr>
        <p:spPr>
          <a:xfrm>
            <a:off x="107950" y="620713"/>
            <a:ext cx="8510588" cy="752475"/>
          </a:xfrm>
          <a:prstGeom prst="rect"/>
          <a:noFill/>
        </p:spPr>
        <p:txBody>
          <a:bodyPr/>
          <a:lstStyle>
            <a:lvl1pPr algn="l" eaLnBrk="0" fontAlgn="base" hangingPunct="0" rtl="0">
              <a:spcBef>
                <a:spcPct val="0"/>
              </a:spcBef>
              <a:spcAft>
                <a:spcPct val="0"/>
              </a:spcAft>
              <a:defRPr b="1" sz="3600" kern="1200">
                <a:solidFill>
                  <a:srgbClr val="4885E9"/>
                </a:solidFill>
                <a:effectLst>
                  <a:outerShdw algn="tl" blurRad="53975" dir="5400000" dist="22860" rotWithShape="0">
                    <a:srgbClr val="000000">
                      <a:alpha val="55000"/>
                    </a:srgbClr>
                  </a:outerShdw>
                </a:effectLst>
                <a:latin typeface="+mj-lt"/>
                <a:ea typeface="+mj-ea"/>
                <a:cs typeface="+mj-cs"/>
              </a:defRPr>
            </a:lvl1pPr>
            <a:lvl2pPr algn="l" eaLnBrk="0" fontAlgn="base" hangingPunct="0" rtl="0">
              <a:spcBef>
                <a:spcPct val="0"/>
              </a:spcBef>
              <a:spcAft>
                <a:spcPct val="0"/>
              </a:spcAft>
              <a:defRPr b="1" sz="3600">
                <a:solidFill>
                  <a:srgbClr val="4885E9"/>
                </a:solidFill>
                <a:latin typeface="Verdana" panose="020B0604030504040204" pitchFamily="34" charset="0"/>
              </a:defRPr>
            </a:lvl2pPr>
            <a:lvl3pPr algn="l" eaLnBrk="0" fontAlgn="base" hangingPunct="0" rtl="0">
              <a:spcBef>
                <a:spcPct val="0"/>
              </a:spcBef>
              <a:spcAft>
                <a:spcPct val="0"/>
              </a:spcAft>
              <a:defRPr b="1" sz="3600">
                <a:solidFill>
                  <a:srgbClr val="4885E9"/>
                </a:solidFill>
                <a:latin typeface="Verdana" panose="020B0604030504040204" pitchFamily="34" charset="0"/>
              </a:defRPr>
            </a:lvl3pPr>
            <a:lvl4pPr algn="l" eaLnBrk="0" fontAlgn="base" hangingPunct="0" rtl="0">
              <a:spcBef>
                <a:spcPct val="0"/>
              </a:spcBef>
              <a:spcAft>
                <a:spcPct val="0"/>
              </a:spcAft>
              <a:defRPr b="1" sz="3600">
                <a:solidFill>
                  <a:srgbClr val="4885E9"/>
                </a:solidFill>
                <a:latin typeface="Verdana" panose="020B0604030504040204" pitchFamily="34" charset="0"/>
              </a:defRPr>
            </a:lvl4pPr>
            <a:lvl5pPr algn="l" eaLnBrk="0" fontAlgn="base" hangingPunct="0" rtl="0">
              <a:spcBef>
                <a:spcPct val="0"/>
              </a:spcBef>
              <a:spcAft>
                <a:spcPct val="0"/>
              </a:spcAft>
              <a:defRPr b="1" sz="3600">
                <a:solidFill>
                  <a:srgbClr val="4885E9"/>
                </a:solidFill>
                <a:latin typeface="Verdana" panose="020B0604030504040204" pitchFamily="34" charset="0"/>
              </a:defRPr>
            </a:lvl5pPr>
            <a:lvl6pPr algn="l" fontAlgn="base" marL="457200" rtl="0">
              <a:spcBef>
                <a:spcPct val="0"/>
              </a:spcBef>
              <a:spcAft>
                <a:spcPct val="0"/>
              </a:spcAft>
              <a:defRPr b="1" sz="3600">
                <a:solidFill>
                  <a:srgbClr val="4885E9"/>
                </a:solidFill>
                <a:latin typeface="Verdana" panose="020B0604030504040204" pitchFamily="34" charset="0"/>
              </a:defRPr>
            </a:lvl6pPr>
            <a:lvl7pPr algn="l" fontAlgn="base" marL="914400" rtl="0">
              <a:spcBef>
                <a:spcPct val="0"/>
              </a:spcBef>
              <a:spcAft>
                <a:spcPct val="0"/>
              </a:spcAft>
              <a:defRPr b="1" sz="3600">
                <a:solidFill>
                  <a:srgbClr val="4885E9"/>
                </a:solidFill>
                <a:latin typeface="Verdana" panose="020B0604030504040204" pitchFamily="34" charset="0"/>
              </a:defRPr>
            </a:lvl7pPr>
            <a:lvl8pPr algn="l" fontAlgn="base" marL="1371600" rtl="0">
              <a:spcBef>
                <a:spcPct val="0"/>
              </a:spcBef>
              <a:spcAft>
                <a:spcPct val="0"/>
              </a:spcAft>
              <a:defRPr b="1" sz="3600">
                <a:solidFill>
                  <a:srgbClr val="4885E9"/>
                </a:solidFill>
                <a:latin typeface="Verdana" panose="020B0604030504040204" pitchFamily="34" charset="0"/>
              </a:defRPr>
            </a:lvl8pPr>
            <a:lvl9pPr algn="l" fontAlgn="base" marL="1828800" rtl="0">
              <a:spcBef>
                <a:spcPct val="0"/>
              </a:spcBef>
              <a:spcAft>
                <a:spcPct val="0"/>
              </a:spcAft>
              <a:defRPr b="1" sz="3600">
                <a:solidFill>
                  <a:srgbClr val="4885E9"/>
                </a:solidFill>
                <a:latin typeface="Verdana" panose="020B0604030504040204" pitchFamily="34" charset="0"/>
              </a:defRPr>
            </a:lvl9pPr>
          </a:lstStyle>
          <a:p>
            <a:pPr algn="ctr" eaLnBrk="1" hangingPunct="1"/>
            <a:r>
              <a:rPr altLang="en-US" b="0" dirty="0" lang="zh-CN">
                <a:latin typeface="Times New Roman" panose="02020603050405020304" charset="0"/>
                <a:ea typeface="华文仿宋" panose="02010600040101010101" charset="-122"/>
                <a:cs typeface="Times New Roman" panose="02020603050405020304" charset="0"/>
              </a:rPr>
              <a:t>本章小结</a:t>
            </a:r>
          </a:p>
        </p:txBody>
      </p:sp>
      <p:sp>
        <p:nvSpPr>
          <p:cNvPr id="1050046" name="矩形: 圆角 2"/>
          <p:cNvSpPr/>
          <p:nvPr/>
        </p:nvSpPr>
        <p:spPr>
          <a:xfrm>
            <a:off x="1043608" y="1484784"/>
            <a:ext cx="7272808" cy="4824536"/>
          </a:xfrm>
          <a:prstGeom prst="roundRect"/>
        </p:spPr>
        <p:style>
          <a:lnRef idx="2">
            <a:schemeClr val="accent6"/>
          </a:lnRef>
          <a:fillRef idx="1">
            <a:schemeClr val="lt1"/>
          </a:fillRef>
          <a:effectRef idx="0">
            <a:schemeClr val="accent6"/>
          </a:effectRef>
          <a:fontRef idx="minor">
            <a:schemeClr val="dk1"/>
          </a:fontRef>
        </p:style>
        <p:txBody>
          <a:bodyPr anchor="ctr" rtlCol="0"/>
          <a:p>
            <a:pPr eaLnBrk="1" hangingPunct="1">
              <a:lnSpc>
                <a:spcPct val="110000"/>
              </a:lnSpc>
              <a:buClr>
                <a:srgbClr val="FF3300"/>
              </a:buClr>
              <a:buFont typeface="Wingdings" panose="05000000000000000000" pitchFamily="2" charset="2"/>
              <a:buChar char="Ø"/>
            </a:pPr>
            <a:r>
              <a:rPr altLang="en-US" b="1" dirty="0" sz="2400" kumimoji="1" lang="zh-CN">
                <a:solidFill>
                  <a:schemeClr val="tx1"/>
                </a:solidFill>
                <a:latin typeface="Times New Roman" panose="02020603050405020304" pitchFamily="18" charset="0"/>
                <a:cs typeface="Times New Roman" panose="02020603050405020304" pitchFamily="18" charset="0"/>
              </a:rPr>
              <a:t> 多维数组的表示和实现</a:t>
            </a:r>
            <a:endParaRPr altLang="zh-CN" b="1" dirty="0" sz="2400" kumimoji="1" lang="en-US">
              <a:solidFill>
                <a:schemeClr val="tx1"/>
              </a:solidFill>
              <a:latin typeface="Times New Roman" panose="02020603050405020304" pitchFamily="18" charset="0"/>
              <a:cs typeface="Times New Roman" panose="02020603050405020304" pitchFamily="18" charset="0"/>
            </a:endParaRPr>
          </a:p>
          <a:p>
            <a:pPr eaLnBrk="1" hangingPunct="1" indent="-342900" lvl="1" marL="800100">
              <a:lnSpc>
                <a:spcPct val="110000"/>
              </a:lnSpc>
              <a:buClr>
                <a:srgbClr val="FF3300"/>
              </a:buClr>
              <a:buFont typeface="Arial" panose="020B0604020202020204" pitchFamily="34" charset="0"/>
              <a:buChar char="•"/>
            </a:pPr>
            <a:r>
              <a:rPr altLang="en-US" b="1" dirty="0" sz="2000" kumimoji="1" lang="zh-CN">
                <a:solidFill>
                  <a:srgbClr val="0066FF"/>
                </a:solidFill>
                <a:latin typeface="Times New Roman" panose="02020603050405020304" pitchFamily="18" charset="0"/>
                <a:cs typeface="Times New Roman" panose="02020603050405020304" pitchFamily="18" charset="0"/>
              </a:rPr>
              <a:t>多维数组（在一维数组中的存储）</a:t>
            </a:r>
            <a:endParaRPr altLang="zh-CN" b="1" dirty="0" sz="2000" kumimoji="1" lang="en-US">
              <a:solidFill>
                <a:srgbClr val="0066FF"/>
              </a:solidFill>
              <a:latin typeface="Times New Roman" panose="02020603050405020304" pitchFamily="18" charset="0"/>
              <a:cs typeface="Times New Roman" panose="02020603050405020304" pitchFamily="18" charset="0"/>
            </a:endParaRPr>
          </a:p>
          <a:p>
            <a:pPr eaLnBrk="1" hangingPunct="1" indent="-342900" lvl="1" marL="800100">
              <a:lnSpc>
                <a:spcPct val="110000"/>
              </a:lnSpc>
              <a:buClr>
                <a:srgbClr val="FF3300"/>
              </a:buClr>
              <a:buFont typeface="Arial" panose="020B0604020202020204" pitchFamily="34" charset="0"/>
              <a:buChar char="•"/>
            </a:pPr>
            <a:r>
              <a:rPr altLang="en-US" b="1" dirty="0" sz="2000" kumimoji="1" lang="zh-CN">
                <a:solidFill>
                  <a:srgbClr val="0066FF"/>
                </a:solidFill>
                <a:latin typeface="Times New Roman" panose="02020603050405020304" pitchFamily="18" charset="0"/>
                <a:cs typeface="Times New Roman" panose="02020603050405020304" pitchFamily="18" charset="0"/>
              </a:rPr>
              <a:t>特殊矩阵（在一维数组中的存储）</a:t>
            </a:r>
          </a:p>
          <a:p>
            <a:pPr eaLnBrk="1" hangingPunct="1" indent="-342900" lvl="1" marL="800100">
              <a:lnSpc>
                <a:spcPct val="110000"/>
              </a:lnSpc>
              <a:buClr>
                <a:srgbClr val="FF3300"/>
              </a:buClr>
              <a:buFont typeface="Arial" panose="020B0604020202020204" pitchFamily="34" charset="0"/>
              <a:buChar char="•"/>
            </a:pPr>
            <a:r>
              <a:rPr altLang="en-US" b="1" dirty="0" sz="2000" kumimoji="1" lang="zh-CN">
                <a:solidFill>
                  <a:srgbClr val="0066FF"/>
                </a:solidFill>
                <a:latin typeface="Times New Roman" panose="02020603050405020304" pitchFamily="18" charset="0"/>
                <a:cs typeface="Times New Roman" panose="02020603050405020304" pitchFamily="18" charset="0"/>
              </a:rPr>
              <a:t>稀疏矩阵（三元组表示、正交链表表示）</a:t>
            </a:r>
            <a:endParaRPr altLang="zh-CN" b="1" dirty="0" sz="2000" kumimoji="1" lang="en-US">
              <a:solidFill>
                <a:srgbClr val="0066FF"/>
              </a:solidFill>
              <a:latin typeface="Times New Roman" panose="02020603050405020304" pitchFamily="18" charset="0"/>
              <a:cs typeface="Times New Roman" panose="02020603050405020304" pitchFamily="18" charset="0"/>
            </a:endParaRPr>
          </a:p>
          <a:p>
            <a:pPr eaLnBrk="1" hangingPunct="1" indent="-342900" marL="342900">
              <a:lnSpc>
                <a:spcPct val="110000"/>
              </a:lnSpc>
              <a:buClr>
                <a:srgbClr val="FF3300"/>
              </a:buClr>
              <a:buFont typeface="Wingdings" panose="05000000000000000000" pitchFamily="2" charset="2"/>
              <a:buChar char="Ø"/>
            </a:pPr>
            <a:r>
              <a:rPr altLang="en-US" b="1" dirty="0" sz="2400" kumimoji="1" lang="zh-CN">
                <a:solidFill>
                  <a:schemeClr val="tx1"/>
                </a:solidFill>
                <a:latin typeface="Times New Roman" panose="02020603050405020304" pitchFamily="18" charset="0"/>
                <a:cs typeface="Times New Roman" panose="02020603050405020304" pitchFamily="18" charset="0"/>
              </a:rPr>
              <a:t>字符串表示及操作</a:t>
            </a:r>
            <a:endParaRPr altLang="zh-CN" b="1" dirty="0" sz="2400" kumimoji="1" lang="en-US">
              <a:solidFill>
                <a:schemeClr val="tx1"/>
              </a:solidFill>
              <a:latin typeface="Times New Roman" panose="02020603050405020304" pitchFamily="18" charset="0"/>
              <a:cs typeface="Times New Roman" panose="02020603050405020304" pitchFamily="18" charset="0"/>
            </a:endParaRPr>
          </a:p>
          <a:p>
            <a:pPr indent="-342900" lvl="1" marL="800100">
              <a:lnSpc>
                <a:spcPct val="110000"/>
              </a:lnSpc>
              <a:buClr>
                <a:srgbClr val="FF3300"/>
              </a:buClr>
              <a:buFont typeface="Arial" panose="020B0604020202020204" pitchFamily="34" charset="0"/>
              <a:buChar char="•"/>
            </a:pPr>
            <a:r>
              <a:rPr altLang="en-US" b="1" dirty="0" sz="2000" kumimoji="1" lang="zh-CN">
                <a:solidFill>
                  <a:srgbClr val="0066FF"/>
                </a:solidFill>
                <a:latin typeface="Times New Roman" panose="02020603050405020304" pitchFamily="18" charset="0"/>
                <a:cs typeface="Times New Roman" panose="02020603050405020304" pitchFamily="18" charset="0"/>
              </a:rPr>
              <a:t>字符串的存储表示</a:t>
            </a:r>
            <a:endParaRPr altLang="zh-CN" b="1" dirty="0" sz="2000" kumimoji="1" lang="en-US">
              <a:solidFill>
                <a:srgbClr val="0066FF"/>
              </a:solidFill>
              <a:latin typeface="Times New Roman" panose="02020603050405020304" pitchFamily="18" charset="0"/>
              <a:cs typeface="Times New Roman" panose="02020603050405020304" pitchFamily="18" charset="0"/>
            </a:endParaRPr>
          </a:p>
          <a:p>
            <a:pPr eaLnBrk="1" hangingPunct="1" indent="-342900" lvl="1" marL="800100">
              <a:lnSpc>
                <a:spcPct val="110000"/>
              </a:lnSpc>
              <a:buClr>
                <a:srgbClr val="FF3300"/>
              </a:buClr>
              <a:buFont typeface="Arial" panose="020B0604020202020204" pitchFamily="34" charset="0"/>
              <a:buChar char="•"/>
            </a:pPr>
            <a:r>
              <a:rPr altLang="en-US" b="1" dirty="0" sz="2000" kumimoji="1" lang="zh-CN">
                <a:solidFill>
                  <a:srgbClr val="0066FF"/>
                </a:solidFill>
                <a:latin typeface="Times New Roman" panose="02020603050405020304" pitchFamily="18" charset="0"/>
                <a:cs typeface="Times New Roman" panose="02020603050405020304" pitchFamily="18" charset="0"/>
              </a:rPr>
              <a:t>取子串</a:t>
            </a:r>
            <a:endParaRPr altLang="zh-CN" b="1" dirty="0" sz="2000" kumimoji="1" lang="en-US">
              <a:solidFill>
                <a:srgbClr val="0066FF"/>
              </a:solidFill>
              <a:latin typeface="Times New Roman" panose="02020603050405020304" pitchFamily="18" charset="0"/>
              <a:cs typeface="Times New Roman" panose="02020603050405020304" pitchFamily="18" charset="0"/>
            </a:endParaRPr>
          </a:p>
          <a:p>
            <a:pPr eaLnBrk="1" hangingPunct="1" indent="-342900" lvl="1" marL="800100">
              <a:lnSpc>
                <a:spcPct val="110000"/>
              </a:lnSpc>
              <a:buClr>
                <a:srgbClr val="FF3300"/>
              </a:buClr>
              <a:buFont typeface="Arial" panose="020B0604020202020204" pitchFamily="34" charset="0"/>
              <a:buChar char="•"/>
            </a:pPr>
            <a:r>
              <a:rPr altLang="en-US" b="1" dirty="0" sz="2000" kumimoji="1" lang="zh-CN">
                <a:solidFill>
                  <a:srgbClr val="0066FF"/>
                </a:solidFill>
                <a:latin typeface="Times New Roman" panose="02020603050405020304" pitchFamily="18" charset="0"/>
                <a:cs typeface="Times New Roman" panose="02020603050405020304" pitchFamily="18" charset="0"/>
              </a:rPr>
              <a:t>模式匹配（朴素匹配和</a:t>
            </a:r>
            <a:r>
              <a:rPr altLang="zh-CN" b="1" dirty="0" sz="2000" kumimoji="1" lang="en-US">
                <a:solidFill>
                  <a:srgbClr val="0066FF"/>
                </a:solidFill>
                <a:latin typeface="Times New Roman" panose="02020603050405020304" pitchFamily="18" charset="0"/>
                <a:cs typeface="Times New Roman" panose="02020603050405020304" pitchFamily="18" charset="0"/>
              </a:rPr>
              <a:t>KMP</a:t>
            </a:r>
            <a:r>
              <a:rPr altLang="en-US" b="1" dirty="0" sz="2000" kumimoji="1" lang="zh-CN">
                <a:solidFill>
                  <a:srgbClr val="0066FF"/>
                </a:solidFill>
                <a:latin typeface="Times New Roman" panose="02020603050405020304" pitchFamily="18" charset="0"/>
                <a:cs typeface="Times New Roman" panose="02020603050405020304" pitchFamily="18" charset="0"/>
              </a:rPr>
              <a:t>算法）</a:t>
            </a:r>
            <a:endParaRPr altLang="zh-CN" b="1" dirty="0" sz="2000" kumimoji="1" lang="en-US">
              <a:solidFill>
                <a:srgbClr val="0066FF"/>
              </a:solidFill>
              <a:latin typeface="Times New Roman" panose="02020603050405020304" pitchFamily="18" charset="0"/>
              <a:cs typeface="Times New Roman" panose="02020603050405020304" pitchFamily="18" charset="0"/>
            </a:endParaRPr>
          </a:p>
          <a:p>
            <a:pPr eaLnBrk="1" hangingPunct="1">
              <a:lnSpc>
                <a:spcPct val="110000"/>
              </a:lnSpc>
              <a:buClr>
                <a:srgbClr val="FF3300"/>
              </a:buClr>
              <a:buFont typeface="Wingdings" panose="05000000000000000000" pitchFamily="2" charset="2"/>
              <a:buChar char="Ø"/>
            </a:pPr>
            <a:r>
              <a:rPr altLang="en-US" b="1" dirty="0" sz="2400" kumimoji="1" lang="zh-CN">
                <a:latin typeface="Times New Roman" panose="02020603050405020304" pitchFamily="18" charset="0"/>
                <a:cs typeface="Times New Roman" panose="02020603050405020304" pitchFamily="18" charset="0"/>
              </a:rPr>
              <a:t> 广义表的表示及实现</a:t>
            </a:r>
            <a:endParaRPr altLang="zh-CN" b="1" dirty="0" sz="2400" kumimoji="1" lang="en-US">
              <a:latin typeface="Times New Roman" panose="02020603050405020304" pitchFamily="18" charset="0"/>
              <a:cs typeface="Times New Roman" panose="02020603050405020304" pitchFamily="18" charset="0"/>
            </a:endParaRPr>
          </a:p>
          <a:p>
            <a:pPr eaLnBrk="1" hangingPunct="1" indent="-342900" lvl="1" marL="800100">
              <a:lnSpc>
                <a:spcPct val="110000"/>
              </a:lnSpc>
              <a:buClr>
                <a:srgbClr val="FF3300"/>
              </a:buClr>
              <a:buFont typeface="Arial" panose="020B0604020202020204" pitchFamily="34" charset="0"/>
              <a:buChar char="•"/>
            </a:pPr>
            <a:r>
              <a:rPr altLang="en-US" b="1" dirty="0" sz="2000" kumimoji="1" lang="zh-CN">
                <a:solidFill>
                  <a:srgbClr val="0066FF"/>
                </a:solidFill>
                <a:latin typeface="Times New Roman" panose="02020603050405020304" pitchFamily="18" charset="0"/>
                <a:cs typeface="Times New Roman" panose="02020603050405020304" pitchFamily="18" charset="0"/>
              </a:rPr>
              <a:t>表头、表尾</a:t>
            </a:r>
            <a:endParaRPr altLang="zh-CN" b="1" dirty="0" sz="2000" kumimoji="1" lang="en-US">
              <a:solidFill>
                <a:srgbClr val="0066FF"/>
              </a:solidFill>
              <a:latin typeface="Times New Roman" panose="02020603050405020304" pitchFamily="18" charset="0"/>
              <a:cs typeface="Times New Roman" panose="02020603050405020304" pitchFamily="18" charset="0"/>
            </a:endParaRPr>
          </a:p>
          <a:p>
            <a:pPr indent="-342900" lvl="1" marL="800100">
              <a:lnSpc>
                <a:spcPct val="110000"/>
              </a:lnSpc>
              <a:buClr>
                <a:srgbClr val="FF3300"/>
              </a:buClr>
              <a:buFont typeface="Arial" panose="020B0604020202020204" pitchFamily="34" charset="0"/>
              <a:buChar char="•"/>
            </a:pPr>
            <a:r>
              <a:rPr altLang="en-US" b="1" dirty="0" sz="2000" kumimoji="1" lang="zh-CN">
                <a:solidFill>
                  <a:srgbClr val="0066FF"/>
                </a:solidFill>
                <a:latin typeface="Times New Roman" panose="02020603050405020304" pitchFamily="18" charset="0"/>
                <a:cs typeface="Times New Roman" panose="02020603050405020304" pitchFamily="18" charset="0"/>
              </a:rPr>
              <a:t>广义表的复制、删除、求深度、建立等</a:t>
            </a:r>
            <a:endParaRPr altLang="zh-CN" b="1" dirty="0" sz="2000" kumimoji="1" lang="en-US">
              <a:solidFill>
                <a:srgbClr val="0066FF"/>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主题​​">
  <a:themeElements>
    <a:clrScheme name="Office 主题​​">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PowerPoint 演示文稿</dc:title>
  <dc:creator>Lamda</dc:creator>
  <cp:lastModifiedBy>Lamda</cp:lastModifiedBy>
  <dcterms:created xsi:type="dcterms:W3CDTF">2022-03-19T21:37:10Z</dcterms:created>
  <dcterms:modified xsi:type="dcterms:W3CDTF">2023-11-16T04:17:17Z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8a71486680b04f76aad50f85919dc317_23</vt:lpwstr>
  </property>
</Properties>
</file>